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tags/tag49.xml" ContentType="application/vnd.openxmlformats-officedocument.presentationml.tags+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tags/tag38.xml" ContentType="application/vnd.openxmlformats-officedocument.presentationml.tags+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ppt/tags/tag45.xml" ContentType="application/vnd.openxmlformats-officedocument.presentationml.tags+xml"/>
  <Override PartName="/ppt/notesSlides/notesSlide41.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tags/tag34.xml" ContentType="application/vnd.openxmlformats-officedocument.presentationml.tags+xml"/>
  <Override PartName="/ppt/notesSlides/notesSlide30.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tags/tag41.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tags/tag39.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4.xml" ContentType="application/vnd.openxmlformats-officedocument.presentationml.slideLayout+xml"/>
  <Override PartName="/ppt/tags/tag28.xml" ContentType="application/vnd.openxmlformats-officedocument.presentationml.tags+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tags/tag17.xml" ContentType="application/vnd.openxmlformats-officedocument.presentationml.tags+xml"/>
  <Override PartName="/ppt/notesSlides/notesSlide13.xml" ContentType="application/vnd.openxmlformats-officedocument.presentationml.notesSlide+xml"/>
  <Override PartName="/ppt/tags/tag35.xml" ContentType="application/vnd.openxmlformats-officedocument.presentationml.tags+xml"/>
  <Override PartName="/ppt/tags/tag46.xml" ContentType="application/vnd.openxmlformats-officedocument.presentationml.tags+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31.xml" ContentType="application/vnd.openxmlformats-officedocument.presentationml.tags+xml"/>
  <Override PartName="/ppt/tags/tag42.xml" ContentType="application/vnd.openxmlformats-officedocument.presentationml.tags+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tags/tag2.xml" ContentType="application/vnd.openxmlformats-officedocument.presentationml.tags+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tags/tag47.xml" ContentType="application/vnd.openxmlformats-officedocument.presentationml.tags+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notesSlides/notesSlide14.xml" ContentType="application/vnd.openxmlformats-officedocument.presentationml.notesSlide+xml"/>
  <Override PartName="/ppt/tags/tag36.xml" ContentType="application/vnd.openxmlformats-officedocument.presentationml.tags+xml"/>
  <Override PartName="/ppt/notesSlides/notesSlide32.xml" ContentType="application/vnd.openxmlformats-officedocument.presentationml.notesSlide+xml"/>
  <Override PartName="/ppt/tags/tag1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notesSlides/notesSlide21.xml" ContentType="application/vnd.openxmlformats-officedocument.presentationml.notesSlide+xml"/>
  <Override PartName="/ppt/tags/tag43.xml" ContentType="application/vnd.openxmlformats-officedocument.presentationml.tags+xml"/>
  <Override PartName="/ppt/notesSlides/notesSlide10.xml" ContentType="application/vnd.openxmlformats-officedocument.presentationml.notesSlide+xml"/>
  <Override PartName="/ppt/tags/tag32.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theme/theme4.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tags/tag3.xml" ContentType="application/vnd.openxmlformats-officedocument.presentationml.tags+xml"/>
  <Override PartName="/ppt/slideLayouts/slideLayout16.xml" ContentType="application/vnd.openxmlformats-officedocument.presentationml.slideLayout+xml"/>
  <Default Extension="jpeg" ContentType="image/jpeg"/>
  <Override PartName="/ppt/notesSlides/notesSlide37.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tags/tag37.xml" ContentType="application/vnd.openxmlformats-officedocument.presentationml.tags+xml"/>
  <Override PartName="/ppt/tags/tag48.xml" ContentType="application/vnd.openxmlformats-officedocument.presentationml.tags+xml"/>
  <Override PartName="/ppt/slides/slide20.xml" ContentType="application/vnd.openxmlformats-officedocument.presentationml.slide+xml"/>
  <Override PartName="/ppt/slideLayouts/slideLayout12.xml" ContentType="application/vnd.openxmlformats-officedocument.presentationml.slideLayout+xml"/>
  <Override PartName="/ppt/tags/tag26.xml" ContentType="application/vnd.openxmlformats-officedocument.presentationml.tags+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44.xml" ContentType="application/vnd.openxmlformats-officedocument.presentationml.tags+xml"/>
  <Override PartName="/ppt/notesSlides/notesSlide40.xml" ContentType="application/vnd.openxmlformats-officedocument.presentationml.notesSlide+xml"/>
  <Override PartName="/ppt/notesSlides/notesSlide6.xml" ContentType="application/vnd.openxmlformats-officedocument.presentationml.notesSlide+xml"/>
  <Override PartName="/ppt/tags/tag22.xml" ContentType="application/vnd.openxmlformats-officedocument.presentationml.tags+xml"/>
  <Override PartName="/ppt/tags/tag4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57"/>
  </p:notesMasterIdLst>
  <p:handoutMasterIdLst>
    <p:handoutMasterId r:id="rId58"/>
  </p:handoutMasterIdLst>
  <p:sldIdLst>
    <p:sldId id="258" r:id="rId3"/>
    <p:sldId id="864" r:id="rId4"/>
    <p:sldId id="387" r:id="rId5"/>
    <p:sldId id="297" r:id="rId6"/>
    <p:sldId id="538" r:id="rId7"/>
    <p:sldId id="405" r:id="rId8"/>
    <p:sldId id="403" r:id="rId9"/>
    <p:sldId id="406" r:id="rId10"/>
    <p:sldId id="407" r:id="rId11"/>
    <p:sldId id="539" r:id="rId12"/>
    <p:sldId id="540" r:id="rId13"/>
    <p:sldId id="409" r:id="rId14"/>
    <p:sldId id="541" r:id="rId15"/>
    <p:sldId id="542" r:id="rId16"/>
    <p:sldId id="417" r:id="rId17"/>
    <p:sldId id="421" r:id="rId18"/>
    <p:sldId id="734" r:id="rId19"/>
    <p:sldId id="431" r:id="rId20"/>
    <p:sldId id="433" r:id="rId21"/>
    <p:sldId id="428" r:id="rId22"/>
    <p:sldId id="434" r:id="rId23"/>
    <p:sldId id="735" r:id="rId24"/>
    <p:sldId id="647" r:id="rId25"/>
    <p:sldId id="438" r:id="rId26"/>
    <p:sldId id="736" r:id="rId27"/>
    <p:sldId id="439" r:id="rId28"/>
    <p:sldId id="473" r:id="rId29"/>
    <p:sldId id="737" r:id="rId30"/>
    <p:sldId id="475" r:id="rId31"/>
    <p:sldId id="477" r:id="rId32"/>
    <p:sldId id="855" r:id="rId33"/>
    <p:sldId id="857" r:id="rId34"/>
    <p:sldId id="491" r:id="rId35"/>
    <p:sldId id="496" r:id="rId36"/>
    <p:sldId id="501" r:id="rId37"/>
    <p:sldId id="506" r:id="rId38"/>
    <p:sldId id="298" r:id="rId39"/>
    <p:sldId id="303" r:id="rId40"/>
    <p:sldId id="305" r:id="rId41"/>
    <p:sldId id="353" r:id="rId42"/>
    <p:sldId id="261" r:id="rId43"/>
    <p:sldId id="367" r:id="rId44"/>
    <p:sldId id="740" r:id="rId45"/>
    <p:sldId id="513" r:id="rId46"/>
    <p:sldId id="508" r:id="rId47"/>
    <p:sldId id="514" r:id="rId48"/>
    <p:sldId id="515" r:id="rId49"/>
    <p:sldId id="821" r:id="rId50"/>
    <p:sldId id="839" r:id="rId51"/>
    <p:sldId id="840" r:id="rId52"/>
    <p:sldId id="837" r:id="rId53"/>
    <p:sldId id="838" r:id="rId54"/>
    <p:sldId id="852" r:id="rId55"/>
    <p:sldId id="350" r:id="rId56"/>
  </p:sldIdLst>
  <p:sldSz cx="1219200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xmlns="">
        <p15:guide id="1" orient="horz" pos="2156">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BC242A"/>
    <a:srgbClr val="CC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0"/>
    <p:restoredTop sz="75856" autoAdjust="0"/>
  </p:normalViewPr>
  <p:slideViewPr>
    <p:cSldViewPr snapToGrid="0" showGuides="1">
      <p:cViewPr varScale="1">
        <p:scale>
          <a:sx n="67" d="100"/>
          <a:sy n="67" d="100"/>
        </p:scale>
        <p:origin x="-1188" y="-108"/>
      </p:cViewPr>
      <p:guideLst>
        <p:guide orient="horz" pos="2156"/>
        <p:guide pos="3840"/>
      </p:guideLst>
    </p:cSldViewPr>
  </p:slideViewPr>
  <p:notesTextViewPr>
    <p:cViewPr>
      <p:scale>
        <a:sx n="3" d="2"/>
        <a:sy n="3" d="2"/>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defRPr sz="1200" noProof="1"/>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defRPr sz="1200" noProof="1"/>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zh-CN" altLang="en-US" sz="1200" dirty="0">
                <a:solidFill>
                  <a:srgbClr val="898989"/>
                </a:solidFill>
              </a:rPr>
              <a:pPr lvl="0" algn="r" eaLnBrk="1" hangingPunct="1"/>
              <a:t>‹#›</a:t>
            </a:fld>
            <a:endParaRPr lang="zh-CN" altLang="en-US" sz="1200" dirty="0">
              <a:solidFill>
                <a:srgbClr val="898989"/>
              </a:solidFill>
            </a:endParaRPr>
          </a:p>
        </p:txBody>
      </p:sp>
    </p:spTree>
    <p:extLst>
      <p:ext uri="{BB962C8B-B14F-4D97-AF65-F5344CB8AC3E}">
        <p14:creationId xmlns:p14="http://schemas.microsoft.com/office/powerpoint/2010/main" xmlns="" val="3696790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defRPr sz="1200" noProof="1"/>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31748"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9221" name="备注占位符 4"/>
          <p:cNvSpPr>
            <a:spLocks noGrp="1" noChangeArrowheads="1"/>
          </p:cNvSpPr>
          <p:nvPr>
            <p:ph type="body" sz="quarter" idx="4294967295"/>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defRPr sz="1200" noProof="1"/>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fld id="{9A0DB2DC-4C9A-4742-B13C-FB6460FD3503}" type="slidenum">
              <a:rPr lang="zh-CN" altLang="en-US" sz="1200" dirty="0"/>
              <a:pPr lvl="0" algn="r" eaLnBrk="1" hangingPunct="1"/>
              <a:t>‹#›</a:t>
            </a:fld>
            <a:endParaRPr lang="zh-CN" altLang="en-US" sz="1200" dirty="0"/>
          </a:p>
        </p:txBody>
      </p:sp>
    </p:spTree>
    <p:extLst>
      <p:ext uri="{BB962C8B-B14F-4D97-AF65-F5344CB8AC3E}">
        <p14:creationId xmlns:p14="http://schemas.microsoft.com/office/powerpoint/2010/main" xmlns="" val="41952755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a:miter lim="800000"/>
          </a:ln>
        </p:spPr>
      </p:sp>
      <p:sp>
        <p:nvSpPr>
          <p:cNvPr id="32771"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327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pPr lvl="0" algn="r" eaLnBrk="1" hangingPunct="1"/>
              <a:t>1</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xmlns="" val="298973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a:miter lim="800000"/>
          </a:ln>
        </p:spPr>
      </p:sp>
      <p:sp>
        <p:nvSpPr>
          <p:cNvPr id="33795"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33796"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pPr lvl="0" algn="r" eaLnBrk="1" hangingPunct="1"/>
              <a:t>4</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xmlns="" val="1251009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从创造者、继承者的认识成果讲</a:t>
            </a:r>
          </a:p>
          <a:p>
            <a:r>
              <a:rPr lang="zh-CN" altLang="en-US" dirty="0" smtClean="0"/>
              <a:t>从它的研究对象和主要内容讲</a:t>
            </a:r>
          </a:p>
          <a:p>
            <a:r>
              <a:rPr lang="zh-CN" altLang="en-US" dirty="0" smtClean="0"/>
              <a:t>从它的阶级属性讲</a:t>
            </a:r>
          </a:p>
          <a:p>
            <a:endParaRPr lang="zh-CN" altLang="en-US" dirty="0"/>
          </a:p>
        </p:txBody>
      </p:sp>
    </p:spTree>
    <p:extLst>
      <p:ext uri="{BB962C8B-B14F-4D97-AF65-F5344CB8AC3E}">
        <p14:creationId xmlns:p14="http://schemas.microsoft.com/office/powerpoint/2010/main" xmlns="" val="71038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8</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825548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9</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465050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10</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253397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r>
              <a:rPr lang="zh-CN" altLang="en-US" dirty="0" smtClean="0"/>
              <a:t>马克思主义有广义和狭义之分</a:t>
            </a:r>
          </a:p>
          <a:p>
            <a:pPr lvl="0" eaLnBrk="1" hangingPunct="1"/>
            <a:r>
              <a:rPr lang="zh-CN" altLang="en-US" dirty="0" smtClean="0"/>
              <a:t>          作为中国共产党和社会主义事业指导思想的马克思主义，是从广义上理解的马克思主义。</a:t>
            </a:r>
          </a:p>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11</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299249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12</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810692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13</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304521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14</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194577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15</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539962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16</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272969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17</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939661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r>
              <a:rPr lang="zh-CN" altLang="en-US" dirty="0" smtClean="0"/>
              <a:t>资本主义的残酷压榨引发了工人的反抗，</a:t>
            </a:r>
            <a:r>
              <a:rPr lang="en-US" altLang="zh-CN" dirty="0" smtClean="0"/>
              <a:t>19</a:t>
            </a:r>
            <a:r>
              <a:rPr lang="zh-CN" altLang="en-US" dirty="0" smtClean="0"/>
              <a:t>世纪</a:t>
            </a:r>
            <a:r>
              <a:rPr lang="en-US" altLang="zh-CN" dirty="0" smtClean="0"/>
              <a:t>30—40</a:t>
            </a:r>
            <a:r>
              <a:rPr lang="zh-CN" altLang="en-US" dirty="0" smtClean="0"/>
              <a:t>年代，法国、英国、德国接连爆发了无产阶级反对资本主义制度的斗争。</a:t>
            </a:r>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18</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113162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19</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522910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20</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945204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21</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602729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23</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943154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24</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102743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25</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4089564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26</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655942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r>
              <a:rPr lang="zh-CN" altLang="en-US" smtClean="0"/>
              <a:t>恩格斯：“由于这三大发现和自然科学的其他巨大进步，我们不仅能够说明自然界中各个领域内的过程之间的联系，而且总的说来也能说明各个领域之间的联系了，这样我们就能够依靠经验自然科学本身所提供的事实，以近乎系统的形式描绘出一幅自然界联系的清晰图画。”</a:t>
            </a:r>
          </a:p>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27</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388162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面对时代提出的“资本主义向何处去、人类向何处去”的课题，当时占主流地位的资产阶级思想家无能为力。时代课题吸引着马克思和恩格斯，工人运动召唤着马克思和恩格斯。两位胸怀伟大理想的年轻思想家以自觉的历史担当，迎接时代的挑战，成为新理论的创立者。</a:t>
            </a:r>
            <a:endParaRPr lang="zh-CN" altLang="en-US" dirty="0"/>
          </a:p>
        </p:txBody>
      </p:sp>
    </p:spTree>
    <p:extLst>
      <p:ext uri="{BB962C8B-B14F-4D97-AF65-F5344CB8AC3E}">
        <p14:creationId xmlns:p14="http://schemas.microsoft.com/office/powerpoint/2010/main" xmlns="" val="2583807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r>
              <a:rPr lang="zh-CN" altLang="en-US" dirty="0" smtClean="0"/>
              <a:t>人格魅力</a:t>
            </a:r>
          </a:p>
          <a:p>
            <a:pPr lvl="0" eaLnBrk="1" hangingPunct="1"/>
            <a:r>
              <a:rPr lang="zh-CN" altLang="en-US" dirty="0" smtClean="0"/>
              <a:t>马克思恩格斯自身的思想特征、研究努力和人生际遇使其成为马克思主义的创立者。</a:t>
            </a:r>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29</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155417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30</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220586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p:cNvSpPr>
            <a:spLocks noGrp="1" noRot="1" noChangeAspect="1"/>
          </p:cNvSpPr>
          <p:nvPr>
            <p:ph type="sldImg" idx="2"/>
          </p:nvPr>
        </p:nvSpPr>
        <p:spPr bwMode="auto">
          <a:noFill/>
          <a:ln>
            <a:solidFill>
              <a:srgbClr val="000000"/>
            </a:solidFill>
            <a:miter lim="800000"/>
          </a:ln>
        </p:spPr>
      </p:sp>
      <p:sp>
        <p:nvSpPr>
          <p:cNvPr id="11266" name="文本占位符 2"/>
          <p:cNvSpPr>
            <a:spLocks noGrp="1"/>
          </p:cNvSpPr>
          <p:nvPr>
            <p:ph type="body" idx="3"/>
          </p:nvPr>
        </p:nvSpPr>
        <p:spPr bwMode="auto">
          <a:noFill/>
        </p:spPr>
        <p:txBody>
          <a:bodyPr wrap="square" numCol="1" anchor="t" anchorCtr="0" compatLnSpc="1"/>
          <a:lstStyle/>
          <a:p>
            <a:pPr>
              <a:spcBef>
                <a:spcPct val="0"/>
              </a:spcBef>
            </a:pPr>
            <a:endParaRPr lang="zh-CN" altLang="en-US" smtClean="0">
              <a:ea typeface="微软雅黑" panose="020B0503020204020204" pitchFamily="34" charset="-122"/>
            </a:endParaRPr>
          </a:p>
        </p:txBody>
      </p:sp>
    </p:spTree>
    <p:extLst>
      <p:ext uri="{BB962C8B-B14F-4D97-AF65-F5344CB8AC3E}">
        <p14:creationId xmlns:p14="http://schemas.microsoft.com/office/powerpoint/2010/main" xmlns="" val="3701799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p:cNvSpPr>
            <a:spLocks noGrp="1" noRot="1" noChangeAspect="1"/>
          </p:cNvSpPr>
          <p:nvPr>
            <p:ph type="sldImg" idx="2"/>
          </p:nvPr>
        </p:nvSpPr>
        <p:spPr bwMode="auto">
          <a:noFill/>
          <a:ln>
            <a:solidFill>
              <a:srgbClr val="000000"/>
            </a:solidFill>
            <a:miter lim="800000"/>
          </a:ln>
        </p:spPr>
      </p:sp>
      <p:sp>
        <p:nvSpPr>
          <p:cNvPr id="11266" name="文本占位符 2"/>
          <p:cNvSpPr>
            <a:spLocks noGrp="1"/>
          </p:cNvSpPr>
          <p:nvPr>
            <p:ph type="body" idx="3"/>
          </p:nvPr>
        </p:nvSpPr>
        <p:spPr bwMode="auto">
          <a:noFill/>
        </p:spPr>
        <p:txBody>
          <a:bodyPr wrap="square" numCol="1" anchor="t" anchorCtr="0" compatLnSpc="1"/>
          <a:lstStyle/>
          <a:p>
            <a:pPr>
              <a:spcBef>
                <a:spcPct val="0"/>
              </a:spcBef>
            </a:pPr>
            <a:endParaRPr lang="zh-CN" altLang="en-US" smtClean="0">
              <a:ea typeface="微软雅黑" panose="020B0503020204020204" pitchFamily="34" charset="-122"/>
            </a:endParaRPr>
          </a:p>
        </p:txBody>
      </p:sp>
    </p:spTree>
    <p:extLst>
      <p:ext uri="{BB962C8B-B14F-4D97-AF65-F5344CB8AC3E}">
        <p14:creationId xmlns:p14="http://schemas.microsoft.com/office/powerpoint/2010/main" xmlns="" val="3503962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r>
              <a:rPr lang="zh-CN" altLang="en-US" dirty="0" smtClean="0"/>
              <a:t>列宁在领导俄国革命和建设的过程中，把马克思主义基本原理与俄国实际相结合，创立了列宁主义，把马克思主义发展到一个新的历史阶段。</a:t>
            </a:r>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33</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559508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r>
              <a:rPr lang="zh-CN" altLang="en-US" dirty="0" smtClean="0"/>
              <a:t>十月革命一声炮响，给中国送来了马克思列宁主义。中国共产党从成立起，就把马克思列宁主义确立为指导思想，并在不断探索中把马克思主义基本原理同中国具体实际相结合，领导全国各族人民取得了革命、建设、改革的伟大胜利，并不断推进马克思主义中国化，产生了毛泽东思想、邓小平理论、“三个代表”重要思想、科学发展观、习近平新时代中国特色社会主义思想，丰富和发展了马克思主义。</a:t>
            </a:r>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34</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818890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35</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4256369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a:miter lim="800000"/>
          </a:ln>
        </p:spPr>
      </p:sp>
      <p:sp>
        <p:nvSpPr>
          <p:cNvPr id="36867"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36868"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38</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9109007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a:miter lim="800000"/>
          </a:ln>
        </p:spPr>
      </p:sp>
      <p:sp>
        <p:nvSpPr>
          <p:cNvPr id="38915"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38916"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39</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8412147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a:miter lim="800000"/>
          </a:ln>
        </p:spPr>
      </p:sp>
      <p:sp>
        <p:nvSpPr>
          <p:cNvPr id="40963"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0964"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40</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2601054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a:miter lim="800000"/>
          </a:ln>
        </p:spPr>
      </p:sp>
      <p:sp>
        <p:nvSpPr>
          <p:cNvPr id="44035"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4036"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41</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35084074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42</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0625691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45</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1462327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46</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7576082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47</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4315612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49</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8630777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50</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4287381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51</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7712961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52</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10453945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a:miter lim="800000"/>
          </a:ln>
        </p:spPr>
      </p:sp>
      <p:sp>
        <p:nvSpPr>
          <p:cNvPr id="45059" name="备注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solidFill>
                  <a:srgbClr val="000000"/>
                </a:solidFill>
                <a:latin typeface="Calibri" panose="020F0502020204030204" pitchFamily="34" charset="0"/>
              </a:rPr>
              <a:pPr lvl="0" algn="r"/>
              <a:t>53</a:t>
            </a:fld>
            <a:endParaRPr lang="zh-CN" altLang="en-US" sz="1200" dirty="0">
              <a:solidFill>
                <a:srgbClr val="000000"/>
              </a:solidFill>
              <a:latin typeface="Calibri" panose="020F0502020204030204" pitchFamily="34" charset="0"/>
            </a:endParaRPr>
          </a:p>
        </p:txBody>
      </p:sp>
    </p:spTree>
    <p:extLst>
      <p:ext uri="{BB962C8B-B14F-4D97-AF65-F5344CB8AC3E}">
        <p14:creationId xmlns:p14="http://schemas.microsoft.com/office/powerpoint/2010/main" xmlns="" val="2018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54199"/>
            <a:ext cx="9144000" cy="1655763"/>
          </a:xfrm>
        </p:spPr>
        <p:txBody>
          <a:bodyPr anchor="b">
            <a:normAutofit/>
          </a:bodyPr>
          <a:lstStyle>
            <a:lvl1pPr algn="ctr">
              <a:defRPr sz="7200" b="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5" name="标题 4"/>
          <p:cNvSpPr>
            <a:spLocks noGrp="1"/>
          </p:cNvSpPr>
          <p:nvPr>
            <p:ph type="title"/>
          </p:nvPr>
        </p:nvSpPr>
        <p:spPr>
          <a:xfrm>
            <a:off x="838200" y="2187443"/>
            <a:ext cx="10515600" cy="2483115"/>
          </a:xfrm>
        </p:spPr>
        <p:txBody>
          <a:bodyPr>
            <a:normAutofit/>
          </a:bodyPr>
          <a:lstStyle>
            <a:lvl1pPr algn="ctr">
              <a:defRPr sz="6000" b="0"/>
            </a:lvl1pPr>
          </a:lstStyle>
          <a:p>
            <a:r>
              <a:rPr lang="zh-CN" altLang="en-US" noProof="1" smtClean="0"/>
              <a:t>单击此处编辑母版标题样式</a:t>
            </a:r>
            <a:endParaRPr lang="zh-CN" altLang="en-US" noProof="1"/>
          </a:p>
        </p:txBody>
      </p:sp>
      <p:sp>
        <p:nvSpPr>
          <p:cNvPr id="2" name="日期占位符 1"/>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0" y="2159000"/>
            <a:ext cx="5715000" cy="1382450"/>
          </a:xfrm>
        </p:spPr>
        <p:txBody>
          <a:bodyPr anchor="b">
            <a:normAutofit/>
          </a:bodyPr>
          <a:lstStyle>
            <a:lvl1pPr algn="ctr">
              <a:defRPr sz="8000" b="0">
                <a:solidFill>
                  <a:schemeClr val="tx1"/>
                </a:solidFill>
              </a:defRPr>
            </a:lvl1pPr>
          </a:lstStyle>
          <a:p>
            <a:r>
              <a:rPr lang="zh-CN" altLang="en-US" noProof="1" smtClean="0"/>
              <a:t>单击此处编辑母版标题样式</a:t>
            </a:r>
            <a:endParaRPr lang="zh-CN" altLang="en-US" noProof="1"/>
          </a:p>
        </p:txBody>
      </p:sp>
      <p:sp>
        <p:nvSpPr>
          <p:cNvPr id="37" name="内容占位符 36"/>
          <p:cNvSpPr>
            <a:spLocks noGrp="1"/>
          </p:cNvSpPr>
          <p:nvPr>
            <p:ph sz="quarter" idx="13"/>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noProof="1" smtClean="0"/>
              <a:t>单击此处编辑母版文本样式</a:t>
            </a:r>
          </a:p>
        </p:txBody>
      </p:sp>
      <p:sp>
        <p:nvSpPr>
          <p:cNvPr id="3" name="日期占位符 2"/>
          <p:cNvSpPr>
            <a:spLocks noGrp="1"/>
          </p:cNvSpPr>
          <p:nvPr>
            <p:ph type="dt" sz="half" idx="14"/>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5"/>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6"/>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713673"/>
            <a:ext cx="4681654" cy="1428161"/>
          </a:xfrm>
        </p:spPr>
        <p:txBody>
          <a:bodyPr anchor="t">
            <a:normAutofit/>
          </a:bodyPr>
          <a:lstStyle>
            <a:lvl1pPr>
              <a:defRPr sz="3600"/>
            </a:lvl1pPr>
          </a:lstStyle>
          <a:p>
            <a:r>
              <a:rPr lang="zh-CN" altLang="en-US" noProof="1" smtClean="0"/>
              <a:t>单击此处编辑母版标题样式</a:t>
            </a:r>
            <a:endParaRPr lang="zh-CN" altLang="en-US" noProof="1"/>
          </a:p>
        </p:txBody>
      </p:sp>
      <p:sp>
        <p:nvSpPr>
          <p:cNvPr id="3" name="图片占位符 2"/>
          <p:cNvSpPr>
            <a:spLocks noGrp="1" noChangeAspect="1"/>
          </p:cNvSpPr>
          <p:nvPr>
            <p:ph type="pic" idx="1"/>
          </p:nvPr>
        </p:nvSpPr>
        <p:spPr>
          <a:xfrm>
            <a:off x="5642517" y="713673"/>
            <a:ext cx="5711882" cy="54036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444898" y="365125"/>
            <a:ext cx="908901" cy="5811838"/>
          </a:xfrm>
        </p:spPr>
        <p:txBody>
          <a:bodyPr vert="eaVert">
            <a:normAutofit/>
          </a:bodyPr>
          <a:lstStyle>
            <a:lvl1pPr>
              <a:defRPr sz="4400"/>
            </a:lvl1p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3"/>
            <a:ext cx="10515600" cy="5558971"/>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 name="日期占位符 1"/>
          <p:cNvSpPr>
            <a:spLocks noGrp="1"/>
          </p:cNvSpPr>
          <p:nvPr>
            <p:ph type="dt" sz="half" idx="14"/>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5"/>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6"/>
          </p:nvPr>
        </p:nvSpPr>
        <p:spPr/>
        <p:txBody>
          <a:bodyPr/>
          <a:lstStyle/>
          <a:p>
            <a:pPr lvl="0" eaLnBrk="1" hangingPunct="1"/>
            <a:fld id="{9A0DB2DC-4C9A-4742-B13C-FB6460FD3503}" type="slidenum">
              <a:rPr lang="zh-CN" altLang="en-US" dirty="0"/>
              <a:pPr lvl="0" eaLnBrk="1" hangingPunct="1"/>
              <a:t>‹#›</a:t>
            </a:fld>
            <a:endParaRPr lang="zh-CN" altLang="en-US" dirty="0"/>
          </a:p>
        </p:txBody>
      </p:sp>
    </p:spTree>
  </p:cSld>
  <p:clrMapOvr>
    <a:masterClrMapping/>
  </p:clrMapOvr>
  <p:transition>
    <p:blinds/>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8" name="梯形 6"/>
          <p:cNvSpPr/>
          <p:nvPr/>
        </p:nvSpPr>
        <p:spPr>
          <a:xfrm rot="10800000">
            <a:off x="1262063" y="0"/>
            <a:ext cx="9667875" cy="301625"/>
          </a:xfrm>
          <a:prstGeom prst="trapezoid">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9" name="矩形 8"/>
          <p:cNvSpPr/>
          <p:nvPr/>
        </p:nvSpPr>
        <p:spPr>
          <a:xfrm>
            <a:off x="0" y="6540500"/>
            <a:ext cx="12192000" cy="317500"/>
          </a:xfrm>
          <a:prstGeom prst="rect">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0" name="同心圆 9"/>
          <p:cNvSpPr/>
          <p:nvPr/>
        </p:nvSpPr>
        <p:spPr>
          <a:xfrm>
            <a:off x="5332413" y="2024063"/>
            <a:ext cx="1527175" cy="1527175"/>
          </a:xfrm>
          <a:prstGeom prst="donut">
            <a:avLst>
              <a:gd name="adj" fmla="val 634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black"/>
              </a:solidFill>
              <a:effectLst/>
              <a:uLnTx/>
              <a:uFillTx/>
              <a:latin typeface="+mn-lt"/>
              <a:ea typeface="+mn-ea"/>
              <a:cs typeface="+mn-cs"/>
            </a:endParaRPr>
          </a:p>
        </p:txBody>
      </p:sp>
      <p:sp>
        <p:nvSpPr>
          <p:cNvPr id="2" name="标题 1"/>
          <p:cNvSpPr>
            <a:spLocks noGrp="1"/>
          </p:cNvSpPr>
          <p:nvPr>
            <p:ph type="ctrTitle"/>
          </p:nvPr>
        </p:nvSpPr>
        <p:spPr>
          <a:xfrm>
            <a:off x="1524000" y="2841437"/>
            <a:ext cx="9144000" cy="1030476"/>
          </a:xfrm>
        </p:spPr>
        <p:txBody>
          <a:bodyPr anchor="b">
            <a:normAutofit/>
          </a:bodyPr>
          <a:lstStyle>
            <a:lvl1pPr algn="ctr">
              <a:defRPr sz="5400">
                <a:solidFill>
                  <a:schemeClr val="bg1"/>
                </a:solidFill>
              </a:defRPr>
            </a:lvl1pPr>
          </a:lstStyle>
          <a:p>
            <a:r>
              <a:rPr lang="zh-CN" altLang="en-US" noProof="1"/>
              <a:t>单击此处编辑母版标题样式</a:t>
            </a:r>
          </a:p>
        </p:txBody>
      </p:sp>
      <p:sp>
        <p:nvSpPr>
          <p:cNvPr id="3" name="副标题 2"/>
          <p:cNvSpPr>
            <a:spLocks noGrp="1"/>
          </p:cNvSpPr>
          <p:nvPr>
            <p:ph type="subTitle" idx="1"/>
          </p:nvPr>
        </p:nvSpPr>
        <p:spPr>
          <a:xfrm>
            <a:off x="4743450" y="4978484"/>
            <a:ext cx="2705100" cy="476250"/>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zh-CN" altLang="en-US" noProof="1"/>
          </a:p>
        </p:txBody>
      </p:sp>
      <p:sp>
        <p:nvSpPr>
          <p:cNvPr id="11"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12"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13"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zh-CN" altLang="en-US" dirty="0">
                <a:ea typeface="黑体" panose="02010609060101010101" pitchFamily="49" charset="-122"/>
              </a:rPr>
              <a:pPr algn="r" eaLnBrk="1" hangingPunct="1"/>
              <a:t>‹#›</a:t>
            </a:fld>
            <a:endParaRPr lang="zh-CN" altLang="en-US" dirty="0">
              <a:ea typeface="黑体" panose="02010609060101010101" pitchFamily="49" charset="-122"/>
            </a:endParaRPr>
          </a:p>
        </p:txBody>
      </p:sp>
    </p:spTree>
  </p:cSld>
  <p:clrMapOvr>
    <a:masterClrMapping/>
  </p:clrMapOvr>
  <p:transition>
    <p:blinds/>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8" name="任意多边形 6"/>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schemeClr val="accent2"/>
              </a:solidFill>
              <a:effectLst/>
              <a:uLnTx/>
              <a:uFillTx/>
              <a:latin typeface="+mn-lt"/>
              <a:ea typeface="+mn-ea"/>
              <a:cs typeface="+mn-cs"/>
            </a:endParaRPr>
          </a:p>
        </p:txBody>
      </p:sp>
      <p:sp>
        <p:nvSpPr>
          <p:cNvPr id="2" name="标题 1"/>
          <p:cNvSpPr>
            <a:spLocks noGrp="1"/>
          </p:cNvSpPr>
          <p:nvPr>
            <p:ph type="title"/>
          </p:nvPr>
        </p:nvSpPr>
        <p:spPr>
          <a:xfrm>
            <a:off x="0" y="1"/>
            <a:ext cx="4038600" cy="788670"/>
          </a:xfrm>
        </p:spPr>
        <p:txBody>
          <a:bodyPr>
            <a:normAutofit/>
          </a:bodyPr>
          <a:lstStyle>
            <a:lvl1pPr algn="ctr">
              <a:defRPr sz="4000" b="1">
                <a:solidFill>
                  <a:schemeClr val="bg1"/>
                </a:solidFill>
              </a:defRPr>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normAutofit/>
          </a:bodyPr>
          <a:lstStyle>
            <a:lvl1pPr marL="342900" indent="-342900">
              <a:lnSpc>
                <a:spcPct val="120000"/>
              </a:lnSpc>
              <a:buFont typeface="Arial" panose="020B0604020202020204" pitchFamily="34" charset="0"/>
              <a:buChar char="•"/>
              <a:defRPr sz="2400">
                <a:solidFill>
                  <a:srgbClr val="2D3E50"/>
                </a:solidFill>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zh-CN" altLang="en-US" dirty="0">
                <a:ea typeface="黑体" panose="02010609060101010101" pitchFamily="49" charset="-122"/>
              </a:rPr>
              <a:pPr algn="r" eaLnBrk="1" hangingPunct="1"/>
              <a:t>‹#›</a:t>
            </a:fld>
            <a:endParaRPr lang="zh-CN" altLang="en-US" dirty="0">
              <a:ea typeface="黑体" panose="02010609060101010101" pitchFamily="49" charset="-122"/>
            </a:endParaRPr>
          </a:p>
        </p:txBody>
      </p:sp>
    </p:spTree>
  </p:cSld>
  <p:clrMapOvr>
    <a:masterClrMapping/>
  </p:clrMapOvr>
  <p:transition>
    <p:blinds/>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8" name="矩形 7"/>
          <p:cNvSpPr/>
          <p:nvPr/>
        </p:nvSpPr>
        <p:spPr>
          <a:xfrm>
            <a:off x="0" y="6354763"/>
            <a:ext cx="12192000" cy="503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9" name="任意多边形 8"/>
          <p:cNvSpPr/>
          <p:nvPr/>
        </p:nvSpPr>
        <p:spPr>
          <a:xfrm rot="10800000">
            <a:off x="4848225" y="1803400"/>
            <a:ext cx="2490788" cy="1554163"/>
          </a:xfrm>
          <a:custGeom>
            <a:avLst/>
            <a:gdLst>
              <a:gd name="connsiteX0" fmla="*/ 4735 w 1611630"/>
              <a:gd name="connsiteY0" fmla="*/ 0 h 1005840"/>
              <a:gd name="connsiteX1" fmla="*/ 1606895 w 1611630"/>
              <a:gd name="connsiteY1" fmla="*/ 0 h 1005840"/>
              <a:gd name="connsiteX2" fmla="*/ 1607470 w 1611630"/>
              <a:gd name="connsiteY2" fmla="*/ 4247 h 1005840"/>
              <a:gd name="connsiteX3" fmla="*/ 1611630 w 1611630"/>
              <a:gd name="connsiteY3" fmla="*/ 97155 h 1005840"/>
              <a:gd name="connsiteX4" fmla="*/ 805815 w 1611630"/>
              <a:gd name="connsiteY4" fmla="*/ 1005840 h 1005840"/>
              <a:gd name="connsiteX5" fmla="*/ 0 w 1611630"/>
              <a:gd name="connsiteY5" fmla="*/ 97155 h 1005840"/>
              <a:gd name="connsiteX6" fmla="*/ 4160 w 1611630"/>
              <a:gd name="connsiteY6" fmla="*/ 4247 h 1005840"/>
              <a:gd name="connsiteX7" fmla="*/ 4735 w 1611630"/>
              <a:gd name="connsiteY7" fmla="*/ 0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1630" h="1005840">
                <a:moveTo>
                  <a:pt x="4735" y="0"/>
                </a:moveTo>
                <a:lnTo>
                  <a:pt x="1606895" y="0"/>
                </a:lnTo>
                <a:lnTo>
                  <a:pt x="1607470" y="4247"/>
                </a:lnTo>
                <a:cubicBezTo>
                  <a:pt x="1610221" y="34795"/>
                  <a:pt x="1611630" y="65789"/>
                  <a:pt x="1611630" y="97155"/>
                </a:cubicBezTo>
                <a:cubicBezTo>
                  <a:pt x="1611630" y="599008"/>
                  <a:pt x="1250854" y="1005840"/>
                  <a:pt x="805815" y="1005840"/>
                </a:cubicBezTo>
                <a:cubicBezTo>
                  <a:pt x="360776" y="1005840"/>
                  <a:pt x="0" y="599008"/>
                  <a:pt x="0" y="97155"/>
                </a:cubicBezTo>
                <a:cubicBezTo>
                  <a:pt x="0" y="65789"/>
                  <a:pt x="1410" y="34795"/>
                  <a:pt x="4160" y="4247"/>
                </a:cubicBezTo>
                <a:lnTo>
                  <a:pt x="473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cxnSp>
        <p:nvCxnSpPr>
          <p:cNvPr id="10" name="直接连接符 9"/>
          <p:cNvCxnSpPr/>
          <p:nvPr/>
        </p:nvCxnSpPr>
        <p:spPr>
          <a:xfrm>
            <a:off x="2524125" y="3357563"/>
            <a:ext cx="713898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838200" y="3524250"/>
            <a:ext cx="10515600" cy="1200149"/>
          </a:xfrm>
        </p:spPr>
        <p:txBody>
          <a:bodyPr anchor="t">
            <a:normAutofit/>
          </a:bodyPr>
          <a:lstStyle>
            <a:lvl1pPr algn="ctr">
              <a:defRPr sz="7200"/>
            </a:lvl1pPr>
          </a:lstStyle>
          <a:p>
            <a:r>
              <a:rPr lang="zh-CN" altLang="en-US" noProof="1" smtClean="0"/>
              <a:t>单击此处编辑母版标题样式</a:t>
            </a:r>
            <a:endParaRPr lang="zh-CN" altLang="en-US" noProof="1"/>
          </a:p>
        </p:txBody>
      </p:sp>
      <p:sp>
        <p:nvSpPr>
          <p:cNvPr id="11"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12"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13"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zh-CN" altLang="en-US" dirty="0">
                <a:ea typeface="黑体" panose="02010609060101010101" pitchFamily="49" charset="-122"/>
              </a:rPr>
              <a:pPr algn="r" eaLnBrk="1" hangingPunct="1"/>
              <a:t>‹#›</a:t>
            </a:fld>
            <a:endParaRPr lang="zh-CN" altLang="en-US" dirty="0">
              <a:ea typeface="黑体" panose="02010609060101010101" pitchFamily="49" charset="-122"/>
            </a:endParaRPr>
          </a:p>
        </p:txBody>
      </p:sp>
    </p:spTree>
  </p:cSld>
  <p:clrMapOvr>
    <a:masterClrMapping/>
  </p:clrMapOvr>
  <p:transition>
    <p:blinds/>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8" name="任意多边形 7"/>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2" name="标题 1"/>
          <p:cNvSpPr>
            <a:spLocks noGrp="1"/>
          </p:cNvSpPr>
          <p:nvPr>
            <p:ph type="title"/>
          </p:nvPr>
        </p:nvSpPr>
        <p:spPr>
          <a:xfrm>
            <a:off x="0" y="1"/>
            <a:ext cx="4038600" cy="788670"/>
          </a:xfrm>
        </p:spPr>
        <p:txBody>
          <a:bodyPr>
            <a:normAutofit/>
          </a:bodyPr>
          <a:lstStyle>
            <a:lvl1pPr algn="ctr">
              <a:defRPr sz="4000" b="1">
                <a:solidFill>
                  <a:schemeClr val="bg1"/>
                </a:solidFill>
              </a:defRPr>
            </a:lvl1p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normAutofit/>
          </a:bodyPr>
          <a:lstStyle>
            <a:lvl1pPr marL="342900" indent="-342900">
              <a:lnSpc>
                <a:spcPct val="120000"/>
              </a:lnSpc>
              <a:buFont typeface="Arial" panose="020B0604020202020204" pitchFamily="34" charset="0"/>
              <a:buChar char="•"/>
              <a:defRPr sz="2400">
                <a:solidFill>
                  <a:srgbClr val="2D3E50"/>
                </a:solidFill>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normAutofit/>
          </a:bodyPr>
          <a:lstStyle>
            <a:lvl1pPr marL="342900" indent="-342900">
              <a:lnSpc>
                <a:spcPct val="120000"/>
              </a:lnSpc>
              <a:buFont typeface="Arial" panose="020B0604020202020204" pitchFamily="34" charset="0"/>
              <a:buChar char="•"/>
              <a:defRPr sz="2400">
                <a:solidFill>
                  <a:srgbClr val="2D3E50"/>
                </a:solidFill>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日期占位符 4"/>
          <p:cNvSpPr>
            <a:spLocks noGrp="1"/>
          </p:cNvSpPr>
          <p:nvPr>
            <p:ph type="dt" sz="half" idx="1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10" name="页脚占位符 5"/>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11"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zh-CN" altLang="en-US" dirty="0">
                <a:ea typeface="黑体" panose="02010609060101010101" pitchFamily="49" charset="-122"/>
              </a:rPr>
              <a:pPr algn="r" eaLnBrk="1" hangingPunct="1"/>
              <a:t>‹#›</a:t>
            </a:fld>
            <a:endParaRPr lang="zh-CN" altLang="en-US" dirty="0">
              <a:ea typeface="黑体" panose="02010609060101010101" pitchFamily="49" charset="-122"/>
            </a:endParaRPr>
          </a:p>
        </p:txBody>
      </p:sp>
    </p:spTree>
  </p:cSld>
  <p:clrMapOvr>
    <a:masterClrMapping/>
  </p:clrMapOvr>
  <p:transition>
    <p:blinds/>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85311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839453"/>
            <a:ext cx="5157787" cy="335021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85311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839453"/>
            <a:ext cx="5183188" cy="335021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transition>
    <p:blinds/>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8" name="梯形 7"/>
          <p:cNvSpPr/>
          <p:nvPr/>
        </p:nvSpPr>
        <p:spPr>
          <a:xfrm rot="10800000">
            <a:off x="1262063" y="0"/>
            <a:ext cx="9667875" cy="301625"/>
          </a:xfrm>
          <a:prstGeom prst="trapezoid">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9" name="矩形 6"/>
          <p:cNvSpPr/>
          <p:nvPr/>
        </p:nvSpPr>
        <p:spPr>
          <a:xfrm>
            <a:off x="0" y="6540500"/>
            <a:ext cx="12192000" cy="317500"/>
          </a:xfrm>
          <a:prstGeom prst="rect">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 name="同心圆 9"/>
          <p:cNvSpPr/>
          <p:nvPr/>
        </p:nvSpPr>
        <p:spPr>
          <a:xfrm>
            <a:off x="5332413" y="1130300"/>
            <a:ext cx="1527175" cy="1527175"/>
          </a:xfrm>
          <a:prstGeom prst="donut">
            <a:avLst>
              <a:gd name="adj" fmla="val 634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black"/>
              </a:solidFill>
              <a:effectLst/>
              <a:uLnTx/>
              <a:uFillTx/>
              <a:latin typeface="+mn-lt"/>
              <a:ea typeface="+mn-ea"/>
              <a:cs typeface="+mn-cs"/>
            </a:endParaRPr>
          </a:p>
        </p:txBody>
      </p:sp>
      <p:sp>
        <p:nvSpPr>
          <p:cNvPr id="10" name="标题 1"/>
          <p:cNvSpPr>
            <a:spLocks noGrp="1"/>
          </p:cNvSpPr>
          <p:nvPr>
            <p:ph type="ctrTitle"/>
          </p:nvPr>
        </p:nvSpPr>
        <p:spPr>
          <a:xfrm>
            <a:off x="1524000" y="2841436"/>
            <a:ext cx="9144000" cy="1341477"/>
          </a:xfrm>
        </p:spPr>
        <p:txBody>
          <a:bodyPr anchor="t">
            <a:noAutofit/>
          </a:bodyPr>
          <a:lstStyle>
            <a:lvl1pPr algn="ctr">
              <a:defRPr sz="8000">
                <a:solidFill>
                  <a:schemeClr val="bg1"/>
                </a:solidFill>
              </a:defRPr>
            </a:lvl1pPr>
          </a:lstStyle>
          <a:p>
            <a:r>
              <a:rPr lang="zh-CN" altLang="en-US" noProof="1" smtClean="0"/>
              <a:t>单击此处编辑母版标题样式</a:t>
            </a:r>
            <a:endParaRPr lang="zh-CN" altLang="en-US" noProof="1"/>
          </a:p>
        </p:txBody>
      </p:sp>
      <p:sp>
        <p:nvSpPr>
          <p:cNvPr id="11" name="副标题 2"/>
          <p:cNvSpPr>
            <a:spLocks noGrp="1"/>
          </p:cNvSpPr>
          <p:nvPr>
            <p:ph type="subTitle" idx="1"/>
          </p:nvPr>
        </p:nvSpPr>
        <p:spPr>
          <a:xfrm>
            <a:off x="6705600" y="4982863"/>
            <a:ext cx="3352800" cy="47625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zh-CN" altLang="en-US" noProof="1"/>
          </a:p>
        </p:txBody>
      </p:sp>
      <p:sp>
        <p:nvSpPr>
          <p:cNvPr id="15" name="内容占位符 2"/>
          <p:cNvSpPr>
            <a:spLocks noGrp="1"/>
          </p:cNvSpPr>
          <p:nvPr>
            <p:ph idx="13"/>
          </p:nvPr>
        </p:nvSpPr>
        <p:spPr>
          <a:xfrm>
            <a:off x="2227057" y="4996506"/>
            <a:ext cx="3352800" cy="476251"/>
          </a:xfrm>
        </p:spPr>
        <p:txBody>
          <a:bodyPr/>
          <a:lstStyle>
            <a:lvl1pPr marL="0" indent="0" algn="l">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noProof="1" smtClean="0"/>
              <a:t>单击此处编辑母版文本样式</a:t>
            </a:r>
          </a:p>
        </p:txBody>
      </p:sp>
      <p:sp>
        <p:nvSpPr>
          <p:cNvPr id="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12"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13"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p>
            <a:pPr algn="r" eaLnBrk="1" hangingPunct="1"/>
            <a:fld id="{9A0DB2DC-4C9A-4742-B13C-FB6460FD3503}" type="slidenum">
              <a:rPr lang="zh-CN" altLang="en-US" dirty="0">
                <a:ea typeface="黑体" panose="02010609060101010101" pitchFamily="49" charset="-122"/>
              </a:rPr>
              <a:pPr algn="r" eaLnBrk="1" hangingPunct="1"/>
              <a:t>‹#›</a:t>
            </a:fld>
            <a:endParaRPr lang="zh-CN" altLang="en-US" dirty="0">
              <a:ea typeface="黑体" panose="02010609060101010101" pitchFamily="49" charset="-122"/>
            </a:endParaRPr>
          </a:p>
        </p:txBody>
      </p:sp>
    </p:spTree>
  </p:cSld>
  <p:clrMapOvr>
    <a:masterClrMapping/>
  </p:clrMapOvr>
  <p:transition>
    <p:blinds/>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transition>
    <p:blinds/>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t"/>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5183188" y="457201"/>
            <a:ext cx="6172200" cy="540385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transition>
    <p:blinds/>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transition>
    <p:blinds/>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930729"/>
            <a:ext cx="10515600" cy="5184320"/>
          </a:xfrm>
        </p:spPr>
        <p:txBody>
          <a:bodyPr>
            <a:normAutofit/>
          </a:bodyPr>
          <a:lstStyle>
            <a:lvl1pPr marL="342900" indent="-342900">
              <a:lnSpc>
                <a:spcPct val="120000"/>
              </a:lnSpc>
              <a:buFont typeface="Arial" panose="020B0604020202020204" pitchFamily="34" charset="0"/>
              <a:buChar char="•"/>
              <a:defRPr sz="2400">
                <a:solidFill>
                  <a:srgbClr val="2D3E50"/>
                </a:solidFill>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 name="日期占位符 1"/>
          <p:cNvSpPr>
            <a:spLocks noGrp="1"/>
          </p:cNvSpPr>
          <p:nvPr>
            <p:ph type="dt" sz="half" idx="14"/>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5"/>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6"/>
          </p:nvPr>
        </p:nvSpPr>
        <p:spPr/>
        <p:txBody>
          <a:body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Tree>
  </p:cSld>
  <p:clrMapOvr>
    <a:masterClrMapping/>
  </p:clrMapOvr>
  <p:transition>
    <p:blinds/>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ags" Target="../tags/tag5.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ags" Target="../tags/tag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5" Type="http://schemas.openxmlformats.org/officeDocument/2006/relationships/image" Target="../media/image1.png"/><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custDataLst>
              <p:tags r:id="rId12"/>
            </p:custDataLst>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p:custDataLst>
              <p:tags r:id="rId13"/>
            </p:custDataLst>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ctr" eaLnBrk="1" fontAlgn="auto" hangingPunct="1">
              <a:defRPr sz="1200" noProof="1">
                <a:solidFill>
                  <a:schemeClr val="bg1">
                    <a:lumMod val="50000"/>
                  </a:schemeClr>
                </a:solidFill>
                <a:latin typeface="黑体" panose="02010609060101010101" pitchFamily="49" charset="-122"/>
                <a:ea typeface="黑体" panose="02010609060101010101" pitchFamily="49" charset="-122"/>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eaLnBrk="1" fontAlgn="auto" hangingPunct="1">
              <a:defRPr sz="1200" noProof="1">
                <a:solidFill>
                  <a:schemeClr val="bg1">
                    <a:lumMod val="50000"/>
                  </a:schemeClr>
                </a:solidFill>
                <a:latin typeface="黑体" panose="02010609060101010101" pitchFamily="49" charset="-122"/>
                <a:ea typeface="黑体" panose="02010609060101010101" pitchFamily="49" charset="-122"/>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bg1">
                  <a:lumMod val="50000"/>
                </a:schemeClr>
              </a:solidFill>
              <a:effectLst/>
              <a:uLnTx/>
              <a:uFillTx/>
              <a:latin typeface="黑体" panose="02010609060101010101" pitchFamily="49" charset="-122"/>
              <a:ea typeface="黑体" panose="02010609060101010101" pitchFamily="49" charset="-122"/>
              <a:cs typeface="+mn-cs"/>
            </a:endParaRPr>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ctr">
              <a:defRPr sz="1200">
                <a:solidFill>
                  <a:srgbClr val="7F7F7F"/>
                </a:solidFill>
                <a:latin typeface="黑体" panose="02010609060101010101" pitchFamily="49" charset="-122"/>
                <a:ea typeface="黑体" panose="02010609060101010101" pitchFamily="49" charset="-122"/>
              </a:defRPr>
            </a:lvl1pPr>
          </a:lstStyle>
          <a:p>
            <a:pPr lvl="0" eaLnBrk="1" hangingPunct="1"/>
            <a:fld id="{9A0DB2DC-4C9A-4742-B13C-FB6460FD3503}" type="slidenum">
              <a:rPr lang="zh-CN" altLang="en-US" dirty="0"/>
              <a:pPr lvl="0" eaLnBrk="1" hangingPunct="1"/>
              <a:t>‹#›</a:t>
            </a:fld>
            <a:endParaRPr lang="zh-CN" altLang="en-US" dirty="0"/>
          </a:p>
        </p:txBody>
      </p:sp>
      <p:sp>
        <p:nvSpPr>
          <p:cNvPr id="2"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blinds/>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cstate="print"/>
          <a:stretch>
            <a:fillRect/>
          </a:stretch>
        </a:blipFill>
        <a:effectLst/>
      </p:bgPr>
    </p:bg>
    <p:spTree>
      <p:nvGrpSpPr>
        <p:cNvPr id="1" name=""/>
        <p:cNvGrpSpPr/>
        <p:nvPr/>
      </p:nvGrpSpPr>
      <p:grpSpPr>
        <a:xfrm>
          <a:off x="0" y="0"/>
          <a:ext cx="0" cy="0"/>
          <a:chOff x="0" y="0"/>
          <a:chExt cx="0" cy="0"/>
        </a:xfrm>
      </p:grpSpPr>
      <p:sp>
        <p:nvSpPr>
          <p:cNvPr id="2050" name="标题占位符 1"/>
          <p:cNvSpPr>
            <a:spLocks noGrp="1"/>
          </p:cNvSpPr>
          <p:nvPr>
            <p:ph type="title"/>
            <p:custDataLst>
              <p:tags r:id="rId12"/>
            </p:custDataLst>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p>
        </p:txBody>
      </p:sp>
      <p:sp>
        <p:nvSpPr>
          <p:cNvPr id="2051" name="文本占位符 2"/>
          <p:cNvSpPr>
            <a:spLocks noGrp="1"/>
          </p:cNvSpPr>
          <p:nvPr>
            <p:ph type="body"/>
            <p:custDataLst>
              <p:tags r:id="rId13"/>
            </p:custDataLst>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ea typeface="黑体" panose="02010609060101010101" pitchFamily="49" charset="-122"/>
              </a:defRPr>
            </a:lvl1pPr>
          </a:lstStyle>
          <a:p>
            <a:pPr lvl="0" eaLnBrk="1" hangingPunct="1"/>
            <a:fld id="{9A0DB2DC-4C9A-4742-B13C-FB6460FD3503}" type="slidenum">
              <a:rPr lang="zh-CN" altLang="en-US" dirty="0">
                <a:latin typeface="Arial" panose="020B0604020202020204" pitchFamily="34" charset="0"/>
              </a:rPr>
              <a:pPr lvl="0" eaLnBrk="1" hangingPunct="1"/>
              <a:t>‹#›</a:t>
            </a:fld>
            <a:endParaRPr lang="zh-CN" altLang="en-US" dirty="0">
              <a:latin typeface="Arial" panose="020B0604020202020204" pitchFamily="34" charset="0"/>
            </a:endParaRPr>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ransition>
    <p:blinds/>
  </p:transition>
  <p:hf sldNum="0" hdr="0" ftr="0" dt="0"/>
  <p:txStyles>
    <p:titleStyle>
      <a:lvl1pPr algn="l" rtl="0" eaLnBrk="0" fontAlgn="base" hangingPunct="0">
        <a:lnSpc>
          <a:spcPct val="120000"/>
        </a:lnSpc>
        <a:spcBef>
          <a:spcPct val="0"/>
        </a:spcBef>
        <a:spcAft>
          <a:spcPct val="0"/>
        </a:spcAft>
        <a:defRPr sz="3600" kern="1200">
          <a:solidFill>
            <a:schemeClr val="tx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p:titleStyle>
    <p:bodyStyle>
      <a:lvl1pPr marL="228600" indent="-228600" algn="l" rtl="0" eaLnBrk="0" fontAlgn="base" hangingPunct="0">
        <a:lnSpc>
          <a:spcPct val="12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ags" Target="../tags/tag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notesSlide" Target="../notesSlides/notesSlide3.xml"/><Relationship Id="rId7" Type="http://schemas.openxmlformats.org/officeDocument/2006/relationships/image" Target="../media/image17.jpeg"/><Relationship Id="rId2" Type="http://schemas.openxmlformats.org/officeDocument/2006/relationships/slideLayout" Target="../slideLayouts/slideLayout20.xml"/><Relationship Id="rId1" Type="http://schemas.openxmlformats.org/officeDocument/2006/relationships/tags" Target="../tags/tag10.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14.png"/><Relationship Id="rId9"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ags" Target="../tags/tag1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ags" Target="../tags/tag13.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7.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slideLayout" Target="../slideLayouts/slideLayout17.xml"/><Relationship Id="rId1" Type="http://schemas.openxmlformats.org/officeDocument/2006/relationships/tags" Target="../tags/tag14.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17.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18.xml"/><Relationship Id="rId4" Type="http://schemas.openxmlformats.org/officeDocument/2006/relationships/image" Target="../media/image3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ags" Target="../tags/tag19.xml"/><Relationship Id="rId4" Type="http://schemas.openxmlformats.org/officeDocument/2006/relationships/image" Target="../media/image36.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tags" Target="../tags/tag20.xml"/><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21.xml"/><Relationship Id="rId4" Type="http://schemas.openxmlformats.org/officeDocument/2006/relationships/image" Target="../media/image38.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22.xml"/><Relationship Id="rId5" Type="http://schemas.openxmlformats.org/officeDocument/2006/relationships/image" Target="../media/image40.jpeg"/><Relationship Id="rId4" Type="http://schemas.openxmlformats.org/officeDocument/2006/relationships/image" Target="../media/image39.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44.png"/><Relationship Id="rId2" Type="http://schemas.openxmlformats.org/officeDocument/2006/relationships/slideLayout" Target="../slideLayouts/slideLayout17.xml"/><Relationship Id="rId1" Type="http://schemas.openxmlformats.org/officeDocument/2006/relationships/tags" Target="../tags/tag2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7.xml"/><Relationship Id="rId1" Type="http://schemas.openxmlformats.org/officeDocument/2006/relationships/tags" Target="../tags/tag24.xml"/><Relationship Id="rId4" Type="http://schemas.openxmlformats.org/officeDocument/2006/relationships/image" Target="../media/image45.jpeg"/></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ags" Target="../tags/tag2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ags" Target="../tags/tag26.xml"/><Relationship Id="rId5" Type="http://schemas.openxmlformats.org/officeDocument/2006/relationships/image" Target="../media/image48.jpeg"/><Relationship Id="rId4" Type="http://schemas.openxmlformats.org/officeDocument/2006/relationships/image" Target="../media/image47.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2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ags" Target="../tags/tag28.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55.jpeg"/><Relationship Id="rId2" Type="http://schemas.openxmlformats.org/officeDocument/2006/relationships/slideLayout" Target="../slideLayouts/slideLayout17.xml"/><Relationship Id="rId1" Type="http://schemas.openxmlformats.org/officeDocument/2006/relationships/tags" Target="../tags/tag29.xml"/><Relationship Id="rId6" Type="http://schemas.openxmlformats.org/officeDocument/2006/relationships/image" Target="../media/image54.jpeg"/><Relationship Id="rId5" Type="http://schemas.openxmlformats.org/officeDocument/2006/relationships/image" Target="../media/image53.png"/><Relationship Id="rId4" Type="http://schemas.openxmlformats.org/officeDocument/2006/relationships/image" Target="../media/image52.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7.xml"/><Relationship Id="rId1" Type="http://schemas.openxmlformats.org/officeDocument/2006/relationships/tags" Target="../tags/tag30.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7.xml"/><Relationship Id="rId1" Type="http://schemas.openxmlformats.org/officeDocument/2006/relationships/tags" Target="../tags/tag31.xml"/><Relationship Id="rId5" Type="http://schemas.openxmlformats.org/officeDocument/2006/relationships/image" Target="../media/image58.jpeg"/><Relationship Id="rId4" Type="http://schemas.openxmlformats.org/officeDocument/2006/relationships/image" Target="../media/image57.jpe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7.xml"/><Relationship Id="rId1" Type="http://schemas.openxmlformats.org/officeDocument/2006/relationships/tags" Target="../tags/tag32.xml"/><Relationship Id="rId5" Type="http://schemas.openxmlformats.org/officeDocument/2006/relationships/image" Target="../media/image62.jpeg"/><Relationship Id="rId4" Type="http://schemas.openxmlformats.org/officeDocument/2006/relationships/image" Target="../media/image61.jpeg"/></Relationships>
</file>

<file path=ppt/slides/_rels/slide34.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notesSlide" Target="../notesSlides/notesSlide29.xml"/><Relationship Id="rId7" Type="http://schemas.openxmlformats.org/officeDocument/2006/relationships/image" Target="../media/image66.jpeg"/><Relationship Id="rId2" Type="http://schemas.openxmlformats.org/officeDocument/2006/relationships/slideLayout" Target="../slideLayouts/slideLayout17.xml"/><Relationship Id="rId1" Type="http://schemas.openxmlformats.org/officeDocument/2006/relationships/tags" Target="../tags/tag33.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7.xml"/><Relationship Id="rId1" Type="http://schemas.openxmlformats.org/officeDocument/2006/relationships/tags" Target="../tags/tag34.xml"/><Relationship Id="rId5" Type="http://schemas.openxmlformats.org/officeDocument/2006/relationships/image" Target="../media/image69.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slideLayout" Target="../slideLayouts/slideLayout20.xml"/><Relationship Id="rId1" Type="http://schemas.openxmlformats.org/officeDocument/2006/relationships/tags" Target="../tags/tag3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7.xml"/><Relationship Id="rId1" Type="http://schemas.openxmlformats.org/officeDocument/2006/relationships/tags" Target="../tags/tag36.xml"/><Relationship Id="rId4" Type="http://schemas.openxmlformats.org/officeDocument/2006/relationships/image" Target="../media/image7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75.png"/><Relationship Id="rId2" Type="http://schemas.openxmlformats.org/officeDocument/2006/relationships/slideLayout" Target="../slideLayouts/slideLayout12.xml"/><Relationship Id="rId1" Type="http://schemas.openxmlformats.org/officeDocument/2006/relationships/tags" Target="../tags/tag37.xml"/><Relationship Id="rId6" Type="http://schemas.openxmlformats.org/officeDocument/2006/relationships/image" Target="../media/image74.jpeg"/><Relationship Id="rId5" Type="http://schemas.openxmlformats.org/officeDocument/2006/relationships/image" Target="../media/image73.jpeg"/><Relationship Id="rId4" Type="http://schemas.openxmlformats.org/officeDocument/2006/relationships/image" Target="../media/image72.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7.xml"/><Relationship Id="rId1" Type="http://schemas.openxmlformats.org/officeDocument/2006/relationships/tags" Target="../tags/tag38.xml"/><Relationship Id="rId4" Type="http://schemas.openxmlformats.org/officeDocument/2006/relationships/image" Target="../media/image76.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7.xml"/><Relationship Id="rId1" Type="http://schemas.openxmlformats.org/officeDocument/2006/relationships/tags" Target="../tags/tag39.xml"/><Relationship Id="rId5" Type="http://schemas.openxmlformats.org/officeDocument/2006/relationships/image" Target="../media/image78.jpeg"/><Relationship Id="rId4" Type="http://schemas.openxmlformats.org/officeDocument/2006/relationships/image" Target="../media/image77.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7.xml"/><Relationship Id="rId1" Type="http://schemas.openxmlformats.org/officeDocument/2006/relationships/tags" Target="../tags/tag40.xml"/></Relationships>
</file>

<file path=ppt/slides/_rels/slide43.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image" Target="../media/image79.png"/><Relationship Id="rId1" Type="http://schemas.openxmlformats.org/officeDocument/2006/relationships/slideLayout" Target="../slideLayouts/slideLayout12.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7.xml"/><Relationship Id="rId1" Type="http://schemas.openxmlformats.org/officeDocument/2006/relationships/tags" Target="../tags/tag4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7.xml"/><Relationship Id="rId1" Type="http://schemas.openxmlformats.org/officeDocument/2006/relationships/tags" Target="../tags/tag4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7.xml"/><Relationship Id="rId1" Type="http://schemas.openxmlformats.org/officeDocument/2006/relationships/tags" Target="../tags/tag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94.jpeg"/><Relationship Id="rId2" Type="http://schemas.openxmlformats.org/officeDocument/2006/relationships/slideLayout" Target="../slideLayouts/slideLayout17.xml"/><Relationship Id="rId1" Type="http://schemas.openxmlformats.org/officeDocument/2006/relationships/tags" Target="../tags/tag44.xml"/><Relationship Id="rId6" Type="http://schemas.openxmlformats.org/officeDocument/2006/relationships/image" Target="../media/image93.jpeg"/><Relationship Id="rId5" Type="http://schemas.openxmlformats.org/officeDocument/2006/relationships/image" Target="../media/image92.jpeg"/><Relationship Id="rId4" Type="http://schemas.openxmlformats.org/officeDocument/2006/relationships/image" Target="../media/image9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7.xml"/><Relationship Id="rId1" Type="http://schemas.openxmlformats.org/officeDocument/2006/relationships/tags" Target="../tags/tag45.xml"/><Relationship Id="rId5" Type="http://schemas.openxmlformats.org/officeDocument/2006/relationships/image" Target="../media/image96.jpeg"/><Relationship Id="rId4" Type="http://schemas.openxmlformats.org/officeDocument/2006/relationships/image" Target="../media/image9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7.xml"/><Relationship Id="rId1" Type="http://schemas.openxmlformats.org/officeDocument/2006/relationships/tags" Target="../tags/tag46.xml"/><Relationship Id="rId5" Type="http://schemas.openxmlformats.org/officeDocument/2006/relationships/image" Target="../media/image98.png"/><Relationship Id="rId4" Type="http://schemas.openxmlformats.org/officeDocument/2006/relationships/image" Target="../media/image97.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7.xml"/><Relationship Id="rId1" Type="http://schemas.openxmlformats.org/officeDocument/2006/relationships/tags" Target="../tags/tag47.xml"/><Relationship Id="rId4" Type="http://schemas.openxmlformats.org/officeDocument/2006/relationships/image" Target="../media/image99.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7.xml"/><Relationship Id="rId1" Type="http://schemas.openxmlformats.org/officeDocument/2006/relationships/tags" Target="../tags/tag48.xml"/></Relationships>
</file>

<file path=ppt/slides/_rels/slide5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slideLayout" Target="../slideLayouts/slideLayout12.xml"/><Relationship Id="rId1" Type="http://schemas.openxmlformats.org/officeDocument/2006/relationships/tags" Target="../tags/tag49.xml"/><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1807845" y="776288"/>
            <a:ext cx="9144000" cy="1030288"/>
          </a:xfrm>
        </p:spPr>
        <p:txBody>
          <a:bodyPr vert="horz" wrap="square" lIns="91440" tIns="45720" rIns="91440" bIns="45720" numCol="1" anchor="b" anchorCtr="0" compatLnSpc="1">
            <a:normAutofit fontScale="90000"/>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5400" b="1" i="0" u="none" strike="noStrike" kern="1200" cap="none" spc="0" normalizeH="0" baseline="0" noProof="1" smtClean="0">
                <a:ln>
                  <a:noFill/>
                </a:ln>
                <a:solidFill>
                  <a:schemeClr val="bg1"/>
                </a:solidFill>
                <a:effectLst/>
                <a:uLnTx/>
                <a:uFillTx/>
                <a:latin typeface="微软雅黑" panose="020B0503020204020204" pitchFamily="34" charset="-122"/>
                <a:ea typeface="微软雅黑" panose="020B0503020204020204" pitchFamily="34" charset="-122"/>
                <a:cs typeface="+mj-cs"/>
              </a:rPr>
              <a:t>马克思主义基本原理概论</a:t>
            </a:r>
            <a:endParaRPr kumimoji="0" lang="en-US" altLang="zh-CN" sz="5400" b="1" i="0" u="none" strike="noStrike" kern="1200" cap="none" spc="0" normalizeH="0" baseline="0" noProof="1" smtClean="0">
              <a:ln>
                <a:noFill/>
              </a:ln>
              <a:solidFill>
                <a:schemeClr val="bg1"/>
              </a:solidFill>
              <a:effectLst/>
              <a:uLnTx/>
              <a:uFillTx/>
              <a:latin typeface="微软雅黑" panose="020B0503020204020204" pitchFamily="34" charset="-122"/>
              <a:ea typeface="微软雅黑" panose="020B0503020204020204" pitchFamily="34" charset="-122"/>
              <a:cs typeface="+mj-cs"/>
            </a:endParaRPr>
          </a:p>
        </p:txBody>
      </p:sp>
      <p:sp>
        <p:nvSpPr>
          <p:cNvPr id="2" name="矩形 1"/>
          <p:cNvSpPr/>
          <p:nvPr/>
        </p:nvSpPr>
        <p:spPr>
          <a:xfrm>
            <a:off x="5334000" y="2428558"/>
            <a:ext cx="1524000" cy="8524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1">
              <a:ln>
                <a:noFill/>
              </a:ln>
              <a:solidFill>
                <a:schemeClr val="lt1"/>
              </a:solidFill>
              <a:effectLst/>
              <a:uLnTx/>
              <a:uFillTx/>
              <a:latin typeface="+mn-lt"/>
              <a:ea typeface="+mn-ea"/>
              <a:cs typeface="+mn-cs"/>
            </a:endParaRPr>
          </a:p>
        </p:txBody>
      </p:sp>
      <p:sp>
        <p:nvSpPr>
          <p:cNvPr id="4" name="矩形 3"/>
          <p:cNvSpPr/>
          <p:nvPr/>
        </p:nvSpPr>
        <p:spPr>
          <a:xfrm>
            <a:off x="5322888" y="2431733"/>
            <a:ext cx="1524000" cy="85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1">
                <a:ln>
                  <a:noFill/>
                </a:ln>
                <a:solidFill>
                  <a:schemeClr val="l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2018</a:t>
            </a:r>
            <a:endParaRPr kumimoji="0" lang="zh-CN" altLang="en-US" sz="4000" b="0" i="0" u="none" strike="noStrike" kern="1200" cap="none" spc="0" normalizeH="0" baseline="0" noProof="1">
              <a:ln>
                <a:noFill/>
              </a:ln>
              <a:solidFill>
                <a:schemeClr val="lt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6"/>
          <p:cNvSpPr txBox="1"/>
          <p:nvPr/>
        </p:nvSpPr>
        <p:spPr>
          <a:xfrm>
            <a:off x="1200151" y="4434708"/>
            <a:ext cx="10601324" cy="2302746"/>
          </a:xfrm>
          <a:prstGeom prst="rect">
            <a:avLst/>
          </a:prstGeom>
          <a:noFill/>
        </p:spPr>
        <p:txBody>
          <a:bodyPr wrap="square">
            <a:spAutoFit/>
          </a:bodyPr>
          <a:lstStyle/>
          <a:p>
            <a:pPr algn="ctr" eaLnBrk="1" hangingPunct="1"/>
            <a:r>
              <a:rPr lang="zh-CN" altLang="en-US" sz="3200" b="1" noProof="1" smtClean="0">
                <a:solidFill>
                  <a:schemeClr val="bg1"/>
                </a:solidFill>
                <a:latin typeface="微软雅黑" panose="020B0503020204020204" pitchFamily="34" charset="-122"/>
                <a:cs typeface="+mj-cs"/>
              </a:rPr>
              <a:t>华北电力大学  马克思主义学院</a:t>
            </a:r>
          </a:p>
          <a:p>
            <a:pPr algn="ctr" eaLnBrk="1" hangingPunct="1"/>
            <a:r>
              <a:rPr lang="zh-CN" altLang="en-US" sz="3200" b="1" noProof="1" smtClean="0">
                <a:solidFill>
                  <a:schemeClr val="bg1"/>
                </a:solidFill>
                <a:latin typeface="微软雅黑" panose="020B0503020204020204" pitchFamily="34" charset="-122"/>
                <a:cs typeface="+mj-cs"/>
              </a:rPr>
              <a:t>王建永</a:t>
            </a:r>
          </a:p>
          <a:p>
            <a:pPr algn="ctr" eaLnBrk="1" hangingPunct="1"/>
            <a:r>
              <a:rPr lang="en-US" altLang="zh-CN" sz="3200" b="1" noProof="1" smtClean="0">
                <a:solidFill>
                  <a:schemeClr val="bg1"/>
                </a:solidFill>
                <a:latin typeface="微软雅黑" panose="020B0503020204020204" pitchFamily="34" charset="-122"/>
                <a:cs typeface="+mj-cs"/>
              </a:rPr>
              <a:t>13718562494   wjy1@ncepu.edu.cn</a:t>
            </a:r>
            <a:endParaRPr lang="zh-CN" altLang="en-US" sz="3200" b="1" noProof="1" smtClean="0">
              <a:solidFill>
                <a:schemeClr val="bg1"/>
              </a:solidFill>
              <a:latin typeface="微软雅黑" panose="020B0503020204020204" pitchFamily="34" charset="-122"/>
              <a:cs typeface="+mj-cs"/>
            </a:endParaRPr>
          </a:p>
          <a:p>
            <a:pPr marR="0" algn="ctr" defTabSz="914400" eaLnBrk="1" fontAlgn="auto" hangingPunct="1">
              <a:lnSpc>
                <a:spcPct val="150000"/>
              </a:lnSpc>
              <a:buClrTx/>
              <a:buSzTx/>
              <a:buFontTx/>
              <a:buNone/>
              <a:defRPr/>
            </a:pPr>
            <a:endParaRPr lang="zh-CN" altLang="en-US" sz="3600" noProof="1">
              <a:ln w="10160">
                <a:solidFill>
                  <a:schemeClr val="accent5"/>
                </a:solidFill>
                <a:prstDash val="solid"/>
              </a:ln>
              <a:solidFill>
                <a:schemeClr val="bg1"/>
              </a:solidFill>
              <a:latin typeface="微软雅黑" panose="020B0503020204020204" pitchFamily="34" charset="-122"/>
            </a:endParaRPr>
          </a:p>
        </p:txBody>
      </p:sp>
    </p:spTree>
    <p:custDataLst>
      <p:tags r:id="rId1"/>
    </p:custDataLst>
  </p:cSld>
  <p:clrMapOvr>
    <a:masterClrMapping/>
  </p:clrMapOvr>
  <p:transition>
    <p:blinds/>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pPr eaLnBrk="1" hangingPunct="1"/>
            <a:r>
              <a:rPr lang="zh-CN" altLang="en-US" sz="4300" dirty="0" smtClean="0">
                <a:latin typeface="微软雅黑" panose="020B0503020204020204" pitchFamily="34" charset="-122"/>
                <a:ea typeface="微软雅黑" panose="020B0503020204020204" pitchFamily="34" charset="-122"/>
                <a:cs typeface="微软雅黑" panose="020B0503020204020204" pitchFamily="34" charset="-122"/>
              </a:rPr>
              <a:t>考核方式</a:t>
            </a:r>
          </a:p>
        </p:txBody>
      </p:sp>
      <p:sp>
        <p:nvSpPr>
          <p:cNvPr id="7171" name="Rectangle 3"/>
          <p:cNvSpPr>
            <a:spLocks noGrp="1" noChangeArrowheads="1"/>
          </p:cNvSpPr>
          <p:nvPr>
            <p:ph type="body" idx="1"/>
          </p:nvPr>
        </p:nvSpPr>
        <p:spPr/>
        <p:txBody>
          <a:bodyPr>
            <a:normAutofit lnSpcReduction="10000"/>
          </a:bodyPr>
          <a:lstStyle/>
          <a:p>
            <a:pPr eaLnBrk="1" hangingPunct="1"/>
            <a:r>
              <a:rPr lang="zh-CN" altLang="en-US" sz="4400" b="1" dirty="0" smtClean="0">
                <a:latin typeface="黑体" pitchFamily="2" charset="-122"/>
                <a:ea typeface="黑体" pitchFamily="2" charset="-122"/>
              </a:rPr>
              <a:t>平时成绩（</a:t>
            </a:r>
            <a:r>
              <a:rPr lang="en-US" altLang="zh-CN" sz="4400" b="1" dirty="0" smtClean="0">
                <a:latin typeface="黑体" pitchFamily="2" charset="-122"/>
                <a:ea typeface="黑体" pitchFamily="2" charset="-122"/>
              </a:rPr>
              <a:t>50%</a:t>
            </a:r>
            <a:r>
              <a:rPr lang="zh-CN" altLang="en-US" sz="4400" b="1" dirty="0" smtClean="0">
                <a:latin typeface="黑体" pitchFamily="2" charset="-122"/>
                <a:ea typeface="黑体" pitchFamily="2" charset="-122"/>
              </a:rPr>
              <a:t>）：</a:t>
            </a:r>
          </a:p>
          <a:p>
            <a:pPr eaLnBrk="1" hangingPunct="1">
              <a:buFont typeface="Wingdings" pitchFamily="2" charset="2"/>
              <a:buNone/>
            </a:pPr>
            <a:r>
              <a:rPr lang="zh-CN" altLang="en-US" sz="4400" b="1" dirty="0" smtClean="0">
                <a:latin typeface="黑体" pitchFamily="2" charset="-122"/>
                <a:ea typeface="黑体" pitchFamily="2" charset="-122"/>
              </a:rPr>
              <a:t>      出勤；</a:t>
            </a:r>
          </a:p>
          <a:p>
            <a:pPr eaLnBrk="1" hangingPunct="1">
              <a:buFont typeface="Wingdings" pitchFamily="2" charset="2"/>
              <a:buNone/>
            </a:pPr>
            <a:r>
              <a:rPr lang="zh-CN" altLang="en-US" sz="4400" b="1" dirty="0" smtClean="0">
                <a:latin typeface="黑体" pitchFamily="2" charset="-122"/>
                <a:ea typeface="黑体" pitchFamily="2" charset="-122"/>
              </a:rPr>
              <a:t>      课堂测验、讨论、发言；</a:t>
            </a:r>
          </a:p>
          <a:p>
            <a:pPr eaLnBrk="1" hangingPunct="1">
              <a:buFont typeface="Wingdings" pitchFamily="2" charset="2"/>
              <a:buNone/>
            </a:pPr>
            <a:r>
              <a:rPr lang="zh-CN" altLang="en-US" sz="4400" b="1" dirty="0" smtClean="0">
                <a:latin typeface="黑体" pitchFamily="2" charset="-122"/>
                <a:ea typeface="黑体" pitchFamily="2" charset="-122"/>
              </a:rPr>
              <a:t>      论文</a:t>
            </a:r>
          </a:p>
          <a:p>
            <a:pPr eaLnBrk="1" hangingPunct="1"/>
            <a:r>
              <a:rPr lang="zh-CN" altLang="en-US" sz="4400" b="1" dirty="0" smtClean="0">
                <a:latin typeface="黑体" pitchFamily="2" charset="-122"/>
                <a:ea typeface="黑体" pitchFamily="2" charset="-122"/>
              </a:rPr>
              <a:t>期末成绩（</a:t>
            </a:r>
            <a:r>
              <a:rPr lang="en-US" altLang="zh-CN" sz="4400" b="1" dirty="0" smtClean="0">
                <a:latin typeface="黑体" pitchFamily="2" charset="-122"/>
                <a:ea typeface="黑体" pitchFamily="2" charset="-122"/>
              </a:rPr>
              <a:t>50%</a:t>
            </a:r>
            <a:r>
              <a:rPr lang="zh-CN" altLang="en-US" sz="4400" b="1" dirty="0" smtClean="0">
                <a:latin typeface="黑体" pitchFamily="2" charset="-122"/>
                <a:ea typeface="黑体" pitchFamily="2" charset="-122"/>
              </a:rPr>
              <a:t>）：闭卷考试</a:t>
            </a:r>
          </a:p>
          <a:p>
            <a:pPr eaLnBrk="1" hangingPunct="1"/>
            <a:endParaRPr lang="zh-CN" altLang="en-US" sz="3600" b="1" dirty="0" smtClean="0">
              <a:latin typeface="黑体" pitchFamily="2" charset="-122"/>
              <a:ea typeface="黑体" pitchFamily="2" charset="-122"/>
            </a:endParaRPr>
          </a:p>
        </p:txBody>
      </p:sp>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38728" y="228600"/>
            <a:ext cx="4722114" cy="1116329"/>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524250" y="214375"/>
            <a:ext cx="4702810" cy="1095375"/>
          </a:xfrm>
          <a:custGeom>
            <a:avLst/>
            <a:gdLst/>
            <a:ahLst/>
            <a:cxnLst/>
            <a:rect l="l" t="t" r="r" b="b"/>
            <a:pathLst>
              <a:path w="4702809" h="1095375">
                <a:moveTo>
                  <a:pt x="3994657" y="980694"/>
                </a:moveTo>
                <a:lnTo>
                  <a:pt x="4009441" y="1008112"/>
                </a:lnTo>
                <a:lnTo>
                  <a:pt x="4020547" y="1035685"/>
                </a:lnTo>
                <a:lnTo>
                  <a:pt x="4028055" y="1063186"/>
                </a:lnTo>
                <a:lnTo>
                  <a:pt x="4032123" y="1090676"/>
                </a:lnTo>
                <a:lnTo>
                  <a:pt x="4064658" y="1085264"/>
                </a:lnTo>
                <a:lnTo>
                  <a:pt x="4127920" y="1069155"/>
                </a:lnTo>
                <a:lnTo>
                  <a:pt x="4185465" y="1044755"/>
                </a:lnTo>
                <a:lnTo>
                  <a:pt x="4215909" y="1001111"/>
                </a:lnTo>
                <a:lnTo>
                  <a:pt x="4218366" y="981962"/>
                </a:lnTo>
                <a:lnTo>
                  <a:pt x="4034811" y="981962"/>
                </a:lnTo>
                <a:lnTo>
                  <a:pt x="3994657" y="980694"/>
                </a:lnTo>
                <a:close/>
              </a:path>
              <a:path w="4702809" h="1095375">
                <a:moveTo>
                  <a:pt x="4422191" y="728599"/>
                </a:moveTo>
                <a:lnTo>
                  <a:pt x="4219702" y="728599"/>
                </a:lnTo>
                <a:lnTo>
                  <a:pt x="4252845" y="769385"/>
                </a:lnTo>
                <a:lnTo>
                  <a:pt x="4287769" y="807818"/>
                </a:lnTo>
                <a:lnTo>
                  <a:pt x="4324638" y="843740"/>
                </a:lnTo>
                <a:lnTo>
                  <a:pt x="4363616" y="876991"/>
                </a:lnTo>
                <a:lnTo>
                  <a:pt x="4404868" y="907414"/>
                </a:lnTo>
                <a:lnTo>
                  <a:pt x="4448092" y="935787"/>
                </a:lnTo>
                <a:lnTo>
                  <a:pt x="4492804" y="963008"/>
                </a:lnTo>
                <a:lnTo>
                  <a:pt x="4539120" y="988869"/>
                </a:lnTo>
                <a:lnTo>
                  <a:pt x="4587154" y="1013164"/>
                </a:lnTo>
                <a:lnTo>
                  <a:pt x="4637024" y="1035685"/>
                </a:lnTo>
                <a:lnTo>
                  <a:pt x="4646408" y="1010177"/>
                </a:lnTo>
                <a:lnTo>
                  <a:pt x="4660376" y="984027"/>
                </a:lnTo>
                <a:lnTo>
                  <a:pt x="4679082" y="957353"/>
                </a:lnTo>
                <a:lnTo>
                  <a:pt x="4702683" y="930275"/>
                </a:lnTo>
                <a:lnTo>
                  <a:pt x="4644903" y="916378"/>
                </a:lnTo>
                <a:lnTo>
                  <a:pt x="4593637" y="901684"/>
                </a:lnTo>
                <a:lnTo>
                  <a:pt x="4548824" y="886394"/>
                </a:lnTo>
                <a:lnTo>
                  <a:pt x="4510405" y="870712"/>
                </a:lnTo>
                <a:lnTo>
                  <a:pt x="4474914" y="852205"/>
                </a:lnTo>
                <a:lnTo>
                  <a:pt x="4438983" y="828294"/>
                </a:lnTo>
                <a:lnTo>
                  <a:pt x="4402409" y="799238"/>
                </a:lnTo>
                <a:lnTo>
                  <a:pt x="4364990" y="765301"/>
                </a:lnTo>
                <a:lnTo>
                  <a:pt x="4420740" y="729504"/>
                </a:lnTo>
                <a:lnTo>
                  <a:pt x="4422191" y="728599"/>
                </a:lnTo>
                <a:close/>
              </a:path>
              <a:path w="4702809" h="1095375">
                <a:moveTo>
                  <a:pt x="4083684" y="705738"/>
                </a:moveTo>
                <a:lnTo>
                  <a:pt x="4037601" y="731121"/>
                </a:lnTo>
                <a:lnTo>
                  <a:pt x="3988768" y="757348"/>
                </a:lnTo>
                <a:lnTo>
                  <a:pt x="3937005" y="784123"/>
                </a:lnTo>
                <a:lnTo>
                  <a:pt x="3882135" y="811149"/>
                </a:lnTo>
                <a:lnTo>
                  <a:pt x="3843490" y="829060"/>
                </a:lnTo>
                <a:lnTo>
                  <a:pt x="3802845" y="846661"/>
                </a:lnTo>
                <a:lnTo>
                  <a:pt x="3760168" y="863853"/>
                </a:lnTo>
                <a:lnTo>
                  <a:pt x="3715427" y="880538"/>
                </a:lnTo>
                <a:lnTo>
                  <a:pt x="3668590" y="896615"/>
                </a:lnTo>
                <a:lnTo>
                  <a:pt x="3619627" y="911987"/>
                </a:lnTo>
                <a:lnTo>
                  <a:pt x="3639869" y="933065"/>
                </a:lnTo>
                <a:lnTo>
                  <a:pt x="3658219" y="955452"/>
                </a:lnTo>
                <a:lnTo>
                  <a:pt x="3674830" y="979031"/>
                </a:lnTo>
                <a:lnTo>
                  <a:pt x="3689857" y="1003681"/>
                </a:lnTo>
                <a:lnTo>
                  <a:pt x="3736433" y="977099"/>
                </a:lnTo>
                <a:lnTo>
                  <a:pt x="3781893" y="951718"/>
                </a:lnTo>
                <a:lnTo>
                  <a:pt x="3826341" y="927703"/>
                </a:lnTo>
                <a:lnTo>
                  <a:pt x="3869881" y="905218"/>
                </a:lnTo>
                <a:lnTo>
                  <a:pt x="3964124" y="859405"/>
                </a:lnTo>
                <a:lnTo>
                  <a:pt x="4012834" y="834072"/>
                </a:lnTo>
                <a:lnTo>
                  <a:pt x="4058902" y="808739"/>
                </a:lnTo>
                <a:lnTo>
                  <a:pt x="4102480" y="783716"/>
                </a:lnTo>
                <a:lnTo>
                  <a:pt x="4097776" y="765049"/>
                </a:lnTo>
                <a:lnTo>
                  <a:pt x="4093130" y="745823"/>
                </a:lnTo>
                <a:lnTo>
                  <a:pt x="4083684" y="705738"/>
                </a:lnTo>
                <a:close/>
              </a:path>
              <a:path w="4702809" h="1095375">
                <a:moveTo>
                  <a:pt x="4219702" y="504063"/>
                </a:moveTo>
                <a:lnTo>
                  <a:pt x="4121277" y="504063"/>
                </a:lnTo>
                <a:lnTo>
                  <a:pt x="4121277" y="921131"/>
                </a:lnTo>
                <a:lnTo>
                  <a:pt x="4120108" y="939938"/>
                </a:lnTo>
                <a:lnTo>
                  <a:pt x="4102480" y="973836"/>
                </a:lnTo>
                <a:lnTo>
                  <a:pt x="4034811" y="981962"/>
                </a:lnTo>
                <a:lnTo>
                  <a:pt x="4218366" y="981962"/>
                </a:lnTo>
                <a:lnTo>
                  <a:pt x="4219702" y="971550"/>
                </a:lnTo>
                <a:lnTo>
                  <a:pt x="4219702" y="728599"/>
                </a:lnTo>
                <a:lnTo>
                  <a:pt x="4422191" y="728599"/>
                </a:lnTo>
                <a:lnTo>
                  <a:pt x="4451503" y="710311"/>
                </a:lnTo>
                <a:lnTo>
                  <a:pt x="4308729" y="710311"/>
                </a:lnTo>
                <a:lnTo>
                  <a:pt x="4287335" y="691501"/>
                </a:lnTo>
                <a:lnTo>
                  <a:pt x="4265501" y="666797"/>
                </a:lnTo>
                <a:lnTo>
                  <a:pt x="4243024" y="636355"/>
                </a:lnTo>
                <a:lnTo>
                  <a:pt x="4219702" y="600328"/>
                </a:lnTo>
                <a:lnTo>
                  <a:pt x="4219702" y="504063"/>
                </a:lnTo>
                <a:close/>
              </a:path>
              <a:path w="4702809" h="1095375">
                <a:moveTo>
                  <a:pt x="3788409" y="549910"/>
                </a:moveTo>
                <a:lnTo>
                  <a:pt x="3776315" y="567610"/>
                </a:lnTo>
                <a:lnTo>
                  <a:pt x="3763756" y="584263"/>
                </a:lnTo>
                <a:lnTo>
                  <a:pt x="3750601" y="599773"/>
                </a:lnTo>
                <a:lnTo>
                  <a:pt x="3736721" y="614045"/>
                </a:lnTo>
                <a:lnTo>
                  <a:pt x="3779293" y="645447"/>
                </a:lnTo>
                <a:lnTo>
                  <a:pt x="3822223" y="680577"/>
                </a:lnTo>
                <a:lnTo>
                  <a:pt x="3865772" y="719111"/>
                </a:lnTo>
                <a:lnTo>
                  <a:pt x="3910203" y="760729"/>
                </a:lnTo>
                <a:lnTo>
                  <a:pt x="3926443" y="741029"/>
                </a:lnTo>
                <a:lnTo>
                  <a:pt x="3941921" y="722947"/>
                </a:lnTo>
                <a:lnTo>
                  <a:pt x="3956780" y="706580"/>
                </a:lnTo>
                <a:lnTo>
                  <a:pt x="3971163" y="692023"/>
                </a:lnTo>
                <a:lnTo>
                  <a:pt x="3941257" y="667379"/>
                </a:lnTo>
                <a:lnTo>
                  <a:pt x="3908150" y="640664"/>
                </a:lnTo>
                <a:lnTo>
                  <a:pt x="3871601" y="611967"/>
                </a:lnTo>
                <a:lnTo>
                  <a:pt x="3831849" y="581746"/>
                </a:lnTo>
                <a:lnTo>
                  <a:pt x="3788409" y="549910"/>
                </a:lnTo>
                <a:close/>
              </a:path>
              <a:path w="4702809" h="1095375">
                <a:moveTo>
                  <a:pt x="4501007" y="559053"/>
                </a:moveTo>
                <a:lnTo>
                  <a:pt x="4443158" y="612058"/>
                </a:lnTo>
                <a:lnTo>
                  <a:pt x="4404958" y="642401"/>
                </a:lnTo>
                <a:lnTo>
                  <a:pt x="4360156" y="675243"/>
                </a:lnTo>
                <a:lnTo>
                  <a:pt x="4308729" y="710311"/>
                </a:lnTo>
                <a:lnTo>
                  <a:pt x="4451503" y="710311"/>
                </a:lnTo>
                <a:lnTo>
                  <a:pt x="4471023" y="698132"/>
                </a:lnTo>
                <a:lnTo>
                  <a:pt x="4515948" y="671374"/>
                </a:lnTo>
                <a:lnTo>
                  <a:pt x="4555624" y="649421"/>
                </a:lnTo>
                <a:lnTo>
                  <a:pt x="4590160" y="632460"/>
                </a:lnTo>
                <a:lnTo>
                  <a:pt x="4568533" y="614045"/>
                </a:lnTo>
                <a:lnTo>
                  <a:pt x="4546727" y="595709"/>
                </a:lnTo>
                <a:lnTo>
                  <a:pt x="4524224" y="577292"/>
                </a:lnTo>
                <a:lnTo>
                  <a:pt x="4501007" y="559053"/>
                </a:lnTo>
                <a:close/>
              </a:path>
              <a:path w="4702809" h="1095375">
                <a:moveTo>
                  <a:pt x="3628898" y="426212"/>
                </a:moveTo>
                <a:lnTo>
                  <a:pt x="3628898" y="508635"/>
                </a:lnTo>
                <a:lnTo>
                  <a:pt x="3673167" y="506688"/>
                </a:lnTo>
                <a:lnTo>
                  <a:pt x="3716829" y="505253"/>
                </a:lnTo>
                <a:lnTo>
                  <a:pt x="3759896" y="504366"/>
                </a:lnTo>
                <a:lnTo>
                  <a:pt x="4697983" y="504063"/>
                </a:lnTo>
                <a:lnTo>
                  <a:pt x="4697983" y="430784"/>
                </a:lnTo>
                <a:lnTo>
                  <a:pt x="3802379" y="430784"/>
                </a:lnTo>
                <a:lnTo>
                  <a:pt x="3759896" y="430480"/>
                </a:lnTo>
                <a:lnTo>
                  <a:pt x="3716829" y="429593"/>
                </a:lnTo>
                <a:lnTo>
                  <a:pt x="3673167" y="428158"/>
                </a:lnTo>
                <a:lnTo>
                  <a:pt x="3628898" y="426212"/>
                </a:lnTo>
                <a:close/>
              </a:path>
              <a:path w="4702809" h="1095375">
                <a:moveTo>
                  <a:pt x="4697983" y="504063"/>
                </a:moveTo>
                <a:lnTo>
                  <a:pt x="4533900" y="504063"/>
                </a:lnTo>
                <a:lnTo>
                  <a:pt x="4575790" y="504366"/>
                </a:lnTo>
                <a:lnTo>
                  <a:pt x="4617084" y="505253"/>
                </a:lnTo>
                <a:lnTo>
                  <a:pt x="4657808" y="506688"/>
                </a:lnTo>
                <a:lnTo>
                  <a:pt x="4697983" y="508635"/>
                </a:lnTo>
                <a:lnTo>
                  <a:pt x="4697983" y="504063"/>
                </a:lnTo>
                <a:close/>
              </a:path>
              <a:path w="4702809" h="1095375">
                <a:moveTo>
                  <a:pt x="3793108" y="247396"/>
                </a:moveTo>
                <a:lnTo>
                  <a:pt x="3793108" y="329946"/>
                </a:lnTo>
                <a:lnTo>
                  <a:pt x="4421378" y="329946"/>
                </a:lnTo>
                <a:lnTo>
                  <a:pt x="4418963" y="355113"/>
                </a:lnTo>
                <a:lnTo>
                  <a:pt x="4416631" y="380317"/>
                </a:lnTo>
                <a:lnTo>
                  <a:pt x="4414323" y="405544"/>
                </a:lnTo>
                <a:lnTo>
                  <a:pt x="4411980" y="430784"/>
                </a:lnTo>
                <a:lnTo>
                  <a:pt x="4505706" y="430784"/>
                </a:lnTo>
                <a:lnTo>
                  <a:pt x="4509853" y="377536"/>
                </a:lnTo>
                <a:lnTo>
                  <a:pt x="4514145" y="325236"/>
                </a:lnTo>
                <a:lnTo>
                  <a:pt x="4518602" y="273879"/>
                </a:lnTo>
                <a:lnTo>
                  <a:pt x="4520619" y="251968"/>
                </a:lnTo>
                <a:lnTo>
                  <a:pt x="3947795" y="251968"/>
                </a:lnTo>
                <a:lnTo>
                  <a:pt x="3913481" y="251682"/>
                </a:lnTo>
                <a:lnTo>
                  <a:pt x="3876262" y="250825"/>
                </a:lnTo>
                <a:lnTo>
                  <a:pt x="3836138" y="249396"/>
                </a:lnTo>
                <a:lnTo>
                  <a:pt x="3793108" y="247396"/>
                </a:lnTo>
                <a:close/>
              </a:path>
              <a:path w="4702809" h="1095375">
                <a:moveTo>
                  <a:pt x="4697983" y="426212"/>
                </a:moveTo>
                <a:lnTo>
                  <a:pt x="4652527" y="428158"/>
                </a:lnTo>
                <a:lnTo>
                  <a:pt x="4605321" y="429593"/>
                </a:lnTo>
                <a:lnTo>
                  <a:pt x="4556377" y="430480"/>
                </a:lnTo>
                <a:lnTo>
                  <a:pt x="4505706" y="430784"/>
                </a:lnTo>
                <a:lnTo>
                  <a:pt x="4697983" y="430784"/>
                </a:lnTo>
                <a:lnTo>
                  <a:pt x="4697983" y="426212"/>
                </a:lnTo>
                <a:close/>
              </a:path>
              <a:path w="4702809" h="1095375">
                <a:moveTo>
                  <a:pt x="4530476" y="151129"/>
                </a:moveTo>
                <a:lnTo>
                  <a:pt x="4435348" y="151129"/>
                </a:lnTo>
                <a:lnTo>
                  <a:pt x="4433004" y="176369"/>
                </a:lnTo>
                <a:lnTo>
                  <a:pt x="4430696" y="201596"/>
                </a:lnTo>
                <a:lnTo>
                  <a:pt x="4428364" y="226800"/>
                </a:lnTo>
                <a:lnTo>
                  <a:pt x="4425950" y="251968"/>
                </a:lnTo>
                <a:lnTo>
                  <a:pt x="4520619" y="251968"/>
                </a:lnTo>
                <a:lnTo>
                  <a:pt x="4523243" y="223465"/>
                </a:lnTo>
                <a:lnTo>
                  <a:pt x="4528088" y="173990"/>
                </a:lnTo>
                <a:lnTo>
                  <a:pt x="4530476" y="151129"/>
                </a:lnTo>
                <a:close/>
              </a:path>
              <a:path w="4702809" h="1095375">
                <a:moveTo>
                  <a:pt x="3750818" y="68706"/>
                </a:moveTo>
                <a:lnTo>
                  <a:pt x="3750818" y="155701"/>
                </a:lnTo>
                <a:lnTo>
                  <a:pt x="3799774" y="153755"/>
                </a:lnTo>
                <a:lnTo>
                  <a:pt x="3848147" y="152320"/>
                </a:lnTo>
                <a:lnTo>
                  <a:pt x="3895925" y="151433"/>
                </a:lnTo>
                <a:lnTo>
                  <a:pt x="4530476" y="151129"/>
                </a:lnTo>
                <a:lnTo>
                  <a:pt x="4533157" y="125453"/>
                </a:lnTo>
                <a:lnTo>
                  <a:pt x="4538472" y="77850"/>
                </a:lnTo>
                <a:lnTo>
                  <a:pt x="3938397" y="77850"/>
                </a:lnTo>
                <a:lnTo>
                  <a:pt x="3893246" y="77261"/>
                </a:lnTo>
                <a:lnTo>
                  <a:pt x="3846941" y="75517"/>
                </a:lnTo>
                <a:lnTo>
                  <a:pt x="3799468" y="72653"/>
                </a:lnTo>
                <a:lnTo>
                  <a:pt x="3750818" y="68706"/>
                </a:lnTo>
                <a:close/>
              </a:path>
              <a:path w="4702809" h="1095375">
                <a:moveTo>
                  <a:pt x="3368602" y="985265"/>
                </a:moveTo>
                <a:lnTo>
                  <a:pt x="3267964" y="985265"/>
                </a:lnTo>
                <a:lnTo>
                  <a:pt x="3267964" y="1067815"/>
                </a:lnTo>
                <a:lnTo>
                  <a:pt x="3371088" y="1067815"/>
                </a:lnTo>
                <a:lnTo>
                  <a:pt x="3369014" y="1001353"/>
                </a:lnTo>
                <a:lnTo>
                  <a:pt x="3368602" y="985265"/>
                </a:lnTo>
                <a:close/>
              </a:path>
              <a:path w="4702809" h="1095375">
                <a:moveTo>
                  <a:pt x="3371088" y="68706"/>
                </a:moveTo>
                <a:lnTo>
                  <a:pt x="2559939" y="68706"/>
                </a:lnTo>
                <a:lnTo>
                  <a:pt x="2561646" y="111042"/>
                </a:lnTo>
                <a:lnTo>
                  <a:pt x="2562964" y="157426"/>
                </a:lnTo>
                <a:lnTo>
                  <a:pt x="2563898" y="207851"/>
                </a:lnTo>
                <a:lnTo>
                  <a:pt x="2564454" y="262311"/>
                </a:lnTo>
                <a:lnTo>
                  <a:pt x="2564638" y="320801"/>
                </a:lnTo>
                <a:lnTo>
                  <a:pt x="2564638" y="866139"/>
                </a:lnTo>
                <a:lnTo>
                  <a:pt x="2564350" y="905956"/>
                </a:lnTo>
                <a:lnTo>
                  <a:pt x="2563479" y="952071"/>
                </a:lnTo>
                <a:lnTo>
                  <a:pt x="2562012" y="1004496"/>
                </a:lnTo>
                <a:lnTo>
                  <a:pt x="2559939" y="1063244"/>
                </a:lnTo>
                <a:lnTo>
                  <a:pt x="2658364" y="1063244"/>
                </a:lnTo>
                <a:lnTo>
                  <a:pt x="2658364" y="985265"/>
                </a:lnTo>
                <a:lnTo>
                  <a:pt x="3368602" y="985265"/>
                </a:lnTo>
                <a:lnTo>
                  <a:pt x="3367547" y="944070"/>
                </a:lnTo>
                <a:lnTo>
                  <a:pt x="3366966" y="911987"/>
                </a:lnTo>
                <a:lnTo>
                  <a:pt x="2658364" y="911987"/>
                </a:lnTo>
                <a:lnTo>
                  <a:pt x="2658364" y="696595"/>
                </a:lnTo>
                <a:lnTo>
                  <a:pt x="3366389" y="696595"/>
                </a:lnTo>
                <a:lnTo>
                  <a:pt x="3366389" y="623188"/>
                </a:lnTo>
                <a:lnTo>
                  <a:pt x="2658364" y="623188"/>
                </a:lnTo>
                <a:lnTo>
                  <a:pt x="2658364" y="416940"/>
                </a:lnTo>
                <a:lnTo>
                  <a:pt x="3366389" y="416940"/>
                </a:lnTo>
                <a:lnTo>
                  <a:pt x="3366389" y="343662"/>
                </a:lnTo>
                <a:lnTo>
                  <a:pt x="2658364" y="343662"/>
                </a:lnTo>
                <a:lnTo>
                  <a:pt x="2658364" y="141986"/>
                </a:lnTo>
                <a:lnTo>
                  <a:pt x="3368851" y="141986"/>
                </a:lnTo>
                <a:lnTo>
                  <a:pt x="3369380" y="121332"/>
                </a:lnTo>
                <a:lnTo>
                  <a:pt x="3371088" y="68706"/>
                </a:lnTo>
                <a:close/>
              </a:path>
              <a:path w="4702809" h="1095375">
                <a:moveTo>
                  <a:pt x="3366389" y="696595"/>
                </a:moveTo>
                <a:lnTo>
                  <a:pt x="3267964" y="696595"/>
                </a:lnTo>
                <a:lnTo>
                  <a:pt x="3267964" y="911987"/>
                </a:lnTo>
                <a:lnTo>
                  <a:pt x="3366966" y="911987"/>
                </a:lnTo>
                <a:lnTo>
                  <a:pt x="3366676" y="895955"/>
                </a:lnTo>
                <a:lnTo>
                  <a:pt x="3366456" y="866139"/>
                </a:lnTo>
                <a:lnTo>
                  <a:pt x="3366389" y="696595"/>
                </a:lnTo>
                <a:close/>
              </a:path>
              <a:path w="4702809" h="1095375">
                <a:moveTo>
                  <a:pt x="3366389" y="416940"/>
                </a:moveTo>
                <a:lnTo>
                  <a:pt x="3267964" y="416940"/>
                </a:lnTo>
                <a:lnTo>
                  <a:pt x="3267964" y="623188"/>
                </a:lnTo>
                <a:lnTo>
                  <a:pt x="3366389" y="623188"/>
                </a:lnTo>
                <a:lnTo>
                  <a:pt x="3366389" y="416940"/>
                </a:lnTo>
                <a:close/>
              </a:path>
              <a:path w="4702809" h="1095375">
                <a:moveTo>
                  <a:pt x="3368851" y="141986"/>
                </a:moveTo>
                <a:lnTo>
                  <a:pt x="3267964" y="141986"/>
                </a:lnTo>
                <a:lnTo>
                  <a:pt x="3267964" y="343662"/>
                </a:lnTo>
                <a:lnTo>
                  <a:pt x="3366389" y="343662"/>
                </a:lnTo>
                <a:lnTo>
                  <a:pt x="3366389" y="320801"/>
                </a:lnTo>
                <a:lnTo>
                  <a:pt x="3366572" y="272565"/>
                </a:lnTo>
                <a:lnTo>
                  <a:pt x="3367128" y="223249"/>
                </a:lnTo>
                <a:lnTo>
                  <a:pt x="3368062" y="172842"/>
                </a:lnTo>
                <a:lnTo>
                  <a:pt x="3368851" y="141986"/>
                </a:lnTo>
                <a:close/>
              </a:path>
              <a:path w="4702809" h="1095375">
                <a:moveTo>
                  <a:pt x="1509776" y="614045"/>
                </a:moveTo>
                <a:lnTo>
                  <a:pt x="1425321" y="614045"/>
                </a:lnTo>
                <a:lnTo>
                  <a:pt x="1425277" y="834703"/>
                </a:lnTo>
                <a:lnTo>
                  <a:pt x="1425137" y="866335"/>
                </a:lnTo>
                <a:lnTo>
                  <a:pt x="1424581" y="913639"/>
                </a:lnTo>
                <a:lnTo>
                  <a:pt x="1423643" y="966977"/>
                </a:lnTo>
                <a:lnTo>
                  <a:pt x="1422329" y="1025797"/>
                </a:lnTo>
                <a:lnTo>
                  <a:pt x="1420622" y="1090676"/>
                </a:lnTo>
                <a:lnTo>
                  <a:pt x="1514348" y="1090676"/>
                </a:lnTo>
                <a:lnTo>
                  <a:pt x="1512653" y="1025614"/>
                </a:lnTo>
                <a:lnTo>
                  <a:pt x="1511386" y="966977"/>
                </a:lnTo>
                <a:lnTo>
                  <a:pt x="1510470" y="911993"/>
                </a:lnTo>
                <a:lnTo>
                  <a:pt x="1509978" y="866335"/>
                </a:lnTo>
                <a:lnTo>
                  <a:pt x="1509833" y="834703"/>
                </a:lnTo>
                <a:lnTo>
                  <a:pt x="1509776" y="614045"/>
                </a:lnTo>
                <a:close/>
              </a:path>
              <a:path w="4702809" h="1095375">
                <a:moveTo>
                  <a:pt x="1650364" y="962406"/>
                </a:moveTo>
                <a:lnTo>
                  <a:pt x="1650364" y="1054100"/>
                </a:lnTo>
                <a:lnTo>
                  <a:pt x="1689635" y="1050153"/>
                </a:lnTo>
                <a:lnTo>
                  <a:pt x="1732407" y="1047289"/>
                </a:lnTo>
                <a:lnTo>
                  <a:pt x="1778702" y="1045545"/>
                </a:lnTo>
                <a:lnTo>
                  <a:pt x="1828546" y="1044956"/>
                </a:lnTo>
                <a:lnTo>
                  <a:pt x="2320798" y="1044956"/>
                </a:lnTo>
                <a:lnTo>
                  <a:pt x="2320798" y="966977"/>
                </a:lnTo>
                <a:lnTo>
                  <a:pt x="1828546" y="966977"/>
                </a:lnTo>
                <a:lnTo>
                  <a:pt x="1778702" y="966692"/>
                </a:lnTo>
                <a:lnTo>
                  <a:pt x="1732407" y="965835"/>
                </a:lnTo>
                <a:lnTo>
                  <a:pt x="1689635" y="964406"/>
                </a:lnTo>
                <a:lnTo>
                  <a:pt x="1650364" y="962406"/>
                </a:lnTo>
                <a:close/>
              </a:path>
              <a:path w="4702809" h="1095375">
                <a:moveTo>
                  <a:pt x="2320798" y="1044956"/>
                </a:moveTo>
                <a:lnTo>
                  <a:pt x="2142616" y="1044956"/>
                </a:lnTo>
                <a:lnTo>
                  <a:pt x="2192460" y="1045241"/>
                </a:lnTo>
                <a:lnTo>
                  <a:pt x="2238755" y="1046099"/>
                </a:lnTo>
                <a:lnTo>
                  <a:pt x="2281527" y="1047527"/>
                </a:lnTo>
                <a:lnTo>
                  <a:pt x="2320798" y="1049527"/>
                </a:lnTo>
                <a:lnTo>
                  <a:pt x="2320798" y="1044956"/>
                </a:lnTo>
                <a:close/>
              </a:path>
              <a:path w="4702809" h="1095375">
                <a:moveTo>
                  <a:pt x="2030095" y="806576"/>
                </a:moveTo>
                <a:lnTo>
                  <a:pt x="1941067" y="806576"/>
                </a:lnTo>
                <a:lnTo>
                  <a:pt x="1941067" y="966977"/>
                </a:lnTo>
                <a:lnTo>
                  <a:pt x="2030095" y="966977"/>
                </a:lnTo>
                <a:lnTo>
                  <a:pt x="2030095" y="806576"/>
                </a:lnTo>
                <a:close/>
              </a:path>
              <a:path w="4702809" h="1095375">
                <a:moveTo>
                  <a:pt x="2320798" y="962406"/>
                </a:moveTo>
                <a:lnTo>
                  <a:pt x="2274508" y="964406"/>
                </a:lnTo>
                <a:lnTo>
                  <a:pt x="2229373" y="965835"/>
                </a:lnTo>
                <a:lnTo>
                  <a:pt x="2185406" y="966692"/>
                </a:lnTo>
                <a:lnTo>
                  <a:pt x="2142616" y="966977"/>
                </a:lnTo>
                <a:lnTo>
                  <a:pt x="2320798" y="966977"/>
                </a:lnTo>
                <a:lnTo>
                  <a:pt x="2320798" y="962406"/>
                </a:lnTo>
                <a:close/>
              </a:path>
              <a:path w="4702809" h="1095375">
                <a:moveTo>
                  <a:pt x="1509776" y="416940"/>
                </a:moveTo>
                <a:lnTo>
                  <a:pt x="1415923" y="416940"/>
                </a:lnTo>
                <a:lnTo>
                  <a:pt x="1398555" y="466445"/>
                </a:lnTo>
                <a:lnTo>
                  <a:pt x="1380645" y="512353"/>
                </a:lnTo>
                <a:lnTo>
                  <a:pt x="1362046" y="554603"/>
                </a:lnTo>
                <a:lnTo>
                  <a:pt x="1342612" y="593135"/>
                </a:lnTo>
                <a:lnTo>
                  <a:pt x="1322197" y="627888"/>
                </a:lnTo>
                <a:lnTo>
                  <a:pt x="1295362" y="667879"/>
                </a:lnTo>
                <a:lnTo>
                  <a:pt x="1267063" y="705786"/>
                </a:lnTo>
                <a:lnTo>
                  <a:pt x="1237025" y="741384"/>
                </a:lnTo>
                <a:lnTo>
                  <a:pt x="1204976" y="774446"/>
                </a:lnTo>
                <a:lnTo>
                  <a:pt x="1225526" y="793309"/>
                </a:lnTo>
                <a:lnTo>
                  <a:pt x="1244790" y="813435"/>
                </a:lnTo>
                <a:lnTo>
                  <a:pt x="1262911" y="834703"/>
                </a:lnTo>
                <a:lnTo>
                  <a:pt x="1280033" y="856996"/>
                </a:lnTo>
                <a:lnTo>
                  <a:pt x="1306405" y="818591"/>
                </a:lnTo>
                <a:lnTo>
                  <a:pt x="1331754" y="779248"/>
                </a:lnTo>
                <a:lnTo>
                  <a:pt x="1356201" y="739044"/>
                </a:lnTo>
                <a:lnTo>
                  <a:pt x="1379864" y="698057"/>
                </a:lnTo>
                <a:lnTo>
                  <a:pt x="1402864" y="656365"/>
                </a:lnTo>
                <a:lnTo>
                  <a:pt x="1425321" y="614045"/>
                </a:lnTo>
                <a:lnTo>
                  <a:pt x="1509776" y="614045"/>
                </a:lnTo>
                <a:lnTo>
                  <a:pt x="1509776" y="416940"/>
                </a:lnTo>
                <a:close/>
              </a:path>
              <a:path w="4702809" h="1095375">
                <a:moveTo>
                  <a:pt x="1734820" y="724026"/>
                </a:moveTo>
                <a:lnTo>
                  <a:pt x="1734820" y="815721"/>
                </a:lnTo>
                <a:lnTo>
                  <a:pt x="1768181" y="811774"/>
                </a:lnTo>
                <a:lnTo>
                  <a:pt x="1802733" y="808910"/>
                </a:lnTo>
                <a:lnTo>
                  <a:pt x="1838475" y="807166"/>
                </a:lnTo>
                <a:lnTo>
                  <a:pt x="1875409" y="806576"/>
                </a:lnTo>
                <a:lnTo>
                  <a:pt x="2245867" y="806576"/>
                </a:lnTo>
                <a:lnTo>
                  <a:pt x="2245867" y="728599"/>
                </a:lnTo>
                <a:lnTo>
                  <a:pt x="1875409" y="728599"/>
                </a:lnTo>
                <a:lnTo>
                  <a:pt x="1838475" y="728313"/>
                </a:lnTo>
                <a:lnTo>
                  <a:pt x="1802733" y="727456"/>
                </a:lnTo>
                <a:lnTo>
                  <a:pt x="1768181" y="726027"/>
                </a:lnTo>
                <a:lnTo>
                  <a:pt x="1734820" y="724026"/>
                </a:lnTo>
                <a:close/>
              </a:path>
              <a:path w="4702809" h="1095375">
                <a:moveTo>
                  <a:pt x="2245867" y="806576"/>
                </a:moveTo>
                <a:lnTo>
                  <a:pt x="2095753" y="806576"/>
                </a:lnTo>
                <a:lnTo>
                  <a:pt x="2126263" y="806862"/>
                </a:lnTo>
                <a:lnTo>
                  <a:pt x="2161428" y="807719"/>
                </a:lnTo>
                <a:lnTo>
                  <a:pt x="2245867" y="811149"/>
                </a:lnTo>
                <a:lnTo>
                  <a:pt x="2245867" y="806576"/>
                </a:lnTo>
                <a:close/>
              </a:path>
              <a:path w="4702809" h="1095375">
                <a:moveTo>
                  <a:pt x="1594103" y="527050"/>
                </a:moveTo>
                <a:lnTo>
                  <a:pt x="1573823" y="540410"/>
                </a:lnTo>
                <a:lnTo>
                  <a:pt x="1555400" y="553354"/>
                </a:lnTo>
                <a:lnTo>
                  <a:pt x="1538739" y="565751"/>
                </a:lnTo>
                <a:lnTo>
                  <a:pt x="1523746" y="577469"/>
                </a:lnTo>
                <a:lnTo>
                  <a:pt x="1547322" y="611711"/>
                </a:lnTo>
                <a:lnTo>
                  <a:pt x="1570624" y="650716"/>
                </a:lnTo>
                <a:lnTo>
                  <a:pt x="1593951" y="694340"/>
                </a:lnTo>
                <a:lnTo>
                  <a:pt x="1617599" y="742441"/>
                </a:lnTo>
                <a:lnTo>
                  <a:pt x="1639951" y="725366"/>
                </a:lnTo>
                <a:lnTo>
                  <a:pt x="1659826" y="710422"/>
                </a:lnTo>
                <a:lnTo>
                  <a:pt x="1677320" y="697739"/>
                </a:lnTo>
                <a:lnTo>
                  <a:pt x="1692528" y="687451"/>
                </a:lnTo>
                <a:lnTo>
                  <a:pt x="1666880" y="643118"/>
                </a:lnTo>
                <a:lnTo>
                  <a:pt x="1642125" y="601487"/>
                </a:lnTo>
                <a:lnTo>
                  <a:pt x="1617966" y="562738"/>
                </a:lnTo>
                <a:lnTo>
                  <a:pt x="1594103" y="527050"/>
                </a:lnTo>
                <a:close/>
              </a:path>
              <a:path w="4702809" h="1095375">
                <a:moveTo>
                  <a:pt x="2030095" y="582040"/>
                </a:moveTo>
                <a:lnTo>
                  <a:pt x="1941067" y="582040"/>
                </a:lnTo>
                <a:lnTo>
                  <a:pt x="1941067" y="728599"/>
                </a:lnTo>
                <a:lnTo>
                  <a:pt x="2030095" y="728599"/>
                </a:lnTo>
                <a:lnTo>
                  <a:pt x="2030095" y="582040"/>
                </a:lnTo>
                <a:close/>
              </a:path>
              <a:path w="4702809" h="1095375">
                <a:moveTo>
                  <a:pt x="2245867" y="724026"/>
                </a:moveTo>
                <a:lnTo>
                  <a:pt x="2200405" y="726027"/>
                </a:lnTo>
                <a:lnTo>
                  <a:pt x="2157920" y="727456"/>
                </a:lnTo>
                <a:lnTo>
                  <a:pt x="2118387" y="728313"/>
                </a:lnTo>
                <a:lnTo>
                  <a:pt x="2081784" y="728599"/>
                </a:lnTo>
                <a:lnTo>
                  <a:pt x="2245867" y="728599"/>
                </a:lnTo>
                <a:lnTo>
                  <a:pt x="2245867" y="724026"/>
                </a:lnTo>
                <a:close/>
              </a:path>
              <a:path w="4702809" h="1095375">
                <a:moveTo>
                  <a:pt x="1706626" y="504063"/>
                </a:moveTo>
                <a:lnTo>
                  <a:pt x="1706626" y="586613"/>
                </a:lnTo>
                <a:lnTo>
                  <a:pt x="1744727" y="584612"/>
                </a:lnTo>
                <a:lnTo>
                  <a:pt x="1783984" y="583183"/>
                </a:lnTo>
                <a:lnTo>
                  <a:pt x="1824408" y="582326"/>
                </a:lnTo>
                <a:lnTo>
                  <a:pt x="2278634" y="582040"/>
                </a:lnTo>
                <a:lnTo>
                  <a:pt x="2278634" y="508635"/>
                </a:lnTo>
                <a:lnTo>
                  <a:pt x="1866011" y="508635"/>
                </a:lnTo>
                <a:lnTo>
                  <a:pt x="1824408" y="508349"/>
                </a:lnTo>
                <a:lnTo>
                  <a:pt x="1783984" y="507492"/>
                </a:lnTo>
                <a:lnTo>
                  <a:pt x="1744727" y="506063"/>
                </a:lnTo>
                <a:lnTo>
                  <a:pt x="1706626" y="504063"/>
                </a:lnTo>
                <a:close/>
              </a:path>
              <a:path w="4702809" h="1095375">
                <a:moveTo>
                  <a:pt x="2278634" y="582040"/>
                </a:moveTo>
                <a:lnTo>
                  <a:pt x="2119249" y="582040"/>
                </a:lnTo>
                <a:lnTo>
                  <a:pt x="2157350" y="582326"/>
                </a:lnTo>
                <a:lnTo>
                  <a:pt x="2196607" y="583183"/>
                </a:lnTo>
                <a:lnTo>
                  <a:pt x="2237031" y="584612"/>
                </a:lnTo>
                <a:lnTo>
                  <a:pt x="2278634" y="586613"/>
                </a:lnTo>
                <a:lnTo>
                  <a:pt x="2278634" y="582040"/>
                </a:lnTo>
                <a:close/>
              </a:path>
              <a:path w="4702809" h="1095375">
                <a:moveTo>
                  <a:pt x="2278634" y="504063"/>
                </a:moveTo>
                <a:lnTo>
                  <a:pt x="2237031" y="506063"/>
                </a:lnTo>
                <a:lnTo>
                  <a:pt x="2196607" y="507492"/>
                </a:lnTo>
                <a:lnTo>
                  <a:pt x="2157350" y="508349"/>
                </a:lnTo>
                <a:lnTo>
                  <a:pt x="2119249" y="508635"/>
                </a:lnTo>
                <a:lnTo>
                  <a:pt x="2278634" y="508635"/>
                </a:lnTo>
                <a:lnTo>
                  <a:pt x="2278634" y="504063"/>
                </a:lnTo>
                <a:close/>
              </a:path>
              <a:path w="4702809" h="1095375">
                <a:moveTo>
                  <a:pt x="1242440" y="334518"/>
                </a:moveTo>
                <a:lnTo>
                  <a:pt x="1242440" y="421639"/>
                </a:lnTo>
                <a:lnTo>
                  <a:pt x="1274423" y="419619"/>
                </a:lnTo>
                <a:lnTo>
                  <a:pt x="1313989" y="418147"/>
                </a:lnTo>
                <a:lnTo>
                  <a:pt x="1361152" y="417246"/>
                </a:lnTo>
                <a:lnTo>
                  <a:pt x="1650364" y="416940"/>
                </a:lnTo>
                <a:lnTo>
                  <a:pt x="1650364" y="339089"/>
                </a:lnTo>
                <a:lnTo>
                  <a:pt x="1359662" y="339089"/>
                </a:lnTo>
                <a:lnTo>
                  <a:pt x="1338274" y="338786"/>
                </a:lnTo>
                <a:lnTo>
                  <a:pt x="1311624" y="337899"/>
                </a:lnTo>
                <a:lnTo>
                  <a:pt x="1242440" y="334518"/>
                </a:lnTo>
                <a:close/>
              </a:path>
              <a:path w="4702809" h="1095375">
                <a:moveTo>
                  <a:pt x="1650364" y="416940"/>
                </a:moveTo>
                <a:lnTo>
                  <a:pt x="1509776" y="416940"/>
                </a:lnTo>
                <a:lnTo>
                  <a:pt x="1543137" y="417246"/>
                </a:lnTo>
                <a:lnTo>
                  <a:pt x="1577689" y="418147"/>
                </a:lnTo>
                <a:lnTo>
                  <a:pt x="1613431" y="419619"/>
                </a:lnTo>
                <a:lnTo>
                  <a:pt x="1650364" y="421639"/>
                </a:lnTo>
                <a:lnTo>
                  <a:pt x="1650364" y="416940"/>
                </a:lnTo>
                <a:close/>
              </a:path>
              <a:path w="4702809" h="1095375">
                <a:moveTo>
                  <a:pt x="2255139" y="54991"/>
                </a:moveTo>
                <a:lnTo>
                  <a:pt x="1730121" y="54991"/>
                </a:lnTo>
                <a:lnTo>
                  <a:pt x="1732229" y="102997"/>
                </a:lnTo>
                <a:lnTo>
                  <a:pt x="1733661" y="146621"/>
                </a:lnTo>
                <a:lnTo>
                  <a:pt x="1734532" y="189007"/>
                </a:lnTo>
                <a:lnTo>
                  <a:pt x="1734820" y="229108"/>
                </a:lnTo>
                <a:lnTo>
                  <a:pt x="1734532" y="268636"/>
                </a:lnTo>
                <a:lnTo>
                  <a:pt x="1733661" y="309308"/>
                </a:lnTo>
                <a:lnTo>
                  <a:pt x="1732194" y="351123"/>
                </a:lnTo>
                <a:lnTo>
                  <a:pt x="1730121" y="394081"/>
                </a:lnTo>
                <a:lnTo>
                  <a:pt x="2255139" y="394081"/>
                </a:lnTo>
                <a:lnTo>
                  <a:pt x="2253085" y="355123"/>
                </a:lnTo>
                <a:lnTo>
                  <a:pt x="2251662" y="316166"/>
                </a:lnTo>
                <a:lnTo>
                  <a:pt x="2251563" y="311531"/>
                </a:lnTo>
                <a:lnTo>
                  <a:pt x="1819148" y="311531"/>
                </a:lnTo>
                <a:lnTo>
                  <a:pt x="1819148" y="132842"/>
                </a:lnTo>
                <a:lnTo>
                  <a:pt x="2252218" y="132842"/>
                </a:lnTo>
                <a:lnTo>
                  <a:pt x="2253136" y="102997"/>
                </a:lnTo>
                <a:lnTo>
                  <a:pt x="2255139" y="54991"/>
                </a:lnTo>
                <a:close/>
              </a:path>
              <a:path w="4702809" h="1095375">
                <a:moveTo>
                  <a:pt x="1509776" y="132842"/>
                </a:moveTo>
                <a:lnTo>
                  <a:pt x="1425321" y="132842"/>
                </a:lnTo>
                <a:lnTo>
                  <a:pt x="1425321" y="339089"/>
                </a:lnTo>
                <a:lnTo>
                  <a:pt x="1509776" y="339089"/>
                </a:lnTo>
                <a:lnTo>
                  <a:pt x="1509776" y="132842"/>
                </a:lnTo>
                <a:close/>
              </a:path>
              <a:path w="4702809" h="1095375">
                <a:moveTo>
                  <a:pt x="1650364" y="334518"/>
                </a:moveTo>
                <a:lnTo>
                  <a:pt x="1613431" y="336464"/>
                </a:lnTo>
                <a:lnTo>
                  <a:pt x="1577689" y="337899"/>
                </a:lnTo>
                <a:lnTo>
                  <a:pt x="1543137" y="338786"/>
                </a:lnTo>
                <a:lnTo>
                  <a:pt x="1509776" y="339089"/>
                </a:lnTo>
                <a:lnTo>
                  <a:pt x="1650364" y="339089"/>
                </a:lnTo>
                <a:lnTo>
                  <a:pt x="1650364" y="334518"/>
                </a:lnTo>
                <a:close/>
              </a:path>
              <a:path w="4702809" h="1095375">
                <a:moveTo>
                  <a:pt x="2252218" y="132842"/>
                </a:moveTo>
                <a:lnTo>
                  <a:pt x="2152015" y="132842"/>
                </a:lnTo>
                <a:lnTo>
                  <a:pt x="2152015" y="311531"/>
                </a:lnTo>
                <a:lnTo>
                  <a:pt x="2251563" y="311531"/>
                </a:lnTo>
                <a:lnTo>
                  <a:pt x="2250834" y="277209"/>
                </a:lnTo>
                <a:lnTo>
                  <a:pt x="2250566" y="238251"/>
                </a:lnTo>
                <a:lnTo>
                  <a:pt x="2250834" y="195865"/>
                </a:lnTo>
                <a:lnTo>
                  <a:pt x="2251662" y="151193"/>
                </a:lnTo>
                <a:lnTo>
                  <a:pt x="2252218" y="132842"/>
                </a:lnTo>
                <a:close/>
              </a:path>
              <a:path w="4702809" h="1095375">
                <a:moveTo>
                  <a:pt x="1589404" y="0"/>
                </a:moveTo>
                <a:lnTo>
                  <a:pt x="1552299" y="15164"/>
                </a:lnTo>
                <a:lnTo>
                  <a:pt x="1511442" y="29114"/>
                </a:lnTo>
                <a:lnTo>
                  <a:pt x="1466800" y="41683"/>
                </a:lnTo>
                <a:lnTo>
                  <a:pt x="1418336" y="52704"/>
                </a:lnTo>
                <a:lnTo>
                  <a:pt x="1369204" y="62188"/>
                </a:lnTo>
                <a:lnTo>
                  <a:pt x="1322752" y="70373"/>
                </a:lnTo>
                <a:lnTo>
                  <a:pt x="1278943" y="77154"/>
                </a:lnTo>
                <a:lnTo>
                  <a:pt x="1237741" y="82423"/>
                </a:lnTo>
                <a:lnTo>
                  <a:pt x="1246899" y="101036"/>
                </a:lnTo>
                <a:lnTo>
                  <a:pt x="1255379" y="120268"/>
                </a:lnTo>
                <a:lnTo>
                  <a:pt x="1263263" y="140073"/>
                </a:lnTo>
                <a:lnTo>
                  <a:pt x="1270635" y="160400"/>
                </a:lnTo>
                <a:lnTo>
                  <a:pt x="1315450" y="153558"/>
                </a:lnTo>
                <a:lnTo>
                  <a:pt x="1356169" y="146621"/>
                </a:lnTo>
                <a:lnTo>
                  <a:pt x="1392793" y="139684"/>
                </a:lnTo>
                <a:lnTo>
                  <a:pt x="1425321" y="132842"/>
                </a:lnTo>
                <a:lnTo>
                  <a:pt x="1509776" y="132842"/>
                </a:lnTo>
                <a:lnTo>
                  <a:pt x="1509776" y="114553"/>
                </a:lnTo>
                <a:lnTo>
                  <a:pt x="1530397" y="112105"/>
                </a:lnTo>
                <a:lnTo>
                  <a:pt x="1550161" y="109347"/>
                </a:lnTo>
                <a:lnTo>
                  <a:pt x="1569069" y="106302"/>
                </a:lnTo>
                <a:lnTo>
                  <a:pt x="1587119" y="102997"/>
                </a:lnTo>
                <a:lnTo>
                  <a:pt x="1604521" y="100353"/>
                </a:lnTo>
                <a:lnTo>
                  <a:pt x="1621663" y="99091"/>
                </a:lnTo>
                <a:lnTo>
                  <a:pt x="1653833" y="99091"/>
                </a:lnTo>
                <a:lnTo>
                  <a:pt x="1638607" y="79063"/>
                </a:lnTo>
                <a:lnTo>
                  <a:pt x="1622282" y="54975"/>
                </a:lnTo>
                <a:lnTo>
                  <a:pt x="1605932" y="28576"/>
                </a:lnTo>
                <a:lnTo>
                  <a:pt x="1589404" y="0"/>
                </a:lnTo>
                <a:close/>
              </a:path>
              <a:path w="4702809" h="1095375">
                <a:moveTo>
                  <a:pt x="1653833" y="99091"/>
                </a:moveTo>
                <a:lnTo>
                  <a:pt x="1621663" y="99091"/>
                </a:lnTo>
                <a:lnTo>
                  <a:pt x="1638518" y="99210"/>
                </a:lnTo>
                <a:lnTo>
                  <a:pt x="1655064" y="100710"/>
                </a:lnTo>
                <a:lnTo>
                  <a:pt x="1653833" y="99091"/>
                </a:lnTo>
                <a:close/>
              </a:path>
              <a:path w="4702809" h="1095375">
                <a:moveTo>
                  <a:pt x="745508" y="751586"/>
                </a:moveTo>
                <a:lnTo>
                  <a:pt x="661035" y="751586"/>
                </a:lnTo>
                <a:lnTo>
                  <a:pt x="660985" y="788773"/>
                </a:lnTo>
                <a:lnTo>
                  <a:pt x="660859" y="836877"/>
                </a:lnTo>
                <a:lnTo>
                  <a:pt x="660637" y="882141"/>
                </a:lnTo>
                <a:lnTo>
                  <a:pt x="660243" y="929204"/>
                </a:lnTo>
                <a:lnTo>
                  <a:pt x="659550" y="981620"/>
                </a:lnTo>
                <a:lnTo>
                  <a:pt x="658756" y="1021969"/>
                </a:lnTo>
                <a:lnTo>
                  <a:pt x="657602" y="1063355"/>
                </a:lnTo>
                <a:lnTo>
                  <a:pt x="656336" y="1095375"/>
                </a:lnTo>
                <a:lnTo>
                  <a:pt x="750188" y="1095375"/>
                </a:lnTo>
                <a:lnTo>
                  <a:pt x="747911" y="1026540"/>
                </a:lnTo>
                <a:lnTo>
                  <a:pt x="747006" y="980271"/>
                </a:lnTo>
                <a:lnTo>
                  <a:pt x="746339" y="929204"/>
                </a:lnTo>
                <a:lnTo>
                  <a:pt x="745951" y="882141"/>
                </a:lnTo>
                <a:lnTo>
                  <a:pt x="745587" y="808863"/>
                </a:lnTo>
                <a:lnTo>
                  <a:pt x="745508" y="751586"/>
                </a:lnTo>
                <a:close/>
              </a:path>
              <a:path w="4702809" h="1095375">
                <a:moveTo>
                  <a:pt x="254761" y="449072"/>
                </a:moveTo>
                <a:lnTo>
                  <a:pt x="168783" y="449072"/>
                </a:lnTo>
                <a:lnTo>
                  <a:pt x="168783" y="889126"/>
                </a:lnTo>
                <a:lnTo>
                  <a:pt x="166177" y="909756"/>
                </a:lnTo>
                <a:lnTo>
                  <a:pt x="158321" y="930433"/>
                </a:lnTo>
                <a:lnTo>
                  <a:pt x="145155" y="951063"/>
                </a:lnTo>
                <a:lnTo>
                  <a:pt x="126619" y="971550"/>
                </a:lnTo>
                <a:lnTo>
                  <a:pt x="149492" y="985214"/>
                </a:lnTo>
                <a:lnTo>
                  <a:pt x="171116" y="999045"/>
                </a:lnTo>
                <a:lnTo>
                  <a:pt x="191573" y="1012876"/>
                </a:lnTo>
                <a:lnTo>
                  <a:pt x="210947" y="1026540"/>
                </a:lnTo>
                <a:lnTo>
                  <a:pt x="252015" y="965263"/>
                </a:lnTo>
                <a:lnTo>
                  <a:pt x="290702" y="909701"/>
                </a:lnTo>
                <a:lnTo>
                  <a:pt x="331644" y="855233"/>
                </a:lnTo>
                <a:lnTo>
                  <a:pt x="367985" y="811149"/>
                </a:lnTo>
                <a:lnTo>
                  <a:pt x="253237" y="811149"/>
                </a:lnTo>
                <a:lnTo>
                  <a:pt x="253237" y="554482"/>
                </a:lnTo>
                <a:lnTo>
                  <a:pt x="253505" y="508666"/>
                </a:lnTo>
                <a:lnTo>
                  <a:pt x="254333" y="462851"/>
                </a:lnTo>
                <a:lnTo>
                  <a:pt x="254761" y="449072"/>
                </a:lnTo>
                <a:close/>
              </a:path>
              <a:path w="4702809" h="1095375">
                <a:moveTo>
                  <a:pt x="778255" y="650748"/>
                </a:moveTo>
                <a:lnTo>
                  <a:pt x="614172" y="650748"/>
                </a:lnTo>
                <a:lnTo>
                  <a:pt x="589428" y="693241"/>
                </a:lnTo>
                <a:lnTo>
                  <a:pt x="562625" y="733901"/>
                </a:lnTo>
                <a:lnTo>
                  <a:pt x="533465" y="772513"/>
                </a:lnTo>
                <a:lnTo>
                  <a:pt x="501650" y="808863"/>
                </a:lnTo>
                <a:lnTo>
                  <a:pt x="472827" y="836877"/>
                </a:lnTo>
                <a:lnTo>
                  <a:pt x="439316" y="864574"/>
                </a:lnTo>
                <a:lnTo>
                  <a:pt x="401001" y="891789"/>
                </a:lnTo>
                <a:lnTo>
                  <a:pt x="357768" y="918359"/>
                </a:lnTo>
                <a:lnTo>
                  <a:pt x="309499" y="944118"/>
                </a:lnTo>
                <a:lnTo>
                  <a:pt x="329453" y="962622"/>
                </a:lnTo>
                <a:lnTo>
                  <a:pt x="346932" y="981852"/>
                </a:lnTo>
                <a:lnTo>
                  <a:pt x="362076" y="1001678"/>
                </a:lnTo>
                <a:lnTo>
                  <a:pt x="375030" y="1021969"/>
                </a:lnTo>
                <a:lnTo>
                  <a:pt x="421427" y="991699"/>
                </a:lnTo>
                <a:lnTo>
                  <a:pt x="462557" y="962417"/>
                </a:lnTo>
                <a:lnTo>
                  <a:pt x="498548" y="934287"/>
                </a:lnTo>
                <a:lnTo>
                  <a:pt x="529528" y="907473"/>
                </a:lnTo>
                <a:lnTo>
                  <a:pt x="584311" y="850937"/>
                </a:lnTo>
                <a:lnTo>
                  <a:pt x="611282" y="818626"/>
                </a:lnTo>
                <a:lnTo>
                  <a:pt x="636777" y="785433"/>
                </a:lnTo>
                <a:lnTo>
                  <a:pt x="661035" y="751586"/>
                </a:lnTo>
                <a:lnTo>
                  <a:pt x="745508" y="751586"/>
                </a:lnTo>
                <a:lnTo>
                  <a:pt x="745489" y="737870"/>
                </a:lnTo>
                <a:lnTo>
                  <a:pt x="852924" y="737870"/>
                </a:lnTo>
                <a:lnTo>
                  <a:pt x="840713" y="725478"/>
                </a:lnTo>
                <a:lnTo>
                  <a:pt x="809048" y="689460"/>
                </a:lnTo>
                <a:lnTo>
                  <a:pt x="778255" y="650748"/>
                </a:lnTo>
                <a:close/>
              </a:path>
              <a:path w="4702809" h="1095375">
                <a:moveTo>
                  <a:pt x="852924" y="737870"/>
                </a:moveTo>
                <a:lnTo>
                  <a:pt x="745489" y="737870"/>
                </a:lnTo>
                <a:lnTo>
                  <a:pt x="771114" y="774449"/>
                </a:lnTo>
                <a:lnTo>
                  <a:pt x="800560" y="811244"/>
                </a:lnTo>
                <a:lnTo>
                  <a:pt x="834126" y="847990"/>
                </a:lnTo>
                <a:lnTo>
                  <a:pt x="872109" y="884427"/>
                </a:lnTo>
                <a:lnTo>
                  <a:pt x="905822" y="912716"/>
                </a:lnTo>
                <a:lnTo>
                  <a:pt x="942725" y="939407"/>
                </a:lnTo>
                <a:lnTo>
                  <a:pt x="982925" y="964337"/>
                </a:lnTo>
                <a:lnTo>
                  <a:pt x="1026532" y="987340"/>
                </a:lnTo>
                <a:lnTo>
                  <a:pt x="1073658" y="1008252"/>
                </a:lnTo>
                <a:lnTo>
                  <a:pt x="1083964" y="981620"/>
                </a:lnTo>
                <a:lnTo>
                  <a:pt x="1095914" y="956643"/>
                </a:lnTo>
                <a:lnTo>
                  <a:pt x="1109626" y="933404"/>
                </a:lnTo>
                <a:lnTo>
                  <a:pt x="1125220" y="911987"/>
                </a:lnTo>
                <a:lnTo>
                  <a:pt x="1078642" y="894034"/>
                </a:lnTo>
                <a:lnTo>
                  <a:pt x="1032689" y="871782"/>
                </a:lnTo>
                <a:lnTo>
                  <a:pt x="987345" y="845603"/>
                </a:lnTo>
                <a:lnTo>
                  <a:pt x="942339" y="815721"/>
                </a:lnTo>
                <a:lnTo>
                  <a:pt x="907218" y="788773"/>
                </a:lnTo>
                <a:lnTo>
                  <a:pt x="873390" y="758638"/>
                </a:lnTo>
                <a:lnTo>
                  <a:pt x="852924" y="737870"/>
                </a:lnTo>
                <a:close/>
              </a:path>
              <a:path w="4702809" h="1095375">
                <a:moveTo>
                  <a:pt x="314071" y="724026"/>
                </a:moveTo>
                <a:lnTo>
                  <a:pt x="297904" y="746605"/>
                </a:lnTo>
                <a:lnTo>
                  <a:pt x="282463" y="768731"/>
                </a:lnTo>
                <a:lnTo>
                  <a:pt x="253237" y="811149"/>
                </a:lnTo>
                <a:lnTo>
                  <a:pt x="367985" y="811149"/>
                </a:lnTo>
                <a:lnTo>
                  <a:pt x="379729" y="797433"/>
                </a:lnTo>
                <a:lnTo>
                  <a:pt x="361541" y="782587"/>
                </a:lnTo>
                <a:lnTo>
                  <a:pt x="344614" y="765349"/>
                </a:lnTo>
                <a:lnTo>
                  <a:pt x="328830" y="745801"/>
                </a:lnTo>
                <a:lnTo>
                  <a:pt x="314071" y="724026"/>
                </a:lnTo>
                <a:close/>
              </a:path>
              <a:path w="4702809" h="1095375">
                <a:moveTo>
                  <a:pt x="332866" y="572770"/>
                </a:moveTo>
                <a:lnTo>
                  <a:pt x="332866" y="655320"/>
                </a:lnTo>
                <a:lnTo>
                  <a:pt x="357611" y="653923"/>
                </a:lnTo>
                <a:lnTo>
                  <a:pt x="391207" y="652779"/>
                </a:lnTo>
                <a:lnTo>
                  <a:pt x="545136" y="650875"/>
                </a:lnTo>
                <a:lnTo>
                  <a:pt x="1087754" y="650748"/>
                </a:lnTo>
                <a:lnTo>
                  <a:pt x="1087754" y="577469"/>
                </a:lnTo>
                <a:lnTo>
                  <a:pt x="661035" y="577469"/>
                </a:lnTo>
                <a:lnTo>
                  <a:pt x="443087" y="576262"/>
                </a:lnTo>
                <a:lnTo>
                  <a:pt x="394382" y="575342"/>
                </a:lnTo>
                <a:lnTo>
                  <a:pt x="357643" y="574176"/>
                </a:lnTo>
                <a:lnTo>
                  <a:pt x="332866" y="572770"/>
                </a:lnTo>
                <a:close/>
              </a:path>
              <a:path w="4702809" h="1095375">
                <a:moveTo>
                  <a:pt x="1087754" y="650748"/>
                </a:moveTo>
                <a:lnTo>
                  <a:pt x="778255" y="650748"/>
                </a:lnTo>
                <a:lnTo>
                  <a:pt x="855906" y="650874"/>
                </a:lnTo>
                <a:lnTo>
                  <a:pt x="1026282" y="652779"/>
                </a:lnTo>
                <a:lnTo>
                  <a:pt x="1062227" y="653923"/>
                </a:lnTo>
                <a:lnTo>
                  <a:pt x="1087754" y="655320"/>
                </a:lnTo>
                <a:lnTo>
                  <a:pt x="1087754" y="650748"/>
                </a:lnTo>
                <a:close/>
              </a:path>
              <a:path w="4702809" h="1095375">
                <a:moveTo>
                  <a:pt x="745489" y="485775"/>
                </a:moveTo>
                <a:lnTo>
                  <a:pt x="661035" y="485775"/>
                </a:lnTo>
                <a:lnTo>
                  <a:pt x="661035" y="577469"/>
                </a:lnTo>
                <a:lnTo>
                  <a:pt x="745489" y="577469"/>
                </a:lnTo>
                <a:lnTo>
                  <a:pt x="745489" y="485775"/>
                </a:lnTo>
                <a:close/>
              </a:path>
              <a:path w="4702809" h="1095375">
                <a:moveTo>
                  <a:pt x="1087754" y="572770"/>
                </a:moveTo>
                <a:lnTo>
                  <a:pt x="1067002" y="573990"/>
                </a:lnTo>
                <a:lnTo>
                  <a:pt x="1036862" y="575034"/>
                </a:lnTo>
                <a:lnTo>
                  <a:pt x="997338" y="575899"/>
                </a:lnTo>
                <a:lnTo>
                  <a:pt x="745489" y="577469"/>
                </a:lnTo>
                <a:lnTo>
                  <a:pt x="1087754" y="577469"/>
                </a:lnTo>
                <a:lnTo>
                  <a:pt x="1087754" y="572770"/>
                </a:lnTo>
                <a:close/>
              </a:path>
              <a:path w="4702809" h="1095375">
                <a:moveTo>
                  <a:pt x="998601" y="27431"/>
                </a:moveTo>
                <a:lnTo>
                  <a:pt x="407924" y="27431"/>
                </a:lnTo>
                <a:lnTo>
                  <a:pt x="409997" y="74124"/>
                </a:lnTo>
                <a:lnTo>
                  <a:pt x="411464" y="127126"/>
                </a:lnTo>
                <a:lnTo>
                  <a:pt x="412335" y="186416"/>
                </a:lnTo>
                <a:lnTo>
                  <a:pt x="412502" y="224520"/>
                </a:lnTo>
                <a:lnTo>
                  <a:pt x="412606" y="256539"/>
                </a:lnTo>
                <a:lnTo>
                  <a:pt x="412439" y="303874"/>
                </a:lnTo>
                <a:lnTo>
                  <a:pt x="411883" y="353214"/>
                </a:lnTo>
                <a:lnTo>
                  <a:pt x="410949" y="399981"/>
                </a:lnTo>
                <a:lnTo>
                  <a:pt x="409631" y="444170"/>
                </a:lnTo>
                <a:lnTo>
                  <a:pt x="407924" y="485775"/>
                </a:lnTo>
                <a:lnTo>
                  <a:pt x="998601" y="485775"/>
                </a:lnTo>
                <a:lnTo>
                  <a:pt x="996547" y="447958"/>
                </a:lnTo>
                <a:lnTo>
                  <a:pt x="995387" y="407797"/>
                </a:lnTo>
                <a:lnTo>
                  <a:pt x="501650" y="407797"/>
                </a:lnTo>
                <a:lnTo>
                  <a:pt x="501650" y="288671"/>
                </a:lnTo>
                <a:lnTo>
                  <a:pt x="994113" y="288671"/>
                </a:lnTo>
                <a:lnTo>
                  <a:pt x="994173" y="215391"/>
                </a:lnTo>
                <a:lnTo>
                  <a:pt x="501650" y="215391"/>
                </a:lnTo>
                <a:lnTo>
                  <a:pt x="501650" y="100710"/>
                </a:lnTo>
                <a:lnTo>
                  <a:pt x="995757" y="100710"/>
                </a:lnTo>
                <a:lnTo>
                  <a:pt x="996906" y="63366"/>
                </a:lnTo>
                <a:lnTo>
                  <a:pt x="998601" y="27431"/>
                </a:lnTo>
                <a:close/>
              </a:path>
              <a:path w="4702809" h="1095375">
                <a:moveTo>
                  <a:pt x="0" y="366649"/>
                </a:moveTo>
                <a:lnTo>
                  <a:pt x="0" y="453644"/>
                </a:lnTo>
                <a:lnTo>
                  <a:pt x="67945" y="450214"/>
                </a:lnTo>
                <a:lnTo>
                  <a:pt x="100250" y="449357"/>
                </a:lnTo>
                <a:lnTo>
                  <a:pt x="115933" y="449143"/>
                </a:lnTo>
                <a:lnTo>
                  <a:pt x="254761" y="449072"/>
                </a:lnTo>
                <a:lnTo>
                  <a:pt x="255756" y="417036"/>
                </a:lnTo>
                <a:lnTo>
                  <a:pt x="257810" y="371221"/>
                </a:lnTo>
                <a:lnTo>
                  <a:pt x="114861" y="371131"/>
                </a:lnTo>
                <a:lnTo>
                  <a:pt x="65659" y="370077"/>
                </a:lnTo>
                <a:lnTo>
                  <a:pt x="0" y="366649"/>
                </a:lnTo>
                <a:close/>
              </a:path>
              <a:path w="4702809" h="1095375">
                <a:moveTo>
                  <a:pt x="745489" y="288671"/>
                </a:moveTo>
                <a:lnTo>
                  <a:pt x="661035" y="288671"/>
                </a:lnTo>
                <a:lnTo>
                  <a:pt x="661035" y="407797"/>
                </a:lnTo>
                <a:lnTo>
                  <a:pt x="745489" y="407797"/>
                </a:lnTo>
                <a:lnTo>
                  <a:pt x="745489" y="288671"/>
                </a:lnTo>
                <a:close/>
              </a:path>
              <a:path w="4702809" h="1095375">
                <a:moveTo>
                  <a:pt x="994113" y="288671"/>
                </a:moveTo>
                <a:lnTo>
                  <a:pt x="904875" y="288671"/>
                </a:lnTo>
                <a:lnTo>
                  <a:pt x="904875" y="407797"/>
                </a:lnTo>
                <a:lnTo>
                  <a:pt x="995387" y="407797"/>
                </a:lnTo>
                <a:lnTo>
                  <a:pt x="995124" y="398700"/>
                </a:lnTo>
                <a:lnTo>
                  <a:pt x="994296" y="337988"/>
                </a:lnTo>
                <a:lnTo>
                  <a:pt x="994113" y="288671"/>
                </a:lnTo>
                <a:close/>
              </a:path>
              <a:path w="4702809" h="1095375">
                <a:moveTo>
                  <a:pt x="187578" y="27431"/>
                </a:moveTo>
                <a:lnTo>
                  <a:pt x="169918" y="39435"/>
                </a:lnTo>
                <a:lnTo>
                  <a:pt x="150018" y="52689"/>
                </a:lnTo>
                <a:lnTo>
                  <a:pt x="127785" y="67061"/>
                </a:lnTo>
                <a:lnTo>
                  <a:pt x="103124" y="82423"/>
                </a:lnTo>
                <a:lnTo>
                  <a:pt x="129581" y="112129"/>
                </a:lnTo>
                <a:lnTo>
                  <a:pt x="156956" y="151193"/>
                </a:lnTo>
                <a:lnTo>
                  <a:pt x="185545" y="199401"/>
                </a:lnTo>
                <a:lnTo>
                  <a:pt x="215646" y="256539"/>
                </a:lnTo>
                <a:lnTo>
                  <a:pt x="238881" y="239464"/>
                </a:lnTo>
                <a:lnTo>
                  <a:pt x="261413" y="224520"/>
                </a:lnTo>
                <a:lnTo>
                  <a:pt x="283350" y="211837"/>
                </a:lnTo>
                <a:lnTo>
                  <a:pt x="304800" y="201549"/>
                </a:lnTo>
                <a:lnTo>
                  <a:pt x="283340" y="166627"/>
                </a:lnTo>
                <a:lnTo>
                  <a:pt x="256857" y="125825"/>
                </a:lnTo>
                <a:lnTo>
                  <a:pt x="225040" y="79355"/>
                </a:lnTo>
                <a:lnTo>
                  <a:pt x="187578" y="27431"/>
                </a:lnTo>
                <a:close/>
              </a:path>
              <a:path w="4702809" h="1095375">
                <a:moveTo>
                  <a:pt x="745489" y="100710"/>
                </a:moveTo>
                <a:lnTo>
                  <a:pt x="661035" y="100710"/>
                </a:lnTo>
                <a:lnTo>
                  <a:pt x="661035" y="215391"/>
                </a:lnTo>
                <a:lnTo>
                  <a:pt x="745489" y="215391"/>
                </a:lnTo>
                <a:lnTo>
                  <a:pt x="745489" y="100710"/>
                </a:lnTo>
                <a:close/>
              </a:path>
              <a:path w="4702809" h="1095375">
                <a:moveTo>
                  <a:pt x="995757" y="100710"/>
                </a:moveTo>
                <a:lnTo>
                  <a:pt x="904875" y="100710"/>
                </a:lnTo>
                <a:lnTo>
                  <a:pt x="904875" y="215391"/>
                </a:lnTo>
                <a:lnTo>
                  <a:pt x="994173" y="215391"/>
                </a:lnTo>
                <a:lnTo>
                  <a:pt x="994268" y="199401"/>
                </a:lnTo>
                <a:lnTo>
                  <a:pt x="994723" y="152860"/>
                </a:lnTo>
                <a:lnTo>
                  <a:pt x="995620" y="105178"/>
                </a:lnTo>
                <a:lnTo>
                  <a:pt x="995757" y="100710"/>
                </a:lnTo>
                <a:close/>
              </a:path>
            </a:pathLst>
          </a:custGeom>
          <a:solidFill>
            <a:srgbClr val="FFFF00"/>
          </a:solidFill>
        </p:spPr>
        <p:txBody>
          <a:bodyPr wrap="square" lIns="0" tIns="0" rIns="0" bIns="0" rtlCol="0"/>
          <a:lstStyle/>
          <a:p>
            <a:endParaRPr/>
          </a:p>
        </p:txBody>
      </p:sp>
      <p:sp>
        <p:nvSpPr>
          <p:cNvPr id="4" name="object 4"/>
          <p:cNvSpPr/>
          <p:nvPr/>
        </p:nvSpPr>
        <p:spPr>
          <a:xfrm>
            <a:off x="7143877" y="920114"/>
            <a:ext cx="483234" cy="298450"/>
          </a:xfrm>
          <a:custGeom>
            <a:avLst/>
            <a:gdLst/>
            <a:ahLst/>
            <a:cxnLst/>
            <a:rect l="l" t="t" r="r" b="b"/>
            <a:pathLst>
              <a:path w="483234" h="298450">
                <a:moveTo>
                  <a:pt x="464057" y="0"/>
                </a:moveTo>
                <a:lnTo>
                  <a:pt x="468834" y="20310"/>
                </a:lnTo>
                <a:lnTo>
                  <a:pt x="473503" y="40084"/>
                </a:lnTo>
                <a:lnTo>
                  <a:pt x="478149" y="59310"/>
                </a:lnTo>
                <a:lnTo>
                  <a:pt x="482853" y="77977"/>
                </a:lnTo>
                <a:lnTo>
                  <a:pt x="439275" y="103000"/>
                </a:lnTo>
                <a:lnTo>
                  <a:pt x="393207" y="128333"/>
                </a:lnTo>
                <a:lnTo>
                  <a:pt x="344497" y="153666"/>
                </a:lnTo>
                <a:lnTo>
                  <a:pt x="292989" y="178688"/>
                </a:lnTo>
                <a:lnTo>
                  <a:pt x="250254" y="199479"/>
                </a:lnTo>
                <a:lnTo>
                  <a:pt x="206714" y="221964"/>
                </a:lnTo>
                <a:lnTo>
                  <a:pt x="162266" y="245979"/>
                </a:lnTo>
                <a:lnTo>
                  <a:pt x="116806" y="271360"/>
                </a:lnTo>
                <a:lnTo>
                  <a:pt x="70230" y="297942"/>
                </a:lnTo>
                <a:lnTo>
                  <a:pt x="55203" y="273292"/>
                </a:lnTo>
                <a:lnTo>
                  <a:pt x="38592" y="249713"/>
                </a:lnTo>
                <a:lnTo>
                  <a:pt x="20242" y="227326"/>
                </a:lnTo>
                <a:lnTo>
                  <a:pt x="0" y="206248"/>
                </a:lnTo>
                <a:lnTo>
                  <a:pt x="48963" y="190876"/>
                </a:lnTo>
                <a:lnTo>
                  <a:pt x="95800" y="174799"/>
                </a:lnTo>
                <a:lnTo>
                  <a:pt x="140541" y="158114"/>
                </a:lnTo>
                <a:lnTo>
                  <a:pt x="183218" y="140922"/>
                </a:lnTo>
                <a:lnTo>
                  <a:pt x="223863" y="123321"/>
                </a:lnTo>
                <a:lnTo>
                  <a:pt x="262508" y="105410"/>
                </a:lnTo>
                <a:lnTo>
                  <a:pt x="317378" y="78384"/>
                </a:lnTo>
                <a:lnTo>
                  <a:pt x="369141" y="51609"/>
                </a:lnTo>
                <a:lnTo>
                  <a:pt x="417974" y="25382"/>
                </a:lnTo>
                <a:lnTo>
                  <a:pt x="464057" y="0"/>
                </a:lnTo>
                <a:close/>
              </a:path>
            </a:pathLst>
          </a:custGeom>
          <a:ln w="19812">
            <a:solidFill>
              <a:srgbClr val="FF0000"/>
            </a:solidFill>
          </a:ln>
        </p:spPr>
        <p:txBody>
          <a:bodyPr wrap="square" lIns="0" tIns="0" rIns="0" bIns="0" rtlCol="0"/>
          <a:lstStyle/>
          <a:p>
            <a:endParaRPr/>
          </a:p>
        </p:txBody>
      </p:sp>
      <p:sp>
        <p:nvSpPr>
          <p:cNvPr id="5" name="object 5"/>
          <p:cNvSpPr/>
          <p:nvPr/>
        </p:nvSpPr>
        <p:spPr>
          <a:xfrm>
            <a:off x="6182614" y="910971"/>
            <a:ext cx="609600" cy="215900"/>
          </a:xfrm>
          <a:custGeom>
            <a:avLst/>
            <a:gdLst/>
            <a:ahLst/>
            <a:cxnLst/>
            <a:rect l="l" t="t" r="r" b="b"/>
            <a:pathLst>
              <a:path w="609600" h="215900">
                <a:moveTo>
                  <a:pt x="0" y="0"/>
                </a:moveTo>
                <a:lnTo>
                  <a:pt x="0" y="53836"/>
                </a:lnTo>
                <a:lnTo>
                  <a:pt x="0" y="107695"/>
                </a:lnTo>
                <a:lnTo>
                  <a:pt x="0" y="161555"/>
                </a:lnTo>
                <a:lnTo>
                  <a:pt x="0" y="215391"/>
                </a:lnTo>
                <a:lnTo>
                  <a:pt x="50800" y="215391"/>
                </a:lnTo>
                <a:lnTo>
                  <a:pt x="609600" y="215391"/>
                </a:lnTo>
                <a:lnTo>
                  <a:pt x="609600" y="161555"/>
                </a:lnTo>
                <a:lnTo>
                  <a:pt x="609600" y="107696"/>
                </a:lnTo>
                <a:lnTo>
                  <a:pt x="609600" y="53836"/>
                </a:lnTo>
                <a:lnTo>
                  <a:pt x="609600" y="0"/>
                </a:lnTo>
                <a:lnTo>
                  <a:pt x="558800" y="0"/>
                </a:lnTo>
                <a:lnTo>
                  <a:pt x="50800" y="0"/>
                </a:lnTo>
                <a:lnTo>
                  <a:pt x="0" y="0"/>
                </a:lnTo>
                <a:close/>
              </a:path>
            </a:pathLst>
          </a:custGeom>
          <a:ln w="19811">
            <a:solidFill>
              <a:srgbClr val="FF0000"/>
            </a:solidFill>
          </a:ln>
        </p:spPr>
        <p:txBody>
          <a:bodyPr wrap="square" lIns="0" tIns="0" rIns="0" bIns="0" rtlCol="0"/>
          <a:lstStyle/>
          <a:p>
            <a:endParaRPr/>
          </a:p>
        </p:txBody>
      </p:sp>
      <p:sp>
        <p:nvSpPr>
          <p:cNvPr id="6" name="object 6"/>
          <p:cNvSpPr/>
          <p:nvPr/>
        </p:nvSpPr>
        <p:spPr>
          <a:xfrm>
            <a:off x="7260970" y="764286"/>
            <a:ext cx="234950" cy="210820"/>
          </a:xfrm>
          <a:custGeom>
            <a:avLst/>
            <a:gdLst/>
            <a:ahLst/>
            <a:cxnLst/>
            <a:rect l="l" t="t" r="r" b="b"/>
            <a:pathLst>
              <a:path w="234950" h="210819">
                <a:moveTo>
                  <a:pt x="51688" y="0"/>
                </a:moveTo>
                <a:lnTo>
                  <a:pt x="95128" y="31836"/>
                </a:lnTo>
                <a:lnTo>
                  <a:pt x="135000" y="62148"/>
                </a:lnTo>
                <a:lnTo>
                  <a:pt x="171429" y="90754"/>
                </a:lnTo>
                <a:lnTo>
                  <a:pt x="204536" y="117469"/>
                </a:lnTo>
                <a:lnTo>
                  <a:pt x="234442" y="142112"/>
                </a:lnTo>
                <a:lnTo>
                  <a:pt x="220059" y="156670"/>
                </a:lnTo>
                <a:lnTo>
                  <a:pt x="205200" y="173037"/>
                </a:lnTo>
                <a:lnTo>
                  <a:pt x="189722" y="191119"/>
                </a:lnTo>
                <a:lnTo>
                  <a:pt x="173481" y="210819"/>
                </a:lnTo>
                <a:lnTo>
                  <a:pt x="129051" y="169201"/>
                </a:lnTo>
                <a:lnTo>
                  <a:pt x="85502" y="130667"/>
                </a:lnTo>
                <a:lnTo>
                  <a:pt x="42572" y="95537"/>
                </a:lnTo>
                <a:lnTo>
                  <a:pt x="0" y="64135"/>
                </a:lnTo>
                <a:lnTo>
                  <a:pt x="13880" y="49863"/>
                </a:lnTo>
                <a:lnTo>
                  <a:pt x="27035" y="34353"/>
                </a:lnTo>
                <a:lnTo>
                  <a:pt x="39594" y="17700"/>
                </a:lnTo>
                <a:lnTo>
                  <a:pt x="51688" y="0"/>
                </a:lnTo>
                <a:close/>
              </a:path>
            </a:pathLst>
          </a:custGeom>
          <a:ln w="19812">
            <a:solidFill>
              <a:srgbClr val="FF0000"/>
            </a:solidFill>
          </a:ln>
        </p:spPr>
        <p:txBody>
          <a:bodyPr wrap="square" lIns="0" tIns="0" rIns="0" bIns="0" rtlCol="0"/>
          <a:lstStyle/>
          <a:p>
            <a:endParaRPr/>
          </a:p>
        </p:txBody>
      </p:sp>
      <p:sp>
        <p:nvSpPr>
          <p:cNvPr id="7" name="object 7"/>
          <p:cNvSpPr/>
          <p:nvPr/>
        </p:nvSpPr>
        <p:spPr>
          <a:xfrm>
            <a:off x="5047996" y="741426"/>
            <a:ext cx="168910" cy="215900"/>
          </a:xfrm>
          <a:custGeom>
            <a:avLst/>
            <a:gdLst/>
            <a:ahLst/>
            <a:cxnLst/>
            <a:rect l="l" t="t" r="r" b="b"/>
            <a:pathLst>
              <a:path w="168910" h="215900">
                <a:moveTo>
                  <a:pt x="70357" y="0"/>
                </a:moveTo>
                <a:lnTo>
                  <a:pt x="94220" y="35688"/>
                </a:lnTo>
                <a:lnTo>
                  <a:pt x="118379" y="74437"/>
                </a:lnTo>
                <a:lnTo>
                  <a:pt x="143134" y="116068"/>
                </a:lnTo>
                <a:lnTo>
                  <a:pt x="168782" y="160400"/>
                </a:lnTo>
                <a:lnTo>
                  <a:pt x="153574" y="170689"/>
                </a:lnTo>
                <a:lnTo>
                  <a:pt x="136080" y="183372"/>
                </a:lnTo>
                <a:lnTo>
                  <a:pt x="116204" y="198316"/>
                </a:lnTo>
                <a:lnTo>
                  <a:pt x="93852" y="215391"/>
                </a:lnTo>
                <a:lnTo>
                  <a:pt x="70205" y="167290"/>
                </a:lnTo>
                <a:lnTo>
                  <a:pt x="46878" y="123666"/>
                </a:lnTo>
                <a:lnTo>
                  <a:pt x="23576" y="84661"/>
                </a:lnTo>
                <a:lnTo>
                  <a:pt x="0" y="50419"/>
                </a:lnTo>
                <a:lnTo>
                  <a:pt x="14993" y="38701"/>
                </a:lnTo>
                <a:lnTo>
                  <a:pt x="31654" y="26304"/>
                </a:lnTo>
                <a:lnTo>
                  <a:pt x="50077" y="13360"/>
                </a:lnTo>
                <a:lnTo>
                  <a:pt x="70357" y="0"/>
                </a:lnTo>
                <a:close/>
              </a:path>
            </a:pathLst>
          </a:custGeom>
          <a:ln w="19812">
            <a:solidFill>
              <a:srgbClr val="FF0000"/>
            </a:solidFill>
          </a:ln>
        </p:spPr>
        <p:txBody>
          <a:bodyPr wrap="square" lIns="0" tIns="0" rIns="0" bIns="0" rtlCol="0"/>
          <a:lstStyle/>
          <a:p>
            <a:endParaRPr/>
          </a:p>
        </p:txBody>
      </p:sp>
      <p:sp>
        <p:nvSpPr>
          <p:cNvPr id="8" name="object 8"/>
          <p:cNvSpPr/>
          <p:nvPr/>
        </p:nvSpPr>
        <p:spPr>
          <a:xfrm>
            <a:off x="5174615" y="718438"/>
            <a:ext cx="670560" cy="550545"/>
          </a:xfrm>
          <a:custGeom>
            <a:avLst/>
            <a:gdLst/>
            <a:ahLst/>
            <a:cxnLst/>
            <a:rect l="l" t="t" r="r" b="b"/>
            <a:pathLst>
              <a:path w="670560" h="550544">
                <a:moveTo>
                  <a:pt x="56261" y="0"/>
                </a:moveTo>
                <a:lnTo>
                  <a:pt x="94362" y="2000"/>
                </a:lnTo>
                <a:lnTo>
                  <a:pt x="133619" y="3429"/>
                </a:lnTo>
                <a:lnTo>
                  <a:pt x="174043" y="4286"/>
                </a:lnTo>
                <a:lnTo>
                  <a:pt x="215646" y="4572"/>
                </a:lnTo>
                <a:lnTo>
                  <a:pt x="266305" y="4572"/>
                </a:lnTo>
                <a:lnTo>
                  <a:pt x="316947" y="4572"/>
                </a:lnTo>
                <a:lnTo>
                  <a:pt x="367582" y="4572"/>
                </a:lnTo>
                <a:lnTo>
                  <a:pt x="418224" y="4572"/>
                </a:lnTo>
                <a:lnTo>
                  <a:pt x="468884" y="4572"/>
                </a:lnTo>
                <a:lnTo>
                  <a:pt x="506985" y="4286"/>
                </a:lnTo>
                <a:lnTo>
                  <a:pt x="546242" y="3429"/>
                </a:lnTo>
                <a:lnTo>
                  <a:pt x="586666" y="2000"/>
                </a:lnTo>
                <a:lnTo>
                  <a:pt x="628269" y="0"/>
                </a:lnTo>
                <a:lnTo>
                  <a:pt x="628269" y="20649"/>
                </a:lnTo>
                <a:lnTo>
                  <a:pt x="628269" y="41275"/>
                </a:lnTo>
                <a:lnTo>
                  <a:pt x="628269" y="61900"/>
                </a:lnTo>
                <a:lnTo>
                  <a:pt x="628269" y="82550"/>
                </a:lnTo>
                <a:lnTo>
                  <a:pt x="586666" y="80549"/>
                </a:lnTo>
                <a:lnTo>
                  <a:pt x="546242" y="79120"/>
                </a:lnTo>
                <a:lnTo>
                  <a:pt x="506985" y="78263"/>
                </a:lnTo>
                <a:lnTo>
                  <a:pt x="468884" y="77977"/>
                </a:lnTo>
                <a:lnTo>
                  <a:pt x="446595" y="77977"/>
                </a:lnTo>
                <a:lnTo>
                  <a:pt x="424307" y="77977"/>
                </a:lnTo>
                <a:lnTo>
                  <a:pt x="402018" y="77977"/>
                </a:lnTo>
                <a:lnTo>
                  <a:pt x="379730" y="77977"/>
                </a:lnTo>
                <a:lnTo>
                  <a:pt x="379730" y="114647"/>
                </a:lnTo>
                <a:lnTo>
                  <a:pt x="379730" y="151304"/>
                </a:lnTo>
                <a:lnTo>
                  <a:pt x="379730" y="187938"/>
                </a:lnTo>
                <a:lnTo>
                  <a:pt x="379730" y="224536"/>
                </a:lnTo>
                <a:lnTo>
                  <a:pt x="392664" y="224536"/>
                </a:lnTo>
                <a:lnTo>
                  <a:pt x="405574" y="224536"/>
                </a:lnTo>
                <a:lnTo>
                  <a:pt x="418484" y="224536"/>
                </a:lnTo>
                <a:lnTo>
                  <a:pt x="431419" y="224536"/>
                </a:lnTo>
                <a:lnTo>
                  <a:pt x="468022" y="224250"/>
                </a:lnTo>
                <a:lnTo>
                  <a:pt x="507555" y="223393"/>
                </a:lnTo>
                <a:lnTo>
                  <a:pt x="550040" y="221964"/>
                </a:lnTo>
                <a:lnTo>
                  <a:pt x="595502" y="219963"/>
                </a:lnTo>
                <a:lnTo>
                  <a:pt x="595502" y="241756"/>
                </a:lnTo>
                <a:lnTo>
                  <a:pt x="595502" y="263525"/>
                </a:lnTo>
                <a:lnTo>
                  <a:pt x="595502" y="285293"/>
                </a:lnTo>
                <a:lnTo>
                  <a:pt x="595502" y="307086"/>
                </a:lnTo>
                <a:lnTo>
                  <a:pt x="550920" y="305085"/>
                </a:lnTo>
                <a:lnTo>
                  <a:pt x="511063" y="303656"/>
                </a:lnTo>
                <a:lnTo>
                  <a:pt x="475898" y="302799"/>
                </a:lnTo>
                <a:lnTo>
                  <a:pt x="445388" y="302513"/>
                </a:lnTo>
                <a:lnTo>
                  <a:pt x="429004" y="302513"/>
                </a:lnTo>
                <a:lnTo>
                  <a:pt x="412607" y="302513"/>
                </a:lnTo>
                <a:lnTo>
                  <a:pt x="396186" y="302513"/>
                </a:lnTo>
                <a:lnTo>
                  <a:pt x="379730" y="302513"/>
                </a:lnTo>
                <a:lnTo>
                  <a:pt x="379730" y="342614"/>
                </a:lnTo>
                <a:lnTo>
                  <a:pt x="379730" y="382714"/>
                </a:lnTo>
                <a:lnTo>
                  <a:pt x="379730" y="422814"/>
                </a:lnTo>
                <a:lnTo>
                  <a:pt x="379730" y="462914"/>
                </a:lnTo>
                <a:lnTo>
                  <a:pt x="407902" y="462914"/>
                </a:lnTo>
                <a:lnTo>
                  <a:pt x="436038" y="462914"/>
                </a:lnTo>
                <a:lnTo>
                  <a:pt x="464151" y="462914"/>
                </a:lnTo>
                <a:lnTo>
                  <a:pt x="492251" y="462914"/>
                </a:lnTo>
                <a:lnTo>
                  <a:pt x="535041" y="462629"/>
                </a:lnTo>
                <a:lnTo>
                  <a:pt x="579008" y="461772"/>
                </a:lnTo>
                <a:lnTo>
                  <a:pt x="624143" y="460343"/>
                </a:lnTo>
                <a:lnTo>
                  <a:pt x="670433" y="458343"/>
                </a:lnTo>
                <a:lnTo>
                  <a:pt x="670433" y="480135"/>
                </a:lnTo>
                <a:lnTo>
                  <a:pt x="670433" y="501904"/>
                </a:lnTo>
                <a:lnTo>
                  <a:pt x="670433" y="523672"/>
                </a:lnTo>
                <a:lnTo>
                  <a:pt x="670433" y="545464"/>
                </a:lnTo>
                <a:lnTo>
                  <a:pt x="631162" y="543464"/>
                </a:lnTo>
                <a:lnTo>
                  <a:pt x="588390" y="542036"/>
                </a:lnTo>
                <a:lnTo>
                  <a:pt x="542095" y="541178"/>
                </a:lnTo>
                <a:lnTo>
                  <a:pt x="492251" y="540893"/>
                </a:lnTo>
                <a:lnTo>
                  <a:pt x="439918" y="540893"/>
                </a:lnTo>
                <a:lnTo>
                  <a:pt x="387571" y="540893"/>
                </a:lnTo>
                <a:lnTo>
                  <a:pt x="335216" y="540893"/>
                </a:lnTo>
                <a:lnTo>
                  <a:pt x="282861" y="540893"/>
                </a:lnTo>
                <a:lnTo>
                  <a:pt x="230514" y="540893"/>
                </a:lnTo>
                <a:lnTo>
                  <a:pt x="178181" y="540893"/>
                </a:lnTo>
                <a:lnTo>
                  <a:pt x="128337" y="541482"/>
                </a:lnTo>
                <a:lnTo>
                  <a:pt x="82042" y="543226"/>
                </a:lnTo>
                <a:lnTo>
                  <a:pt x="39270" y="546090"/>
                </a:lnTo>
                <a:lnTo>
                  <a:pt x="0" y="550037"/>
                </a:lnTo>
                <a:lnTo>
                  <a:pt x="0" y="527101"/>
                </a:lnTo>
                <a:lnTo>
                  <a:pt x="0" y="504190"/>
                </a:lnTo>
                <a:lnTo>
                  <a:pt x="0" y="481278"/>
                </a:lnTo>
                <a:lnTo>
                  <a:pt x="0" y="458343"/>
                </a:lnTo>
                <a:lnTo>
                  <a:pt x="39270" y="460343"/>
                </a:lnTo>
                <a:lnTo>
                  <a:pt x="82042" y="461772"/>
                </a:lnTo>
                <a:lnTo>
                  <a:pt x="128337" y="462629"/>
                </a:lnTo>
                <a:lnTo>
                  <a:pt x="178181" y="462914"/>
                </a:lnTo>
                <a:lnTo>
                  <a:pt x="206299" y="462914"/>
                </a:lnTo>
                <a:lnTo>
                  <a:pt x="234442" y="462914"/>
                </a:lnTo>
                <a:lnTo>
                  <a:pt x="262584" y="462914"/>
                </a:lnTo>
                <a:lnTo>
                  <a:pt x="290702" y="462914"/>
                </a:lnTo>
                <a:lnTo>
                  <a:pt x="290702" y="422814"/>
                </a:lnTo>
                <a:lnTo>
                  <a:pt x="290702" y="382714"/>
                </a:lnTo>
                <a:lnTo>
                  <a:pt x="290702" y="342614"/>
                </a:lnTo>
                <a:lnTo>
                  <a:pt x="290702" y="302513"/>
                </a:lnTo>
                <a:lnTo>
                  <a:pt x="274300" y="302513"/>
                </a:lnTo>
                <a:lnTo>
                  <a:pt x="257873" y="302513"/>
                </a:lnTo>
                <a:lnTo>
                  <a:pt x="241446" y="302513"/>
                </a:lnTo>
                <a:lnTo>
                  <a:pt x="225044" y="302513"/>
                </a:lnTo>
                <a:lnTo>
                  <a:pt x="188110" y="303103"/>
                </a:lnTo>
                <a:lnTo>
                  <a:pt x="152368" y="304847"/>
                </a:lnTo>
                <a:lnTo>
                  <a:pt x="117816" y="307711"/>
                </a:lnTo>
                <a:lnTo>
                  <a:pt x="84455" y="311658"/>
                </a:lnTo>
                <a:lnTo>
                  <a:pt x="84455" y="288776"/>
                </a:lnTo>
                <a:lnTo>
                  <a:pt x="84455" y="265858"/>
                </a:lnTo>
                <a:lnTo>
                  <a:pt x="84455" y="242917"/>
                </a:lnTo>
                <a:lnTo>
                  <a:pt x="84455" y="219963"/>
                </a:lnTo>
                <a:lnTo>
                  <a:pt x="117816" y="221964"/>
                </a:lnTo>
                <a:lnTo>
                  <a:pt x="152368" y="223393"/>
                </a:lnTo>
                <a:lnTo>
                  <a:pt x="188110" y="224250"/>
                </a:lnTo>
                <a:lnTo>
                  <a:pt x="225044" y="224536"/>
                </a:lnTo>
                <a:lnTo>
                  <a:pt x="241446" y="224536"/>
                </a:lnTo>
                <a:lnTo>
                  <a:pt x="257873" y="224536"/>
                </a:lnTo>
                <a:lnTo>
                  <a:pt x="274300" y="224536"/>
                </a:lnTo>
                <a:lnTo>
                  <a:pt x="290702" y="224536"/>
                </a:lnTo>
                <a:lnTo>
                  <a:pt x="290702" y="187938"/>
                </a:lnTo>
                <a:lnTo>
                  <a:pt x="290702" y="151304"/>
                </a:lnTo>
                <a:lnTo>
                  <a:pt x="290702" y="114647"/>
                </a:lnTo>
                <a:lnTo>
                  <a:pt x="290702" y="77977"/>
                </a:lnTo>
                <a:lnTo>
                  <a:pt x="271938" y="77977"/>
                </a:lnTo>
                <a:lnTo>
                  <a:pt x="253174" y="77977"/>
                </a:lnTo>
                <a:lnTo>
                  <a:pt x="234410" y="77977"/>
                </a:lnTo>
                <a:lnTo>
                  <a:pt x="215646" y="77977"/>
                </a:lnTo>
                <a:lnTo>
                  <a:pt x="174043" y="78263"/>
                </a:lnTo>
                <a:lnTo>
                  <a:pt x="133619" y="79120"/>
                </a:lnTo>
                <a:lnTo>
                  <a:pt x="94362" y="80549"/>
                </a:lnTo>
                <a:lnTo>
                  <a:pt x="56261" y="82550"/>
                </a:lnTo>
                <a:lnTo>
                  <a:pt x="56261" y="61900"/>
                </a:lnTo>
                <a:lnTo>
                  <a:pt x="56261" y="41275"/>
                </a:lnTo>
                <a:lnTo>
                  <a:pt x="56261" y="20649"/>
                </a:lnTo>
                <a:lnTo>
                  <a:pt x="56261" y="0"/>
                </a:lnTo>
                <a:close/>
              </a:path>
            </a:pathLst>
          </a:custGeom>
          <a:ln w="19812">
            <a:solidFill>
              <a:srgbClr val="FF0000"/>
            </a:solidFill>
          </a:ln>
        </p:spPr>
        <p:txBody>
          <a:bodyPr wrap="square" lIns="0" tIns="0" rIns="0" bIns="0" rtlCol="0"/>
          <a:lstStyle/>
          <a:p>
            <a:endParaRPr/>
          </a:p>
        </p:txBody>
      </p:sp>
      <p:sp>
        <p:nvSpPr>
          <p:cNvPr id="9" name="object 9"/>
          <p:cNvSpPr/>
          <p:nvPr/>
        </p:nvSpPr>
        <p:spPr>
          <a:xfrm>
            <a:off x="6182614" y="631316"/>
            <a:ext cx="609600" cy="206375"/>
          </a:xfrm>
          <a:custGeom>
            <a:avLst/>
            <a:gdLst/>
            <a:ahLst/>
            <a:cxnLst/>
            <a:rect l="l" t="t" r="r" b="b"/>
            <a:pathLst>
              <a:path w="609600" h="206375">
                <a:moveTo>
                  <a:pt x="0" y="0"/>
                </a:moveTo>
                <a:lnTo>
                  <a:pt x="0" y="51603"/>
                </a:lnTo>
                <a:lnTo>
                  <a:pt x="0" y="103171"/>
                </a:lnTo>
                <a:lnTo>
                  <a:pt x="0" y="154715"/>
                </a:lnTo>
                <a:lnTo>
                  <a:pt x="0" y="206248"/>
                </a:lnTo>
                <a:lnTo>
                  <a:pt x="50800" y="206248"/>
                </a:lnTo>
                <a:lnTo>
                  <a:pt x="609600" y="206248"/>
                </a:lnTo>
                <a:lnTo>
                  <a:pt x="609600" y="154715"/>
                </a:lnTo>
                <a:lnTo>
                  <a:pt x="609600" y="103171"/>
                </a:lnTo>
                <a:lnTo>
                  <a:pt x="609600" y="51603"/>
                </a:lnTo>
                <a:lnTo>
                  <a:pt x="609600" y="0"/>
                </a:lnTo>
                <a:lnTo>
                  <a:pt x="558800" y="0"/>
                </a:lnTo>
                <a:lnTo>
                  <a:pt x="50800" y="0"/>
                </a:lnTo>
                <a:lnTo>
                  <a:pt x="0" y="0"/>
                </a:lnTo>
                <a:close/>
              </a:path>
            </a:pathLst>
          </a:custGeom>
          <a:ln w="19811">
            <a:solidFill>
              <a:srgbClr val="FF0000"/>
            </a:solidFill>
          </a:ln>
        </p:spPr>
        <p:txBody>
          <a:bodyPr wrap="square" lIns="0" tIns="0" rIns="0" bIns="0" rtlCol="0"/>
          <a:lstStyle/>
          <a:p>
            <a:endParaRPr/>
          </a:p>
        </p:txBody>
      </p:sp>
      <p:sp>
        <p:nvSpPr>
          <p:cNvPr id="10" name="object 10"/>
          <p:cNvSpPr/>
          <p:nvPr/>
        </p:nvSpPr>
        <p:spPr>
          <a:xfrm>
            <a:off x="3524250" y="581025"/>
            <a:ext cx="379730" cy="660400"/>
          </a:xfrm>
          <a:custGeom>
            <a:avLst/>
            <a:gdLst/>
            <a:ahLst/>
            <a:cxnLst/>
            <a:rect l="l" t="t" r="r" b="b"/>
            <a:pathLst>
              <a:path w="379729" h="660400">
                <a:moveTo>
                  <a:pt x="0" y="0"/>
                </a:moveTo>
                <a:lnTo>
                  <a:pt x="16402" y="803"/>
                </a:lnTo>
                <a:lnTo>
                  <a:pt x="32829" y="1666"/>
                </a:lnTo>
                <a:lnTo>
                  <a:pt x="49256" y="2553"/>
                </a:lnTo>
                <a:lnTo>
                  <a:pt x="65659" y="3428"/>
                </a:lnTo>
                <a:lnTo>
                  <a:pt x="82043" y="3875"/>
                </a:lnTo>
                <a:lnTo>
                  <a:pt x="98440" y="4238"/>
                </a:lnTo>
                <a:lnTo>
                  <a:pt x="114861" y="4482"/>
                </a:lnTo>
                <a:lnTo>
                  <a:pt x="131317" y="4572"/>
                </a:lnTo>
                <a:lnTo>
                  <a:pt x="162940" y="4572"/>
                </a:lnTo>
                <a:lnTo>
                  <a:pt x="194563" y="4572"/>
                </a:lnTo>
                <a:lnTo>
                  <a:pt x="226187" y="4572"/>
                </a:lnTo>
                <a:lnTo>
                  <a:pt x="257810" y="4572"/>
                </a:lnTo>
                <a:lnTo>
                  <a:pt x="255756" y="50387"/>
                </a:lnTo>
                <a:lnTo>
                  <a:pt x="254333" y="96202"/>
                </a:lnTo>
                <a:lnTo>
                  <a:pt x="253505" y="142017"/>
                </a:lnTo>
                <a:lnTo>
                  <a:pt x="253237" y="187833"/>
                </a:lnTo>
                <a:lnTo>
                  <a:pt x="253237" y="239178"/>
                </a:lnTo>
                <a:lnTo>
                  <a:pt x="253237" y="290505"/>
                </a:lnTo>
                <a:lnTo>
                  <a:pt x="253237" y="341827"/>
                </a:lnTo>
                <a:lnTo>
                  <a:pt x="253237" y="393154"/>
                </a:lnTo>
                <a:lnTo>
                  <a:pt x="253237" y="444500"/>
                </a:lnTo>
                <a:lnTo>
                  <a:pt x="267618" y="423636"/>
                </a:lnTo>
                <a:lnTo>
                  <a:pt x="282463" y="402082"/>
                </a:lnTo>
                <a:lnTo>
                  <a:pt x="297904" y="379956"/>
                </a:lnTo>
                <a:lnTo>
                  <a:pt x="314071" y="357377"/>
                </a:lnTo>
                <a:lnTo>
                  <a:pt x="328830" y="379152"/>
                </a:lnTo>
                <a:lnTo>
                  <a:pt x="344614" y="398700"/>
                </a:lnTo>
                <a:lnTo>
                  <a:pt x="361541" y="415938"/>
                </a:lnTo>
                <a:lnTo>
                  <a:pt x="379729" y="430784"/>
                </a:lnTo>
                <a:lnTo>
                  <a:pt x="354693" y="460023"/>
                </a:lnTo>
                <a:lnTo>
                  <a:pt x="310382" y="516312"/>
                </a:lnTo>
                <a:lnTo>
                  <a:pt x="271543" y="570059"/>
                </a:lnTo>
                <a:lnTo>
                  <a:pt x="231892" y="628598"/>
                </a:lnTo>
                <a:lnTo>
                  <a:pt x="210947" y="659891"/>
                </a:lnTo>
                <a:lnTo>
                  <a:pt x="191573" y="646227"/>
                </a:lnTo>
                <a:lnTo>
                  <a:pt x="171116" y="632396"/>
                </a:lnTo>
                <a:lnTo>
                  <a:pt x="149492" y="618565"/>
                </a:lnTo>
                <a:lnTo>
                  <a:pt x="126619" y="604901"/>
                </a:lnTo>
                <a:lnTo>
                  <a:pt x="145155" y="584414"/>
                </a:lnTo>
                <a:lnTo>
                  <a:pt x="158321" y="563784"/>
                </a:lnTo>
                <a:lnTo>
                  <a:pt x="166177" y="543107"/>
                </a:lnTo>
                <a:lnTo>
                  <a:pt x="168783" y="522477"/>
                </a:lnTo>
                <a:lnTo>
                  <a:pt x="168783" y="473582"/>
                </a:lnTo>
                <a:lnTo>
                  <a:pt x="168783" y="424687"/>
                </a:lnTo>
                <a:lnTo>
                  <a:pt x="168783" y="82423"/>
                </a:lnTo>
                <a:lnTo>
                  <a:pt x="159428" y="82423"/>
                </a:lnTo>
                <a:lnTo>
                  <a:pt x="150050" y="82423"/>
                </a:lnTo>
                <a:lnTo>
                  <a:pt x="140672" y="82423"/>
                </a:lnTo>
                <a:lnTo>
                  <a:pt x="131317" y="82423"/>
                </a:lnTo>
                <a:lnTo>
                  <a:pt x="115933" y="82494"/>
                </a:lnTo>
                <a:lnTo>
                  <a:pt x="100250" y="82708"/>
                </a:lnTo>
                <a:lnTo>
                  <a:pt x="84258" y="83065"/>
                </a:lnTo>
                <a:lnTo>
                  <a:pt x="67945" y="83565"/>
                </a:lnTo>
                <a:lnTo>
                  <a:pt x="50970" y="84423"/>
                </a:lnTo>
                <a:lnTo>
                  <a:pt x="33972" y="85280"/>
                </a:lnTo>
                <a:lnTo>
                  <a:pt x="16974" y="86137"/>
                </a:lnTo>
                <a:lnTo>
                  <a:pt x="0" y="86995"/>
                </a:lnTo>
                <a:lnTo>
                  <a:pt x="0" y="65258"/>
                </a:lnTo>
                <a:lnTo>
                  <a:pt x="0" y="43497"/>
                </a:lnTo>
                <a:lnTo>
                  <a:pt x="0" y="21736"/>
                </a:lnTo>
                <a:lnTo>
                  <a:pt x="0" y="0"/>
                </a:lnTo>
                <a:close/>
              </a:path>
            </a:pathLst>
          </a:custGeom>
          <a:ln w="19812">
            <a:solidFill>
              <a:srgbClr val="FF0000"/>
            </a:solidFill>
          </a:ln>
        </p:spPr>
        <p:txBody>
          <a:bodyPr wrap="square" lIns="0" tIns="0" rIns="0" bIns="0" rtlCol="0"/>
          <a:lstStyle/>
          <a:p>
            <a:endParaRPr/>
          </a:p>
        </p:txBody>
      </p:sp>
      <p:sp>
        <p:nvSpPr>
          <p:cNvPr id="11" name="object 11"/>
          <p:cNvSpPr/>
          <p:nvPr/>
        </p:nvSpPr>
        <p:spPr>
          <a:xfrm>
            <a:off x="4269740" y="503047"/>
            <a:ext cx="159385" cy="119380"/>
          </a:xfrm>
          <a:custGeom>
            <a:avLst/>
            <a:gdLst/>
            <a:ahLst/>
            <a:cxnLst/>
            <a:rect l="l" t="t" r="r" b="b"/>
            <a:pathLst>
              <a:path w="159385" h="119379">
                <a:moveTo>
                  <a:pt x="0" y="0"/>
                </a:moveTo>
                <a:lnTo>
                  <a:pt x="0" y="29811"/>
                </a:lnTo>
                <a:lnTo>
                  <a:pt x="0" y="59610"/>
                </a:lnTo>
                <a:lnTo>
                  <a:pt x="0" y="89386"/>
                </a:lnTo>
                <a:lnTo>
                  <a:pt x="0" y="119125"/>
                </a:lnTo>
                <a:lnTo>
                  <a:pt x="39834" y="119125"/>
                </a:lnTo>
                <a:lnTo>
                  <a:pt x="79692" y="119125"/>
                </a:lnTo>
                <a:lnTo>
                  <a:pt x="119550" y="119125"/>
                </a:lnTo>
                <a:lnTo>
                  <a:pt x="159385" y="119125"/>
                </a:lnTo>
                <a:lnTo>
                  <a:pt x="159385" y="89386"/>
                </a:lnTo>
                <a:lnTo>
                  <a:pt x="159385" y="59610"/>
                </a:lnTo>
                <a:lnTo>
                  <a:pt x="159385" y="29811"/>
                </a:lnTo>
                <a:lnTo>
                  <a:pt x="159385" y="0"/>
                </a:lnTo>
                <a:lnTo>
                  <a:pt x="119550" y="0"/>
                </a:lnTo>
                <a:lnTo>
                  <a:pt x="79692" y="0"/>
                </a:lnTo>
                <a:lnTo>
                  <a:pt x="39834" y="0"/>
                </a:lnTo>
                <a:lnTo>
                  <a:pt x="0" y="0"/>
                </a:lnTo>
                <a:close/>
              </a:path>
            </a:pathLst>
          </a:custGeom>
          <a:ln w="19812">
            <a:solidFill>
              <a:srgbClr val="FF0000"/>
            </a:solidFill>
          </a:ln>
        </p:spPr>
        <p:txBody>
          <a:bodyPr wrap="square" lIns="0" tIns="0" rIns="0" bIns="0" rtlCol="0"/>
          <a:lstStyle/>
          <a:p>
            <a:endParaRPr/>
          </a:p>
        </p:txBody>
      </p:sp>
      <p:sp>
        <p:nvSpPr>
          <p:cNvPr id="12" name="object 12"/>
          <p:cNvSpPr/>
          <p:nvPr/>
        </p:nvSpPr>
        <p:spPr>
          <a:xfrm>
            <a:off x="4025900" y="503047"/>
            <a:ext cx="159385" cy="119380"/>
          </a:xfrm>
          <a:custGeom>
            <a:avLst/>
            <a:gdLst/>
            <a:ahLst/>
            <a:cxnLst/>
            <a:rect l="l" t="t" r="r" b="b"/>
            <a:pathLst>
              <a:path w="159385" h="119379">
                <a:moveTo>
                  <a:pt x="0" y="0"/>
                </a:moveTo>
                <a:lnTo>
                  <a:pt x="0" y="29811"/>
                </a:lnTo>
                <a:lnTo>
                  <a:pt x="0" y="59610"/>
                </a:lnTo>
                <a:lnTo>
                  <a:pt x="0" y="89386"/>
                </a:lnTo>
                <a:lnTo>
                  <a:pt x="0" y="119125"/>
                </a:lnTo>
                <a:lnTo>
                  <a:pt x="39887" y="119125"/>
                </a:lnTo>
                <a:lnTo>
                  <a:pt x="79740" y="119125"/>
                </a:lnTo>
                <a:lnTo>
                  <a:pt x="119568" y="119125"/>
                </a:lnTo>
                <a:lnTo>
                  <a:pt x="159385" y="119125"/>
                </a:lnTo>
                <a:lnTo>
                  <a:pt x="159385" y="89386"/>
                </a:lnTo>
                <a:lnTo>
                  <a:pt x="159385" y="59610"/>
                </a:lnTo>
                <a:lnTo>
                  <a:pt x="159385" y="29811"/>
                </a:lnTo>
                <a:lnTo>
                  <a:pt x="159385" y="0"/>
                </a:lnTo>
                <a:lnTo>
                  <a:pt x="119568" y="0"/>
                </a:lnTo>
                <a:lnTo>
                  <a:pt x="79740" y="0"/>
                </a:lnTo>
                <a:lnTo>
                  <a:pt x="39887" y="0"/>
                </a:lnTo>
                <a:lnTo>
                  <a:pt x="0" y="0"/>
                </a:lnTo>
                <a:close/>
              </a:path>
            </a:pathLst>
          </a:custGeom>
          <a:ln w="19812">
            <a:solidFill>
              <a:srgbClr val="FF0000"/>
            </a:solidFill>
          </a:ln>
        </p:spPr>
        <p:txBody>
          <a:bodyPr wrap="square" lIns="0" tIns="0" rIns="0" bIns="0" rtlCol="0"/>
          <a:lstStyle/>
          <a:p>
            <a:endParaRPr/>
          </a:p>
        </p:txBody>
      </p:sp>
      <p:sp>
        <p:nvSpPr>
          <p:cNvPr id="13" name="object 13"/>
          <p:cNvSpPr/>
          <p:nvPr/>
        </p:nvSpPr>
        <p:spPr>
          <a:xfrm>
            <a:off x="6182614" y="356361"/>
            <a:ext cx="609600" cy="201930"/>
          </a:xfrm>
          <a:custGeom>
            <a:avLst/>
            <a:gdLst/>
            <a:ahLst/>
            <a:cxnLst/>
            <a:rect l="l" t="t" r="r" b="b"/>
            <a:pathLst>
              <a:path w="609600" h="201929">
                <a:moveTo>
                  <a:pt x="0" y="0"/>
                </a:moveTo>
                <a:lnTo>
                  <a:pt x="0" y="50460"/>
                </a:lnTo>
                <a:lnTo>
                  <a:pt x="0" y="100885"/>
                </a:lnTo>
                <a:lnTo>
                  <a:pt x="0" y="151286"/>
                </a:lnTo>
                <a:lnTo>
                  <a:pt x="0" y="201675"/>
                </a:lnTo>
                <a:lnTo>
                  <a:pt x="50800" y="201675"/>
                </a:lnTo>
                <a:lnTo>
                  <a:pt x="609600" y="201675"/>
                </a:lnTo>
                <a:lnTo>
                  <a:pt x="609600" y="151286"/>
                </a:lnTo>
                <a:lnTo>
                  <a:pt x="609600" y="100885"/>
                </a:lnTo>
                <a:lnTo>
                  <a:pt x="609600" y="50460"/>
                </a:lnTo>
                <a:lnTo>
                  <a:pt x="609600" y="0"/>
                </a:lnTo>
                <a:lnTo>
                  <a:pt x="558800" y="0"/>
                </a:lnTo>
                <a:lnTo>
                  <a:pt x="50800" y="0"/>
                </a:lnTo>
                <a:lnTo>
                  <a:pt x="0" y="0"/>
                </a:lnTo>
                <a:close/>
              </a:path>
            </a:pathLst>
          </a:custGeom>
          <a:ln w="19812">
            <a:solidFill>
              <a:srgbClr val="FF0000"/>
            </a:solidFill>
          </a:ln>
        </p:spPr>
        <p:txBody>
          <a:bodyPr wrap="square" lIns="0" tIns="0" rIns="0" bIns="0" rtlCol="0"/>
          <a:lstStyle/>
          <a:p>
            <a:endParaRPr/>
          </a:p>
        </p:txBody>
      </p:sp>
      <p:sp>
        <p:nvSpPr>
          <p:cNvPr id="14" name="object 14"/>
          <p:cNvSpPr/>
          <p:nvPr/>
        </p:nvSpPr>
        <p:spPr>
          <a:xfrm>
            <a:off x="5343397" y="347218"/>
            <a:ext cx="333375" cy="179070"/>
          </a:xfrm>
          <a:custGeom>
            <a:avLst/>
            <a:gdLst/>
            <a:ahLst/>
            <a:cxnLst/>
            <a:rect l="l" t="t" r="r" b="b"/>
            <a:pathLst>
              <a:path w="333375" h="179070">
                <a:moveTo>
                  <a:pt x="0" y="0"/>
                </a:moveTo>
                <a:lnTo>
                  <a:pt x="0" y="44672"/>
                </a:lnTo>
                <a:lnTo>
                  <a:pt x="0" y="89344"/>
                </a:lnTo>
                <a:lnTo>
                  <a:pt x="0" y="134016"/>
                </a:lnTo>
                <a:lnTo>
                  <a:pt x="0" y="178688"/>
                </a:lnTo>
                <a:lnTo>
                  <a:pt x="47570" y="178688"/>
                </a:lnTo>
                <a:lnTo>
                  <a:pt x="332866" y="178688"/>
                </a:lnTo>
                <a:lnTo>
                  <a:pt x="332866" y="134016"/>
                </a:lnTo>
                <a:lnTo>
                  <a:pt x="332866" y="89344"/>
                </a:lnTo>
                <a:lnTo>
                  <a:pt x="332866" y="44672"/>
                </a:lnTo>
                <a:lnTo>
                  <a:pt x="332866" y="0"/>
                </a:lnTo>
                <a:lnTo>
                  <a:pt x="285343" y="0"/>
                </a:lnTo>
                <a:lnTo>
                  <a:pt x="47570" y="0"/>
                </a:lnTo>
                <a:lnTo>
                  <a:pt x="0" y="0"/>
                </a:lnTo>
                <a:close/>
              </a:path>
            </a:pathLst>
          </a:custGeom>
          <a:ln w="19811">
            <a:solidFill>
              <a:srgbClr val="FF0000"/>
            </a:solidFill>
          </a:ln>
        </p:spPr>
        <p:txBody>
          <a:bodyPr wrap="square" lIns="0" tIns="0" rIns="0" bIns="0" rtlCol="0"/>
          <a:lstStyle/>
          <a:p>
            <a:endParaRPr/>
          </a:p>
        </p:txBody>
      </p:sp>
      <p:sp>
        <p:nvSpPr>
          <p:cNvPr id="15" name="object 15"/>
          <p:cNvSpPr/>
          <p:nvPr/>
        </p:nvSpPr>
        <p:spPr>
          <a:xfrm>
            <a:off x="4269740" y="315086"/>
            <a:ext cx="159385" cy="114935"/>
          </a:xfrm>
          <a:custGeom>
            <a:avLst/>
            <a:gdLst/>
            <a:ahLst/>
            <a:cxnLst/>
            <a:rect l="l" t="t" r="r" b="b"/>
            <a:pathLst>
              <a:path w="159385" h="114934">
                <a:moveTo>
                  <a:pt x="0" y="0"/>
                </a:moveTo>
                <a:lnTo>
                  <a:pt x="0" y="28670"/>
                </a:lnTo>
                <a:lnTo>
                  <a:pt x="0" y="57340"/>
                </a:lnTo>
                <a:lnTo>
                  <a:pt x="0" y="86010"/>
                </a:lnTo>
                <a:lnTo>
                  <a:pt x="0" y="114681"/>
                </a:lnTo>
                <a:lnTo>
                  <a:pt x="39834" y="114681"/>
                </a:lnTo>
                <a:lnTo>
                  <a:pt x="79692" y="114681"/>
                </a:lnTo>
                <a:lnTo>
                  <a:pt x="119550" y="114681"/>
                </a:lnTo>
                <a:lnTo>
                  <a:pt x="159385" y="114681"/>
                </a:lnTo>
                <a:lnTo>
                  <a:pt x="159385" y="86010"/>
                </a:lnTo>
                <a:lnTo>
                  <a:pt x="159385" y="57340"/>
                </a:lnTo>
                <a:lnTo>
                  <a:pt x="159385" y="28670"/>
                </a:lnTo>
                <a:lnTo>
                  <a:pt x="159385" y="0"/>
                </a:lnTo>
                <a:lnTo>
                  <a:pt x="119550" y="0"/>
                </a:lnTo>
                <a:lnTo>
                  <a:pt x="79692" y="0"/>
                </a:lnTo>
                <a:lnTo>
                  <a:pt x="39834" y="0"/>
                </a:lnTo>
                <a:lnTo>
                  <a:pt x="0" y="0"/>
                </a:lnTo>
                <a:close/>
              </a:path>
            </a:pathLst>
          </a:custGeom>
          <a:ln w="19812">
            <a:solidFill>
              <a:srgbClr val="FF0000"/>
            </a:solidFill>
          </a:ln>
        </p:spPr>
        <p:txBody>
          <a:bodyPr wrap="square" lIns="0" tIns="0" rIns="0" bIns="0" rtlCol="0"/>
          <a:lstStyle/>
          <a:p>
            <a:endParaRPr/>
          </a:p>
        </p:txBody>
      </p:sp>
      <p:sp>
        <p:nvSpPr>
          <p:cNvPr id="16" name="object 16"/>
          <p:cNvSpPr/>
          <p:nvPr/>
        </p:nvSpPr>
        <p:spPr>
          <a:xfrm>
            <a:off x="4025900" y="315086"/>
            <a:ext cx="159385" cy="114935"/>
          </a:xfrm>
          <a:custGeom>
            <a:avLst/>
            <a:gdLst/>
            <a:ahLst/>
            <a:cxnLst/>
            <a:rect l="l" t="t" r="r" b="b"/>
            <a:pathLst>
              <a:path w="159385" h="114934">
                <a:moveTo>
                  <a:pt x="0" y="0"/>
                </a:moveTo>
                <a:lnTo>
                  <a:pt x="0" y="28670"/>
                </a:lnTo>
                <a:lnTo>
                  <a:pt x="0" y="57340"/>
                </a:lnTo>
                <a:lnTo>
                  <a:pt x="0" y="86010"/>
                </a:lnTo>
                <a:lnTo>
                  <a:pt x="0" y="114681"/>
                </a:lnTo>
                <a:lnTo>
                  <a:pt x="39887" y="114681"/>
                </a:lnTo>
                <a:lnTo>
                  <a:pt x="79740" y="114681"/>
                </a:lnTo>
                <a:lnTo>
                  <a:pt x="119568" y="114681"/>
                </a:lnTo>
                <a:lnTo>
                  <a:pt x="159385" y="114681"/>
                </a:lnTo>
                <a:lnTo>
                  <a:pt x="159385" y="86010"/>
                </a:lnTo>
                <a:lnTo>
                  <a:pt x="159385" y="57340"/>
                </a:lnTo>
                <a:lnTo>
                  <a:pt x="159385" y="28670"/>
                </a:lnTo>
                <a:lnTo>
                  <a:pt x="159385" y="0"/>
                </a:lnTo>
                <a:lnTo>
                  <a:pt x="119568" y="0"/>
                </a:lnTo>
                <a:lnTo>
                  <a:pt x="79740" y="0"/>
                </a:lnTo>
                <a:lnTo>
                  <a:pt x="39887" y="0"/>
                </a:lnTo>
                <a:lnTo>
                  <a:pt x="0" y="0"/>
                </a:lnTo>
                <a:close/>
              </a:path>
            </a:pathLst>
          </a:custGeom>
          <a:ln w="19812">
            <a:solidFill>
              <a:srgbClr val="FF0000"/>
            </a:solidFill>
          </a:ln>
        </p:spPr>
        <p:txBody>
          <a:bodyPr wrap="square" lIns="0" tIns="0" rIns="0" bIns="0" rtlCol="0"/>
          <a:lstStyle/>
          <a:p>
            <a:endParaRPr/>
          </a:p>
        </p:txBody>
      </p:sp>
      <p:sp>
        <p:nvSpPr>
          <p:cNvPr id="17" name="object 17"/>
          <p:cNvSpPr/>
          <p:nvPr/>
        </p:nvSpPr>
        <p:spPr>
          <a:xfrm>
            <a:off x="7153147" y="283083"/>
            <a:ext cx="1073785" cy="1022350"/>
          </a:xfrm>
          <a:custGeom>
            <a:avLst/>
            <a:gdLst/>
            <a:ahLst/>
            <a:cxnLst/>
            <a:rect l="l" t="t" r="r" b="b"/>
            <a:pathLst>
              <a:path w="1073784" h="1022350">
                <a:moveTo>
                  <a:pt x="121920" y="0"/>
                </a:moveTo>
                <a:lnTo>
                  <a:pt x="170570" y="3946"/>
                </a:lnTo>
                <a:lnTo>
                  <a:pt x="218043" y="6810"/>
                </a:lnTo>
                <a:lnTo>
                  <a:pt x="264348" y="8554"/>
                </a:lnTo>
                <a:lnTo>
                  <a:pt x="309499" y="9144"/>
                </a:lnTo>
                <a:lnTo>
                  <a:pt x="359505" y="9144"/>
                </a:lnTo>
                <a:lnTo>
                  <a:pt x="409511" y="9144"/>
                </a:lnTo>
                <a:lnTo>
                  <a:pt x="909574" y="9144"/>
                </a:lnTo>
                <a:lnTo>
                  <a:pt x="904259" y="56746"/>
                </a:lnTo>
                <a:lnTo>
                  <a:pt x="899190" y="105283"/>
                </a:lnTo>
                <a:lnTo>
                  <a:pt x="894345" y="154758"/>
                </a:lnTo>
                <a:lnTo>
                  <a:pt x="889704" y="205172"/>
                </a:lnTo>
                <a:lnTo>
                  <a:pt x="885247" y="256529"/>
                </a:lnTo>
                <a:lnTo>
                  <a:pt x="880955" y="308829"/>
                </a:lnTo>
                <a:lnTo>
                  <a:pt x="876807" y="362077"/>
                </a:lnTo>
                <a:lnTo>
                  <a:pt x="927479" y="361773"/>
                </a:lnTo>
                <a:lnTo>
                  <a:pt x="976423" y="360886"/>
                </a:lnTo>
                <a:lnTo>
                  <a:pt x="1023629" y="359451"/>
                </a:lnTo>
                <a:lnTo>
                  <a:pt x="1069085" y="357505"/>
                </a:lnTo>
                <a:lnTo>
                  <a:pt x="1069085" y="378098"/>
                </a:lnTo>
                <a:lnTo>
                  <a:pt x="1069085" y="398716"/>
                </a:lnTo>
                <a:lnTo>
                  <a:pt x="1069085" y="419334"/>
                </a:lnTo>
                <a:lnTo>
                  <a:pt x="1069085" y="439928"/>
                </a:lnTo>
                <a:lnTo>
                  <a:pt x="1028910" y="437981"/>
                </a:lnTo>
                <a:lnTo>
                  <a:pt x="988186" y="436546"/>
                </a:lnTo>
                <a:lnTo>
                  <a:pt x="946892" y="435659"/>
                </a:lnTo>
                <a:lnTo>
                  <a:pt x="905001" y="435356"/>
                </a:lnTo>
                <a:lnTo>
                  <a:pt x="852623" y="435356"/>
                </a:lnTo>
                <a:lnTo>
                  <a:pt x="800259" y="435356"/>
                </a:lnTo>
                <a:lnTo>
                  <a:pt x="747902" y="435356"/>
                </a:lnTo>
                <a:lnTo>
                  <a:pt x="695546" y="435356"/>
                </a:lnTo>
                <a:lnTo>
                  <a:pt x="643182" y="435356"/>
                </a:lnTo>
                <a:lnTo>
                  <a:pt x="590803" y="435356"/>
                </a:lnTo>
                <a:lnTo>
                  <a:pt x="590803" y="459434"/>
                </a:lnTo>
                <a:lnTo>
                  <a:pt x="590803" y="483489"/>
                </a:lnTo>
                <a:lnTo>
                  <a:pt x="590803" y="507543"/>
                </a:lnTo>
                <a:lnTo>
                  <a:pt x="590803" y="531622"/>
                </a:lnTo>
                <a:lnTo>
                  <a:pt x="614126" y="567648"/>
                </a:lnTo>
                <a:lnTo>
                  <a:pt x="636603" y="598090"/>
                </a:lnTo>
                <a:lnTo>
                  <a:pt x="658437" y="622794"/>
                </a:lnTo>
                <a:lnTo>
                  <a:pt x="679830" y="641604"/>
                </a:lnTo>
                <a:lnTo>
                  <a:pt x="731258" y="606536"/>
                </a:lnTo>
                <a:lnTo>
                  <a:pt x="776060" y="573694"/>
                </a:lnTo>
                <a:lnTo>
                  <a:pt x="814375" y="543260"/>
                </a:lnTo>
                <a:lnTo>
                  <a:pt x="846345" y="515416"/>
                </a:lnTo>
                <a:lnTo>
                  <a:pt x="872108" y="490347"/>
                </a:lnTo>
                <a:lnTo>
                  <a:pt x="895326" y="508585"/>
                </a:lnTo>
                <a:lnTo>
                  <a:pt x="917828" y="527002"/>
                </a:lnTo>
                <a:lnTo>
                  <a:pt x="939760" y="545443"/>
                </a:lnTo>
                <a:lnTo>
                  <a:pt x="961262" y="563753"/>
                </a:lnTo>
                <a:lnTo>
                  <a:pt x="926726" y="580714"/>
                </a:lnTo>
                <a:lnTo>
                  <a:pt x="887050" y="602667"/>
                </a:lnTo>
                <a:lnTo>
                  <a:pt x="842125" y="629425"/>
                </a:lnTo>
                <a:lnTo>
                  <a:pt x="791842" y="660797"/>
                </a:lnTo>
                <a:lnTo>
                  <a:pt x="736092" y="696595"/>
                </a:lnTo>
                <a:lnTo>
                  <a:pt x="773511" y="730531"/>
                </a:lnTo>
                <a:lnTo>
                  <a:pt x="810085" y="759587"/>
                </a:lnTo>
                <a:lnTo>
                  <a:pt x="846016" y="783498"/>
                </a:lnTo>
                <a:lnTo>
                  <a:pt x="881506" y="802005"/>
                </a:lnTo>
                <a:lnTo>
                  <a:pt x="919926" y="817687"/>
                </a:lnTo>
                <a:lnTo>
                  <a:pt x="964739" y="832977"/>
                </a:lnTo>
                <a:lnTo>
                  <a:pt x="1016005" y="847671"/>
                </a:lnTo>
                <a:lnTo>
                  <a:pt x="1073784" y="861568"/>
                </a:lnTo>
                <a:lnTo>
                  <a:pt x="1050184" y="888646"/>
                </a:lnTo>
                <a:lnTo>
                  <a:pt x="1031478" y="915320"/>
                </a:lnTo>
                <a:lnTo>
                  <a:pt x="1017510" y="941470"/>
                </a:lnTo>
                <a:lnTo>
                  <a:pt x="1008126" y="966978"/>
                </a:lnTo>
                <a:lnTo>
                  <a:pt x="958256" y="944457"/>
                </a:lnTo>
                <a:lnTo>
                  <a:pt x="910222" y="920162"/>
                </a:lnTo>
                <a:lnTo>
                  <a:pt x="863906" y="894301"/>
                </a:lnTo>
                <a:lnTo>
                  <a:pt x="819194" y="867080"/>
                </a:lnTo>
                <a:lnTo>
                  <a:pt x="775970" y="838708"/>
                </a:lnTo>
                <a:lnTo>
                  <a:pt x="734718" y="808284"/>
                </a:lnTo>
                <a:lnTo>
                  <a:pt x="695740" y="775033"/>
                </a:lnTo>
                <a:lnTo>
                  <a:pt x="658871" y="739111"/>
                </a:lnTo>
                <a:lnTo>
                  <a:pt x="623947" y="700678"/>
                </a:lnTo>
                <a:lnTo>
                  <a:pt x="590803" y="659892"/>
                </a:lnTo>
                <a:lnTo>
                  <a:pt x="590803" y="708506"/>
                </a:lnTo>
                <a:lnTo>
                  <a:pt x="590803" y="757115"/>
                </a:lnTo>
                <a:lnTo>
                  <a:pt x="590803" y="805711"/>
                </a:lnTo>
                <a:lnTo>
                  <a:pt x="590803" y="854289"/>
                </a:lnTo>
                <a:lnTo>
                  <a:pt x="590803" y="902843"/>
                </a:lnTo>
                <a:lnTo>
                  <a:pt x="587011" y="932404"/>
                </a:lnTo>
                <a:lnTo>
                  <a:pt x="556567" y="976048"/>
                </a:lnTo>
                <a:lnTo>
                  <a:pt x="499022" y="1000448"/>
                </a:lnTo>
                <a:lnTo>
                  <a:pt x="435760" y="1016557"/>
                </a:lnTo>
                <a:lnTo>
                  <a:pt x="403225" y="1021969"/>
                </a:lnTo>
                <a:lnTo>
                  <a:pt x="399157" y="994479"/>
                </a:lnTo>
                <a:lnTo>
                  <a:pt x="391636" y="966930"/>
                </a:lnTo>
                <a:lnTo>
                  <a:pt x="380543" y="939405"/>
                </a:lnTo>
                <a:lnTo>
                  <a:pt x="365759" y="911987"/>
                </a:lnTo>
                <a:lnTo>
                  <a:pt x="405913" y="913255"/>
                </a:lnTo>
                <a:lnTo>
                  <a:pt x="459789" y="909790"/>
                </a:lnTo>
                <a:lnTo>
                  <a:pt x="491210" y="871231"/>
                </a:lnTo>
                <a:lnTo>
                  <a:pt x="492378" y="852424"/>
                </a:lnTo>
                <a:lnTo>
                  <a:pt x="492378" y="800280"/>
                </a:lnTo>
                <a:lnTo>
                  <a:pt x="492378" y="748145"/>
                </a:lnTo>
                <a:lnTo>
                  <a:pt x="492378" y="435356"/>
                </a:lnTo>
                <a:lnTo>
                  <a:pt x="439229" y="435356"/>
                </a:lnTo>
                <a:lnTo>
                  <a:pt x="173481" y="435356"/>
                </a:lnTo>
                <a:lnTo>
                  <a:pt x="130998" y="435659"/>
                </a:lnTo>
                <a:lnTo>
                  <a:pt x="87931" y="436546"/>
                </a:lnTo>
                <a:lnTo>
                  <a:pt x="44269" y="437981"/>
                </a:lnTo>
                <a:lnTo>
                  <a:pt x="0" y="439928"/>
                </a:lnTo>
                <a:lnTo>
                  <a:pt x="0" y="419334"/>
                </a:lnTo>
                <a:lnTo>
                  <a:pt x="0" y="398716"/>
                </a:lnTo>
                <a:lnTo>
                  <a:pt x="0" y="378098"/>
                </a:lnTo>
                <a:lnTo>
                  <a:pt x="0" y="357505"/>
                </a:lnTo>
                <a:lnTo>
                  <a:pt x="44269" y="359451"/>
                </a:lnTo>
                <a:lnTo>
                  <a:pt x="87931" y="360886"/>
                </a:lnTo>
                <a:lnTo>
                  <a:pt x="130998" y="361773"/>
                </a:lnTo>
                <a:lnTo>
                  <a:pt x="173481" y="362077"/>
                </a:lnTo>
                <a:lnTo>
                  <a:pt x="224281" y="362077"/>
                </a:lnTo>
                <a:lnTo>
                  <a:pt x="275081" y="362077"/>
                </a:lnTo>
                <a:lnTo>
                  <a:pt x="783081" y="362077"/>
                </a:lnTo>
                <a:lnTo>
                  <a:pt x="785425" y="336837"/>
                </a:lnTo>
                <a:lnTo>
                  <a:pt x="787733" y="311610"/>
                </a:lnTo>
                <a:lnTo>
                  <a:pt x="790065" y="286406"/>
                </a:lnTo>
                <a:lnTo>
                  <a:pt x="792479" y="261239"/>
                </a:lnTo>
                <a:lnTo>
                  <a:pt x="740124" y="261239"/>
                </a:lnTo>
                <a:lnTo>
                  <a:pt x="164210" y="261239"/>
                </a:lnTo>
                <a:lnTo>
                  <a:pt x="164210" y="240589"/>
                </a:lnTo>
                <a:lnTo>
                  <a:pt x="164210" y="219963"/>
                </a:lnTo>
                <a:lnTo>
                  <a:pt x="164210" y="199338"/>
                </a:lnTo>
                <a:lnTo>
                  <a:pt x="164210" y="178689"/>
                </a:lnTo>
                <a:lnTo>
                  <a:pt x="207240" y="180689"/>
                </a:lnTo>
                <a:lnTo>
                  <a:pt x="247364" y="182118"/>
                </a:lnTo>
                <a:lnTo>
                  <a:pt x="284583" y="182975"/>
                </a:lnTo>
                <a:lnTo>
                  <a:pt x="318897" y="183261"/>
                </a:lnTo>
                <a:lnTo>
                  <a:pt x="372025" y="183261"/>
                </a:lnTo>
                <a:lnTo>
                  <a:pt x="425153" y="183261"/>
                </a:lnTo>
                <a:lnTo>
                  <a:pt x="797051" y="183261"/>
                </a:lnTo>
                <a:lnTo>
                  <a:pt x="799466" y="158093"/>
                </a:lnTo>
                <a:lnTo>
                  <a:pt x="801798" y="132889"/>
                </a:lnTo>
                <a:lnTo>
                  <a:pt x="804106" y="107662"/>
                </a:lnTo>
                <a:lnTo>
                  <a:pt x="806450" y="82423"/>
                </a:lnTo>
                <a:lnTo>
                  <a:pt x="314198" y="82423"/>
                </a:lnTo>
                <a:lnTo>
                  <a:pt x="267027" y="82726"/>
                </a:lnTo>
                <a:lnTo>
                  <a:pt x="219249" y="83613"/>
                </a:lnTo>
                <a:lnTo>
                  <a:pt x="170876" y="85048"/>
                </a:lnTo>
                <a:lnTo>
                  <a:pt x="121920" y="86995"/>
                </a:lnTo>
                <a:lnTo>
                  <a:pt x="121920" y="65258"/>
                </a:lnTo>
                <a:lnTo>
                  <a:pt x="121920" y="43497"/>
                </a:lnTo>
                <a:lnTo>
                  <a:pt x="121920" y="21736"/>
                </a:lnTo>
                <a:lnTo>
                  <a:pt x="121920" y="0"/>
                </a:lnTo>
                <a:close/>
              </a:path>
            </a:pathLst>
          </a:custGeom>
          <a:ln w="19812">
            <a:solidFill>
              <a:srgbClr val="FF0000"/>
            </a:solidFill>
          </a:ln>
        </p:spPr>
        <p:txBody>
          <a:bodyPr wrap="square" lIns="0" tIns="0" rIns="0" bIns="0" rtlCol="0"/>
          <a:lstStyle/>
          <a:p>
            <a:endParaRPr/>
          </a:p>
        </p:txBody>
      </p:sp>
      <p:sp>
        <p:nvSpPr>
          <p:cNvPr id="18" name="object 18"/>
          <p:cNvSpPr/>
          <p:nvPr/>
        </p:nvSpPr>
        <p:spPr>
          <a:xfrm>
            <a:off x="6084189" y="283083"/>
            <a:ext cx="811530" cy="999490"/>
          </a:xfrm>
          <a:custGeom>
            <a:avLst/>
            <a:gdLst/>
            <a:ahLst/>
            <a:cxnLst/>
            <a:rect l="l" t="t" r="r" b="b"/>
            <a:pathLst>
              <a:path w="811529" h="999490">
                <a:moveTo>
                  <a:pt x="0" y="0"/>
                </a:moveTo>
                <a:lnTo>
                  <a:pt x="0" y="0"/>
                </a:lnTo>
                <a:lnTo>
                  <a:pt x="811149" y="0"/>
                </a:lnTo>
                <a:lnTo>
                  <a:pt x="809441" y="52625"/>
                </a:lnTo>
                <a:lnTo>
                  <a:pt x="808123" y="104135"/>
                </a:lnTo>
                <a:lnTo>
                  <a:pt x="807189" y="154542"/>
                </a:lnTo>
                <a:lnTo>
                  <a:pt x="806633" y="203858"/>
                </a:lnTo>
                <a:lnTo>
                  <a:pt x="806450" y="252095"/>
                </a:lnTo>
                <a:lnTo>
                  <a:pt x="806450" y="300831"/>
                </a:lnTo>
                <a:lnTo>
                  <a:pt x="806450" y="349572"/>
                </a:lnTo>
                <a:lnTo>
                  <a:pt x="806450" y="788289"/>
                </a:lnTo>
                <a:lnTo>
                  <a:pt x="806737" y="827248"/>
                </a:lnTo>
                <a:lnTo>
                  <a:pt x="807608" y="875363"/>
                </a:lnTo>
                <a:lnTo>
                  <a:pt x="809075" y="932646"/>
                </a:lnTo>
                <a:lnTo>
                  <a:pt x="811149" y="999109"/>
                </a:lnTo>
                <a:lnTo>
                  <a:pt x="785338" y="999109"/>
                </a:lnTo>
                <a:lnTo>
                  <a:pt x="759539" y="999109"/>
                </a:lnTo>
                <a:lnTo>
                  <a:pt x="733764" y="999109"/>
                </a:lnTo>
                <a:lnTo>
                  <a:pt x="708025" y="999109"/>
                </a:lnTo>
                <a:lnTo>
                  <a:pt x="708025" y="978459"/>
                </a:lnTo>
                <a:lnTo>
                  <a:pt x="708025" y="957834"/>
                </a:lnTo>
                <a:lnTo>
                  <a:pt x="708025" y="937208"/>
                </a:lnTo>
                <a:lnTo>
                  <a:pt x="708025" y="916559"/>
                </a:lnTo>
                <a:lnTo>
                  <a:pt x="657225" y="916559"/>
                </a:lnTo>
                <a:lnTo>
                  <a:pt x="98425" y="916559"/>
                </a:lnTo>
                <a:lnTo>
                  <a:pt x="98425" y="936065"/>
                </a:lnTo>
                <a:lnTo>
                  <a:pt x="98425" y="955548"/>
                </a:lnTo>
                <a:lnTo>
                  <a:pt x="98425" y="975030"/>
                </a:lnTo>
                <a:lnTo>
                  <a:pt x="98425" y="994537"/>
                </a:lnTo>
                <a:lnTo>
                  <a:pt x="73848" y="994537"/>
                </a:lnTo>
                <a:lnTo>
                  <a:pt x="49260" y="994537"/>
                </a:lnTo>
                <a:lnTo>
                  <a:pt x="24647" y="994537"/>
                </a:lnTo>
                <a:lnTo>
                  <a:pt x="0" y="994537"/>
                </a:lnTo>
                <a:lnTo>
                  <a:pt x="2073" y="935789"/>
                </a:lnTo>
                <a:lnTo>
                  <a:pt x="3540" y="883364"/>
                </a:lnTo>
                <a:lnTo>
                  <a:pt x="4411" y="837249"/>
                </a:lnTo>
                <a:lnTo>
                  <a:pt x="4699" y="797433"/>
                </a:lnTo>
                <a:lnTo>
                  <a:pt x="4699" y="747865"/>
                </a:lnTo>
                <a:lnTo>
                  <a:pt x="4699" y="698292"/>
                </a:lnTo>
                <a:lnTo>
                  <a:pt x="4699" y="252095"/>
                </a:lnTo>
                <a:lnTo>
                  <a:pt x="4515" y="193604"/>
                </a:lnTo>
                <a:lnTo>
                  <a:pt x="3959" y="139144"/>
                </a:lnTo>
                <a:lnTo>
                  <a:pt x="3025" y="88719"/>
                </a:lnTo>
                <a:lnTo>
                  <a:pt x="1707" y="42335"/>
                </a:lnTo>
                <a:lnTo>
                  <a:pt x="0" y="0"/>
                </a:lnTo>
                <a:close/>
              </a:path>
            </a:pathLst>
          </a:custGeom>
          <a:ln w="19812">
            <a:solidFill>
              <a:srgbClr val="FF0000"/>
            </a:solidFill>
          </a:ln>
        </p:spPr>
        <p:txBody>
          <a:bodyPr wrap="square" lIns="0" tIns="0" rIns="0" bIns="0" rtlCol="0"/>
          <a:lstStyle/>
          <a:p>
            <a:endParaRPr/>
          </a:p>
        </p:txBody>
      </p:sp>
      <p:sp>
        <p:nvSpPr>
          <p:cNvPr id="19" name="object 19"/>
          <p:cNvSpPr/>
          <p:nvPr/>
        </p:nvSpPr>
        <p:spPr>
          <a:xfrm>
            <a:off x="5254371" y="269366"/>
            <a:ext cx="525145" cy="339090"/>
          </a:xfrm>
          <a:custGeom>
            <a:avLst/>
            <a:gdLst/>
            <a:ahLst/>
            <a:cxnLst/>
            <a:rect l="l" t="t" r="r" b="b"/>
            <a:pathLst>
              <a:path w="525145" h="339090">
                <a:moveTo>
                  <a:pt x="0" y="0"/>
                </a:moveTo>
                <a:lnTo>
                  <a:pt x="0" y="0"/>
                </a:lnTo>
                <a:lnTo>
                  <a:pt x="525017" y="0"/>
                </a:lnTo>
                <a:lnTo>
                  <a:pt x="522964" y="49244"/>
                </a:lnTo>
                <a:lnTo>
                  <a:pt x="521541" y="96202"/>
                </a:lnTo>
                <a:lnTo>
                  <a:pt x="520713" y="140874"/>
                </a:lnTo>
                <a:lnTo>
                  <a:pt x="520445" y="183260"/>
                </a:lnTo>
                <a:lnTo>
                  <a:pt x="520713" y="222218"/>
                </a:lnTo>
                <a:lnTo>
                  <a:pt x="521541" y="261175"/>
                </a:lnTo>
                <a:lnTo>
                  <a:pt x="522964" y="300132"/>
                </a:lnTo>
                <a:lnTo>
                  <a:pt x="525017" y="339089"/>
                </a:lnTo>
                <a:lnTo>
                  <a:pt x="472516" y="339089"/>
                </a:lnTo>
                <a:lnTo>
                  <a:pt x="0" y="339089"/>
                </a:lnTo>
                <a:lnTo>
                  <a:pt x="2073" y="296132"/>
                </a:lnTo>
                <a:lnTo>
                  <a:pt x="3540" y="254317"/>
                </a:lnTo>
                <a:lnTo>
                  <a:pt x="4411" y="213645"/>
                </a:lnTo>
                <a:lnTo>
                  <a:pt x="4699" y="174116"/>
                </a:lnTo>
                <a:lnTo>
                  <a:pt x="4411" y="134016"/>
                </a:lnTo>
                <a:lnTo>
                  <a:pt x="3540" y="91630"/>
                </a:lnTo>
                <a:lnTo>
                  <a:pt x="2073" y="46958"/>
                </a:lnTo>
                <a:lnTo>
                  <a:pt x="0" y="0"/>
                </a:lnTo>
                <a:close/>
              </a:path>
            </a:pathLst>
          </a:custGeom>
          <a:ln w="19812">
            <a:solidFill>
              <a:srgbClr val="FF0000"/>
            </a:solidFill>
          </a:ln>
        </p:spPr>
        <p:txBody>
          <a:bodyPr wrap="square" lIns="0" tIns="0" rIns="0" bIns="0" rtlCol="0"/>
          <a:lstStyle/>
          <a:p>
            <a:endParaRPr/>
          </a:p>
        </p:txBody>
      </p:sp>
      <p:sp>
        <p:nvSpPr>
          <p:cNvPr id="20" name="object 20"/>
          <p:cNvSpPr/>
          <p:nvPr/>
        </p:nvSpPr>
        <p:spPr>
          <a:xfrm>
            <a:off x="3833748" y="241808"/>
            <a:ext cx="815975" cy="1068070"/>
          </a:xfrm>
          <a:custGeom>
            <a:avLst/>
            <a:gdLst/>
            <a:ahLst/>
            <a:cxnLst/>
            <a:rect l="l" t="t" r="r" b="b"/>
            <a:pathLst>
              <a:path w="815975" h="1068070">
                <a:moveTo>
                  <a:pt x="98425" y="0"/>
                </a:moveTo>
                <a:lnTo>
                  <a:pt x="98425" y="0"/>
                </a:lnTo>
                <a:lnTo>
                  <a:pt x="689101" y="0"/>
                </a:lnTo>
                <a:lnTo>
                  <a:pt x="687407" y="35934"/>
                </a:lnTo>
                <a:lnTo>
                  <a:pt x="686121" y="77746"/>
                </a:lnTo>
                <a:lnTo>
                  <a:pt x="685224" y="125428"/>
                </a:lnTo>
                <a:lnTo>
                  <a:pt x="684700" y="178974"/>
                </a:lnTo>
                <a:lnTo>
                  <a:pt x="684529" y="238379"/>
                </a:lnTo>
                <a:lnTo>
                  <a:pt x="684797" y="310556"/>
                </a:lnTo>
                <a:lnTo>
                  <a:pt x="685625" y="371268"/>
                </a:lnTo>
                <a:lnTo>
                  <a:pt x="687048" y="420526"/>
                </a:lnTo>
                <a:lnTo>
                  <a:pt x="689101" y="458343"/>
                </a:lnTo>
                <a:lnTo>
                  <a:pt x="638491" y="458343"/>
                </a:lnTo>
                <a:lnTo>
                  <a:pt x="587863" y="458343"/>
                </a:lnTo>
                <a:lnTo>
                  <a:pt x="537229" y="458343"/>
                </a:lnTo>
                <a:lnTo>
                  <a:pt x="486601" y="458343"/>
                </a:lnTo>
                <a:lnTo>
                  <a:pt x="435990" y="458343"/>
                </a:lnTo>
                <a:lnTo>
                  <a:pt x="435990" y="481224"/>
                </a:lnTo>
                <a:lnTo>
                  <a:pt x="435990" y="504142"/>
                </a:lnTo>
                <a:lnTo>
                  <a:pt x="435990" y="527083"/>
                </a:lnTo>
                <a:lnTo>
                  <a:pt x="435990" y="550037"/>
                </a:lnTo>
                <a:lnTo>
                  <a:pt x="513006" y="549936"/>
                </a:lnTo>
                <a:lnTo>
                  <a:pt x="580656" y="549638"/>
                </a:lnTo>
                <a:lnTo>
                  <a:pt x="638935" y="549147"/>
                </a:lnTo>
                <a:lnTo>
                  <a:pt x="687839" y="548467"/>
                </a:lnTo>
                <a:lnTo>
                  <a:pt x="727363" y="547602"/>
                </a:lnTo>
                <a:lnTo>
                  <a:pt x="778255" y="545338"/>
                </a:lnTo>
                <a:lnTo>
                  <a:pt x="778255" y="566005"/>
                </a:lnTo>
                <a:lnTo>
                  <a:pt x="778255" y="586660"/>
                </a:lnTo>
                <a:lnTo>
                  <a:pt x="778255" y="607292"/>
                </a:lnTo>
                <a:lnTo>
                  <a:pt x="778255" y="627888"/>
                </a:lnTo>
                <a:lnTo>
                  <a:pt x="752728" y="626491"/>
                </a:lnTo>
                <a:lnTo>
                  <a:pt x="670417" y="624459"/>
                </a:lnTo>
                <a:lnTo>
                  <a:pt x="613626" y="623824"/>
                </a:lnTo>
                <a:lnTo>
                  <a:pt x="546407" y="623442"/>
                </a:lnTo>
                <a:lnTo>
                  <a:pt x="468756" y="623316"/>
                </a:lnTo>
                <a:lnTo>
                  <a:pt x="499549" y="662028"/>
                </a:lnTo>
                <a:lnTo>
                  <a:pt x="531214" y="698046"/>
                </a:lnTo>
                <a:lnTo>
                  <a:pt x="563891" y="731206"/>
                </a:lnTo>
                <a:lnTo>
                  <a:pt x="597719" y="761341"/>
                </a:lnTo>
                <a:lnTo>
                  <a:pt x="632840" y="788289"/>
                </a:lnTo>
                <a:lnTo>
                  <a:pt x="677846" y="818171"/>
                </a:lnTo>
                <a:lnTo>
                  <a:pt x="723233" y="844375"/>
                </a:lnTo>
                <a:lnTo>
                  <a:pt x="769143" y="866602"/>
                </a:lnTo>
                <a:lnTo>
                  <a:pt x="815721" y="884555"/>
                </a:lnTo>
                <a:lnTo>
                  <a:pt x="800127" y="905972"/>
                </a:lnTo>
                <a:lnTo>
                  <a:pt x="786415" y="929211"/>
                </a:lnTo>
                <a:lnTo>
                  <a:pt x="774465" y="954188"/>
                </a:lnTo>
                <a:lnTo>
                  <a:pt x="764159" y="980821"/>
                </a:lnTo>
                <a:lnTo>
                  <a:pt x="717033" y="959908"/>
                </a:lnTo>
                <a:lnTo>
                  <a:pt x="673426" y="936905"/>
                </a:lnTo>
                <a:lnTo>
                  <a:pt x="633226" y="911975"/>
                </a:lnTo>
                <a:lnTo>
                  <a:pt x="596323" y="885284"/>
                </a:lnTo>
                <a:lnTo>
                  <a:pt x="562610" y="856996"/>
                </a:lnTo>
                <a:lnTo>
                  <a:pt x="524627" y="820558"/>
                </a:lnTo>
                <a:lnTo>
                  <a:pt x="491061" y="783812"/>
                </a:lnTo>
                <a:lnTo>
                  <a:pt x="461615" y="747017"/>
                </a:lnTo>
                <a:lnTo>
                  <a:pt x="435990" y="710438"/>
                </a:lnTo>
                <a:lnTo>
                  <a:pt x="436084" y="780573"/>
                </a:lnTo>
                <a:lnTo>
                  <a:pt x="436367" y="844350"/>
                </a:lnTo>
                <a:lnTo>
                  <a:pt x="436840" y="901772"/>
                </a:lnTo>
                <a:lnTo>
                  <a:pt x="437507" y="952839"/>
                </a:lnTo>
                <a:lnTo>
                  <a:pt x="438369" y="997556"/>
                </a:lnTo>
                <a:lnTo>
                  <a:pt x="439429" y="1035923"/>
                </a:lnTo>
                <a:lnTo>
                  <a:pt x="440689" y="1067943"/>
                </a:lnTo>
                <a:lnTo>
                  <a:pt x="417256" y="1067943"/>
                </a:lnTo>
                <a:lnTo>
                  <a:pt x="393811" y="1067943"/>
                </a:lnTo>
                <a:lnTo>
                  <a:pt x="370341" y="1067943"/>
                </a:lnTo>
                <a:lnTo>
                  <a:pt x="346837" y="1067943"/>
                </a:lnTo>
                <a:lnTo>
                  <a:pt x="348136" y="1035083"/>
                </a:lnTo>
                <a:lnTo>
                  <a:pt x="349212" y="996809"/>
                </a:lnTo>
                <a:lnTo>
                  <a:pt x="350072" y="953119"/>
                </a:lnTo>
                <a:lnTo>
                  <a:pt x="350726" y="904011"/>
                </a:lnTo>
                <a:lnTo>
                  <a:pt x="351182" y="849482"/>
                </a:lnTo>
                <a:lnTo>
                  <a:pt x="351448" y="789530"/>
                </a:lnTo>
                <a:lnTo>
                  <a:pt x="351536" y="724154"/>
                </a:lnTo>
                <a:lnTo>
                  <a:pt x="327278" y="758001"/>
                </a:lnTo>
                <a:lnTo>
                  <a:pt x="301783" y="791194"/>
                </a:lnTo>
                <a:lnTo>
                  <a:pt x="274812" y="823505"/>
                </a:lnTo>
                <a:lnTo>
                  <a:pt x="246125" y="854710"/>
                </a:lnTo>
                <a:lnTo>
                  <a:pt x="189049" y="906855"/>
                </a:lnTo>
                <a:lnTo>
                  <a:pt x="153058" y="934985"/>
                </a:lnTo>
                <a:lnTo>
                  <a:pt x="111928" y="964267"/>
                </a:lnTo>
                <a:lnTo>
                  <a:pt x="65531" y="994537"/>
                </a:lnTo>
                <a:lnTo>
                  <a:pt x="52577" y="974246"/>
                </a:lnTo>
                <a:lnTo>
                  <a:pt x="37433" y="954420"/>
                </a:lnTo>
                <a:lnTo>
                  <a:pt x="19954" y="935190"/>
                </a:lnTo>
                <a:lnTo>
                  <a:pt x="0" y="916686"/>
                </a:lnTo>
                <a:lnTo>
                  <a:pt x="48269" y="890927"/>
                </a:lnTo>
                <a:lnTo>
                  <a:pt x="91502" y="864357"/>
                </a:lnTo>
                <a:lnTo>
                  <a:pt x="129817" y="837142"/>
                </a:lnTo>
                <a:lnTo>
                  <a:pt x="163328" y="809445"/>
                </a:lnTo>
                <a:lnTo>
                  <a:pt x="192150" y="781431"/>
                </a:lnTo>
                <a:lnTo>
                  <a:pt x="223966" y="745081"/>
                </a:lnTo>
                <a:lnTo>
                  <a:pt x="253126" y="706469"/>
                </a:lnTo>
                <a:lnTo>
                  <a:pt x="279929" y="665809"/>
                </a:lnTo>
                <a:lnTo>
                  <a:pt x="304673" y="623316"/>
                </a:lnTo>
                <a:lnTo>
                  <a:pt x="235637" y="623443"/>
                </a:lnTo>
                <a:lnTo>
                  <a:pt x="175466" y="623824"/>
                </a:lnTo>
                <a:lnTo>
                  <a:pt x="124158" y="624459"/>
                </a:lnTo>
                <a:lnTo>
                  <a:pt x="81708" y="625348"/>
                </a:lnTo>
                <a:lnTo>
                  <a:pt x="23367" y="627888"/>
                </a:lnTo>
                <a:lnTo>
                  <a:pt x="23367" y="607292"/>
                </a:lnTo>
                <a:lnTo>
                  <a:pt x="23367" y="586660"/>
                </a:lnTo>
                <a:lnTo>
                  <a:pt x="23367" y="566005"/>
                </a:lnTo>
                <a:lnTo>
                  <a:pt x="23367" y="545338"/>
                </a:lnTo>
                <a:lnTo>
                  <a:pt x="48144" y="546744"/>
                </a:lnTo>
                <a:lnTo>
                  <a:pt x="133588" y="548830"/>
                </a:lnTo>
                <a:lnTo>
                  <a:pt x="194262" y="549496"/>
                </a:lnTo>
                <a:lnTo>
                  <a:pt x="266911" y="549900"/>
                </a:lnTo>
                <a:lnTo>
                  <a:pt x="351536" y="550037"/>
                </a:lnTo>
                <a:lnTo>
                  <a:pt x="351536" y="527083"/>
                </a:lnTo>
                <a:lnTo>
                  <a:pt x="351536" y="504142"/>
                </a:lnTo>
                <a:lnTo>
                  <a:pt x="351536" y="481224"/>
                </a:lnTo>
                <a:lnTo>
                  <a:pt x="351536" y="458343"/>
                </a:lnTo>
                <a:lnTo>
                  <a:pt x="300925" y="458343"/>
                </a:lnTo>
                <a:lnTo>
                  <a:pt x="250297" y="458343"/>
                </a:lnTo>
                <a:lnTo>
                  <a:pt x="199663" y="458343"/>
                </a:lnTo>
                <a:lnTo>
                  <a:pt x="149035" y="458343"/>
                </a:lnTo>
                <a:lnTo>
                  <a:pt x="98425" y="458343"/>
                </a:lnTo>
                <a:lnTo>
                  <a:pt x="100132" y="416738"/>
                </a:lnTo>
                <a:lnTo>
                  <a:pt x="101450" y="372549"/>
                </a:lnTo>
                <a:lnTo>
                  <a:pt x="102384" y="325782"/>
                </a:lnTo>
                <a:lnTo>
                  <a:pt x="102940" y="276442"/>
                </a:lnTo>
                <a:lnTo>
                  <a:pt x="103124" y="224536"/>
                </a:lnTo>
                <a:lnTo>
                  <a:pt x="102836" y="158984"/>
                </a:lnTo>
                <a:lnTo>
                  <a:pt x="101965" y="99695"/>
                </a:lnTo>
                <a:lnTo>
                  <a:pt x="100498" y="46692"/>
                </a:lnTo>
                <a:lnTo>
                  <a:pt x="98425" y="0"/>
                </a:lnTo>
                <a:close/>
              </a:path>
            </a:pathLst>
          </a:custGeom>
          <a:ln w="19812">
            <a:solidFill>
              <a:srgbClr val="FF0000"/>
            </a:solidFill>
          </a:ln>
        </p:spPr>
        <p:txBody>
          <a:bodyPr wrap="square" lIns="0" tIns="0" rIns="0" bIns="0" rtlCol="0"/>
          <a:lstStyle/>
          <a:p>
            <a:endParaRPr/>
          </a:p>
        </p:txBody>
      </p:sp>
      <p:sp>
        <p:nvSpPr>
          <p:cNvPr id="21" name="object 21"/>
          <p:cNvSpPr/>
          <p:nvPr/>
        </p:nvSpPr>
        <p:spPr>
          <a:xfrm>
            <a:off x="3627373" y="241808"/>
            <a:ext cx="201930" cy="229235"/>
          </a:xfrm>
          <a:custGeom>
            <a:avLst/>
            <a:gdLst/>
            <a:ahLst/>
            <a:cxnLst/>
            <a:rect l="l" t="t" r="r" b="b"/>
            <a:pathLst>
              <a:path w="201929" h="229234">
                <a:moveTo>
                  <a:pt x="84454" y="0"/>
                </a:moveTo>
                <a:lnTo>
                  <a:pt x="121916" y="51923"/>
                </a:lnTo>
                <a:lnTo>
                  <a:pt x="153733" y="98393"/>
                </a:lnTo>
                <a:lnTo>
                  <a:pt x="180216" y="139195"/>
                </a:lnTo>
                <a:lnTo>
                  <a:pt x="201675" y="174117"/>
                </a:lnTo>
                <a:lnTo>
                  <a:pt x="180226" y="184405"/>
                </a:lnTo>
                <a:lnTo>
                  <a:pt x="158289" y="197088"/>
                </a:lnTo>
                <a:lnTo>
                  <a:pt x="135757" y="212032"/>
                </a:lnTo>
                <a:lnTo>
                  <a:pt x="112522" y="229108"/>
                </a:lnTo>
                <a:lnTo>
                  <a:pt x="82421" y="171969"/>
                </a:lnTo>
                <a:lnTo>
                  <a:pt x="53832" y="123761"/>
                </a:lnTo>
                <a:lnTo>
                  <a:pt x="26457" y="84697"/>
                </a:lnTo>
                <a:lnTo>
                  <a:pt x="0" y="54991"/>
                </a:lnTo>
                <a:lnTo>
                  <a:pt x="24661" y="39629"/>
                </a:lnTo>
                <a:lnTo>
                  <a:pt x="46894" y="25257"/>
                </a:lnTo>
                <a:lnTo>
                  <a:pt x="66794" y="12003"/>
                </a:lnTo>
                <a:lnTo>
                  <a:pt x="84454" y="0"/>
                </a:lnTo>
                <a:close/>
              </a:path>
            </a:pathLst>
          </a:custGeom>
          <a:ln w="19812">
            <a:solidFill>
              <a:srgbClr val="FF0000"/>
            </a:solidFill>
          </a:ln>
        </p:spPr>
        <p:txBody>
          <a:bodyPr wrap="square" lIns="0" tIns="0" rIns="0" bIns="0" rtlCol="0"/>
          <a:lstStyle/>
          <a:p>
            <a:endParaRPr/>
          </a:p>
        </p:txBody>
      </p:sp>
      <p:sp>
        <p:nvSpPr>
          <p:cNvPr id="22" name="object 22"/>
          <p:cNvSpPr/>
          <p:nvPr/>
        </p:nvSpPr>
        <p:spPr>
          <a:xfrm>
            <a:off x="4729226" y="214375"/>
            <a:ext cx="450215" cy="1090930"/>
          </a:xfrm>
          <a:custGeom>
            <a:avLst/>
            <a:gdLst/>
            <a:ahLst/>
            <a:cxnLst/>
            <a:rect l="l" t="t" r="r" b="b"/>
            <a:pathLst>
              <a:path w="450214" h="1090930">
                <a:moveTo>
                  <a:pt x="384428" y="0"/>
                </a:moveTo>
                <a:lnTo>
                  <a:pt x="400956" y="28576"/>
                </a:lnTo>
                <a:lnTo>
                  <a:pt x="417306" y="54975"/>
                </a:lnTo>
                <a:lnTo>
                  <a:pt x="433631" y="79063"/>
                </a:lnTo>
                <a:lnTo>
                  <a:pt x="450088" y="100710"/>
                </a:lnTo>
                <a:lnTo>
                  <a:pt x="433542" y="99210"/>
                </a:lnTo>
                <a:lnTo>
                  <a:pt x="416687" y="99091"/>
                </a:lnTo>
                <a:lnTo>
                  <a:pt x="399545" y="100353"/>
                </a:lnTo>
                <a:lnTo>
                  <a:pt x="382143" y="102997"/>
                </a:lnTo>
                <a:lnTo>
                  <a:pt x="364093" y="106302"/>
                </a:lnTo>
                <a:lnTo>
                  <a:pt x="345185" y="109347"/>
                </a:lnTo>
                <a:lnTo>
                  <a:pt x="325421" y="112105"/>
                </a:lnTo>
                <a:lnTo>
                  <a:pt x="304800" y="114553"/>
                </a:lnTo>
                <a:lnTo>
                  <a:pt x="304800" y="170676"/>
                </a:lnTo>
                <a:lnTo>
                  <a:pt x="304800" y="226821"/>
                </a:lnTo>
                <a:lnTo>
                  <a:pt x="304800" y="282967"/>
                </a:lnTo>
                <a:lnTo>
                  <a:pt x="304800" y="339089"/>
                </a:lnTo>
                <a:lnTo>
                  <a:pt x="338161" y="338786"/>
                </a:lnTo>
                <a:lnTo>
                  <a:pt x="372713" y="337899"/>
                </a:lnTo>
                <a:lnTo>
                  <a:pt x="408455" y="336464"/>
                </a:lnTo>
                <a:lnTo>
                  <a:pt x="445388" y="334518"/>
                </a:lnTo>
                <a:lnTo>
                  <a:pt x="445388" y="356256"/>
                </a:lnTo>
                <a:lnTo>
                  <a:pt x="445388" y="378031"/>
                </a:lnTo>
                <a:lnTo>
                  <a:pt x="445388" y="399829"/>
                </a:lnTo>
                <a:lnTo>
                  <a:pt x="445388" y="421639"/>
                </a:lnTo>
                <a:lnTo>
                  <a:pt x="408455" y="419619"/>
                </a:lnTo>
                <a:lnTo>
                  <a:pt x="372713" y="418147"/>
                </a:lnTo>
                <a:lnTo>
                  <a:pt x="338161" y="417246"/>
                </a:lnTo>
                <a:lnTo>
                  <a:pt x="304800" y="416940"/>
                </a:lnTo>
                <a:lnTo>
                  <a:pt x="304800" y="467375"/>
                </a:lnTo>
                <a:lnTo>
                  <a:pt x="304800" y="517808"/>
                </a:lnTo>
                <a:lnTo>
                  <a:pt x="304800" y="820293"/>
                </a:lnTo>
                <a:lnTo>
                  <a:pt x="304970" y="863408"/>
                </a:lnTo>
                <a:lnTo>
                  <a:pt x="305494" y="911993"/>
                </a:lnTo>
                <a:lnTo>
                  <a:pt x="306391" y="966057"/>
                </a:lnTo>
                <a:lnTo>
                  <a:pt x="307677" y="1025614"/>
                </a:lnTo>
                <a:lnTo>
                  <a:pt x="309372" y="1090676"/>
                </a:lnTo>
                <a:lnTo>
                  <a:pt x="285940" y="1090676"/>
                </a:lnTo>
                <a:lnTo>
                  <a:pt x="262508" y="1090676"/>
                </a:lnTo>
                <a:lnTo>
                  <a:pt x="239077" y="1090676"/>
                </a:lnTo>
                <a:lnTo>
                  <a:pt x="215646" y="1090676"/>
                </a:lnTo>
                <a:lnTo>
                  <a:pt x="217353" y="1025797"/>
                </a:lnTo>
                <a:lnTo>
                  <a:pt x="218671" y="966789"/>
                </a:lnTo>
                <a:lnTo>
                  <a:pt x="219605" y="913639"/>
                </a:lnTo>
                <a:lnTo>
                  <a:pt x="220161" y="866335"/>
                </a:lnTo>
                <a:lnTo>
                  <a:pt x="220345" y="824864"/>
                </a:lnTo>
                <a:lnTo>
                  <a:pt x="220345" y="772189"/>
                </a:lnTo>
                <a:lnTo>
                  <a:pt x="220345" y="719502"/>
                </a:lnTo>
                <a:lnTo>
                  <a:pt x="220345" y="666791"/>
                </a:lnTo>
                <a:lnTo>
                  <a:pt x="220345" y="614045"/>
                </a:lnTo>
                <a:lnTo>
                  <a:pt x="197888" y="656365"/>
                </a:lnTo>
                <a:lnTo>
                  <a:pt x="174888" y="698057"/>
                </a:lnTo>
                <a:lnTo>
                  <a:pt x="151225" y="739044"/>
                </a:lnTo>
                <a:lnTo>
                  <a:pt x="126778" y="779248"/>
                </a:lnTo>
                <a:lnTo>
                  <a:pt x="101429" y="818591"/>
                </a:lnTo>
                <a:lnTo>
                  <a:pt x="75057" y="856996"/>
                </a:lnTo>
                <a:lnTo>
                  <a:pt x="57935" y="834703"/>
                </a:lnTo>
                <a:lnTo>
                  <a:pt x="39814" y="813435"/>
                </a:lnTo>
                <a:lnTo>
                  <a:pt x="20550" y="793309"/>
                </a:lnTo>
                <a:lnTo>
                  <a:pt x="0" y="774446"/>
                </a:lnTo>
                <a:lnTo>
                  <a:pt x="32049" y="741384"/>
                </a:lnTo>
                <a:lnTo>
                  <a:pt x="62087" y="705786"/>
                </a:lnTo>
                <a:lnTo>
                  <a:pt x="90386" y="667879"/>
                </a:lnTo>
                <a:lnTo>
                  <a:pt x="117221" y="627888"/>
                </a:lnTo>
                <a:lnTo>
                  <a:pt x="137636" y="593135"/>
                </a:lnTo>
                <a:lnTo>
                  <a:pt x="157070" y="554603"/>
                </a:lnTo>
                <a:lnTo>
                  <a:pt x="175669" y="512353"/>
                </a:lnTo>
                <a:lnTo>
                  <a:pt x="193579" y="466445"/>
                </a:lnTo>
                <a:lnTo>
                  <a:pt x="210947" y="416940"/>
                </a:lnTo>
                <a:lnTo>
                  <a:pt x="156176" y="417246"/>
                </a:lnTo>
                <a:lnTo>
                  <a:pt x="109013" y="418147"/>
                </a:lnTo>
                <a:lnTo>
                  <a:pt x="69447" y="419619"/>
                </a:lnTo>
                <a:lnTo>
                  <a:pt x="37464" y="421639"/>
                </a:lnTo>
                <a:lnTo>
                  <a:pt x="37464" y="399829"/>
                </a:lnTo>
                <a:lnTo>
                  <a:pt x="37464" y="378031"/>
                </a:lnTo>
                <a:lnTo>
                  <a:pt x="37464" y="356256"/>
                </a:lnTo>
                <a:lnTo>
                  <a:pt x="37464" y="334518"/>
                </a:lnTo>
                <a:lnTo>
                  <a:pt x="74711" y="336464"/>
                </a:lnTo>
                <a:lnTo>
                  <a:pt x="106648" y="337899"/>
                </a:lnTo>
                <a:lnTo>
                  <a:pt x="133298" y="338786"/>
                </a:lnTo>
                <a:lnTo>
                  <a:pt x="154686" y="339089"/>
                </a:lnTo>
                <a:lnTo>
                  <a:pt x="171088" y="339089"/>
                </a:lnTo>
                <a:lnTo>
                  <a:pt x="187515" y="339089"/>
                </a:lnTo>
                <a:lnTo>
                  <a:pt x="203942" y="339089"/>
                </a:lnTo>
                <a:lnTo>
                  <a:pt x="220345" y="339089"/>
                </a:lnTo>
                <a:lnTo>
                  <a:pt x="220345" y="287539"/>
                </a:lnTo>
                <a:lnTo>
                  <a:pt x="220345" y="235966"/>
                </a:lnTo>
                <a:lnTo>
                  <a:pt x="220345" y="184392"/>
                </a:lnTo>
                <a:lnTo>
                  <a:pt x="220345" y="132842"/>
                </a:lnTo>
                <a:lnTo>
                  <a:pt x="187817" y="139684"/>
                </a:lnTo>
                <a:lnTo>
                  <a:pt x="151193" y="146621"/>
                </a:lnTo>
                <a:lnTo>
                  <a:pt x="110474" y="153558"/>
                </a:lnTo>
                <a:lnTo>
                  <a:pt x="65659" y="160400"/>
                </a:lnTo>
                <a:lnTo>
                  <a:pt x="58287" y="140073"/>
                </a:lnTo>
                <a:lnTo>
                  <a:pt x="50403" y="120268"/>
                </a:lnTo>
                <a:lnTo>
                  <a:pt x="41923" y="101036"/>
                </a:lnTo>
                <a:lnTo>
                  <a:pt x="32765" y="82423"/>
                </a:lnTo>
                <a:lnTo>
                  <a:pt x="73967" y="77154"/>
                </a:lnTo>
                <a:lnTo>
                  <a:pt x="117776" y="70373"/>
                </a:lnTo>
                <a:lnTo>
                  <a:pt x="164228" y="62188"/>
                </a:lnTo>
                <a:lnTo>
                  <a:pt x="213360" y="52704"/>
                </a:lnTo>
                <a:lnTo>
                  <a:pt x="261824" y="41683"/>
                </a:lnTo>
                <a:lnTo>
                  <a:pt x="306466" y="29114"/>
                </a:lnTo>
                <a:lnTo>
                  <a:pt x="347323" y="15164"/>
                </a:lnTo>
                <a:lnTo>
                  <a:pt x="384428" y="0"/>
                </a:lnTo>
                <a:close/>
              </a:path>
            </a:pathLst>
          </a:custGeom>
          <a:ln w="19812">
            <a:solidFill>
              <a:srgbClr val="FF0000"/>
            </a:solidFill>
          </a:ln>
        </p:spPr>
        <p:txBody>
          <a:bodyPr wrap="square" lIns="0" tIns="0" rIns="0" bIns="0" rtlCol="0"/>
          <a:lstStyle/>
          <a:p>
            <a:endParaRPr/>
          </a:p>
        </p:txBody>
      </p:sp>
      <p:sp>
        <p:nvSpPr>
          <p:cNvPr id="23" name="object 23"/>
          <p:cNvSpPr/>
          <p:nvPr/>
        </p:nvSpPr>
        <p:spPr>
          <a:xfrm>
            <a:off x="242315" y="1392936"/>
            <a:ext cx="11670030" cy="5299710"/>
          </a:xfrm>
          <a:prstGeom prst="rect">
            <a:avLst/>
          </a:prstGeom>
          <a:blipFill>
            <a:blip r:embed="rId3" cstate="print"/>
            <a:stretch>
              <a:fillRect/>
            </a:stretch>
          </a:blipFill>
        </p:spPr>
        <p:txBody>
          <a:bodyPr wrap="square" lIns="0" tIns="0" rIns="0" bIns="0" rtlCol="0"/>
          <a:lstStyle/>
          <a:p>
            <a:endParaRPr/>
          </a:p>
        </p:txBody>
      </p:sp>
      <p:sp>
        <p:nvSpPr>
          <p:cNvPr id="24" name="object 24"/>
          <p:cNvSpPr/>
          <p:nvPr/>
        </p:nvSpPr>
        <p:spPr>
          <a:xfrm>
            <a:off x="266700" y="1417319"/>
            <a:ext cx="11670030" cy="5299710"/>
          </a:xfrm>
          <a:prstGeom prst="rect">
            <a:avLst/>
          </a:prstGeom>
          <a:blipFill>
            <a:blip r:embed="rId4" cstate="print"/>
            <a:stretch>
              <a:fillRect/>
            </a:stretch>
          </a:blipFill>
        </p:spPr>
        <p:txBody>
          <a:bodyPr wrap="square" lIns="0" tIns="0" rIns="0" bIns="0" rtlCol="0"/>
          <a:lstStyle/>
          <a:p>
            <a:endParaRPr/>
          </a:p>
        </p:txBody>
      </p:sp>
      <p:sp>
        <p:nvSpPr>
          <p:cNvPr id="25" name="object 25"/>
          <p:cNvSpPr/>
          <p:nvPr/>
        </p:nvSpPr>
        <p:spPr>
          <a:xfrm>
            <a:off x="256031" y="1406652"/>
            <a:ext cx="11669268" cy="5298948"/>
          </a:xfrm>
          <a:prstGeom prst="rect">
            <a:avLst/>
          </a:prstGeom>
          <a:blipFill>
            <a:blip r:embed="rId5" cstate="print"/>
            <a:stretch>
              <a:fillRect/>
            </a:stretch>
          </a:blipFill>
        </p:spPr>
        <p:txBody>
          <a:bodyPr wrap="square" lIns="0" tIns="0" rIns="0" bIns="0" rtlCol="0"/>
          <a:lstStyle/>
          <a:p>
            <a:endParaRPr/>
          </a:p>
        </p:txBody>
      </p:sp>
      <p:sp>
        <p:nvSpPr>
          <p:cNvPr id="26" name="object 26"/>
          <p:cNvSpPr/>
          <p:nvPr/>
        </p:nvSpPr>
        <p:spPr>
          <a:xfrm>
            <a:off x="597408" y="1871459"/>
            <a:ext cx="233946" cy="243090"/>
          </a:xfrm>
          <a:prstGeom prst="rect">
            <a:avLst/>
          </a:prstGeom>
          <a:blipFill>
            <a:blip r:embed="rId6" cstate="print"/>
            <a:stretch>
              <a:fillRect/>
            </a:stretch>
          </a:blipFill>
        </p:spPr>
        <p:txBody>
          <a:bodyPr wrap="square" lIns="0" tIns="0" rIns="0" bIns="0" rtlCol="0"/>
          <a:lstStyle/>
          <a:p>
            <a:endParaRPr/>
          </a:p>
        </p:txBody>
      </p:sp>
      <p:sp>
        <p:nvSpPr>
          <p:cNvPr id="27" name="object 27"/>
          <p:cNvSpPr/>
          <p:nvPr/>
        </p:nvSpPr>
        <p:spPr>
          <a:xfrm>
            <a:off x="606209" y="1879473"/>
            <a:ext cx="190500" cy="199644"/>
          </a:xfrm>
          <a:prstGeom prst="rect">
            <a:avLst/>
          </a:prstGeom>
          <a:blipFill>
            <a:blip r:embed="rId7" cstate="print"/>
            <a:stretch>
              <a:fillRect/>
            </a:stretch>
          </a:blipFill>
        </p:spPr>
        <p:txBody>
          <a:bodyPr wrap="square" lIns="0" tIns="0" rIns="0" bIns="0" rtlCol="0"/>
          <a:lstStyle/>
          <a:p>
            <a:endParaRPr/>
          </a:p>
        </p:txBody>
      </p:sp>
      <p:sp>
        <p:nvSpPr>
          <p:cNvPr id="30" name="object 30"/>
          <p:cNvSpPr/>
          <p:nvPr/>
        </p:nvSpPr>
        <p:spPr>
          <a:xfrm>
            <a:off x="597408" y="2468867"/>
            <a:ext cx="233946" cy="243090"/>
          </a:xfrm>
          <a:prstGeom prst="rect">
            <a:avLst/>
          </a:prstGeom>
          <a:blipFill>
            <a:blip r:embed="rId6" cstate="print"/>
            <a:stretch>
              <a:fillRect/>
            </a:stretch>
          </a:blipFill>
        </p:spPr>
        <p:txBody>
          <a:bodyPr wrap="square" lIns="0" tIns="0" rIns="0" bIns="0" rtlCol="0"/>
          <a:lstStyle/>
          <a:p>
            <a:endParaRPr/>
          </a:p>
        </p:txBody>
      </p:sp>
      <p:sp>
        <p:nvSpPr>
          <p:cNvPr id="31" name="object 31"/>
          <p:cNvSpPr/>
          <p:nvPr/>
        </p:nvSpPr>
        <p:spPr>
          <a:xfrm>
            <a:off x="606209" y="2476880"/>
            <a:ext cx="190500" cy="199644"/>
          </a:xfrm>
          <a:prstGeom prst="rect">
            <a:avLst/>
          </a:prstGeom>
          <a:blipFill>
            <a:blip r:embed="rId7" cstate="print"/>
            <a:stretch>
              <a:fillRect/>
            </a:stretch>
          </a:blipFill>
        </p:spPr>
        <p:txBody>
          <a:bodyPr wrap="square" lIns="0" tIns="0" rIns="0" bIns="0" rtlCol="0"/>
          <a:lstStyle/>
          <a:p>
            <a:endParaRPr/>
          </a:p>
        </p:txBody>
      </p:sp>
      <p:sp>
        <p:nvSpPr>
          <p:cNvPr id="34" name="object 34"/>
          <p:cNvSpPr/>
          <p:nvPr/>
        </p:nvSpPr>
        <p:spPr>
          <a:xfrm>
            <a:off x="597408" y="3066275"/>
            <a:ext cx="233946" cy="243090"/>
          </a:xfrm>
          <a:prstGeom prst="rect">
            <a:avLst/>
          </a:prstGeom>
          <a:blipFill>
            <a:blip r:embed="rId6" cstate="print"/>
            <a:stretch>
              <a:fillRect/>
            </a:stretch>
          </a:blipFill>
        </p:spPr>
        <p:txBody>
          <a:bodyPr wrap="square" lIns="0" tIns="0" rIns="0" bIns="0" rtlCol="0"/>
          <a:lstStyle/>
          <a:p>
            <a:endParaRPr/>
          </a:p>
        </p:txBody>
      </p:sp>
      <p:sp>
        <p:nvSpPr>
          <p:cNvPr id="35" name="object 35"/>
          <p:cNvSpPr/>
          <p:nvPr/>
        </p:nvSpPr>
        <p:spPr>
          <a:xfrm>
            <a:off x="606209" y="3074289"/>
            <a:ext cx="190500" cy="199644"/>
          </a:xfrm>
          <a:prstGeom prst="rect">
            <a:avLst/>
          </a:prstGeom>
          <a:blipFill>
            <a:blip r:embed="rId7" cstate="print"/>
            <a:stretch>
              <a:fillRect/>
            </a:stretch>
          </a:blipFill>
        </p:spPr>
        <p:txBody>
          <a:bodyPr wrap="square" lIns="0" tIns="0" rIns="0" bIns="0" rtlCol="0"/>
          <a:lstStyle/>
          <a:p>
            <a:endParaRPr/>
          </a:p>
        </p:txBody>
      </p:sp>
      <p:sp>
        <p:nvSpPr>
          <p:cNvPr id="38" name="object 38"/>
          <p:cNvSpPr/>
          <p:nvPr/>
        </p:nvSpPr>
        <p:spPr>
          <a:xfrm>
            <a:off x="597408" y="3663683"/>
            <a:ext cx="233946" cy="243090"/>
          </a:xfrm>
          <a:prstGeom prst="rect">
            <a:avLst/>
          </a:prstGeom>
          <a:blipFill>
            <a:blip r:embed="rId8" cstate="print"/>
            <a:stretch>
              <a:fillRect/>
            </a:stretch>
          </a:blipFill>
        </p:spPr>
        <p:txBody>
          <a:bodyPr wrap="square" lIns="0" tIns="0" rIns="0" bIns="0" rtlCol="0"/>
          <a:lstStyle/>
          <a:p>
            <a:endParaRPr/>
          </a:p>
        </p:txBody>
      </p:sp>
      <p:sp>
        <p:nvSpPr>
          <p:cNvPr id="39" name="object 39"/>
          <p:cNvSpPr/>
          <p:nvPr/>
        </p:nvSpPr>
        <p:spPr>
          <a:xfrm>
            <a:off x="606209" y="3671696"/>
            <a:ext cx="190500" cy="199644"/>
          </a:xfrm>
          <a:prstGeom prst="rect">
            <a:avLst/>
          </a:prstGeom>
          <a:blipFill>
            <a:blip r:embed="rId7" cstate="print"/>
            <a:stretch>
              <a:fillRect/>
            </a:stretch>
          </a:blipFill>
        </p:spPr>
        <p:txBody>
          <a:bodyPr wrap="square" lIns="0" tIns="0" rIns="0" bIns="0" rtlCol="0"/>
          <a:lstStyle/>
          <a:p>
            <a:endParaRPr/>
          </a:p>
        </p:txBody>
      </p:sp>
      <p:sp>
        <p:nvSpPr>
          <p:cNvPr id="42" name="object 42"/>
          <p:cNvSpPr/>
          <p:nvPr/>
        </p:nvSpPr>
        <p:spPr>
          <a:xfrm>
            <a:off x="597408" y="4261091"/>
            <a:ext cx="233946" cy="243090"/>
          </a:xfrm>
          <a:prstGeom prst="rect">
            <a:avLst/>
          </a:prstGeom>
          <a:blipFill>
            <a:blip r:embed="rId6" cstate="print"/>
            <a:stretch>
              <a:fillRect/>
            </a:stretch>
          </a:blipFill>
        </p:spPr>
        <p:txBody>
          <a:bodyPr wrap="square" lIns="0" tIns="0" rIns="0" bIns="0" rtlCol="0"/>
          <a:lstStyle/>
          <a:p>
            <a:endParaRPr/>
          </a:p>
        </p:txBody>
      </p:sp>
      <p:sp>
        <p:nvSpPr>
          <p:cNvPr id="43" name="object 43"/>
          <p:cNvSpPr/>
          <p:nvPr/>
        </p:nvSpPr>
        <p:spPr>
          <a:xfrm>
            <a:off x="606209" y="4269104"/>
            <a:ext cx="190500" cy="199644"/>
          </a:xfrm>
          <a:prstGeom prst="rect">
            <a:avLst/>
          </a:prstGeom>
          <a:blipFill>
            <a:blip r:embed="rId7" cstate="print"/>
            <a:stretch>
              <a:fillRect/>
            </a:stretch>
          </a:blipFill>
        </p:spPr>
        <p:txBody>
          <a:bodyPr wrap="square" lIns="0" tIns="0" rIns="0" bIns="0" rtlCol="0"/>
          <a:lstStyle/>
          <a:p>
            <a:endParaRPr/>
          </a:p>
        </p:txBody>
      </p:sp>
      <p:sp>
        <p:nvSpPr>
          <p:cNvPr id="46" name="object 46"/>
          <p:cNvSpPr/>
          <p:nvPr/>
        </p:nvSpPr>
        <p:spPr>
          <a:xfrm>
            <a:off x="597408" y="4858499"/>
            <a:ext cx="233946" cy="243090"/>
          </a:xfrm>
          <a:prstGeom prst="rect">
            <a:avLst/>
          </a:prstGeom>
          <a:blipFill>
            <a:blip r:embed="rId6" cstate="print"/>
            <a:stretch>
              <a:fillRect/>
            </a:stretch>
          </a:blipFill>
        </p:spPr>
        <p:txBody>
          <a:bodyPr wrap="square" lIns="0" tIns="0" rIns="0" bIns="0" rtlCol="0"/>
          <a:lstStyle/>
          <a:p>
            <a:endParaRPr/>
          </a:p>
        </p:txBody>
      </p:sp>
      <p:sp>
        <p:nvSpPr>
          <p:cNvPr id="47" name="object 47"/>
          <p:cNvSpPr/>
          <p:nvPr/>
        </p:nvSpPr>
        <p:spPr>
          <a:xfrm>
            <a:off x="606209" y="4866513"/>
            <a:ext cx="190500" cy="199644"/>
          </a:xfrm>
          <a:prstGeom prst="rect">
            <a:avLst/>
          </a:prstGeom>
          <a:blipFill>
            <a:blip r:embed="rId7" cstate="print"/>
            <a:stretch>
              <a:fillRect/>
            </a:stretch>
          </a:blipFill>
        </p:spPr>
        <p:txBody>
          <a:bodyPr wrap="square" lIns="0" tIns="0" rIns="0" bIns="0" rtlCol="0"/>
          <a:lstStyle/>
          <a:p>
            <a:endParaRPr/>
          </a:p>
        </p:txBody>
      </p:sp>
      <p:sp>
        <p:nvSpPr>
          <p:cNvPr id="50" name="object 50"/>
          <p:cNvSpPr/>
          <p:nvPr/>
        </p:nvSpPr>
        <p:spPr>
          <a:xfrm>
            <a:off x="597408" y="5455920"/>
            <a:ext cx="233946" cy="243090"/>
          </a:xfrm>
          <a:prstGeom prst="rect">
            <a:avLst/>
          </a:prstGeom>
          <a:blipFill>
            <a:blip r:embed="rId6" cstate="print"/>
            <a:stretch>
              <a:fillRect/>
            </a:stretch>
          </a:blipFill>
        </p:spPr>
        <p:txBody>
          <a:bodyPr wrap="square" lIns="0" tIns="0" rIns="0" bIns="0" rtlCol="0"/>
          <a:lstStyle/>
          <a:p>
            <a:endParaRPr/>
          </a:p>
        </p:txBody>
      </p:sp>
      <p:sp>
        <p:nvSpPr>
          <p:cNvPr id="51" name="object 51"/>
          <p:cNvSpPr/>
          <p:nvPr/>
        </p:nvSpPr>
        <p:spPr>
          <a:xfrm>
            <a:off x="606209" y="5463933"/>
            <a:ext cx="190500" cy="199644"/>
          </a:xfrm>
          <a:prstGeom prst="rect">
            <a:avLst/>
          </a:prstGeom>
          <a:blipFill>
            <a:blip r:embed="rId7" cstate="print"/>
            <a:stretch>
              <a:fillRect/>
            </a:stretch>
          </a:blipFill>
        </p:spPr>
        <p:txBody>
          <a:bodyPr wrap="square" lIns="0" tIns="0" rIns="0" bIns="0" rtlCol="0"/>
          <a:lstStyle/>
          <a:p>
            <a:endParaRPr/>
          </a:p>
        </p:txBody>
      </p:sp>
      <p:sp>
        <p:nvSpPr>
          <p:cNvPr id="54" name="object 54"/>
          <p:cNvSpPr/>
          <p:nvPr/>
        </p:nvSpPr>
        <p:spPr>
          <a:xfrm>
            <a:off x="597408" y="6053328"/>
            <a:ext cx="233946" cy="243090"/>
          </a:xfrm>
          <a:prstGeom prst="rect">
            <a:avLst/>
          </a:prstGeom>
          <a:blipFill>
            <a:blip r:embed="rId6" cstate="print"/>
            <a:stretch>
              <a:fillRect/>
            </a:stretch>
          </a:blipFill>
        </p:spPr>
        <p:txBody>
          <a:bodyPr wrap="square" lIns="0" tIns="0" rIns="0" bIns="0" rtlCol="0"/>
          <a:lstStyle/>
          <a:p>
            <a:endParaRPr/>
          </a:p>
        </p:txBody>
      </p:sp>
      <p:sp>
        <p:nvSpPr>
          <p:cNvPr id="55" name="object 55"/>
          <p:cNvSpPr/>
          <p:nvPr/>
        </p:nvSpPr>
        <p:spPr>
          <a:xfrm>
            <a:off x="606209" y="6061341"/>
            <a:ext cx="190500" cy="199644"/>
          </a:xfrm>
          <a:prstGeom prst="rect">
            <a:avLst/>
          </a:prstGeom>
          <a:blipFill>
            <a:blip r:embed="rId7" cstate="print"/>
            <a:stretch>
              <a:fillRect/>
            </a:stretch>
          </a:blipFill>
        </p:spPr>
        <p:txBody>
          <a:bodyPr wrap="square" lIns="0" tIns="0" rIns="0" bIns="0" rtlCol="0"/>
          <a:lstStyle/>
          <a:p>
            <a:endParaRPr/>
          </a:p>
        </p:txBody>
      </p:sp>
      <p:sp>
        <p:nvSpPr>
          <p:cNvPr id="58" name="object 58"/>
          <p:cNvSpPr txBox="1"/>
          <p:nvPr/>
        </p:nvSpPr>
        <p:spPr>
          <a:xfrm>
            <a:off x="1163320" y="1746250"/>
            <a:ext cx="6523990" cy="4641850"/>
          </a:xfrm>
          <a:prstGeom prst="rect">
            <a:avLst/>
          </a:prstGeom>
        </p:spPr>
        <p:txBody>
          <a:bodyPr vert="horz" wrap="square" lIns="0" tIns="0" rIns="0" bIns="0" rtlCol="0">
            <a:spAutoFit/>
          </a:bodyPr>
          <a:lstStyle/>
          <a:p>
            <a:pPr marL="12700">
              <a:lnSpc>
                <a:spcPct val="100000"/>
              </a:lnSpc>
              <a:tabLst>
                <a:tab pos="724535" algn="l"/>
              </a:tabLst>
            </a:pPr>
            <a:r>
              <a:rPr lang="zh-CN" sz="2800" b="1" spc="-5" dirty="0">
                <a:solidFill>
                  <a:srgbClr val="FF0000"/>
                </a:solidFill>
                <a:latin typeface="微软雅黑" panose="020B0503020204020204" pitchFamily="34" charset="-122"/>
                <a:cs typeface="微软雅黑" panose="020B0503020204020204" pitchFamily="34" charset="-122"/>
              </a:rPr>
              <a:t>导</a:t>
            </a:r>
            <a:r>
              <a:rPr sz="2800" b="1" spc="-5" dirty="0">
                <a:solidFill>
                  <a:srgbClr val="FF0000"/>
                </a:solidFill>
                <a:latin typeface="微软雅黑" panose="020B0503020204020204" pitchFamily="34" charset="-122"/>
                <a:cs typeface="微软雅黑" panose="020B0503020204020204" pitchFamily="34" charset="-122"/>
              </a:rPr>
              <a:t>	论</a:t>
            </a:r>
            <a:endParaRPr sz="2800" b="1">
              <a:latin typeface="微软雅黑" panose="020B0503020204020204" pitchFamily="34" charset="-122"/>
              <a:cs typeface="微软雅黑" panose="020B0503020204020204" pitchFamily="34" charset="-122"/>
            </a:endParaRPr>
          </a:p>
          <a:p>
            <a:pPr marL="12700" marR="1072515">
              <a:lnSpc>
                <a:spcPct val="140000"/>
              </a:lnSpc>
              <a:tabLst>
                <a:tab pos="1434465" algn="l"/>
              </a:tabLst>
            </a:pPr>
            <a:r>
              <a:rPr sz="2800" b="1" spc="-5" dirty="0">
                <a:solidFill>
                  <a:srgbClr val="808000"/>
                </a:solidFill>
                <a:latin typeface="微软雅黑" panose="020B0503020204020204" pitchFamily="34" charset="-122"/>
                <a:cs typeface="微软雅黑" panose="020B0503020204020204" pitchFamily="34" charset="-122"/>
              </a:rPr>
              <a:t>第</a:t>
            </a:r>
            <a:r>
              <a:rPr sz="2800" b="1" dirty="0">
                <a:solidFill>
                  <a:srgbClr val="808000"/>
                </a:solidFill>
                <a:latin typeface="微软雅黑" panose="020B0503020204020204" pitchFamily="34" charset="-122"/>
                <a:cs typeface="微软雅黑" panose="020B0503020204020204" pitchFamily="34" charset="-122"/>
              </a:rPr>
              <a:t>一</a:t>
            </a:r>
            <a:r>
              <a:rPr sz="2800" b="1" spc="-5" dirty="0">
                <a:solidFill>
                  <a:srgbClr val="808000"/>
                </a:solidFill>
                <a:latin typeface="微软雅黑" panose="020B0503020204020204" pitchFamily="34" charset="-122"/>
                <a:cs typeface="微软雅黑" panose="020B0503020204020204" pitchFamily="34" charset="-122"/>
              </a:rPr>
              <a:t>章</a:t>
            </a:r>
            <a:r>
              <a:rPr sz="2800" b="1" dirty="0">
                <a:solidFill>
                  <a:srgbClr val="808000"/>
                </a:solidFill>
                <a:latin typeface="微软雅黑" panose="020B0503020204020204" pitchFamily="34" charset="-122"/>
                <a:cs typeface="微软雅黑" panose="020B0503020204020204" pitchFamily="34" charset="-122"/>
              </a:rPr>
              <a:t>	</a:t>
            </a:r>
            <a:r>
              <a:rPr sz="2800" b="1" spc="-5" dirty="0">
                <a:solidFill>
                  <a:srgbClr val="808000"/>
                </a:solidFill>
                <a:latin typeface="微软雅黑" panose="020B0503020204020204" pitchFamily="34" charset="-122"/>
                <a:cs typeface="微软雅黑" panose="020B0503020204020204" pitchFamily="34" charset="-122"/>
              </a:rPr>
              <a:t>世</a:t>
            </a:r>
            <a:r>
              <a:rPr sz="2800" b="1" dirty="0">
                <a:solidFill>
                  <a:srgbClr val="808000"/>
                </a:solidFill>
                <a:latin typeface="微软雅黑" panose="020B0503020204020204" pitchFamily="34" charset="-122"/>
                <a:cs typeface="微软雅黑" panose="020B0503020204020204" pitchFamily="34" charset="-122"/>
              </a:rPr>
              <a:t>界</a:t>
            </a:r>
            <a:r>
              <a:rPr sz="2800" b="1" spc="-5" dirty="0">
                <a:solidFill>
                  <a:srgbClr val="808000"/>
                </a:solidFill>
                <a:latin typeface="微软雅黑" panose="020B0503020204020204" pitchFamily="34" charset="-122"/>
                <a:cs typeface="微软雅黑" panose="020B0503020204020204" pitchFamily="34" charset="-122"/>
              </a:rPr>
              <a:t>的</a:t>
            </a:r>
            <a:r>
              <a:rPr sz="2800" b="1" dirty="0">
                <a:solidFill>
                  <a:srgbClr val="808000"/>
                </a:solidFill>
                <a:latin typeface="微软雅黑" panose="020B0503020204020204" pitchFamily="34" charset="-122"/>
                <a:cs typeface="微软雅黑" panose="020B0503020204020204" pitchFamily="34" charset="-122"/>
              </a:rPr>
              <a:t>物</a:t>
            </a:r>
            <a:r>
              <a:rPr sz="2800" b="1" spc="-5" dirty="0">
                <a:solidFill>
                  <a:srgbClr val="808000"/>
                </a:solidFill>
                <a:latin typeface="微软雅黑" panose="020B0503020204020204" pitchFamily="34" charset="-122"/>
                <a:cs typeface="微软雅黑" panose="020B0503020204020204" pitchFamily="34" charset="-122"/>
              </a:rPr>
              <a:t>质性及</a:t>
            </a:r>
            <a:r>
              <a:rPr sz="2800" b="1" dirty="0">
                <a:solidFill>
                  <a:srgbClr val="808000"/>
                </a:solidFill>
                <a:latin typeface="微软雅黑" panose="020B0503020204020204" pitchFamily="34" charset="-122"/>
                <a:cs typeface="微软雅黑" panose="020B0503020204020204" pitchFamily="34" charset="-122"/>
              </a:rPr>
              <a:t>发</a:t>
            </a:r>
            <a:r>
              <a:rPr sz="2800" b="1" spc="-5" dirty="0">
                <a:solidFill>
                  <a:srgbClr val="808000"/>
                </a:solidFill>
                <a:latin typeface="微软雅黑" panose="020B0503020204020204" pitchFamily="34" charset="-122"/>
                <a:cs typeface="微软雅黑" panose="020B0503020204020204" pitchFamily="34" charset="-122"/>
              </a:rPr>
              <a:t>展规律</a:t>
            </a:r>
          </a:p>
          <a:p>
            <a:pPr marL="12700" marR="1072515">
              <a:lnSpc>
                <a:spcPct val="140000"/>
              </a:lnSpc>
              <a:tabLst>
                <a:tab pos="1434465" algn="l"/>
              </a:tabLst>
            </a:pPr>
            <a:r>
              <a:rPr sz="2800" b="1" spc="-5" dirty="0">
                <a:solidFill>
                  <a:srgbClr val="CC00CC"/>
                </a:solidFill>
                <a:latin typeface="微软雅黑" panose="020B0503020204020204" pitchFamily="34" charset="-122"/>
                <a:cs typeface="微软雅黑" panose="020B0503020204020204" pitchFamily="34" charset="-122"/>
              </a:rPr>
              <a:t>第二章	实践与认识及其发展规律</a:t>
            </a:r>
          </a:p>
          <a:p>
            <a:pPr marL="12700" marR="1072515">
              <a:lnSpc>
                <a:spcPct val="140000"/>
              </a:lnSpc>
              <a:tabLst>
                <a:tab pos="1434465" algn="l"/>
              </a:tabLst>
            </a:pPr>
            <a:r>
              <a:rPr sz="2800" b="1" spc="-5" dirty="0">
                <a:latin typeface="微软雅黑" panose="020B0503020204020204" pitchFamily="34" charset="-122"/>
                <a:cs typeface="微软雅黑" panose="020B0503020204020204" pitchFamily="34" charset="-122"/>
              </a:rPr>
              <a:t>第三章	人类社会及其发展规律</a:t>
            </a:r>
          </a:p>
          <a:p>
            <a:pPr marL="12700" marR="1072515">
              <a:lnSpc>
                <a:spcPct val="140000"/>
              </a:lnSpc>
              <a:tabLst>
                <a:tab pos="1434465" algn="l"/>
              </a:tabLst>
            </a:pPr>
            <a:r>
              <a:rPr sz="2800" b="1" spc="-5" dirty="0">
                <a:solidFill>
                  <a:srgbClr val="C00000"/>
                </a:solidFill>
                <a:latin typeface="微软雅黑" panose="020B0503020204020204" pitchFamily="34" charset="-122"/>
                <a:cs typeface="微软雅黑" panose="020B0503020204020204" pitchFamily="34" charset="-122"/>
              </a:rPr>
              <a:t>第四章	资本主义的本质及规律</a:t>
            </a:r>
          </a:p>
          <a:p>
            <a:pPr marL="12700" marR="1072515">
              <a:lnSpc>
                <a:spcPct val="140000"/>
              </a:lnSpc>
              <a:tabLst>
                <a:tab pos="1434465" algn="l"/>
              </a:tabLst>
            </a:pPr>
            <a:r>
              <a:rPr sz="2800" b="1" spc="-5" dirty="0">
                <a:solidFill>
                  <a:srgbClr val="C00000"/>
                </a:solidFill>
                <a:latin typeface="微软雅黑" panose="020B0503020204020204" pitchFamily="34" charset="-122"/>
                <a:cs typeface="微软雅黑" panose="020B0503020204020204" pitchFamily="34" charset="-122"/>
              </a:rPr>
              <a:t>第</a:t>
            </a:r>
            <a:r>
              <a:rPr sz="2800" b="1" dirty="0">
                <a:solidFill>
                  <a:srgbClr val="C00000"/>
                </a:solidFill>
                <a:latin typeface="微软雅黑" panose="020B0503020204020204" pitchFamily="34" charset="-122"/>
                <a:cs typeface="微软雅黑" panose="020B0503020204020204" pitchFamily="34" charset="-122"/>
              </a:rPr>
              <a:t>五</a:t>
            </a:r>
            <a:r>
              <a:rPr sz="2800" b="1" spc="-5" dirty="0">
                <a:solidFill>
                  <a:srgbClr val="C00000"/>
                </a:solidFill>
                <a:latin typeface="微软雅黑" panose="020B0503020204020204" pitchFamily="34" charset="-122"/>
                <a:cs typeface="微软雅黑" panose="020B0503020204020204" pitchFamily="34" charset="-122"/>
              </a:rPr>
              <a:t>章</a:t>
            </a:r>
            <a:r>
              <a:rPr sz="2800" b="1" dirty="0">
                <a:solidFill>
                  <a:srgbClr val="C00000"/>
                </a:solidFill>
                <a:latin typeface="微软雅黑" panose="020B0503020204020204" pitchFamily="34" charset="-122"/>
                <a:cs typeface="微软雅黑" panose="020B0503020204020204" pitchFamily="34" charset="-122"/>
              </a:rPr>
              <a:t>	</a:t>
            </a:r>
            <a:r>
              <a:rPr sz="2800" b="1" spc="-5" dirty="0">
                <a:solidFill>
                  <a:srgbClr val="C00000"/>
                </a:solidFill>
                <a:latin typeface="微软雅黑" panose="020B0503020204020204" pitchFamily="34" charset="-122"/>
                <a:cs typeface="微软雅黑" panose="020B0503020204020204" pitchFamily="34" charset="-122"/>
              </a:rPr>
              <a:t>资</a:t>
            </a:r>
            <a:r>
              <a:rPr sz="2800" b="1" dirty="0">
                <a:solidFill>
                  <a:srgbClr val="C00000"/>
                </a:solidFill>
                <a:latin typeface="微软雅黑" panose="020B0503020204020204" pitchFamily="34" charset="-122"/>
                <a:cs typeface="微软雅黑" panose="020B0503020204020204" pitchFamily="34" charset="-122"/>
              </a:rPr>
              <a:t>本</a:t>
            </a:r>
            <a:r>
              <a:rPr sz="2800" b="1" spc="-5" dirty="0">
                <a:solidFill>
                  <a:srgbClr val="C00000"/>
                </a:solidFill>
                <a:latin typeface="微软雅黑" panose="020B0503020204020204" pitchFamily="34" charset="-122"/>
                <a:cs typeface="微软雅黑" panose="020B0503020204020204" pitchFamily="34" charset="-122"/>
              </a:rPr>
              <a:t>主</a:t>
            </a:r>
            <a:r>
              <a:rPr sz="2800" b="1" dirty="0">
                <a:solidFill>
                  <a:srgbClr val="C00000"/>
                </a:solidFill>
                <a:latin typeface="微软雅黑" panose="020B0503020204020204" pitchFamily="34" charset="-122"/>
                <a:cs typeface="微软雅黑" panose="020B0503020204020204" pitchFamily="34" charset="-122"/>
              </a:rPr>
              <a:t>义</a:t>
            </a:r>
            <a:r>
              <a:rPr sz="2800" b="1" spc="-5" dirty="0">
                <a:solidFill>
                  <a:srgbClr val="C00000"/>
                </a:solidFill>
                <a:latin typeface="微软雅黑" panose="020B0503020204020204" pitchFamily="34" charset="-122"/>
                <a:cs typeface="微软雅黑" panose="020B0503020204020204" pitchFamily="34" charset="-122"/>
              </a:rPr>
              <a:t>的发展</a:t>
            </a:r>
            <a:r>
              <a:rPr sz="2800" b="1" dirty="0">
                <a:solidFill>
                  <a:srgbClr val="C00000"/>
                </a:solidFill>
                <a:latin typeface="微软雅黑" panose="020B0503020204020204" pitchFamily="34" charset="-122"/>
                <a:cs typeface="微软雅黑" panose="020B0503020204020204" pitchFamily="34" charset="-122"/>
              </a:rPr>
              <a:t>及</a:t>
            </a:r>
            <a:r>
              <a:rPr sz="2800" b="1" spc="-5" dirty="0">
                <a:solidFill>
                  <a:srgbClr val="C00000"/>
                </a:solidFill>
                <a:latin typeface="微软雅黑" panose="020B0503020204020204" pitchFamily="34" charset="-122"/>
                <a:cs typeface="微软雅黑" panose="020B0503020204020204" pitchFamily="34" charset="-122"/>
              </a:rPr>
              <a:t>其趋势</a:t>
            </a:r>
            <a:endParaRPr sz="2800" b="1" spc="-5" dirty="0">
              <a:solidFill>
                <a:srgbClr val="FAF61E"/>
              </a:solidFill>
              <a:latin typeface="微软雅黑" panose="020B0503020204020204" pitchFamily="34" charset="-122"/>
              <a:cs typeface="微软雅黑" panose="020B0503020204020204" pitchFamily="34" charset="-122"/>
            </a:endParaRPr>
          </a:p>
          <a:p>
            <a:pPr marL="12700" marR="1072515">
              <a:lnSpc>
                <a:spcPct val="140000"/>
              </a:lnSpc>
              <a:tabLst>
                <a:tab pos="1434465" algn="l"/>
              </a:tabLst>
            </a:pPr>
            <a:r>
              <a:rPr sz="2800" b="1" spc="-5" dirty="0">
                <a:solidFill>
                  <a:srgbClr val="00B050"/>
                </a:solidFill>
                <a:latin typeface="微软雅黑" panose="020B0503020204020204" pitchFamily="34" charset="-122"/>
                <a:cs typeface="微软雅黑" panose="020B0503020204020204" pitchFamily="34" charset="-122"/>
              </a:rPr>
              <a:t>第</a:t>
            </a:r>
            <a:r>
              <a:rPr sz="2800" b="1" dirty="0">
                <a:solidFill>
                  <a:srgbClr val="00B050"/>
                </a:solidFill>
                <a:latin typeface="微软雅黑" panose="020B0503020204020204" pitchFamily="34" charset="-122"/>
                <a:cs typeface="微软雅黑" panose="020B0503020204020204" pitchFamily="34" charset="-122"/>
              </a:rPr>
              <a:t>六</a:t>
            </a:r>
            <a:r>
              <a:rPr sz="2800" b="1" spc="-5" dirty="0">
                <a:solidFill>
                  <a:srgbClr val="00B050"/>
                </a:solidFill>
                <a:latin typeface="微软雅黑" panose="020B0503020204020204" pitchFamily="34" charset="-122"/>
                <a:cs typeface="微软雅黑" panose="020B0503020204020204" pitchFamily="34" charset="-122"/>
              </a:rPr>
              <a:t>章</a:t>
            </a:r>
            <a:r>
              <a:rPr sz="2800" b="1" dirty="0">
                <a:solidFill>
                  <a:srgbClr val="00B050"/>
                </a:solidFill>
                <a:latin typeface="微软雅黑" panose="020B0503020204020204" pitchFamily="34" charset="-122"/>
                <a:cs typeface="微软雅黑" panose="020B0503020204020204" pitchFamily="34" charset="-122"/>
              </a:rPr>
              <a:t>	</a:t>
            </a:r>
            <a:r>
              <a:rPr sz="2800" b="1" spc="-5" dirty="0">
                <a:solidFill>
                  <a:srgbClr val="00B050"/>
                </a:solidFill>
                <a:latin typeface="微软雅黑" panose="020B0503020204020204" pitchFamily="34" charset="-122"/>
                <a:cs typeface="微软雅黑" panose="020B0503020204020204" pitchFamily="34" charset="-122"/>
              </a:rPr>
              <a:t>社</a:t>
            </a:r>
            <a:r>
              <a:rPr sz="2800" b="1" dirty="0">
                <a:solidFill>
                  <a:srgbClr val="00B050"/>
                </a:solidFill>
                <a:latin typeface="微软雅黑" panose="020B0503020204020204" pitchFamily="34" charset="-122"/>
                <a:cs typeface="微软雅黑" panose="020B0503020204020204" pitchFamily="34" charset="-122"/>
              </a:rPr>
              <a:t>会</a:t>
            </a:r>
            <a:r>
              <a:rPr sz="2800" b="1" spc="-5" dirty="0">
                <a:solidFill>
                  <a:srgbClr val="00B050"/>
                </a:solidFill>
                <a:latin typeface="微软雅黑" panose="020B0503020204020204" pitchFamily="34" charset="-122"/>
                <a:cs typeface="微软雅黑" panose="020B0503020204020204" pitchFamily="34" charset="-122"/>
              </a:rPr>
              <a:t>主</a:t>
            </a:r>
            <a:r>
              <a:rPr sz="2800" b="1" dirty="0">
                <a:solidFill>
                  <a:srgbClr val="00B050"/>
                </a:solidFill>
                <a:latin typeface="微软雅黑" panose="020B0503020204020204" pitchFamily="34" charset="-122"/>
                <a:cs typeface="微软雅黑" panose="020B0503020204020204" pitchFamily="34" charset="-122"/>
              </a:rPr>
              <a:t>义</a:t>
            </a:r>
            <a:r>
              <a:rPr sz="2800" b="1" spc="-5" dirty="0">
                <a:solidFill>
                  <a:srgbClr val="00B050"/>
                </a:solidFill>
                <a:latin typeface="微软雅黑" panose="020B0503020204020204" pitchFamily="34" charset="-122"/>
                <a:cs typeface="微软雅黑" panose="020B0503020204020204" pitchFamily="34" charset="-122"/>
              </a:rPr>
              <a:t>的发展</a:t>
            </a:r>
            <a:r>
              <a:rPr sz="2800" b="1" dirty="0">
                <a:solidFill>
                  <a:srgbClr val="00B050"/>
                </a:solidFill>
                <a:latin typeface="微软雅黑" panose="020B0503020204020204" pitchFamily="34" charset="-122"/>
                <a:cs typeface="微软雅黑" panose="020B0503020204020204" pitchFamily="34" charset="-122"/>
              </a:rPr>
              <a:t>及</a:t>
            </a:r>
            <a:r>
              <a:rPr sz="2800" b="1" spc="-5" dirty="0">
                <a:solidFill>
                  <a:srgbClr val="00B050"/>
                </a:solidFill>
                <a:latin typeface="微软雅黑" panose="020B0503020204020204" pitchFamily="34" charset="-122"/>
                <a:cs typeface="微软雅黑" panose="020B0503020204020204" pitchFamily="34" charset="-122"/>
              </a:rPr>
              <a:t>其规律</a:t>
            </a:r>
            <a:endParaRPr sz="2800" b="1">
              <a:latin typeface="微软雅黑" panose="020B0503020204020204" pitchFamily="34" charset="-122"/>
              <a:cs typeface="微软雅黑" panose="020B0503020204020204" pitchFamily="34" charset="-122"/>
            </a:endParaRPr>
          </a:p>
          <a:p>
            <a:pPr marL="12700">
              <a:lnSpc>
                <a:spcPts val="3295"/>
              </a:lnSpc>
              <a:spcBef>
                <a:spcPts val="1345"/>
              </a:spcBef>
              <a:tabLst>
                <a:tab pos="1434465" algn="l"/>
              </a:tabLst>
            </a:pPr>
            <a:r>
              <a:rPr sz="2800" b="1" spc="-5" dirty="0">
                <a:latin typeface="微软雅黑" panose="020B0503020204020204" pitchFamily="34" charset="-122"/>
                <a:cs typeface="微软雅黑" panose="020B0503020204020204" pitchFamily="34" charset="-122"/>
              </a:rPr>
              <a:t>第七章	共产主义崇高理想及其最终实现</a:t>
            </a:r>
            <a:endParaRPr sz="2800" b="1">
              <a:latin typeface="微软雅黑" panose="020B0503020204020204" pitchFamily="34" charset="-122"/>
              <a:cs typeface="微软雅黑" panose="020B0503020204020204" pitchFamily="34" charset="-122"/>
            </a:endParaRPr>
          </a:p>
        </p:txBody>
      </p:sp>
    </p:spTree>
  </p:cSld>
  <p:clrMapOvr>
    <a:masterClrMapping/>
  </p:clrMapOvr>
  <p:transition>
    <p:blinds/>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4" cstate="print"/>
          <a:stretch>
            <a:fillRect/>
          </a:stretch>
        </a:blipFill>
        <a:effectLst/>
      </p:bgPr>
    </p:bg>
    <p:spTree>
      <p:nvGrpSpPr>
        <p:cNvPr id="1" name=""/>
        <p:cNvGrpSpPr/>
        <p:nvPr/>
      </p:nvGrpSpPr>
      <p:grpSpPr>
        <a:xfrm>
          <a:off x="0" y="0"/>
          <a:ext cx="0" cy="0"/>
          <a:chOff x="0" y="0"/>
          <a:chExt cx="0" cy="0"/>
        </a:xfrm>
      </p:grpSpPr>
      <p:pic>
        <p:nvPicPr>
          <p:cNvPr id="10242" name="图片 10"/>
          <p:cNvPicPr>
            <a:picLocks noChangeAspect="1"/>
          </p:cNvPicPr>
          <p:nvPr/>
        </p:nvPicPr>
        <p:blipFill>
          <a:blip r:embed="rId5" cstate="print"/>
          <a:srcRect r="56406"/>
          <a:stretch>
            <a:fillRect/>
          </a:stretch>
        </p:blipFill>
        <p:spPr>
          <a:xfrm>
            <a:off x="12700" y="0"/>
            <a:ext cx="4826000" cy="6858000"/>
          </a:xfrm>
          <a:prstGeom prst="rect">
            <a:avLst/>
          </a:prstGeom>
          <a:solidFill>
            <a:schemeClr val="bg2"/>
          </a:solidFill>
          <a:ln w="9525">
            <a:noFill/>
          </a:ln>
        </p:spPr>
      </p:pic>
      <p:sp>
        <p:nvSpPr>
          <p:cNvPr id="10243" name="文本框 30"/>
          <p:cNvSpPr txBox="1"/>
          <p:nvPr/>
        </p:nvSpPr>
        <p:spPr>
          <a:xfrm>
            <a:off x="4939983" y="1118553"/>
            <a:ext cx="6786880" cy="706755"/>
          </a:xfrm>
          <a:prstGeom prst="rect">
            <a:avLst/>
          </a:prstGeom>
          <a:noFill/>
          <a:ln w="9525">
            <a:noFill/>
          </a:ln>
        </p:spPr>
        <p:txBody>
          <a:bodyPr wrap="none">
            <a:spAutoFit/>
          </a:bodyPr>
          <a:lstStyle/>
          <a:p>
            <a:pPr algn="l" eaLnBrk="1" hangingPunct="1"/>
            <a:r>
              <a:rPr lang="zh-CN" altLang="en-US" sz="4000" b="1" dirty="0">
                <a:solidFill>
                  <a:schemeClr val="bg1"/>
                </a:solidFill>
                <a:latin typeface="微软雅黑" panose="020B0503020204020204" pitchFamily="34" charset="-122"/>
              </a:rPr>
              <a:t>一、马克思主义的创立和发展</a:t>
            </a:r>
          </a:p>
        </p:txBody>
      </p:sp>
      <p:sp>
        <p:nvSpPr>
          <p:cNvPr id="10244" name="文本框 31"/>
          <p:cNvSpPr txBox="1"/>
          <p:nvPr/>
        </p:nvSpPr>
        <p:spPr>
          <a:xfrm>
            <a:off x="4939983" y="3210878"/>
            <a:ext cx="6278880" cy="706755"/>
          </a:xfrm>
          <a:prstGeom prst="rect">
            <a:avLst/>
          </a:prstGeom>
          <a:noFill/>
          <a:ln w="9525">
            <a:noFill/>
          </a:ln>
        </p:spPr>
        <p:txBody>
          <a:bodyPr wrap="none">
            <a:spAutoFit/>
          </a:bodyPr>
          <a:lstStyle/>
          <a:p>
            <a:pPr algn="l" eaLnBrk="1" hangingPunct="1"/>
            <a:r>
              <a:rPr lang="zh-CN" altLang="en-US" sz="4000" b="1" dirty="0">
                <a:solidFill>
                  <a:schemeClr val="bg1"/>
                </a:solidFill>
                <a:latin typeface="微软雅黑" panose="020B0503020204020204" pitchFamily="34" charset="-122"/>
              </a:rPr>
              <a:t>三、马克思主义的当代价值</a:t>
            </a:r>
          </a:p>
        </p:txBody>
      </p:sp>
      <p:sp>
        <p:nvSpPr>
          <p:cNvPr id="10245" name="文本框 32"/>
          <p:cNvSpPr txBox="1"/>
          <p:nvPr/>
        </p:nvSpPr>
        <p:spPr>
          <a:xfrm>
            <a:off x="4939983" y="2164715"/>
            <a:ext cx="6278880" cy="706755"/>
          </a:xfrm>
          <a:prstGeom prst="rect">
            <a:avLst/>
          </a:prstGeom>
          <a:noFill/>
          <a:ln w="9525">
            <a:noFill/>
          </a:ln>
        </p:spPr>
        <p:txBody>
          <a:bodyPr wrap="none">
            <a:spAutoFit/>
          </a:bodyPr>
          <a:lstStyle/>
          <a:p>
            <a:pPr algn="l" eaLnBrk="1" hangingPunct="1"/>
            <a:r>
              <a:rPr lang="zh-CN" altLang="en-US" sz="4000" b="1" dirty="0">
                <a:solidFill>
                  <a:schemeClr val="bg1"/>
                </a:solidFill>
                <a:latin typeface="微软雅黑" panose="020B0503020204020204" pitchFamily="34" charset="-122"/>
              </a:rPr>
              <a:t>二、马克思主义的鲜明特征</a:t>
            </a:r>
          </a:p>
        </p:txBody>
      </p:sp>
      <p:sp>
        <p:nvSpPr>
          <p:cNvPr id="10246" name="文本框 33"/>
          <p:cNvSpPr txBox="1"/>
          <p:nvPr/>
        </p:nvSpPr>
        <p:spPr>
          <a:xfrm>
            <a:off x="4939983" y="4257040"/>
            <a:ext cx="7422515" cy="706755"/>
          </a:xfrm>
          <a:prstGeom prst="rect">
            <a:avLst/>
          </a:prstGeom>
          <a:noFill/>
          <a:ln w="9525">
            <a:noFill/>
          </a:ln>
        </p:spPr>
        <p:txBody>
          <a:bodyPr wrap="square">
            <a:spAutoFit/>
          </a:bodyPr>
          <a:lstStyle/>
          <a:p>
            <a:pPr algn="l" eaLnBrk="1" hangingPunct="1"/>
            <a:r>
              <a:rPr lang="zh-CN" altLang="en-US" sz="4000" b="1" dirty="0">
                <a:solidFill>
                  <a:schemeClr val="bg1"/>
                </a:solidFill>
                <a:latin typeface="微软雅黑" panose="020B0503020204020204" pitchFamily="34" charset="-122"/>
              </a:rPr>
              <a:t>四、自觉学习和运用马克思主义</a:t>
            </a:r>
          </a:p>
        </p:txBody>
      </p:sp>
      <p:grpSp>
        <p:nvGrpSpPr>
          <p:cNvPr id="10248" name="组合 8"/>
          <p:cNvGrpSpPr/>
          <p:nvPr/>
        </p:nvGrpSpPr>
        <p:grpSpPr>
          <a:xfrm>
            <a:off x="609600" y="322263"/>
            <a:ext cx="3559175" cy="6148387"/>
            <a:chOff x="1110" y="955"/>
            <a:chExt cx="5154" cy="8905"/>
          </a:xfrm>
        </p:grpSpPr>
        <p:pic>
          <p:nvPicPr>
            <p:cNvPr id="10250" name="图片 4" descr="t0105ce49d6ee40b98a"/>
            <p:cNvPicPr>
              <a:picLocks noChangeAspect="1"/>
            </p:cNvPicPr>
            <p:nvPr/>
          </p:nvPicPr>
          <p:blipFill>
            <a:blip r:embed="rId6" cstate="print"/>
            <a:stretch>
              <a:fillRect/>
            </a:stretch>
          </p:blipFill>
          <p:spPr>
            <a:xfrm>
              <a:off x="1110" y="955"/>
              <a:ext cx="5155" cy="5155"/>
            </a:xfrm>
            <a:prstGeom prst="rect">
              <a:avLst/>
            </a:prstGeom>
            <a:noFill/>
            <a:ln w="9525">
              <a:noFill/>
            </a:ln>
          </p:spPr>
        </p:pic>
        <p:sp>
          <p:nvSpPr>
            <p:cNvPr id="8" name="矩形 7"/>
            <p:cNvSpPr/>
            <p:nvPr/>
          </p:nvSpPr>
          <p:spPr>
            <a:xfrm>
              <a:off x="1110" y="6027"/>
              <a:ext cx="5143" cy="3833"/>
            </a:xfrm>
            <a:prstGeom prst="rect">
              <a:avLst/>
            </a:prstGeom>
            <a:solidFill>
              <a:srgbClr val="CC0000"/>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sp>
        <p:nvSpPr>
          <p:cNvPr id="10249" name="文本框 12"/>
          <p:cNvSpPr txBox="1"/>
          <p:nvPr/>
        </p:nvSpPr>
        <p:spPr>
          <a:xfrm>
            <a:off x="763588" y="3825875"/>
            <a:ext cx="3243262" cy="1014730"/>
          </a:xfrm>
          <a:prstGeom prst="rect">
            <a:avLst/>
          </a:prstGeom>
          <a:noFill/>
          <a:ln w="9525">
            <a:noFill/>
          </a:ln>
        </p:spPr>
        <p:txBody>
          <a:bodyPr>
            <a:spAutoFit/>
          </a:bodyPr>
          <a:lstStyle/>
          <a:p>
            <a:pPr algn="ctr" eaLnBrk="1" hangingPunct="1"/>
            <a:r>
              <a:rPr lang="zh-CN" altLang="en-US" sz="6000" b="1" dirty="0">
                <a:solidFill>
                  <a:schemeClr val="bg1"/>
                </a:solidFill>
                <a:latin typeface="微软雅黑" panose="020B0503020204020204" pitchFamily="34" charset="-122"/>
              </a:rPr>
              <a:t>导  论</a:t>
            </a:r>
          </a:p>
        </p:txBody>
      </p:sp>
    </p:spTree>
    <p:custDataLst>
      <p:tags r:id="rId1"/>
    </p:custDataLst>
  </p:cSld>
  <p:clrMapOvr>
    <a:masterClrMapping/>
  </p:clrMapOvr>
  <p:transition spd="slow">
    <p:blinds/>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2" name="object 20"/>
          <p:cNvSpPr>
            <a:spLocks noGrp="1"/>
          </p:cNvSpPr>
          <p:nvPr>
            <p:ph type="title"/>
          </p:nvPr>
        </p:nvSpPr>
        <p:spPr>
          <a:xfrm>
            <a:off x="603250" y="1588"/>
            <a:ext cx="10985500" cy="738505"/>
          </a:xfrm>
        </p:spPr>
        <p:txBody>
          <a:bodyPr>
            <a:normAutofit fontScale="90000"/>
          </a:bodyPr>
          <a:lstStyle/>
          <a:p>
            <a:pPr algn="l" eaLnBrk="1" hangingPunct="1">
              <a:tabLst>
                <a:tab pos="1200150" algn="l"/>
              </a:tabLst>
            </a:pPr>
            <a:r>
              <a:rPr lang="zh-CN" altLang="zh-CN" sz="4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本章逻辑结构</a:t>
            </a:r>
          </a:p>
        </p:txBody>
      </p:sp>
      <p:grpSp>
        <p:nvGrpSpPr>
          <p:cNvPr id="73" name="组合 72"/>
          <p:cNvGrpSpPr/>
          <p:nvPr/>
        </p:nvGrpSpPr>
        <p:grpSpPr>
          <a:xfrm>
            <a:off x="859155" y="276225"/>
            <a:ext cx="9423400" cy="6688455"/>
            <a:chOff x="1353" y="435"/>
            <a:chExt cx="14840" cy="10533"/>
          </a:xfrm>
        </p:grpSpPr>
        <p:grpSp>
          <p:nvGrpSpPr>
            <p:cNvPr id="4" name="组合 3"/>
            <p:cNvGrpSpPr/>
            <p:nvPr/>
          </p:nvGrpSpPr>
          <p:grpSpPr>
            <a:xfrm>
              <a:off x="3928" y="1638"/>
              <a:ext cx="5250" cy="967"/>
              <a:chOff x="6713" y="4235"/>
              <a:chExt cx="10545" cy="753"/>
            </a:xfrm>
          </p:grpSpPr>
          <p:sp>
            <p:nvSpPr>
              <p:cNvPr id="12" name="圆角矩形 11"/>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3" name="文本框 16"/>
              <p:cNvSpPr txBox="1"/>
              <p:nvPr/>
            </p:nvSpPr>
            <p:spPr>
              <a:xfrm>
                <a:off x="6755" y="4243"/>
                <a:ext cx="10302" cy="565"/>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马克思主义的创立和发展</a:t>
                </a:r>
              </a:p>
            </p:txBody>
          </p:sp>
        </p:grpSp>
        <p:grpSp>
          <p:nvGrpSpPr>
            <p:cNvPr id="5" name="组合 4"/>
            <p:cNvGrpSpPr/>
            <p:nvPr/>
          </p:nvGrpSpPr>
          <p:grpSpPr>
            <a:xfrm>
              <a:off x="3928" y="4243"/>
              <a:ext cx="5250" cy="1016"/>
              <a:chOff x="6713" y="5613"/>
              <a:chExt cx="10545" cy="1040"/>
            </a:xfrm>
          </p:grpSpPr>
          <p:sp>
            <p:nvSpPr>
              <p:cNvPr id="13" name="圆角矩形 12"/>
              <p:cNvSpPr/>
              <p:nvPr/>
            </p:nvSpPr>
            <p:spPr>
              <a:xfrm>
                <a:off x="6713" y="5613"/>
                <a:ext cx="10545" cy="1040"/>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4" name="文本框 17"/>
              <p:cNvSpPr txBox="1"/>
              <p:nvPr/>
            </p:nvSpPr>
            <p:spPr>
              <a:xfrm>
                <a:off x="6713" y="5743"/>
                <a:ext cx="9892" cy="643"/>
              </a:xfrm>
              <a:prstGeom prst="rect">
                <a:avLst/>
              </a:prstGeom>
              <a:noFill/>
              <a:ln w="9525">
                <a:noFill/>
              </a:ln>
            </p:spPr>
            <p:txBody>
              <a:bodyPr>
                <a:spAutoFit/>
              </a:bodyPr>
              <a:lstStyle/>
              <a:p>
                <a:pPr marR="0" algn="ctr" defTabSz="914400">
                  <a:buClrTx/>
                  <a:buSzTx/>
                  <a:buFont typeface="Arial" panose="020B0604020202020204" pitchFamily="34" charset="0"/>
                  <a:buNone/>
                  <a:defRPr/>
                </a:pPr>
                <a:r>
                  <a:rPr lang="zh-CN" altLang="en-US" sz="2000" b="1" noProof="0" dirty="0">
                    <a:solidFill>
                      <a:schemeClr val="bg1"/>
                    </a:solidFill>
                    <a:latin typeface="微软雅黑" panose="020B0503020204020204" pitchFamily="34" charset="-122"/>
                    <a:sym typeface="+mn-ea"/>
                  </a:rPr>
                  <a:t>马克思主义的鲜明特征</a:t>
                </a:r>
              </a:p>
            </p:txBody>
          </p:sp>
        </p:grpSp>
        <p:grpSp>
          <p:nvGrpSpPr>
            <p:cNvPr id="6" name="组合 5"/>
            <p:cNvGrpSpPr/>
            <p:nvPr/>
          </p:nvGrpSpPr>
          <p:grpSpPr>
            <a:xfrm>
              <a:off x="3928" y="8769"/>
              <a:ext cx="5250" cy="1307"/>
              <a:chOff x="6713" y="6992"/>
              <a:chExt cx="10545" cy="1307"/>
            </a:xfrm>
          </p:grpSpPr>
          <p:sp>
            <p:nvSpPr>
              <p:cNvPr id="14" name="圆角矩形 13"/>
              <p:cNvSpPr/>
              <p:nvPr/>
            </p:nvSpPr>
            <p:spPr>
              <a:xfrm>
                <a:off x="6713" y="7055"/>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5" name="文本框 18"/>
              <p:cNvSpPr txBox="1"/>
              <p:nvPr/>
            </p:nvSpPr>
            <p:spPr>
              <a:xfrm>
                <a:off x="6852" y="6992"/>
                <a:ext cx="9892" cy="1307"/>
              </a:xfrm>
              <a:prstGeom prst="rect">
                <a:avLst/>
              </a:prstGeom>
              <a:noFill/>
              <a:ln w="9525">
                <a:noFill/>
              </a:ln>
            </p:spPr>
            <p:txBody>
              <a:bodyPr>
                <a:spAutoFit/>
              </a:bodyPr>
              <a:lstStyle/>
              <a:p>
                <a:pPr algn="ctr" eaLnBrk="1" hangingPunct="1">
                  <a:lnSpc>
                    <a:spcPct val="120000"/>
                  </a:lnSpc>
                </a:pPr>
                <a:r>
                  <a:rPr lang="zh-CN" altLang="en-US" sz="2000" b="1" dirty="0">
                    <a:solidFill>
                      <a:schemeClr val="bg1"/>
                    </a:solidFill>
                    <a:latin typeface="微软雅黑" panose="020B0503020204020204" pitchFamily="34" charset="-122"/>
                    <a:sym typeface="黑体" panose="02010609060101010101" pitchFamily="49" charset="-122"/>
                  </a:rPr>
                  <a:t>自觉学习和运用</a:t>
                </a:r>
              </a:p>
              <a:p>
                <a:pPr algn="ctr" eaLnBrk="1" hangingPunct="1">
                  <a:lnSpc>
                    <a:spcPct val="120000"/>
                  </a:lnSpc>
                </a:pPr>
                <a:r>
                  <a:rPr lang="zh-CN" altLang="en-US" sz="2000" b="1" dirty="0">
                    <a:solidFill>
                      <a:schemeClr val="bg1"/>
                    </a:solidFill>
                    <a:latin typeface="微软雅黑" panose="020B0503020204020204" pitchFamily="34" charset="-122"/>
                    <a:sym typeface="黑体" panose="02010609060101010101" pitchFamily="49" charset="-122"/>
                  </a:rPr>
                  <a:t>马克思主义</a:t>
                </a:r>
              </a:p>
            </p:txBody>
          </p:sp>
        </p:grpSp>
        <p:sp>
          <p:nvSpPr>
            <p:cNvPr id="10" name="左大括号 9"/>
            <p:cNvSpPr/>
            <p:nvPr/>
          </p:nvSpPr>
          <p:spPr>
            <a:xfrm>
              <a:off x="2745" y="2060"/>
              <a:ext cx="805" cy="7325"/>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
          <p:nvSpPr>
            <p:cNvPr id="25620" name="文本框 3"/>
            <p:cNvSpPr txBox="1"/>
            <p:nvPr/>
          </p:nvSpPr>
          <p:spPr>
            <a:xfrm>
              <a:off x="1353" y="1130"/>
              <a:ext cx="919" cy="9838"/>
            </a:xfrm>
            <a:prstGeom prst="rect">
              <a:avLst/>
            </a:prstGeom>
            <a:noFill/>
            <a:ln w="9525">
              <a:noFill/>
            </a:ln>
          </p:spPr>
          <p:txBody>
            <a:bodyPr wrap="square">
              <a:spAutoFit/>
            </a:bodyPr>
            <a:lstStyle/>
            <a:p>
              <a:pPr algn="ctr" eaLnBrk="1" hangingPunct="1">
                <a:lnSpc>
                  <a:spcPct val="100000"/>
                </a:lnSpc>
              </a:pPr>
              <a:r>
                <a:rPr lang="zh-CN" altLang="en-US" sz="2000" b="1" dirty="0">
                  <a:solidFill>
                    <a:schemeClr val="tx1"/>
                  </a:solidFill>
                  <a:latin typeface="微软雅黑" panose="020B0503020204020204" pitchFamily="34" charset="-122"/>
                  <a:sym typeface="黑体" panose="02010609060101010101" pitchFamily="49" charset="-122"/>
                </a:rPr>
                <a:t>马 克 思 主 义 是 关 于 无 产 阶 级 和 人 类 解 放 的 科 学</a:t>
              </a:r>
            </a:p>
          </p:txBody>
        </p:sp>
        <p:sp>
          <p:nvSpPr>
            <p:cNvPr id="7" name="左大括号 6"/>
            <p:cNvSpPr/>
            <p:nvPr/>
          </p:nvSpPr>
          <p:spPr>
            <a:xfrm>
              <a:off x="9552" y="823"/>
              <a:ext cx="805" cy="1923"/>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grpSp>
          <p:nvGrpSpPr>
            <p:cNvPr id="8" name="组合 7"/>
            <p:cNvGrpSpPr/>
            <p:nvPr/>
          </p:nvGrpSpPr>
          <p:grpSpPr>
            <a:xfrm>
              <a:off x="10531" y="435"/>
              <a:ext cx="3851" cy="725"/>
              <a:chOff x="6713" y="4149"/>
              <a:chExt cx="10545" cy="893"/>
            </a:xfrm>
          </p:grpSpPr>
          <p:sp>
            <p:nvSpPr>
              <p:cNvPr id="9" name="圆角矩形 8"/>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 name="文本框 16"/>
              <p:cNvSpPr txBox="1"/>
              <p:nvPr/>
            </p:nvSpPr>
            <p:spPr>
              <a:xfrm>
                <a:off x="6755" y="4149"/>
                <a:ext cx="10302" cy="893"/>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什么是马克思主义</a:t>
                </a:r>
              </a:p>
            </p:txBody>
          </p:sp>
        </p:grpSp>
        <p:grpSp>
          <p:nvGrpSpPr>
            <p:cNvPr id="16" name="组合 15"/>
            <p:cNvGrpSpPr/>
            <p:nvPr/>
          </p:nvGrpSpPr>
          <p:grpSpPr>
            <a:xfrm>
              <a:off x="10491" y="1111"/>
              <a:ext cx="5340" cy="725"/>
              <a:chOff x="6592" y="4174"/>
              <a:chExt cx="10947" cy="831"/>
            </a:xfrm>
          </p:grpSpPr>
          <p:sp>
            <p:nvSpPr>
              <p:cNvPr id="17" name="圆角矩形 16"/>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8" name="文本框 16"/>
              <p:cNvSpPr txBox="1"/>
              <p:nvPr/>
            </p:nvSpPr>
            <p:spPr>
              <a:xfrm>
                <a:off x="6592" y="4174"/>
                <a:ext cx="10947" cy="831"/>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什么是马克思主义基本原理</a:t>
                </a:r>
              </a:p>
            </p:txBody>
          </p:sp>
        </p:grpSp>
        <p:grpSp>
          <p:nvGrpSpPr>
            <p:cNvPr id="19" name="组合 18"/>
            <p:cNvGrpSpPr/>
            <p:nvPr/>
          </p:nvGrpSpPr>
          <p:grpSpPr>
            <a:xfrm>
              <a:off x="10531" y="1769"/>
              <a:ext cx="3851" cy="725"/>
              <a:chOff x="6713" y="4113"/>
              <a:chExt cx="10545" cy="930"/>
            </a:xfrm>
          </p:grpSpPr>
          <p:sp>
            <p:nvSpPr>
              <p:cNvPr id="20" name="圆角矩形 19"/>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5" name="文本框 16"/>
              <p:cNvSpPr txBox="1"/>
              <p:nvPr/>
            </p:nvSpPr>
            <p:spPr>
              <a:xfrm>
                <a:off x="6755" y="4113"/>
                <a:ext cx="10302" cy="93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马克思主义的创立</a:t>
                </a:r>
              </a:p>
            </p:txBody>
          </p:sp>
        </p:grpSp>
        <p:sp>
          <p:nvSpPr>
            <p:cNvPr id="22" name="左大括号 21"/>
            <p:cNvSpPr/>
            <p:nvPr/>
          </p:nvSpPr>
          <p:spPr>
            <a:xfrm>
              <a:off x="9532" y="3770"/>
              <a:ext cx="805" cy="2086"/>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grpSp>
          <p:nvGrpSpPr>
            <p:cNvPr id="23" name="组合 22"/>
            <p:cNvGrpSpPr/>
            <p:nvPr/>
          </p:nvGrpSpPr>
          <p:grpSpPr>
            <a:xfrm>
              <a:off x="10531" y="3838"/>
              <a:ext cx="1807" cy="725"/>
              <a:chOff x="6713" y="4045"/>
              <a:chExt cx="10545" cy="1090"/>
            </a:xfrm>
          </p:grpSpPr>
          <p:sp>
            <p:nvSpPr>
              <p:cNvPr id="24" name="圆角矩形 23"/>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 name="文本框 16"/>
              <p:cNvSpPr txBox="1"/>
              <p:nvPr/>
            </p:nvSpPr>
            <p:spPr>
              <a:xfrm>
                <a:off x="6755" y="4045"/>
                <a:ext cx="10302" cy="109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革命性</a:t>
                </a:r>
              </a:p>
            </p:txBody>
          </p:sp>
        </p:grpSp>
        <p:grpSp>
          <p:nvGrpSpPr>
            <p:cNvPr id="29" name="组合 28"/>
            <p:cNvGrpSpPr/>
            <p:nvPr/>
          </p:nvGrpSpPr>
          <p:grpSpPr>
            <a:xfrm>
              <a:off x="10553" y="6332"/>
              <a:ext cx="5641" cy="725"/>
              <a:chOff x="6713" y="4111"/>
              <a:chExt cx="10545" cy="945"/>
            </a:xfrm>
          </p:grpSpPr>
          <p:sp>
            <p:nvSpPr>
              <p:cNvPr id="30" name="圆角矩形 29"/>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31" name="文本框 16"/>
              <p:cNvSpPr txBox="1"/>
              <p:nvPr/>
            </p:nvSpPr>
            <p:spPr>
              <a:xfrm>
                <a:off x="6755" y="4111"/>
                <a:ext cx="10302" cy="945"/>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观察当代世界变化的认识工具</a:t>
                </a:r>
              </a:p>
            </p:txBody>
          </p:sp>
        </p:grpSp>
        <p:sp>
          <p:nvSpPr>
            <p:cNvPr id="35" name="左大括号 34"/>
            <p:cNvSpPr/>
            <p:nvPr/>
          </p:nvSpPr>
          <p:spPr>
            <a:xfrm>
              <a:off x="9532" y="8832"/>
              <a:ext cx="805" cy="1245"/>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grpSp>
          <p:nvGrpSpPr>
            <p:cNvPr id="36" name="组合 35"/>
            <p:cNvGrpSpPr/>
            <p:nvPr/>
          </p:nvGrpSpPr>
          <p:grpSpPr>
            <a:xfrm>
              <a:off x="10539" y="8629"/>
              <a:ext cx="5293" cy="815"/>
              <a:chOff x="6713" y="4235"/>
              <a:chExt cx="10545" cy="753"/>
            </a:xfrm>
          </p:grpSpPr>
          <p:sp>
            <p:nvSpPr>
              <p:cNvPr id="37" name="圆角矩形 36"/>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38" name="文本框 16"/>
              <p:cNvSpPr txBox="1"/>
              <p:nvPr/>
            </p:nvSpPr>
            <p:spPr>
              <a:xfrm>
                <a:off x="6755" y="4243"/>
                <a:ext cx="10302" cy="67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马克思主义是行动的指南</a:t>
                </a:r>
              </a:p>
            </p:txBody>
          </p:sp>
        </p:grpSp>
        <p:grpSp>
          <p:nvGrpSpPr>
            <p:cNvPr id="42" name="组合 41"/>
            <p:cNvGrpSpPr/>
            <p:nvPr/>
          </p:nvGrpSpPr>
          <p:grpSpPr>
            <a:xfrm>
              <a:off x="10539" y="9505"/>
              <a:ext cx="5292" cy="815"/>
              <a:chOff x="6713" y="4235"/>
              <a:chExt cx="10545" cy="753"/>
            </a:xfrm>
          </p:grpSpPr>
          <p:sp>
            <p:nvSpPr>
              <p:cNvPr id="43" name="圆角矩形 42"/>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44" name="文本框 16"/>
              <p:cNvSpPr txBox="1"/>
              <p:nvPr/>
            </p:nvSpPr>
            <p:spPr>
              <a:xfrm>
                <a:off x="6755" y="4243"/>
                <a:ext cx="10302" cy="67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努力掌握和运用马克思主义</a:t>
                </a:r>
              </a:p>
            </p:txBody>
          </p:sp>
        </p:grpSp>
        <p:sp>
          <p:nvSpPr>
            <p:cNvPr id="46" name="圆角矩形 45"/>
            <p:cNvSpPr/>
            <p:nvPr/>
          </p:nvSpPr>
          <p:spPr>
            <a:xfrm>
              <a:off x="3997" y="6900"/>
              <a:ext cx="5250" cy="1016"/>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47" name="文本框 17"/>
            <p:cNvSpPr txBox="1"/>
            <p:nvPr/>
          </p:nvSpPr>
          <p:spPr>
            <a:xfrm>
              <a:off x="3997" y="7027"/>
              <a:ext cx="4925" cy="628"/>
            </a:xfrm>
            <a:prstGeom prst="rect">
              <a:avLst/>
            </a:prstGeom>
            <a:noFill/>
            <a:ln w="9525">
              <a:noFill/>
            </a:ln>
          </p:spPr>
          <p:txBody>
            <a:bodyPr>
              <a:spAutoFit/>
            </a:bodyPr>
            <a:lstStyle/>
            <a:p>
              <a:pPr marR="0" algn="ctr" defTabSz="914400">
                <a:buClrTx/>
                <a:buSzTx/>
                <a:buFont typeface="Arial" panose="020B0604020202020204" pitchFamily="34" charset="0"/>
                <a:buNone/>
                <a:defRPr/>
              </a:pPr>
              <a:r>
                <a:rPr lang="zh-CN" altLang="en-US" sz="2000" b="1" noProof="0" dirty="0">
                  <a:solidFill>
                    <a:schemeClr val="bg1"/>
                  </a:solidFill>
                  <a:latin typeface="微软雅黑" panose="020B0503020204020204" pitchFamily="34" charset="-122"/>
                  <a:sym typeface="+mn-ea"/>
                </a:rPr>
                <a:t>马克思主义的当代价值</a:t>
              </a:r>
            </a:p>
          </p:txBody>
        </p:sp>
        <p:grpSp>
          <p:nvGrpSpPr>
            <p:cNvPr id="48" name="组合 47"/>
            <p:cNvGrpSpPr/>
            <p:nvPr/>
          </p:nvGrpSpPr>
          <p:grpSpPr>
            <a:xfrm>
              <a:off x="10531" y="2399"/>
              <a:ext cx="3851" cy="725"/>
              <a:chOff x="6713" y="4147"/>
              <a:chExt cx="10545" cy="888"/>
            </a:xfrm>
          </p:grpSpPr>
          <p:sp>
            <p:nvSpPr>
              <p:cNvPr id="49" name="圆角矩形 48"/>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0" name="文本框 16"/>
              <p:cNvSpPr txBox="1"/>
              <p:nvPr/>
            </p:nvSpPr>
            <p:spPr>
              <a:xfrm>
                <a:off x="6755" y="4147"/>
                <a:ext cx="10302" cy="888"/>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马克思主义的发展</a:t>
                </a:r>
              </a:p>
            </p:txBody>
          </p:sp>
        </p:grpSp>
        <p:grpSp>
          <p:nvGrpSpPr>
            <p:cNvPr id="51" name="组合 50"/>
            <p:cNvGrpSpPr/>
            <p:nvPr/>
          </p:nvGrpSpPr>
          <p:grpSpPr>
            <a:xfrm>
              <a:off x="10531" y="3298"/>
              <a:ext cx="1807" cy="725"/>
              <a:chOff x="6713" y="4045"/>
              <a:chExt cx="10545" cy="1090"/>
            </a:xfrm>
          </p:grpSpPr>
          <p:sp>
            <p:nvSpPr>
              <p:cNvPr id="52" name="圆角矩形 51"/>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3" name="文本框 16"/>
              <p:cNvSpPr txBox="1"/>
              <p:nvPr/>
            </p:nvSpPr>
            <p:spPr>
              <a:xfrm>
                <a:off x="6755" y="4045"/>
                <a:ext cx="10302" cy="109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科学性</a:t>
                </a:r>
              </a:p>
            </p:txBody>
          </p:sp>
        </p:grpSp>
        <p:grpSp>
          <p:nvGrpSpPr>
            <p:cNvPr id="54" name="组合 53"/>
            <p:cNvGrpSpPr/>
            <p:nvPr/>
          </p:nvGrpSpPr>
          <p:grpSpPr>
            <a:xfrm>
              <a:off x="10531" y="4939"/>
              <a:ext cx="1807" cy="725"/>
              <a:chOff x="6713" y="4045"/>
              <a:chExt cx="10545" cy="1090"/>
            </a:xfrm>
          </p:grpSpPr>
          <p:sp>
            <p:nvSpPr>
              <p:cNvPr id="55" name="圆角矩形 54"/>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6" name="文本框 16"/>
              <p:cNvSpPr txBox="1"/>
              <p:nvPr/>
            </p:nvSpPr>
            <p:spPr>
              <a:xfrm>
                <a:off x="6755" y="4045"/>
                <a:ext cx="10302" cy="109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人民性</a:t>
                </a:r>
              </a:p>
            </p:txBody>
          </p:sp>
        </p:grpSp>
        <p:grpSp>
          <p:nvGrpSpPr>
            <p:cNvPr id="57" name="组合 56"/>
            <p:cNvGrpSpPr/>
            <p:nvPr/>
          </p:nvGrpSpPr>
          <p:grpSpPr>
            <a:xfrm>
              <a:off x="10531" y="5464"/>
              <a:ext cx="1807" cy="725"/>
              <a:chOff x="6713" y="4045"/>
              <a:chExt cx="10545" cy="1090"/>
            </a:xfrm>
          </p:grpSpPr>
          <p:sp>
            <p:nvSpPr>
              <p:cNvPr id="58" name="圆角矩形 57"/>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9" name="文本框 16"/>
              <p:cNvSpPr txBox="1"/>
              <p:nvPr/>
            </p:nvSpPr>
            <p:spPr>
              <a:xfrm>
                <a:off x="6755" y="4045"/>
                <a:ext cx="10302" cy="109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发展性</a:t>
                </a:r>
              </a:p>
            </p:txBody>
          </p:sp>
        </p:grpSp>
        <p:grpSp>
          <p:nvGrpSpPr>
            <p:cNvPr id="60" name="组合 59"/>
            <p:cNvGrpSpPr/>
            <p:nvPr/>
          </p:nvGrpSpPr>
          <p:grpSpPr>
            <a:xfrm>
              <a:off x="10531" y="4398"/>
              <a:ext cx="1807" cy="725"/>
              <a:chOff x="6713" y="4045"/>
              <a:chExt cx="10545" cy="1090"/>
            </a:xfrm>
          </p:grpSpPr>
          <p:sp>
            <p:nvSpPr>
              <p:cNvPr id="61" name="圆角矩形 60"/>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62" name="文本框 16"/>
              <p:cNvSpPr txBox="1"/>
              <p:nvPr/>
            </p:nvSpPr>
            <p:spPr>
              <a:xfrm>
                <a:off x="6755" y="4045"/>
                <a:ext cx="10302" cy="1090"/>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实践性</a:t>
                </a:r>
              </a:p>
            </p:txBody>
          </p:sp>
        </p:grpSp>
        <p:grpSp>
          <p:nvGrpSpPr>
            <p:cNvPr id="66" name="组合 65"/>
            <p:cNvGrpSpPr/>
            <p:nvPr/>
          </p:nvGrpSpPr>
          <p:grpSpPr>
            <a:xfrm>
              <a:off x="10553" y="6972"/>
              <a:ext cx="5641" cy="725"/>
              <a:chOff x="6713" y="4137"/>
              <a:chExt cx="10545" cy="945"/>
            </a:xfrm>
          </p:grpSpPr>
          <p:sp>
            <p:nvSpPr>
              <p:cNvPr id="67" name="圆角矩形 66"/>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68" name="文本框 16"/>
              <p:cNvSpPr txBox="1"/>
              <p:nvPr/>
            </p:nvSpPr>
            <p:spPr>
              <a:xfrm>
                <a:off x="6755" y="4137"/>
                <a:ext cx="10302" cy="945"/>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指引当代中国发展的行动指南</a:t>
                </a:r>
              </a:p>
            </p:txBody>
          </p:sp>
        </p:grpSp>
        <p:grpSp>
          <p:nvGrpSpPr>
            <p:cNvPr id="69" name="组合 68"/>
            <p:cNvGrpSpPr/>
            <p:nvPr/>
          </p:nvGrpSpPr>
          <p:grpSpPr>
            <a:xfrm>
              <a:off x="10553" y="7564"/>
              <a:ext cx="5641" cy="725"/>
              <a:chOff x="6713" y="4137"/>
              <a:chExt cx="10545" cy="945"/>
            </a:xfrm>
          </p:grpSpPr>
          <p:sp>
            <p:nvSpPr>
              <p:cNvPr id="70" name="圆角矩形 69"/>
              <p:cNvSpPr/>
              <p:nvPr/>
            </p:nvSpPr>
            <p:spPr>
              <a:xfrm>
                <a:off x="6713" y="4235"/>
                <a:ext cx="10545" cy="753"/>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1" name="文本框 16"/>
              <p:cNvSpPr txBox="1"/>
              <p:nvPr/>
            </p:nvSpPr>
            <p:spPr>
              <a:xfrm>
                <a:off x="6755" y="4137"/>
                <a:ext cx="10302" cy="945"/>
              </a:xfrm>
              <a:prstGeom prst="rect">
                <a:avLst/>
              </a:prstGeom>
              <a:noFill/>
              <a:ln w="9525">
                <a:noFill/>
              </a:ln>
            </p:spPr>
            <p:txBody>
              <a:bodyPr wrap="square">
                <a:spAutoFit/>
              </a:bodyPr>
              <a:lstStyle/>
              <a:p>
                <a:pPr algn="ctr" eaLnBrk="1" hangingPunct="1">
                  <a:lnSpc>
                    <a:spcPct val="120000"/>
                  </a:lnSpc>
                </a:pPr>
                <a:r>
                  <a:rPr lang="zh-CN" altLang="en-US" sz="2000" b="1" noProof="0" dirty="0">
                    <a:solidFill>
                      <a:schemeClr val="bg1"/>
                    </a:solidFill>
                    <a:latin typeface="微软雅黑" panose="020B0503020204020204" pitchFamily="34" charset="-122"/>
                    <a:sym typeface="+mn-ea"/>
                  </a:rPr>
                  <a:t>引领人类社会进步的科学真理</a:t>
                </a:r>
              </a:p>
            </p:txBody>
          </p:sp>
        </p:grpSp>
        <p:sp>
          <p:nvSpPr>
            <p:cNvPr id="72" name="左大括号 71"/>
            <p:cNvSpPr/>
            <p:nvPr/>
          </p:nvSpPr>
          <p:spPr>
            <a:xfrm>
              <a:off x="9552" y="6621"/>
              <a:ext cx="805" cy="1296"/>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grpSp>
    </p:spTree>
  </p:cSld>
  <p:clrMapOvr>
    <a:masterClrMapping/>
  </p:clrMapOvr>
  <p:transition>
    <p:blinds/>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object 6"/>
          <p:cNvSpPr/>
          <p:nvPr/>
        </p:nvSpPr>
        <p:spPr bwMode="auto">
          <a:xfrm>
            <a:off x="9777413" y="3740150"/>
            <a:ext cx="1543050" cy="1544638"/>
          </a:xfrm>
          <a:custGeom>
            <a:avLst/>
            <a:gdLst/>
            <a:ahLst/>
            <a:cxnLst>
              <a:cxn ang="0">
                <a:pos x="722382" y="1518"/>
              </a:cxn>
              <a:cxn ang="0">
                <a:pos x="627363" y="13395"/>
              </a:cxn>
              <a:cxn ang="0">
                <a:pos x="536288" y="36456"/>
              </a:cxn>
              <a:cxn ang="0">
                <a:pos x="449880" y="69977"/>
              </a:cxn>
              <a:cxn ang="0">
                <a:pos x="368861" y="113237"/>
              </a:cxn>
              <a:cxn ang="0">
                <a:pos x="293955" y="165510"/>
              </a:cxn>
              <a:cxn ang="0">
                <a:pos x="225885" y="226075"/>
              </a:cxn>
              <a:cxn ang="0">
                <a:pos x="165374" y="294209"/>
              </a:cxn>
              <a:cxn ang="0">
                <a:pos x="113145" y="369187"/>
              </a:cxn>
              <a:cxn ang="0">
                <a:pos x="69922" y="450287"/>
              </a:cxn>
              <a:cxn ang="0">
                <a:pos x="36428" y="536785"/>
              </a:cxn>
              <a:cxn ang="0">
                <a:pos x="13385" y="627959"/>
              </a:cxn>
              <a:cxn ang="0">
                <a:pos x="1517" y="723086"/>
              </a:cxn>
              <a:cxn ang="0">
                <a:pos x="1517" y="820725"/>
              </a:cxn>
              <a:cxn ang="0">
                <a:pos x="13385" y="915852"/>
              </a:cxn>
              <a:cxn ang="0">
                <a:pos x="36428" y="1007026"/>
              </a:cxn>
              <a:cxn ang="0">
                <a:pos x="69922" y="1093524"/>
              </a:cxn>
              <a:cxn ang="0">
                <a:pos x="113145" y="1174624"/>
              </a:cxn>
              <a:cxn ang="0">
                <a:pos x="165374" y="1249602"/>
              </a:cxn>
              <a:cxn ang="0">
                <a:pos x="225885" y="1317736"/>
              </a:cxn>
              <a:cxn ang="0">
                <a:pos x="293955" y="1378301"/>
              </a:cxn>
              <a:cxn ang="0">
                <a:pos x="368861" y="1430574"/>
              </a:cxn>
              <a:cxn ang="0">
                <a:pos x="449880" y="1473834"/>
              </a:cxn>
              <a:cxn ang="0">
                <a:pos x="536288" y="1507355"/>
              </a:cxn>
              <a:cxn ang="0">
                <a:pos x="627363" y="1530416"/>
              </a:cxn>
              <a:cxn ang="0">
                <a:pos x="722382" y="1542293"/>
              </a:cxn>
              <a:cxn ang="0">
                <a:pos x="819905" y="1542293"/>
              </a:cxn>
              <a:cxn ang="0">
                <a:pos x="914924" y="1530416"/>
              </a:cxn>
              <a:cxn ang="0">
                <a:pos x="1005999" y="1507355"/>
              </a:cxn>
              <a:cxn ang="0">
                <a:pos x="1092407" y="1473834"/>
              </a:cxn>
              <a:cxn ang="0">
                <a:pos x="1173426" y="1430574"/>
              </a:cxn>
              <a:cxn ang="0">
                <a:pos x="1248332" y="1378301"/>
              </a:cxn>
              <a:cxn ang="0">
                <a:pos x="1316402" y="1317736"/>
              </a:cxn>
              <a:cxn ang="0">
                <a:pos x="1376913" y="1249602"/>
              </a:cxn>
              <a:cxn ang="0">
                <a:pos x="1429142" y="1174624"/>
              </a:cxn>
              <a:cxn ang="0">
                <a:pos x="1472365" y="1093524"/>
              </a:cxn>
              <a:cxn ang="0">
                <a:pos x="1505859" y="1007026"/>
              </a:cxn>
              <a:cxn ang="0">
                <a:pos x="1528902" y="915852"/>
              </a:cxn>
              <a:cxn ang="0">
                <a:pos x="1540770" y="820725"/>
              </a:cxn>
              <a:cxn ang="0">
                <a:pos x="1540770" y="723086"/>
              </a:cxn>
              <a:cxn ang="0">
                <a:pos x="1528902" y="627959"/>
              </a:cxn>
              <a:cxn ang="0">
                <a:pos x="1505859" y="536785"/>
              </a:cxn>
              <a:cxn ang="0">
                <a:pos x="1472365" y="450287"/>
              </a:cxn>
              <a:cxn ang="0">
                <a:pos x="1429142" y="369187"/>
              </a:cxn>
              <a:cxn ang="0">
                <a:pos x="1376913" y="294209"/>
              </a:cxn>
              <a:cxn ang="0">
                <a:pos x="1316402" y="226075"/>
              </a:cxn>
              <a:cxn ang="0">
                <a:pos x="1248332" y="165510"/>
              </a:cxn>
              <a:cxn ang="0">
                <a:pos x="1173426" y="113237"/>
              </a:cxn>
              <a:cxn ang="0">
                <a:pos x="1092407" y="69977"/>
              </a:cxn>
              <a:cxn ang="0">
                <a:pos x="1005999" y="36456"/>
              </a:cxn>
              <a:cxn ang="0">
                <a:pos x="914924" y="13395"/>
              </a:cxn>
              <a:cxn ang="0">
                <a:pos x="819905" y="1518"/>
              </a:cxn>
            </a:cxnLst>
            <a:rect l="0" t="0" r="r" b="b"/>
            <a:pathLst>
              <a:path w="1542415" h="1544320">
                <a:moveTo>
                  <a:pt x="771144" y="0"/>
                </a:moveTo>
                <a:lnTo>
                  <a:pt x="722382" y="1518"/>
                </a:lnTo>
                <a:lnTo>
                  <a:pt x="674425" y="6013"/>
                </a:lnTo>
                <a:lnTo>
                  <a:pt x="627363" y="13395"/>
                </a:lnTo>
                <a:lnTo>
                  <a:pt x="581288" y="23573"/>
                </a:lnTo>
                <a:lnTo>
                  <a:pt x="536288" y="36456"/>
                </a:lnTo>
                <a:lnTo>
                  <a:pt x="492455" y="51954"/>
                </a:lnTo>
                <a:lnTo>
                  <a:pt x="449880" y="69977"/>
                </a:lnTo>
                <a:lnTo>
                  <a:pt x="408651" y="90435"/>
                </a:lnTo>
                <a:lnTo>
                  <a:pt x="368861" y="113237"/>
                </a:lnTo>
                <a:lnTo>
                  <a:pt x="330599" y="138292"/>
                </a:lnTo>
                <a:lnTo>
                  <a:pt x="293955" y="165510"/>
                </a:lnTo>
                <a:lnTo>
                  <a:pt x="259020" y="194802"/>
                </a:lnTo>
                <a:lnTo>
                  <a:pt x="225885" y="226075"/>
                </a:lnTo>
                <a:lnTo>
                  <a:pt x="194639" y="259241"/>
                </a:lnTo>
                <a:lnTo>
                  <a:pt x="165374" y="294209"/>
                </a:lnTo>
                <a:lnTo>
                  <a:pt x="138179" y="330887"/>
                </a:lnTo>
                <a:lnTo>
                  <a:pt x="113145" y="369187"/>
                </a:lnTo>
                <a:lnTo>
                  <a:pt x="90363" y="409017"/>
                </a:lnTo>
                <a:lnTo>
                  <a:pt x="69922" y="450287"/>
                </a:lnTo>
                <a:lnTo>
                  <a:pt x="51914" y="492906"/>
                </a:lnTo>
                <a:lnTo>
                  <a:pt x="36428" y="536785"/>
                </a:lnTo>
                <a:lnTo>
                  <a:pt x="23555" y="581833"/>
                </a:lnTo>
                <a:lnTo>
                  <a:pt x="13385" y="627959"/>
                </a:lnTo>
                <a:lnTo>
                  <a:pt x="6009" y="675074"/>
                </a:lnTo>
                <a:lnTo>
                  <a:pt x="1517" y="723086"/>
                </a:lnTo>
                <a:lnTo>
                  <a:pt x="0" y="771905"/>
                </a:lnTo>
                <a:lnTo>
                  <a:pt x="1517" y="820725"/>
                </a:lnTo>
                <a:lnTo>
                  <a:pt x="6009" y="868737"/>
                </a:lnTo>
                <a:lnTo>
                  <a:pt x="13385" y="915852"/>
                </a:lnTo>
                <a:lnTo>
                  <a:pt x="23555" y="961978"/>
                </a:lnTo>
                <a:lnTo>
                  <a:pt x="36428" y="1007026"/>
                </a:lnTo>
                <a:lnTo>
                  <a:pt x="51914" y="1050905"/>
                </a:lnTo>
                <a:lnTo>
                  <a:pt x="69922" y="1093524"/>
                </a:lnTo>
                <a:lnTo>
                  <a:pt x="90363" y="1134794"/>
                </a:lnTo>
                <a:lnTo>
                  <a:pt x="113145" y="1174624"/>
                </a:lnTo>
                <a:lnTo>
                  <a:pt x="138179" y="1212924"/>
                </a:lnTo>
                <a:lnTo>
                  <a:pt x="165374" y="1249602"/>
                </a:lnTo>
                <a:lnTo>
                  <a:pt x="194639" y="1284570"/>
                </a:lnTo>
                <a:lnTo>
                  <a:pt x="225885" y="1317736"/>
                </a:lnTo>
                <a:lnTo>
                  <a:pt x="259020" y="1349009"/>
                </a:lnTo>
                <a:lnTo>
                  <a:pt x="293955" y="1378301"/>
                </a:lnTo>
                <a:lnTo>
                  <a:pt x="330599" y="1405519"/>
                </a:lnTo>
                <a:lnTo>
                  <a:pt x="368861" y="1430574"/>
                </a:lnTo>
                <a:lnTo>
                  <a:pt x="408651" y="1453376"/>
                </a:lnTo>
                <a:lnTo>
                  <a:pt x="449880" y="1473834"/>
                </a:lnTo>
                <a:lnTo>
                  <a:pt x="492455" y="1491857"/>
                </a:lnTo>
                <a:lnTo>
                  <a:pt x="536288" y="1507355"/>
                </a:lnTo>
                <a:lnTo>
                  <a:pt x="581288" y="1520238"/>
                </a:lnTo>
                <a:lnTo>
                  <a:pt x="627363" y="1530416"/>
                </a:lnTo>
                <a:lnTo>
                  <a:pt x="674425" y="1537798"/>
                </a:lnTo>
                <a:lnTo>
                  <a:pt x="722382" y="1542293"/>
                </a:lnTo>
                <a:lnTo>
                  <a:pt x="771144" y="1543811"/>
                </a:lnTo>
                <a:lnTo>
                  <a:pt x="819905" y="1542293"/>
                </a:lnTo>
                <a:lnTo>
                  <a:pt x="867862" y="1537798"/>
                </a:lnTo>
                <a:lnTo>
                  <a:pt x="914924" y="1530416"/>
                </a:lnTo>
                <a:lnTo>
                  <a:pt x="960999" y="1520238"/>
                </a:lnTo>
                <a:lnTo>
                  <a:pt x="1005999" y="1507355"/>
                </a:lnTo>
                <a:lnTo>
                  <a:pt x="1049832" y="1491857"/>
                </a:lnTo>
                <a:lnTo>
                  <a:pt x="1092407" y="1473834"/>
                </a:lnTo>
                <a:lnTo>
                  <a:pt x="1133636" y="1453376"/>
                </a:lnTo>
                <a:lnTo>
                  <a:pt x="1173426" y="1430574"/>
                </a:lnTo>
                <a:lnTo>
                  <a:pt x="1211688" y="1405519"/>
                </a:lnTo>
                <a:lnTo>
                  <a:pt x="1248332" y="1378301"/>
                </a:lnTo>
                <a:lnTo>
                  <a:pt x="1283267" y="1349009"/>
                </a:lnTo>
                <a:lnTo>
                  <a:pt x="1316402" y="1317736"/>
                </a:lnTo>
                <a:lnTo>
                  <a:pt x="1347648" y="1284570"/>
                </a:lnTo>
                <a:lnTo>
                  <a:pt x="1376913" y="1249602"/>
                </a:lnTo>
                <a:lnTo>
                  <a:pt x="1404108" y="1212924"/>
                </a:lnTo>
                <a:lnTo>
                  <a:pt x="1429142" y="1174624"/>
                </a:lnTo>
                <a:lnTo>
                  <a:pt x="1451924" y="1134794"/>
                </a:lnTo>
                <a:lnTo>
                  <a:pt x="1472365" y="1093524"/>
                </a:lnTo>
                <a:lnTo>
                  <a:pt x="1490373" y="1050905"/>
                </a:lnTo>
                <a:lnTo>
                  <a:pt x="1505859" y="1007026"/>
                </a:lnTo>
                <a:lnTo>
                  <a:pt x="1518732" y="961978"/>
                </a:lnTo>
                <a:lnTo>
                  <a:pt x="1528902" y="915852"/>
                </a:lnTo>
                <a:lnTo>
                  <a:pt x="1536278" y="868737"/>
                </a:lnTo>
                <a:lnTo>
                  <a:pt x="1540770" y="820725"/>
                </a:lnTo>
                <a:lnTo>
                  <a:pt x="1542288" y="771905"/>
                </a:lnTo>
                <a:lnTo>
                  <a:pt x="1540770" y="723086"/>
                </a:lnTo>
                <a:lnTo>
                  <a:pt x="1536278" y="675074"/>
                </a:lnTo>
                <a:lnTo>
                  <a:pt x="1528902" y="627959"/>
                </a:lnTo>
                <a:lnTo>
                  <a:pt x="1518732" y="581833"/>
                </a:lnTo>
                <a:lnTo>
                  <a:pt x="1505859" y="536785"/>
                </a:lnTo>
                <a:lnTo>
                  <a:pt x="1490373" y="492906"/>
                </a:lnTo>
                <a:lnTo>
                  <a:pt x="1472365" y="450287"/>
                </a:lnTo>
                <a:lnTo>
                  <a:pt x="1451924" y="409017"/>
                </a:lnTo>
                <a:lnTo>
                  <a:pt x="1429142" y="369187"/>
                </a:lnTo>
                <a:lnTo>
                  <a:pt x="1404108" y="330887"/>
                </a:lnTo>
                <a:lnTo>
                  <a:pt x="1376913" y="294209"/>
                </a:lnTo>
                <a:lnTo>
                  <a:pt x="1347648" y="259241"/>
                </a:lnTo>
                <a:lnTo>
                  <a:pt x="1316402" y="226075"/>
                </a:lnTo>
                <a:lnTo>
                  <a:pt x="1283267" y="194802"/>
                </a:lnTo>
                <a:lnTo>
                  <a:pt x="1248332" y="165510"/>
                </a:lnTo>
                <a:lnTo>
                  <a:pt x="1211688" y="138292"/>
                </a:lnTo>
                <a:lnTo>
                  <a:pt x="1173426" y="113237"/>
                </a:lnTo>
                <a:lnTo>
                  <a:pt x="1133636" y="90435"/>
                </a:lnTo>
                <a:lnTo>
                  <a:pt x="1092407" y="69977"/>
                </a:lnTo>
                <a:lnTo>
                  <a:pt x="1049832" y="51954"/>
                </a:lnTo>
                <a:lnTo>
                  <a:pt x="1005999" y="36456"/>
                </a:lnTo>
                <a:lnTo>
                  <a:pt x="960999" y="23573"/>
                </a:lnTo>
                <a:lnTo>
                  <a:pt x="914924" y="13395"/>
                </a:lnTo>
                <a:lnTo>
                  <a:pt x="867862" y="6013"/>
                </a:lnTo>
                <a:lnTo>
                  <a:pt x="819905" y="1518"/>
                </a:lnTo>
                <a:lnTo>
                  <a:pt x="771144" y="0"/>
                </a:lnTo>
                <a:close/>
              </a:path>
            </a:pathLst>
          </a:custGeom>
          <a:solidFill>
            <a:srgbClr val="278696"/>
          </a:solidFill>
          <a:ln w="9525">
            <a:noFill/>
            <a:round/>
          </a:ln>
        </p:spPr>
        <p:txBody>
          <a:bodyPr lIns="0" tIns="0" rIns="0" bIns="0"/>
          <a:lstStyle/>
          <a:p>
            <a:endParaRPr lang="zh-CN" altLang="en-US"/>
          </a:p>
        </p:txBody>
      </p:sp>
      <p:sp>
        <p:nvSpPr>
          <p:cNvPr id="16390" name="object 7"/>
          <p:cNvSpPr/>
          <p:nvPr/>
        </p:nvSpPr>
        <p:spPr bwMode="auto">
          <a:xfrm>
            <a:off x="9799638" y="5022850"/>
            <a:ext cx="1023937" cy="1023938"/>
          </a:xfrm>
          <a:custGeom>
            <a:avLst/>
            <a:gdLst/>
            <a:ahLst/>
            <a:cxnLst>
              <a:cxn ang="0">
                <a:pos x="465452" y="2090"/>
              </a:cxn>
              <a:cxn ang="0">
                <a:pos x="375928" y="18268"/>
              </a:cxn>
              <a:cxn ang="0">
                <a:pos x="292543" y="49240"/>
              </a:cxn>
              <a:cxn ang="0">
                <a:pos x="216742" y="93559"/>
              </a:cxn>
              <a:cxn ang="0">
                <a:pos x="149971" y="149780"/>
              </a:cxn>
              <a:cxn ang="0">
                <a:pos x="93674" y="216458"/>
              </a:cxn>
              <a:cxn ang="0">
                <a:pos x="49299" y="292146"/>
              </a:cxn>
              <a:cxn ang="0">
                <a:pos x="18289" y="375399"/>
              </a:cxn>
              <a:cxn ang="0">
                <a:pos x="2092" y="464772"/>
              </a:cxn>
              <a:cxn ang="0">
                <a:pos x="2092" y="557840"/>
              </a:cxn>
              <a:cxn ang="0">
                <a:pos x="18289" y="647226"/>
              </a:cxn>
              <a:cxn ang="0">
                <a:pos x="49299" y="730485"/>
              </a:cxn>
              <a:cxn ang="0">
                <a:pos x="93674" y="806173"/>
              </a:cxn>
              <a:cxn ang="0">
                <a:pos x="149971" y="872847"/>
              </a:cxn>
              <a:cxn ang="0">
                <a:pos x="216742" y="929062"/>
              </a:cxn>
              <a:cxn ang="0">
                <a:pos x="292543" y="973374"/>
              </a:cxn>
              <a:cxn ang="0">
                <a:pos x="375928" y="1004339"/>
              </a:cxn>
              <a:cxn ang="0">
                <a:pos x="465452" y="1020514"/>
              </a:cxn>
              <a:cxn ang="0">
                <a:pos x="558675" y="1020514"/>
              </a:cxn>
              <a:cxn ang="0">
                <a:pos x="648199" y="1004339"/>
              </a:cxn>
              <a:cxn ang="0">
                <a:pos x="731584" y="973374"/>
              </a:cxn>
              <a:cxn ang="0">
                <a:pos x="807385" y="929062"/>
              </a:cxn>
              <a:cxn ang="0">
                <a:pos x="874156" y="872847"/>
              </a:cxn>
              <a:cxn ang="0">
                <a:pos x="930453" y="806173"/>
              </a:cxn>
              <a:cxn ang="0">
                <a:pos x="974828" y="730485"/>
              </a:cxn>
              <a:cxn ang="0">
                <a:pos x="1005838" y="647226"/>
              </a:cxn>
              <a:cxn ang="0">
                <a:pos x="1022035" y="557840"/>
              </a:cxn>
              <a:cxn ang="0">
                <a:pos x="1022035" y="464772"/>
              </a:cxn>
              <a:cxn ang="0">
                <a:pos x="1005838" y="375399"/>
              </a:cxn>
              <a:cxn ang="0">
                <a:pos x="974828" y="292146"/>
              </a:cxn>
              <a:cxn ang="0">
                <a:pos x="930453" y="216458"/>
              </a:cxn>
              <a:cxn ang="0">
                <a:pos x="874156" y="149780"/>
              </a:cxn>
              <a:cxn ang="0">
                <a:pos x="807385" y="93559"/>
              </a:cxn>
              <a:cxn ang="0">
                <a:pos x="731584" y="49240"/>
              </a:cxn>
              <a:cxn ang="0">
                <a:pos x="648199" y="18268"/>
              </a:cxn>
              <a:cxn ang="0">
                <a:pos x="558675" y="2090"/>
              </a:cxn>
            </a:cxnLst>
            <a:rect l="0" t="0" r="r" b="b"/>
            <a:pathLst>
              <a:path w="1024254" h="1022985">
                <a:moveTo>
                  <a:pt x="512063" y="0"/>
                </a:moveTo>
                <a:lnTo>
                  <a:pt x="465452" y="2090"/>
                </a:lnTo>
                <a:lnTo>
                  <a:pt x="420013" y="8239"/>
                </a:lnTo>
                <a:lnTo>
                  <a:pt x="375928" y="18268"/>
                </a:lnTo>
                <a:lnTo>
                  <a:pt x="333378" y="31995"/>
                </a:lnTo>
                <a:lnTo>
                  <a:pt x="292543" y="49240"/>
                </a:lnTo>
                <a:lnTo>
                  <a:pt x="253604" y="69821"/>
                </a:lnTo>
                <a:lnTo>
                  <a:pt x="216742" y="93559"/>
                </a:lnTo>
                <a:lnTo>
                  <a:pt x="182137" y="120272"/>
                </a:lnTo>
                <a:lnTo>
                  <a:pt x="149971" y="149780"/>
                </a:lnTo>
                <a:lnTo>
                  <a:pt x="120423" y="181902"/>
                </a:lnTo>
                <a:lnTo>
                  <a:pt x="93674" y="216458"/>
                </a:lnTo>
                <a:lnTo>
                  <a:pt x="69906" y="253266"/>
                </a:lnTo>
                <a:lnTo>
                  <a:pt x="49299" y="292146"/>
                </a:lnTo>
                <a:lnTo>
                  <a:pt x="32033" y="332917"/>
                </a:lnTo>
                <a:lnTo>
                  <a:pt x="18289" y="375399"/>
                </a:lnTo>
                <a:lnTo>
                  <a:pt x="8249" y="419411"/>
                </a:lnTo>
                <a:lnTo>
                  <a:pt x="2092" y="464772"/>
                </a:lnTo>
                <a:lnTo>
                  <a:pt x="0" y="511302"/>
                </a:lnTo>
                <a:lnTo>
                  <a:pt x="2092" y="557840"/>
                </a:lnTo>
                <a:lnTo>
                  <a:pt x="8249" y="603209"/>
                </a:lnTo>
                <a:lnTo>
                  <a:pt x="18289" y="647226"/>
                </a:lnTo>
                <a:lnTo>
                  <a:pt x="32033" y="689711"/>
                </a:lnTo>
                <a:lnTo>
                  <a:pt x="49299" y="730485"/>
                </a:lnTo>
                <a:lnTo>
                  <a:pt x="69906" y="769366"/>
                </a:lnTo>
                <a:lnTo>
                  <a:pt x="93674" y="806173"/>
                </a:lnTo>
                <a:lnTo>
                  <a:pt x="120423" y="840727"/>
                </a:lnTo>
                <a:lnTo>
                  <a:pt x="149971" y="872847"/>
                </a:lnTo>
                <a:lnTo>
                  <a:pt x="182137" y="902352"/>
                </a:lnTo>
                <a:lnTo>
                  <a:pt x="216742" y="929062"/>
                </a:lnTo>
                <a:lnTo>
                  <a:pt x="253604" y="952796"/>
                </a:lnTo>
                <a:lnTo>
                  <a:pt x="292543" y="973374"/>
                </a:lnTo>
                <a:lnTo>
                  <a:pt x="333378" y="990615"/>
                </a:lnTo>
                <a:lnTo>
                  <a:pt x="375928" y="1004339"/>
                </a:lnTo>
                <a:lnTo>
                  <a:pt x="420013" y="1014366"/>
                </a:lnTo>
                <a:lnTo>
                  <a:pt x="465452" y="1020514"/>
                </a:lnTo>
                <a:lnTo>
                  <a:pt x="512063" y="1022604"/>
                </a:lnTo>
                <a:lnTo>
                  <a:pt x="558675" y="1020514"/>
                </a:lnTo>
                <a:lnTo>
                  <a:pt x="604114" y="1014366"/>
                </a:lnTo>
                <a:lnTo>
                  <a:pt x="648199" y="1004339"/>
                </a:lnTo>
                <a:lnTo>
                  <a:pt x="690749" y="990615"/>
                </a:lnTo>
                <a:lnTo>
                  <a:pt x="731584" y="973374"/>
                </a:lnTo>
                <a:lnTo>
                  <a:pt x="770523" y="952796"/>
                </a:lnTo>
                <a:lnTo>
                  <a:pt x="807385" y="929062"/>
                </a:lnTo>
                <a:lnTo>
                  <a:pt x="841990" y="902352"/>
                </a:lnTo>
                <a:lnTo>
                  <a:pt x="874156" y="872847"/>
                </a:lnTo>
                <a:lnTo>
                  <a:pt x="903704" y="840727"/>
                </a:lnTo>
                <a:lnTo>
                  <a:pt x="930453" y="806173"/>
                </a:lnTo>
                <a:lnTo>
                  <a:pt x="954221" y="769366"/>
                </a:lnTo>
                <a:lnTo>
                  <a:pt x="974828" y="730485"/>
                </a:lnTo>
                <a:lnTo>
                  <a:pt x="992094" y="689711"/>
                </a:lnTo>
                <a:lnTo>
                  <a:pt x="1005838" y="647226"/>
                </a:lnTo>
                <a:lnTo>
                  <a:pt x="1015878" y="603209"/>
                </a:lnTo>
                <a:lnTo>
                  <a:pt x="1022035" y="557840"/>
                </a:lnTo>
                <a:lnTo>
                  <a:pt x="1024127" y="511302"/>
                </a:lnTo>
                <a:lnTo>
                  <a:pt x="1022035" y="464772"/>
                </a:lnTo>
                <a:lnTo>
                  <a:pt x="1015878" y="419411"/>
                </a:lnTo>
                <a:lnTo>
                  <a:pt x="1005838" y="375399"/>
                </a:lnTo>
                <a:lnTo>
                  <a:pt x="992094" y="332917"/>
                </a:lnTo>
                <a:lnTo>
                  <a:pt x="974828" y="292146"/>
                </a:lnTo>
                <a:lnTo>
                  <a:pt x="954221" y="253266"/>
                </a:lnTo>
                <a:lnTo>
                  <a:pt x="930453" y="216458"/>
                </a:lnTo>
                <a:lnTo>
                  <a:pt x="903704" y="181902"/>
                </a:lnTo>
                <a:lnTo>
                  <a:pt x="874156" y="149780"/>
                </a:lnTo>
                <a:lnTo>
                  <a:pt x="841990" y="120272"/>
                </a:lnTo>
                <a:lnTo>
                  <a:pt x="807385" y="93559"/>
                </a:lnTo>
                <a:lnTo>
                  <a:pt x="770523" y="69821"/>
                </a:lnTo>
                <a:lnTo>
                  <a:pt x="731584" y="49240"/>
                </a:lnTo>
                <a:lnTo>
                  <a:pt x="690749" y="31995"/>
                </a:lnTo>
                <a:lnTo>
                  <a:pt x="648199" y="18268"/>
                </a:lnTo>
                <a:lnTo>
                  <a:pt x="604114" y="8239"/>
                </a:lnTo>
                <a:lnTo>
                  <a:pt x="558675" y="2090"/>
                </a:lnTo>
                <a:lnTo>
                  <a:pt x="512063" y="0"/>
                </a:lnTo>
                <a:close/>
              </a:path>
            </a:pathLst>
          </a:custGeom>
          <a:solidFill>
            <a:srgbClr val="E6AE00"/>
          </a:solidFill>
          <a:ln w="9525">
            <a:noFill/>
            <a:round/>
          </a:ln>
        </p:spPr>
        <p:txBody>
          <a:bodyPr lIns="0" tIns="0" rIns="0" bIns="0"/>
          <a:lstStyle/>
          <a:p>
            <a:endParaRPr lang="zh-CN" altLang="en-US"/>
          </a:p>
        </p:txBody>
      </p:sp>
      <p:sp>
        <p:nvSpPr>
          <p:cNvPr id="16391" name="object 8"/>
          <p:cNvSpPr/>
          <p:nvPr/>
        </p:nvSpPr>
        <p:spPr bwMode="auto">
          <a:xfrm>
            <a:off x="10875963" y="3689350"/>
            <a:ext cx="471487" cy="469900"/>
          </a:xfrm>
          <a:custGeom>
            <a:avLst/>
            <a:gdLst/>
            <a:ahLst/>
            <a:cxnLst>
              <a:cxn ang="0">
                <a:pos x="236219" y="0"/>
              </a:cxn>
              <a:cxn ang="0">
                <a:pos x="188622" y="4766"/>
              </a:cxn>
              <a:cxn ang="0">
                <a:pos x="144285" y="18436"/>
              </a:cxn>
              <a:cxn ang="0">
                <a:pos x="104161" y="40069"/>
              </a:cxn>
              <a:cxn ang="0">
                <a:pos x="69199" y="68722"/>
              </a:cxn>
              <a:cxn ang="0">
                <a:pos x="40351" y="103454"/>
              </a:cxn>
              <a:cxn ang="0">
                <a:pos x="18567" y="143321"/>
              </a:cxn>
              <a:cxn ang="0">
                <a:pos x="4800" y="187382"/>
              </a:cxn>
              <a:cxn ang="0">
                <a:pos x="0" y="234696"/>
              </a:cxn>
              <a:cxn ang="0">
                <a:pos x="4800" y="282009"/>
              </a:cxn>
              <a:cxn ang="0">
                <a:pos x="18567" y="326070"/>
              </a:cxn>
              <a:cxn ang="0">
                <a:pos x="40351" y="365937"/>
              </a:cxn>
              <a:cxn ang="0">
                <a:pos x="69199" y="400669"/>
              </a:cxn>
              <a:cxn ang="0">
                <a:pos x="104161" y="429322"/>
              </a:cxn>
              <a:cxn ang="0">
                <a:pos x="144285" y="450955"/>
              </a:cxn>
              <a:cxn ang="0">
                <a:pos x="188622" y="464625"/>
              </a:cxn>
              <a:cxn ang="0">
                <a:pos x="236219" y="469392"/>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6"/>
              </a:cxn>
              <a:cxn ang="0">
                <a:pos x="467639" y="187382"/>
              </a:cxn>
              <a:cxn ang="0">
                <a:pos x="453872" y="143321"/>
              </a:cxn>
              <a:cxn ang="0">
                <a:pos x="432088" y="103454"/>
              </a:cxn>
              <a:cxn ang="0">
                <a:pos x="403240" y="68722"/>
              </a:cxn>
              <a:cxn ang="0">
                <a:pos x="368278" y="40069"/>
              </a:cxn>
              <a:cxn ang="0">
                <a:pos x="328154" y="18436"/>
              </a:cxn>
              <a:cxn ang="0">
                <a:pos x="283817" y="4766"/>
              </a:cxn>
              <a:cxn ang="0">
                <a:pos x="236219" y="0"/>
              </a:cxn>
            </a:cxnLst>
            <a:rect l="0" t="0" r="r" b="b"/>
            <a:pathLst>
              <a:path w="472440" h="469900">
                <a:moveTo>
                  <a:pt x="236219" y="0"/>
                </a:moveTo>
                <a:lnTo>
                  <a:pt x="188622" y="4766"/>
                </a:lnTo>
                <a:lnTo>
                  <a:pt x="144285" y="18436"/>
                </a:lnTo>
                <a:lnTo>
                  <a:pt x="104161" y="40069"/>
                </a:lnTo>
                <a:lnTo>
                  <a:pt x="69199" y="68722"/>
                </a:lnTo>
                <a:lnTo>
                  <a:pt x="40351" y="103454"/>
                </a:lnTo>
                <a:lnTo>
                  <a:pt x="18567" y="143321"/>
                </a:lnTo>
                <a:lnTo>
                  <a:pt x="4800" y="187382"/>
                </a:lnTo>
                <a:lnTo>
                  <a:pt x="0" y="234696"/>
                </a:lnTo>
                <a:lnTo>
                  <a:pt x="4800" y="282009"/>
                </a:lnTo>
                <a:lnTo>
                  <a:pt x="18567" y="326070"/>
                </a:lnTo>
                <a:lnTo>
                  <a:pt x="40351" y="365937"/>
                </a:lnTo>
                <a:lnTo>
                  <a:pt x="69199" y="400669"/>
                </a:lnTo>
                <a:lnTo>
                  <a:pt x="104161" y="429322"/>
                </a:lnTo>
                <a:lnTo>
                  <a:pt x="144285" y="450955"/>
                </a:lnTo>
                <a:lnTo>
                  <a:pt x="188622" y="464625"/>
                </a:lnTo>
                <a:lnTo>
                  <a:pt x="236219" y="469392"/>
                </a:lnTo>
                <a:lnTo>
                  <a:pt x="283817" y="464625"/>
                </a:lnTo>
                <a:lnTo>
                  <a:pt x="328154" y="450955"/>
                </a:lnTo>
                <a:lnTo>
                  <a:pt x="368278" y="429322"/>
                </a:lnTo>
                <a:lnTo>
                  <a:pt x="403240" y="400669"/>
                </a:lnTo>
                <a:lnTo>
                  <a:pt x="432088" y="365937"/>
                </a:lnTo>
                <a:lnTo>
                  <a:pt x="453872" y="326070"/>
                </a:lnTo>
                <a:lnTo>
                  <a:pt x="467639" y="282009"/>
                </a:lnTo>
                <a:lnTo>
                  <a:pt x="472439" y="234696"/>
                </a:lnTo>
                <a:lnTo>
                  <a:pt x="467639" y="187382"/>
                </a:lnTo>
                <a:lnTo>
                  <a:pt x="453872" y="143321"/>
                </a:lnTo>
                <a:lnTo>
                  <a:pt x="432088" y="103454"/>
                </a:lnTo>
                <a:lnTo>
                  <a:pt x="403240" y="68722"/>
                </a:lnTo>
                <a:lnTo>
                  <a:pt x="368278" y="40069"/>
                </a:lnTo>
                <a:lnTo>
                  <a:pt x="328154" y="18436"/>
                </a:lnTo>
                <a:lnTo>
                  <a:pt x="283817" y="4766"/>
                </a:lnTo>
                <a:lnTo>
                  <a:pt x="236219" y="0"/>
                </a:lnTo>
                <a:close/>
              </a:path>
            </a:pathLst>
          </a:custGeom>
          <a:solidFill>
            <a:srgbClr val="427441"/>
          </a:solidFill>
          <a:ln w="9525">
            <a:noFill/>
            <a:round/>
          </a:ln>
        </p:spPr>
        <p:txBody>
          <a:bodyPr lIns="0" tIns="0" rIns="0" bIns="0"/>
          <a:lstStyle/>
          <a:p>
            <a:endParaRPr lang="zh-CN" altLang="en-US"/>
          </a:p>
        </p:txBody>
      </p:sp>
      <p:sp>
        <p:nvSpPr>
          <p:cNvPr id="16392" name="object 9"/>
          <p:cNvSpPr/>
          <p:nvPr/>
        </p:nvSpPr>
        <p:spPr bwMode="auto">
          <a:xfrm>
            <a:off x="9261475" y="4348163"/>
            <a:ext cx="714375" cy="714375"/>
          </a:xfrm>
          <a:custGeom>
            <a:avLst/>
            <a:gdLst/>
            <a:ahLst/>
            <a:cxnLst>
              <a:cxn ang="0">
                <a:pos x="357377" y="0"/>
              </a:cxn>
              <a:cxn ang="0">
                <a:pos x="308887" y="3262"/>
              </a:cxn>
              <a:cxn ang="0">
                <a:pos x="262378" y="12767"/>
              </a:cxn>
              <a:cxn ang="0">
                <a:pos x="218277" y="28086"/>
              </a:cxn>
              <a:cxn ang="0">
                <a:pos x="177009" y="48796"/>
              </a:cxn>
              <a:cxn ang="0">
                <a:pos x="139001" y="74469"/>
              </a:cxn>
              <a:cxn ang="0">
                <a:pos x="104679" y="104679"/>
              </a:cxn>
              <a:cxn ang="0">
                <a:pos x="74469" y="139001"/>
              </a:cxn>
              <a:cxn ang="0">
                <a:pos x="48796" y="177009"/>
              </a:cxn>
              <a:cxn ang="0">
                <a:pos x="28086" y="218277"/>
              </a:cxn>
              <a:cxn ang="0">
                <a:pos x="12767" y="262378"/>
              </a:cxn>
              <a:cxn ang="0">
                <a:pos x="3262" y="308887"/>
              </a:cxn>
              <a:cxn ang="0">
                <a:pos x="0" y="357377"/>
              </a:cxn>
              <a:cxn ang="0">
                <a:pos x="3262" y="405868"/>
              </a:cxn>
              <a:cxn ang="0">
                <a:pos x="12767" y="452377"/>
              </a:cxn>
              <a:cxn ang="0">
                <a:pos x="28086" y="496478"/>
              </a:cxn>
              <a:cxn ang="0">
                <a:pos x="48796" y="537746"/>
              </a:cxn>
              <a:cxn ang="0">
                <a:pos x="74469" y="575754"/>
              </a:cxn>
              <a:cxn ang="0">
                <a:pos x="104679" y="610076"/>
              </a:cxn>
              <a:cxn ang="0">
                <a:pos x="139001" y="640286"/>
              </a:cxn>
              <a:cxn ang="0">
                <a:pos x="177009" y="665959"/>
              </a:cxn>
              <a:cxn ang="0">
                <a:pos x="218277" y="686669"/>
              </a:cxn>
              <a:cxn ang="0">
                <a:pos x="262378" y="701988"/>
              </a:cxn>
              <a:cxn ang="0">
                <a:pos x="308887" y="711493"/>
              </a:cxn>
              <a:cxn ang="0">
                <a:pos x="357377" y="714755"/>
              </a:cxn>
              <a:cxn ang="0">
                <a:pos x="405868" y="711493"/>
              </a:cxn>
              <a:cxn ang="0">
                <a:pos x="452377" y="701988"/>
              </a:cxn>
              <a:cxn ang="0">
                <a:pos x="496478" y="686669"/>
              </a:cxn>
              <a:cxn ang="0">
                <a:pos x="537746" y="665959"/>
              </a:cxn>
              <a:cxn ang="0">
                <a:pos x="575754" y="640286"/>
              </a:cxn>
              <a:cxn ang="0">
                <a:pos x="610076" y="610076"/>
              </a:cxn>
              <a:cxn ang="0">
                <a:pos x="640286" y="575754"/>
              </a:cxn>
              <a:cxn ang="0">
                <a:pos x="665959" y="537746"/>
              </a:cxn>
              <a:cxn ang="0">
                <a:pos x="686669" y="496478"/>
              </a:cxn>
              <a:cxn ang="0">
                <a:pos x="701988" y="452377"/>
              </a:cxn>
              <a:cxn ang="0">
                <a:pos x="711493" y="405868"/>
              </a:cxn>
              <a:cxn ang="0">
                <a:pos x="714755" y="357377"/>
              </a:cxn>
              <a:cxn ang="0">
                <a:pos x="711493" y="308887"/>
              </a:cxn>
              <a:cxn ang="0">
                <a:pos x="701988" y="262378"/>
              </a:cxn>
              <a:cxn ang="0">
                <a:pos x="686669" y="218277"/>
              </a:cxn>
              <a:cxn ang="0">
                <a:pos x="665959" y="177009"/>
              </a:cxn>
              <a:cxn ang="0">
                <a:pos x="640286" y="139001"/>
              </a:cxn>
              <a:cxn ang="0">
                <a:pos x="610076" y="104679"/>
              </a:cxn>
              <a:cxn ang="0">
                <a:pos x="575754" y="74469"/>
              </a:cxn>
              <a:cxn ang="0">
                <a:pos x="537746" y="48796"/>
              </a:cxn>
              <a:cxn ang="0">
                <a:pos x="496478" y="28086"/>
              </a:cxn>
              <a:cxn ang="0">
                <a:pos x="452377" y="12767"/>
              </a:cxn>
              <a:cxn ang="0">
                <a:pos x="405868" y="3262"/>
              </a:cxn>
              <a:cxn ang="0">
                <a:pos x="357377" y="0"/>
              </a:cxn>
            </a:cxnLst>
            <a:rect l="0" t="0" r="r" b="b"/>
            <a:pathLst>
              <a:path w="715009" h="715010">
                <a:moveTo>
                  <a:pt x="357377" y="0"/>
                </a:moveTo>
                <a:lnTo>
                  <a:pt x="308887" y="3262"/>
                </a:lnTo>
                <a:lnTo>
                  <a:pt x="262378" y="12767"/>
                </a:lnTo>
                <a:lnTo>
                  <a:pt x="218277" y="28086"/>
                </a:lnTo>
                <a:lnTo>
                  <a:pt x="177009" y="48796"/>
                </a:lnTo>
                <a:lnTo>
                  <a:pt x="139001" y="74469"/>
                </a:lnTo>
                <a:lnTo>
                  <a:pt x="104679" y="104679"/>
                </a:lnTo>
                <a:lnTo>
                  <a:pt x="74469" y="139001"/>
                </a:lnTo>
                <a:lnTo>
                  <a:pt x="48796" y="177009"/>
                </a:lnTo>
                <a:lnTo>
                  <a:pt x="28086" y="218277"/>
                </a:lnTo>
                <a:lnTo>
                  <a:pt x="12767" y="262378"/>
                </a:lnTo>
                <a:lnTo>
                  <a:pt x="3262" y="308887"/>
                </a:lnTo>
                <a:lnTo>
                  <a:pt x="0" y="357377"/>
                </a:lnTo>
                <a:lnTo>
                  <a:pt x="3262" y="405868"/>
                </a:lnTo>
                <a:lnTo>
                  <a:pt x="12767" y="452377"/>
                </a:lnTo>
                <a:lnTo>
                  <a:pt x="28086" y="496478"/>
                </a:lnTo>
                <a:lnTo>
                  <a:pt x="48796" y="537746"/>
                </a:lnTo>
                <a:lnTo>
                  <a:pt x="74469" y="575754"/>
                </a:lnTo>
                <a:lnTo>
                  <a:pt x="104679" y="610076"/>
                </a:lnTo>
                <a:lnTo>
                  <a:pt x="139001" y="640286"/>
                </a:lnTo>
                <a:lnTo>
                  <a:pt x="177009" y="665959"/>
                </a:lnTo>
                <a:lnTo>
                  <a:pt x="218277" y="686669"/>
                </a:lnTo>
                <a:lnTo>
                  <a:pt x="262378" y="701988"/>
                </a:lnTo>
                <a:lnTo>
                  <a:pt x="308887" y="711493"/>
                </a:lnTo>
                <a:lnTo>
                  <a:pt x="357377" y="714755"/>
                </a:lnTo>
                <a:lnTo>
                  <a:pt x="405868" y="711493"/>
                </a:lnTo>
                <a:lnTo>
                  <a:pt x="452377" y="701988"/>
                </a:lnTo>
                <a:lnTo>
                  <a:pt x="496478" y="686669"/>
                </a:lnTo>
                <a:lnTo>
                  <a:pt x="537746" y="665959"/>
                </a:lnTo>
                <a:lnTo>
                  <a:pt x="575754" y="640286"/>
                </a:lnTo>
                <a:lnTo>
                  <a:pt x="610076" y="610076"/>
                </a:lnTo>
                <a:lnTo>
                  <a:pt x="640286" y="575754"/>
                </a:lnTo>
                <a:lnTo>
                  <a:pt x="665959" y="537746"/>
                </a:lnTo>
                <a:lnTo>
                  <a:pt x="686669" y="496478"/>
                </a:lnTo>
                <a:lnTo>
                  <a:pt x="701988" y="452377"/>
                </a:lnTo>
                <a:lnTo>
                  <a:pt x="711493" y="405868"/>
                </a:lnTo>
                <a:lnTo>
                  <a:pt x="714755" y="357377"/>
                </a:lnTo>
                <a:lnTo>
                  <a:pt x="711493" y="308887"/>
                </a:lnTo>
                <a:lnTo>
                  <a:pt x="701988" y="262378"/>
                </a:lnTo>
                <a:lnTo>
                  <a:pt x="686669" y="218277"/>
                </a:lnTo>
                <a:lnTo>
                  <a:pt x="665959" y="177009"/>
                </a:lnTo>
                <a:lnTo>
                  <a:pt x="640286" y="139001"/>
                </a:lnTo>
                <a:lnTo>
                  <a:pt x="610076" y="104679"/>
                </a:lnTo>
                <a:lnTo>
                  <a:pt x="575754" y="74469"/>
                </a:lnTo>
                <a:lnTo>
                  <a:pt x="537746" y="48796"/>
                </a:lnTo>
                <a:lnTo>
                  <a:pt x="496478" y="28086"/>
                </a:lnTo>
                <a:lnTo>
                  <a:pt x="452377" y="12767"/>
                </a:lnTo>
                <a:lnTo>
                  <a:pt x="405868" y="3262"/>
                </a:lnTo>
                <a:lnTo>
                  <a:pt x="357377" y="0"/>
                </a:lnTo>
                <a:close/>
              </a:path>
            </a:pathLst>
          </a:custGeom>
          <a:solidFill>
            <a:srgbClr val="093E44"/>
          </a:solidFill>
          <a:ln w="9525">
            <a:noFill/>
            <a:round/>
          </a:ln>
        </p:spPr>
        <p:txBody>
          <a:bodyPr lIns="0" tIns="0" rIns="0" bIns="0"/>
          <a:lstStyle/>
          <a:p>
            <a:endParaRPr lang="zh-CN" altLang="en-US"/>
          </a:p>
        </p:txBody>
      </p:sp>
      <p:sp>
        <p:nvSpPr>
          <p:cNvPr id="16393" name="object 10"/>
          <p:cNvSpPr/>
          <p:nvPr/>
        </p:nvSpPr>
        <p:spPr bwMode="auto">
          <a:xfrm>
            <a:off x="8435975" y="6346825"/>
            <a:ext cx="1268413" cy="511175"/>
          </a:xfrm>
          <a:custGeom>
            <a:avLst/>
            <a:gdLst/>
            <a:ahLst/>
            <a:cxnLst>
              <a:cxn ang="0">
                <a:pos x="633617" y="0"/>
              </a:cxn>
              <a:cxn ang="0">
                <a:pos x="585221" y="1778"/>
              </a:cxn>
              <a:cxn ang="0">
                <a:pos x="537791" y="7030"/>
              </a:cxn>
              <a:cxn ang="0">
                <a:pos x="491453" y="15631"/>
              </a:cxn>
              <a:cxn ang="0">
                <a:pos x="446331" y="27454"/>
              </a:cxn>
              <a:cxn ang="0">
                <a:pos x="402552" y="42375"/>
              </a:cxn>
              <a:cxn ang="0">
                <a:pos x="360240" y="60268"/>
              </a:cxn>
              <a:cxn ang="0">
                <a:pos x="319521" y="81008"/>
              </a:cxn>
              <a:cxn ang="0">
                <a:pos x="280521" y="104470"/>
              </a:cxn>
              <a:cxn ang="0">
                <a:pos x="243364" y="130527"/>
              </a:cxn>
              <a:cxn ang="0">
                <a:pos x="208177" y="159055"/>
              </a:cxn>
              <a:cxn ang="0">
                <a:pos x="175084" y="189928"/>
              </a:cxn>
              <a:cxn ang="0">
                <a:pos x="144210" y="223021"/>
              </a:cxn>
              <a:cxn ang="0">
                <a:pos x="115683" y="258209"/>
              </a:cxn>
              <a:cxn ang="0">
                <a:pos x="89625" y="295365"/>
              </a:cxn>
              <a:cxn ang="0">
                <a:pos x="66164" y="334366"/>
              </a:cxn>
              <a:cxn ang="0">
                <a:pos x="45424" y="375084"/>
              </a:cxn>
              <a:cxn ang="0">
                <a:pos x="27531" y="417396"/>
              </a:cxn>
              <a:cxn ang="0">
                <a:pos x="12610" y="461176"/>
              </a:cxn>
              <a:cxn ang="0">
                <a:pos x="787" y="506297"/>
              </a:cxn>
              <a:cxn ang="0">
                <a:pos x="0" y="510538"/>
              </a:cxn>
              <a:cxn ang="0">
                <a:pos x="1267235" y="510538"/>
              </a:cxn>
              <a:cxn ang="0">
                <a:pos x="1254624" y="461176"/>
              </a:cxn>
              <a:cxn ang="0">
                <a:pos x="1239703" y="417396"/>
              </a:cxn>
              <a:cxn ang="0">
                <a:pos x="1221810" y="375084"/>
              </a:cxn>
              <a:cxn ang="0">
                <a:pos x="1201070" y="334366"/>
              </a:cxn>
              <a:cxn ang="0">
                <a:pos x="1177609" y="295365"/>
              </a:cxn>
              <a:cxn ang="0">
                <a:pos x="1151552" y="258209"/>
              </a:cxn>
              <a:cxn ang="0">
                <a:pos x="1123024" y="223021"/>
              </a:cxn>
              <a:cxn ang="0">
                <a:pos x="1092151" y="189928"/>
              </a:cxn>
              <a:cxn ang="0">
                <a:pos x="1059058" y="159055"/>
              </a:cxn>
              <a:cxn ang="0">
                <a:pos x="1023870" y="130527"/>
              </a:cxn>
              <a:cxn ang="0">
                <a:pos x="986713" y="104470"/>
              </a:cxn>
              <a:cxn ang="0">
                <a:pos x="947713" y="81008"/>
              </a:cxn>
              <a:cxn ang="0">
                <a:pos x="906994" y="60268"/>
              </a:cxn>
              <a:cxn ang="0">
                <a:pos x="864682" y="42375"/>
              </a:cxn>
              <a:cxn ang="0">
                <a:pos x="820903" y="27454"/>
              </a:cxn>
              <a:cxn ang="0">
                <a:pos x="775782" y="15631"/>
              </a:cxn>
              <a:cxn ang="0">
                <a:pos x="729443" y="7030"/>
              </a:cxn>
              <a:cxn ang="0">
                <a:pos x="682013" y="1778"/>
              </a:cxn>
              <a:cxn ang="0">
                <a:pos x="633617" y="0"/>
              </a:cxn>
            </a:cxnLst>
            <a:rect l="0" t="0" r="r" b="b"/>
            <a:pathLst>
              <a:path w="1267459" h="510540">
                <a:moveTo>
                  <a:pt x="633617" y="0"/>
                </a:moveTo>
                <a:lnTo>
                  <a:pt x="585221" y="1778"/>
                </a:lnTo>
                <a:lnTo>
                  <a:pt x="537791" y="7030"/>
                </a:lnTo>
                <a:lnTo>
                  <a:pt x="491453" y="15631"/>
                </a:lnTo>
                <a:lnTo>
                  <a:pt x="446331" y="27454"/>
                </a:lnTo>
                <a:lnTo>
                  <a:pt x="402552" y="42375"/>
                </a:lnTo>
                <a:lnTo>
                  <a:pt x="360240" y="60268"/>
                </a:lnTo>
                <a:lnTo>
                  <a:pt x="319521" y="81008"/>
                </a:lnTo>
                <a:lnTo>
                  <a:pt x="280521" y="104470"/>
                </a:lnTo>
                <a:lnTo>
                  <a:pt x="243364" y="130527"/>
                </a:lnTo>
                <a:lnTo>
                  <a:pt x="208177" y="159055"/>
                </a:lnTo>
                <a:lnTo>
                  <a:pt x="175084" y="189928"/>
                </a:lnTo>
                <a:lnTo>
                  <a:pt x="144210" y="223021"/>
                </a:lnTo>
                <a:lnTo>
                  <a:pt x="115683" y="258209"/>
                </a:lnTo>
                <a:lnTo>
                  <a:pt x="89625" y="295365"/>
                </a:lnTo>
                <a:lnTo>
                  <a:pt x="66164" y="334366"/>
                </a:lnTo>
                <a:lnTo>
                  <a:pt x="45424" y="375084"/>
                </a:lnTo>
                <a:lnTo>
                  <a:pt x="27531" y="417396"/>
                </a:lnTo>
                <a:lnTo>
                  <a:pt x="12610" y="461176"/>
                </a:lnTo>
                <a:lnTo>
                  <a:pt x="787" y="506297"/>
                </a:lnTo>
                <a:lnTo>
                  <a:pt x="0" y="510538"/>
                </a:lnTo>
                <a:lnTo>
                  <a:pt x="1267235" y="510538"/>
                </a:lnTo>
                <a:lnTo>
                  <a:pt x="1254624" y="461176"/>
                </a:lnTo>
                <a:lnTo>
                  <a:pt x="1239703" y="417396"/>
                </a:lnTo>
                <a:lnTo>
                  <a:pt x="1221810" y="375084"/>
                </a:lnTo>
                <a:lnTo>
                  <a:pt x="1201070" y="334366"/>
                </a:lnTo>
                <a:lnTo>
                  <a:pt x="1177609" y="295365"/>
                </a:lnTo>
                <a:lnTo>
                  <a:pt x="1151552" y="258209"/>
                </a:lnTo>
                <a:lnTo>
                  <a:pt x="1123024" y="223021"/>
                </a:lnTo>
                <a:lnTo>
                  <a:pt x="1092151" y="189928"/>
                </a:lnTo>
                <a:lnTo>
                  <a:pt x="1059058" y="159055"/>
                </a:lnTo>
                <a:lnTo>
                  <a:pt x="1023870" y="130527"/>
                </a:lnTo>
                <a:lnTo>
                  <a:pt x="986713" y="104470"/>
                </a:lnTo>
                <a:lnTo>
                  <a:pt x="947713" y="81008"/>
                </a:lnTo>
                <a:lnTo>
                  <a:pt x="906994" y="60268"/>
                </a:lnTo>
                <a:lnTo>
                  <a:pt x="864682" y="42375"/>
                </a:lnTo>
                <a:lnTo>
                  <a:pt x="820903" y="27454"/>
                </a:lnTo>
                <a:lnTo>
                  <a:pt x="775782" y="15631"/>
                </a:lnTo>
                <a:lnTo>
                  <a:pt x="729443" y="7030"/>
                </a:lnTo>
                <a:lnTo>
                  <a:pt x="682013" y="1778"/>
                </a:lnTo>
                <a:lnTo>
                  <a:pt x="633617" y="0"/>
                </a:lnTo>
                <a:close/>
              </a:path>
            </a:pathLst>
          </a:custGeom>
          <a:solidFill>
            <a:srgbClr val="278696"/>
          </a:solidFill>
          <a:ln w="9525">
            <a:noFill/>
            <a:round/>
          </a:ln>
        </p:spPr>
        <p:txBody>
          <a:bodyPr lIns="0" tIns="0" rIns="0" bIns="0"/>
          <a:lstStyle/>
          <a:p>
            <a:endParaRPr lang="zh-CN" altLang="en-US"/>
          </a:p>
        </p:txBody>
      </p:sp>
      <p:sp>
        <p:nvSpPr>
          <p:cNvPr id="16394" name="object 11"/>
          <p:cNvSpPr/>
          <p:nvPr/>
        </p:nvSpPr>
        <p:spPr bwMode="auto">
          <a:xfrm>
            <a:off x="9423400" y="6357938"/>
            <a:ext cx="552450" cy="500062"/>
          </a:xfrm>
          <a:custGeom>
            <a:avLst/>
            <a:gdLst/>
            <a:ahLst/>
            <a:cxnLst>
              <a:cxn ang="0">
                <a:pos x="276605" y="0"/>
              </a:cxn>
              <a:cxn ang="0">
                <a:pos x="226881" y="4431"/>
              </a:cxn>
              <a:cxn ang="0">
                <a:pos x="180082" y="17209"/>
              </a:cxn>
              <a:cxn ang="0">
                <a:pos x="136990" y="37555"/>
              </a:cxn>
              <a:cxn ang="0">
                <a:pos x="98385" y="64693"/>
              </a:cxn>
              <a:cxn ang="0">
                <a:pos x="65049" y="97847"/>
              </a:cxn>
              <a:cxn ang="0">
                <a:pos x="37761" y="136239"/>
              </a:cxn>
              <a:cxn ang="0">
                <a:pos x="17303" y="179094"/>
              </a:cxn>
              <a:cxn ang="0">
                <a:pos x="4455" y="225633"/>
              </a:cxn>
              <a:cxn ang="0">
                <a:pos x="0" y="275082"/>
              </a:cxn>
              <a:cxn ang="0">
                <a:pos x="4455" y="324528"/>
              </a:cxn>
              <a:cxn ang="0">
                <a:pos x="17303" y="371067"/>
              </a:cxn>
              <a:cxn ang="0">
                <a:pos x="37761" y="413921"/>
              </a:cxn>
              <a:cxn ang="0">
                <a:pos x="65049" y="452313"/>
              </a:cxn>
              <a:cxn ang="0">
                <a:pos x="98385" y="485468"/>
              </a:cxn>
              <a:cxn ang="0">
                <a:pos x="118872" y="499870"/>
              </a:cxn>
              <a:cxn ang="0">
                <a:pos x="434339" y="499870"/>
              </a:cxn>
              <a:cxn ang="0">
                <a:pos x="488162" y="452313"/>
              </a:cxn>
              <a:cxn ang="0">
                <a:pos x="515450" y="413921"/>
              </a:cxn>
              <a:cxn ang="0">
                <a:pos x="535908" y="371067"/>
              </a:cxn>
              <a:cxn ang="0">
                <a:pos x="548756" y="324528"/>
              </a:cxn>
              <a:cxn ang="0">
                <a:pos x="553211" y="275082"/>
              </a:cxn>
              <a:cxn ang="0">
                <a:pos x="548756" y="225633"/>
              </a:cxn>
              <a:cxn ang="0">
                <a:pos x="535908" y="179094"/>
              </a:cxn>
              <a:cxn ang="0">
                <a:pos x="515450" y="136239"/>
              </a:cxn>
              <a:cxn ang="0">
                <a:pos x="488162" y="97847"/>
              </a:cxn>
              <a:cxn ang="0">
                <a:pos x="454826" y="64693"/>
              </a:cxn>
              <a:cxn ang="0">
                <a:pos x="416221" y="37555"/>
              </a:cxn>
              <a:cxn ang="0">
                <a:pos x="373129" y="17209"/>
              </a:cxn>
              <a:cxn ang="0">
                <a:pos x="326330" y="4431"/>
              </a:cxn>
              <a:cxn ang="0">
                <a:pos x="276605" y="0"/>
              </a:cxn>
            </a:cxnLst>
            <a:rect l="0" t="0" r="r" b="b"/>
            <a:pathLst>
              <a:path w="553720" h="500379">
                <a:moveTo>
                  <a:pt x="276605" y="0"/>
                </a:moveTo>
                <a:lnTo>
                  <a:pt x="226881" y="4431"/>
                </a:lnTo>
                <a:lnTo>
                  <a:pt x="180082" y="17209"/>
                </a:lnTo>
                <a:lnTo>
                  <a:pt x="136990" y="37555"/>
                </a:lnTo>
                <a:lnTo>
                  <a:pt x="98385" y="64693"/>
                </a:lnTo>
                <a:lnTo>
                  <a:pt x="65049" y="97847"/>
                </a:lnTo>
                <a:lnTo>
                  <a:pt x="37761" y="136239"/>
                </a:lnTo>
                <a:lnTo>
                  <a:pt x="17303" y="179094"/>
                </a:lnTo>
                <a:lnTo>
                  <a:pt x="4455" y="225633"/>
                </a:lnTo>
                <a:lnTo>
                  <a:pt x="0" y="275082"/>
                </a:lnTo>
                <a:lnTo>
                  <a:pt x="4455" y="324528"/>
                </a:lnTo>
                <a:lnTo>
                  <a:pt x="17303" y="371067"/>
                </a:lnTo>
                <a:lnTo>
                  <a:pt x="37761" y="413921"/>
                </a:lnTo>
                <a:lnTo>
                  <a:pt x="65049" y="452313"/>
                </a:lnTo>
                <a:lnTo>
                  <a:pt x="98385" y="485468"/>
                </a:lnTo>
                <a:lnTo>
                  <a:pt x="118872" y="499870"/>
                </a:lnTo>
                <a:lnTo>
                  <a:pt x="434339" y="499870"/>
                </a:lnTo>
                <a:lnTo>
                  <a:pt x="488162" y="452313"/>
                </a:lnTo>
                <a:lnTo>
                  <a:pt x="515450" y="413921"/>
                </a:lnTo>
                <a:lnTo>
                  <a:pt x="535908" y="371067"/>
                </a:lnTo>
                <a:lnTo>
                  <a:pt x="548756" y="324528"/>
                </a:lnTo>
                <a:lnTo>
                  <a:pt x="553211" y="275082"/>
                </a:lnTo>
                <a:lnTo>
                  <a:pt x="548756" y="225633"/>
                </a:lnTo>
                <a:lnTo>
                  <a:pt x="535908" y="179094"/>
                </a:lnTo>
                <a:lnTo>
                  <a:pt x="515450" y="136239"/>
                </a:lnTo>
                <a:lnTo>
                  <a:pt x="488162" y="97847"/>
                </a:lnTo>
                <a:lnTo>
                  <a:pt x="454826" y="64693"/>
                </a:lnTo>
                <a:lnTo>
                  <a:pt x="416221" y="37555"/>
                </a:lnTo>
                <a:lnTo>
                  <a:pt x="373129" y="17209"/>
                </a:lnTo>
                <a:lnTo>
                  <a:pt x="326330" y="4431"/>
                </a:lnTo>
                <a:lnTo>
                  <a:pt x="276605" y="0"/>
                </a:lnTo>
                <a:close/>
              </a:path>
            </a:pathLst>
          </a:custGeom>
          <a:solidFill>
            <a:srgbClr val="AA454A"/>
          </a:solidFill>
          <a:ln w="9525">
            <a:noFill/>
            <a:round/>
          </a:ln>
        </p:spPr>
        <p:txBody>
          <a:bodyPr lIns="0" tIns="0" rIns="0" bIns="0"/>
          <a:lstStyle/>
          <a:p>
            <a:endParaRPr lang="zh-CN" altLang="en-US"/>
          </a:p>
        </p:txBody>
      </p:sp>
      <p:sp>
        <p:nvSpPr>
          <p:cNvPr id="16395" name="object 12"/>
          <p:cNvSpPr/>
          <p:nvPr/>
        </p:nvSpPr>
        <p:spPr bwMode="auto">
          <a:xfrm>
            <a:off x="7448550" y="379413"/>
            <a:ext cx="427038" cy="425450"/>
          </a:xfrm>
          <a:custGeom>
            <a:avLst/>
            <a:gdLst/>
            <a:ahLst/>
            <a:cxnLst>
              <a:cxn ang="0">
                <a:pos x="213360" y="0"/>
              </a:cxn>
              <a:cxn ang="0">
                <a:pos x="164432" y="5611"/>
              </a:cxn>
              <a:cxn ang="0">
                <a:pos x="119520" y="21598"/>
              </a:cxn>
              <a:cxn ang="0">
                <a:pos x="79905" y="46686"/>
              </a:cxn>
              <a:cxn ang="0">
                <a:pos x="46866" y="79603"/>
              </a:cxn>
              <a:cxn ang="0">
                <a:pos x="21682" y="119076"/>
              </a:cxn>
              <a:cxn ang="0">
                <a:pos x="5633" y="163832"/>
              </a:cxn>
              <a:cxn ang="0">
                <a:pos x="0" y="212598"/>
              </a:cxn>
              <a:cxn ang="0">
                <a:pos x="5633" y="261363"/>
              </a:cxn>
              <a:cxn ang="0">
                <a:pos x="21682" y="306119"/>
              </a:cxn>
              <a:cxn ang="0">
                <a:pos x="46866" y="345592"/>
              </a:cxn>
              <a:cxn ang="0">
                <a:pos x="79905" y="378509"/>
              </a:cxn>
              <a:cxn ang="0">
                <a:pos x="119520" y="403597"/>
              </a:cxn>
              <a:cxn ang="0">
                <a:pos x="164432" y="419584"/>
              </a:cxn>
              <a:cxn ang="0">
                <a:pos x="213360" y="425196"/>
              </a:cxn>
              <a:cxn ang="0">
                <a:pos x="262287" y="419584"/>
              </a:cxn>
              <a:cxn ang="0">
                <a:pos x="307199" y="403597"/>
              </a:cxn>
              <a:cxn ang="0">
                <a:pos x="346814" y="378509"/>
              </a:cxn>
              <a:cxn ang="0">
                <a:pos x="379853" y="345592"/>
              </a:cxn>
              <a:cxn ang="0">
                <a:pos x="405037" y="306119"/>
              </a:cxn>
              <a:cxn ang="0">
                <a:pos x="421086" y="261363"/>
              </a:cxn>
              <a:cxn ang="0">
                <a:pos x="426720" y="212598"/>
              </a:cxn>
              <a:cxn ang="0">
                <a:pos x="421086" y="163832"/>
              </a:cxn>
              <a:cxn ang="0">
                <a:pos x="405037" y="119076"/>
              </a:cxn>
              <a:cxn ang="0">
                <a:pos x="379853" y="79603"/>
              </a:cxn>
              <a:cxn ang="0">
                <a:pos x="346814" y="46686"/>
              </a:cxn>
              <a:cxn ang="0">
                <a:pos x="307199" y="21598"/>
              </a:cxn>
              <a:cxn ang="0">
                <a:pos x="262287" y="5611"/>
              </a:cxn>
              <a:cxn ang="0">
                <a:pos x="213360" y="0"/>
              </a:cxn>
            </a:cxnLst>
            <a:rect l="0" t="0" r="r" b="b"/>
            <a:pathLst>
              <a:path w="426720" h="425450">
                <a:moveTo>
                  <a:pt x="213360" y="0"/>
                </a:moveTo>
                <a:lnTo>
                  <a:pt x="164432" y="5611"/>
                </a:lnTo>
                <a:lnTo>
                  <a:pt x="119520" y="21598"/>
                </a:lnTo>
                <a:lnTo>
                  <a:pt x="79905" y="46686"/>
                </a:lnTo>
                <a:lnTo>
                  <a:pt x="46866" y="79603"/>
                </a:lnTo>
                <a:lnTo>
                  <a:pt x="21682" y="119076"/>
                </a:lnTo>
                <a:lnTo>
                  <a:pt x="5633" y="163832"/>
                </a:lnTo>
                <a:lnTo>
                  <a:pt x="0" y="212598"/>
                </a:lnTo>
                <a:lnTo>
                  <a:pt x="5633" y="261363"/>
                </a:lnTo>
                <a:lnTo>
                  <a:pt x="21682" y="306119"/>
                </a:lnTo>
                <a:lnTo>
                  <a:pt x="46866" y="345592"/>
                </a:lnTo>
                <a:lnTo>
                  <a:pt x="79905" y="378509"/>
                </a:lnTo>
                <a:lnTo>
                  <a:pt x="119520" y="403597"/>
                </a:lnTo>
                <a:lnTo>
                  <a:pt x="164432" y="419584"/>
                </a:lnTo>
                <a:lnTo>
                  <a:pt x="213360" y="425196"/>
                </a:lnTo>
                <a:lnTo>
                  <a:pt x="262287" y="419584"/>
                </a:lnTo>
                <a:lnTo>
                  <a:pt x="307199" y="403597"/>
                </a:lnTo>
                <a:lnTo>
                  <a:pt x="346814" y="378509"/>
                </a:lnTo>
                <a:lnTo>
                  <a:pt x="379853" y="345592"/>
                </a:lnTo>
                <a:lnTo>
                  <a:pt x="405037" y="306119"/>
                </a:lnTo>
                <a:lnTo>
                  <a:pt x="421086" y="261363"/>
                </a:lnTo>
                <a:lnTo>
                  <a:pt x="426720" y="212598"/>
                </a:lnTo>
                <a:lnTo>
                  <a:pt x="421086" y="163832"/>
                </a:lnTo>
                <a:lnTo>
                  <a:pt x="405037" y="119076"/>
                </a:lnTo>
                <a:lnTo>
                  <a:pt x="379853" y="79603"/>
                </a:lnTo>
                <a:lnTo>
                  <a:pt x="346814" y="46686"/>
                </a:lnTo>
                <a:lnTo>
                  <a:pt x="307199" y="21598"/>
                </a:lnTo>
                <a:lnTo>
                  <a:pt x="262287" y="5611"/>
                </a:lnTo>
                <a:lnTo>
                  <a:pt x="213360" y="0"/>
                </a:lnTo>
                <a:close/>
              </a:path>
            </a:pathLst>
          </a:custGeom>
          <a:solidFill>
            <a:srgbClr val="427441"/>
          </a:solidFill>
          <a:ln w="9525">
            <a:noFill/>
            <a:round/>
          </a:ln>
        </p:spPr>
        <p:txBody>
          <a:bodyPr lIns="0" tIns="0" rIns="0" bIns="0"/>
          <a:lstStyle/>
          <a:p>
            <a:endParaRPr lang="zh-CN" altLang="en-US"/>
          </a:p>
        </p:txBody>
      </p:sp>
      <p:sp>
        <p:nvSpPr>
          <p:cNvPr id="16396" name="object 13"/>
          <p:cNvSpPr/>
          <p:nvPr/>
        </p:nvSpPr>
        <p:spPr bwMode="auto">
          <a:xfrm>
            <a:off x="7327900" y="1127125"/>
            <a:ext cx="1320800" cy="1322388"/>
          </a:xfrm>
          <a:custGeom>
            <a:avLst/>
            <a:gdLst/>
            <a:ahLst/>
            <a:cxnLst>
              <a:cxn ang="0">
                <a:pos x="613472" y="1658"/>
              </a:cxn>
              <a:cxn ang="0">
                <a:pos x="521907" y="14593"/>
              </a:cxn>
              <a:cxn ang="0">
                <a:pos x="434818" y="39606"/>
              </a:cxn>
              <a:cxn ang="0">
                <a:pos x="353100" y="75802"/>
              </a:cxn>
              <a:cxn ang="0">
                <a:pos x="277645" y="122287"/>
              </a:cxn>
              <a:cxn ang="0">
                <a:pos x="209350" y="178167"/>
              </a:cxn>
              <a:cxn ang="0">
                <a:pos x="149108" y="242547"/>
              </a:cxn>
              <a:cxn ang="0">
                <a:pos x="97814" y="314534"/>
              </a:cxn>
              <a:cxn ang="0">
                <a:pos x="56362" y="393232"/>
              </a:cxn>
              <a:cxn ang="0">
                <a:pos x="25646" y="477747"/>
              </a:cxn>
              <a:cxn ang="0">
                <a:pos x="6560" y="567186"/>
              </a:cxn>
              <a:cxn ang="0">
                <a:pos x="0" y="660653"/>
              </a:cxn>
              <a:cxn ang="0">
                <a:pos x="6560" y="754121"/>
              </a:cxn>
              <a:cxn ang="0">
                <a:pos x="25646" y="843560"/>
              </a:cxn>
              <a:cxn ang="0">
                <a:pos x="56362" y="928075"/>
              </a:cxn>
              <a:cxn ang="0">
                <a:pos x="97814" y="1006773"/>
              </a:cxn>
              <a:cxn ang="0">
                <a:pos x="149108" y="1078760"/>
              </a:cxn>
              <a:cxn ang="0">
                <a:pos x="209350" y="1143140"/>
              </a:cxn>
              <a:cxn ang="0">
                <a:pos x="277645" y="1199020"/>
              </a:cxn>
              <a:cxn ang="0">
                <a:pos x="353100" y="1245505"/>
              </a:cxn>
              <a:cxn ang="0">
                <a:pos x="434818" y="1281701"/>
              </a:cxn>
              <a:cxn ang="0">
                <a:pos x="521907" y="1306714"/>
              </a:cxn>
              <a:cxn ang="0">
                <a:pos x="613472" y="1319649"/>
              </a:cxn>
              <a:cxn ang="0">
                <a:pos x="707835" y="1319649"/>
              </a:cxn>
              <a:cxn ang="0">
                <a:pos x="799400" y="1306714"/>
              </a:cxn>
              <a:cxn ang="0">
                <a:pos x="886489" y="1281701"/>
              </a:cxn>
              <a:cxn ang="0">
                <a:pos x="968207" y="1245505"/>
              </a:cxn>
              <a:cxn ang="0">
                <a:pos x="1043662" y="1199020"/>
              </a:cxn>
              <a:cxn ang="0">
                <a:pos x="1111957" y="1143140"/>
              </a:cxn>
              <a:cxn ang="0">
                <a:pos x="1172199" y="1078760"/>
              </a:cxn>
              <a:cxn ang="0">
                <a:pos x="1223493" y="1006773"/>
              </a:cxn>
              <a:cxn ang="0">
                <a:pos x="1264945" y="928075"/>
              </a:cxn>
              <a:cxn ang="0">
                <a:pos x="1295661" y="843560"/>
              </a:cxn>
              <a:cxn ang="0">
                <a:pos x="1314747" y="754121"/>
              </a:cxn>
              <a:cxn ang="0">
                <a:pos x="1321307" y="660653"/>
              </a:cxn>
              <a:cxn ang="0">
                <a:pos x="1314747" y="567186"/>
              </a:cxn>
              <a:cxn ang="0">
                <a:pos x="1295661" y="477747"/>
              </a:cxn>
              <a:cxn ang="0">
                <a:pos x="1264945" y="393232"/>
              </a:cxn>
              <a:cxn ang="0">
                <a:pos x="1223493" y="314534"/>
              </a:cxn>
              <a:cxn ang="0">
                <a:pos x="1172199" y="242547"/>
              </a:cxn>
              <a:cxn ang="0">
                <a:pos x="1111957" y="178167"/>
              </a:cxn>
              <a:cxn ang="0">
                <a:pos x="1043662" y="122287"/>
              </a:cxn>
              <a:cxn ang="0">
                <a:pos x="968207" y="75802"/>
              </a:cxn>
              <a:cxn ang="0">
                <a:pos x="886489" y="39606"/>
              </a:cxn>
              <a:cxn ang="0">
                <a:pos x="799400" y="14593"/>
              </a:cxn>
              <a:cxn ang="0">
                <a:pos x="707835" y="1658"/>
              </a:cxn>
            </a:cxnLst>
            <a:rect l="0" t="0" r="r" b="b"/>
            <a:pathLst>
              <a:path w="1321434" h="1321435">
                <a:moveTo>
                  <a:pt x="660653" y="0"/>
                </a:moveTo>
                <a:lnTo>
                  <a:pt x="613472" y="1658"/>
                </a:lnTo>
                <a:lnTo>
                  <a:pt x="567186" y="6560"/>
                </a:lnTo>
                <a:lnTo>
                  <a:pt x="521907" y="14593"/>
                </a:lnTo>
                <a:lnTo>
                  <a:pt x="477747" y="25646"/>
                </a:lnTo>
                <a:lnTo>
                  <a:pt x="434818" y="39606"/>
                </a:lnTo>
                <a:lnTo>
                  <a:pt x="393232" y="56362"/>
                </a:lnTo>
                <a:lnTo>
                  <a:pt x="353100" y="75802"/>
                </a:lnTo>
                <a:lnTo>
                  <a:pt x="314534" y="97814"/>
                </a:lnTo>
                <a:lnTo>
                  <a:pt x="277645" y="122287"/>
                </a:lnTo>
                <a:lnTo>
                  <a:pt x="242547" y="149108"/>
                </a:lnTo>
                <a:lnTo>
                  <a:pt x="209350" y="178167"/>
                </a:lnTo>
                <a:lnTo>
                  <a:pt x="178167" y="209350"/>
                </a:lnTo>
                <a:lnTo>
                  <a:pt x="149108" y="242547"/>
                </a:lnTo>
                <a:lnTo>
                  <a:pt x="122287" y="277645"/>
                </a:lnTo>
                <a:lnTo>
                  <a:pt x="97814" y="314534"/>
                </a:lnTo>
                <a:lnTo>
                  <a:pt x="75802" y="353100"/>
                </a:lnTo>
                <a:lnTo>
                  <a:pt x="56362" y="393232"/>
                </a:lnTo>
                <a:lnTo>
                  <a:pt x="39606" y="434818"/>
                </a:lnTo>
                <a:lnTo>
                  <a:pt x="25646" y="477747"/>
                </a:lnTo>
                <a:lnTo>
                  <a:pt x="14593" y="521907"/>
                </a:lnTo>
                <a:lnTo>
                  <a:pt x="6560" y="567186"/>
                </a:lnTo>
                <a:lnTo>
                  <a:pt x="1658" y="613472"/>
                </a:lnTo>
                <a:lnTo>
                  <a:pt x="0" y="660653"/>
                </a:lnTo>
                <a:lnTo>
                  <a:pt x="1658" y="707835"/>
                </a:lnTo>
                <a:lnTo>
                  <a:pt x="6560" y="754121"/>
                </a:lnTo>
                <a:lnTo>
                  <a:pt x="14593" y="799400"/>
                </a:lnTo>
                <a:lnTo>
                  <a:pt x="25646" y="843560"/>
                </a:lnTo>
                <a:lnTo>
                  <a:pt x="39606" y="886489"/>
                </a:lnTo>
                <a:lnTo>
                  <a:pt x="56362" y="928075"/>
                </a:lnTo>
                <a:lnTo>
                  <a:pt x="75802" y="968207"/>
                </a:lnTo>
                <a:lnTo>
                  <a:pt x="97814" y="1006773"/>
                </a:lnTo>
                <a:lnTo>
                  <a:pt x="122287" y="1043662"/>
                </a:lnTo>
                <a:lnTo>
                  <a:pt x="149108" y="1078760"/>
                </a:lnTo>
                <a:lnTo>
                  <a:pt x="178167" y="1111957"/>
                </a:lnTo>
                <a:lnTo>
                  <a:pt x="209350" y="1143140"/>
                </a:lnTo>
                <a:lnTo>
                  <a:pt x="242547" y="1172199"/>
                </a:lnTo>
                <a:lnTo>
                  <a:pt x="277645" y="1199020"/>
                </a:lnTo>
                <a:lnTo>
                  <a:pt x="314534" y="1223493"/>
                </a:lnTo>
                <a:lnTo>
                  <a:pt x="353100" y="1245505"/>
                </a:lnTo>
                <a:lnTo>
                  <a:pt x="393232" y="1264945"/>
                </a:lnTo>
                <a:lnTo>
                  <a:pt x="434818" y="1281701"/>
                </a:lnTo>
                <a:lnTo>
                  <a:pt x="477747" y="1295661"/>
                </a:lnTo>
                <a:lnTo>
                  <a:pt x="521907" y="1306714"/>
                </a:lnTo>
                <a:lnTo>
                  <a:pt x="567186" y="1314747"/>
                </a:lnTo>
                <a:lnTo>
                  <a:pt x="613472" y="1319649"/>
                </a:lnTo>
                <a:lnTo>
                  <a:pt x="660653" y="1321307"/>
                </a:lnTo>
                <a:lnTo>
                  <a:pt x="707835" y="1319649"/>
                </a:lnTo>
                <a:lnTo>
                  <a:pt x="754121" y="1314747"/>
                </a:lnTo>
                <a:lnTo>
                  <a:pt x="799400" y="1306714"/>
                </a:lnTo>
                <a:lnTo>
                  <a:pt x="843560" y="1295661"/>
                </a:lnTo>
                <a:lnTo>
                  <a:pt x="886489" y="1281701"/>
                </a:lnTo>
                <a:lnTo>
                  <a:pt x="928075" y="1264945"/>
                </a:lnTo>
                <a:lnTo>
                  <a:pt x="968207" y="1245505"/>
                </a:lnTo>
                <a:lnTo>
                  <a:pt x="1006773" y="1223493"/>
                </a:lnTo>
                <a:lnTo>
                  <a:pt x="1043662" y="1199020"/>
                </a:lnTo>
                <a:lnTo>
                  <a:pt x="1078760" y="1172199"/>
                </a:lnTo>
                <a:lnTo>
                  <a:pt x="1111957" y="1143140"/>
                </a:lnTo>
                <a:lnTo>
                  <a:pt x="1143140" y="1111957"/>
                </a:lnTo>
                <a:lnTo>
                  <a:pt x="1172199" y="1078760"/>
                </a:lnTo>
                <a:lnTo>
                  <a:pt x="1199020" y="1043662"/>
                </a:lnTo>
                <a:lnTo>
                  <a:pt x="1223493" y="1006773"/>
                </a:lnTo>
                <a:lnTo>
                  <a:pt x="1245505" y="968207"/>
                </a:lnTo>
                <a:lnTo>
                  <a:pt x="1264945" y="928075"/>
                </a:lnTo>
                <a:lnTo>
                  <a:pt x="1281701" y="886489"/>
                </a:lnTo>
                <a:lnTo>
                  <a:pt x="1295661" y="843560"/>
                </a:lnTo>
                <a:lnTo>
                  <a:pt x="1306714" y="799400"/>
                </a:lnTo>
                <a:lnTo>
                  <a:pt x="1314747" y="754121"/>
                </a:lnTo>
                <a:lnTo>
                  <a:pt x="1319649" y="707835"/>
                </a:lnTo>
                <a:lnTo>
                  <a:pt x="1321307" y="660653"/>
                </a:lnTo>
                <a:lnTo>
                  <a:pt x="1319649" y="613472"/>
                </a:lnTo>
                <a:lnTo>
                  <a:pt x="1314747" y="567186"/>
                </a:lnTo>
                <a:lnTo>
                  <a:pt x="1306714" y="521907"/>
                </a:lnTo>
                <a:lnTo>
                  <a:pt x="1295661" y="477747"/>
                </a:lnTo>
                <a:lnTo>
                  <a:pt x="1281701" y="434818"/>
                </a:lnTo>
                <a:lnTo>
                  <a:pt x="1264945" y="393232"/>
                </a:lnTo>
                <a:lnTo>
                  <a:pt x="1245505" y="353100"/>
                </a:lnTo>
                <a:lnTo>
                  <a:pt x="1223493" y="314534"/>
                </a:lnTo>
                <a:lnTo>
                  <a:pt x="1199020" y="277645"/>
                </a:lnTo>
                <a:lnTo>
                  <a:pt x="1172199" y="242547"/>
                </a:lnTo>
                <a:lnTo>
                  <a:pt x="1143140" y="209350"/>
                </a:lnTo>
                <a:lnTo>
                  <a:pt x="1111957" y="178167"/>
                </a:lnTo>
                <a:lnTo>
                  <a:pt x="1078760" y="149108"/>
                </a:lnTo>
                <a:lnTo>
                  <a:pt x="1043662" y="122287"/>
                </a:lnTo>
                <a:lnTo>
                  <a:pt x="1006773" y="97814"/>
                </a:lnTo>
                <a:lnTo>
                  <a:pt x="968207" y="75802"/>
                </a:lnTo>
                <a:lnTo>
                  <a:pt x="928075" y="56362"/>
                </a:lnTo>
                <a:lnTo>
                  <a:pt x="886489" y="39606"/>
                </a:lnTo>
                <a:lnTo>
                  <a:pt x="843560" y="25646"/>
                </a:lnTo>
                <a:lnTo>
                  <a:pt x="799400" y="14593"/>
                </a:lnTo>
                <a:lnTo>
                  <a:pt x="754121" y="6560"/>
                </a:lnTo>
                <a:lnTo>
                  <a:pt x="707835" y="1658"/>
                </a:lnTo>
                <a:lnTo>
                  <a:pt x="660653" y="0"/>
                </a:lnTo>
                <a:close/>
              </a:path>
            </a:pathLst>
          </a:custGeom>
          <a:solidFill>
            <a:srgbClr val="AA454A"/>
          </a:solidFill>
          <a:ln w="9525">
            <a:noFill/>
            <a:round/>
          </a:ln>
        </p:spPr>
        <p:txBody>
          <a:bodyPr lIns="0" tIns="0" rIns="0" bIns="0"/>
          <a:lstStyle/>
          <a:p>
            <a:endParaRPr lang="zh-CN" altLang="en-US"/>
          </a:p>
        </p:txBody>
      </p:sp>
      <p:sp>
        <p:nvSpPr>
          <p:cNvPr id="16397" name="object 14"/>
          <p:cNvSpPr/>
          <p:nvPr/>
        </p:nvSpPr>
        <p:spPr bwMode="auto">
          <a:xfrm>
            <a:off x="7516813" y="2214563"/>
            <a:ext cx="471487" cy="469900"/>
          </a:xfrm>
          <a:custGeom>
            <a:avLst/>
            <a:gdLst/>
            <a:ahLst/>
            <a:cxnLst>
              <a:cxn ang="0">
                <a:pos x="236220" y="0"/>
              </a:cxn>
              <a:cxn ang="0">
                <a:pos x="188622" y="4766"/>
              </a:cxn>
              <a:cxn ang="0">
                <a:pos x="144285" y="18436"/>
              </a:cxn>
              <a:cxn ang="0">
                <a:pos x="104161" y="40069"/>
              </a:cxn>
              <a:cxn ang="0">
                <a:pos x="69199" y="68722"/>
              </a:cxn>
              <a:cxn ang="0">
                <a:pos x="40351" y="103454"/>
              </a:cxn>
              <a:cxn ang="0">
                <a:pos x="18567" y="143321"/>
              </a:cxn>
              <a:cxn ang="0">
                <a:pos x="4800" y="187382"/>
              </a:cxn>
              <a:cxn ang="0">
                <a:pos x="0" y="234695"/>
              </a:cxn>
              <a:cxn ang="0">
                <a:pos x="4800" y="282009"/>
              </a:cxn>
              <a:cxn ang="0">
                <a:pos x="18567" y="326070"/>
              </a:cxn>
              <a:cxn ang="0">
                <a:pos x="40351" y="365937"/>
              </a:cxn>
              <a:cxn ang="0">
                <a:pos x="69199" y="400669"/>
              </a:cxn>
              <a:cxn ang="0">
                <a:pos x="104161" y="429322"/>
              </a:cxn>
              <a:cxn ang="0">
                <a:pos x="144285" y="450955"/>
              </a:cxn>
              <a:cxn ang="0">
                <a:pos x="188622" y="464625"/>
              </a:cxn>
              <a:cxn ang="0">
                <a:pos x="236220" y="469391"/>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5"/>
              </a:cxn>
              <a:cxn ang="0">
                <a:pos x="467639" y="187382"/>
              </a:cxn>
              <a:cxn ang="0">
                <a:pos x="453872" y="143321"/>
              </a:cxn>
              <a:cxn ang="0">
                <a:pos x="432088" y="103454"/>
              </a:cxn>
              <a:cxn ang="0">
                <a:pos x="403240" y="68722"/>
              </a:cxn>
              <a:cxn ang="0">
                <a:pos x="368278" y="40069"/>
              </a:cxn>
              <a:cxn ang="0">
                <a:pos x="328154" y="18436"/>
              </a:cxn>
              <a:cxn ang="0">
                <a:pos x="283817" y="4766"/>
              </a:cxn>
              <a:cxn ang="0">
                <a:pos x="236220" y="0"/>
              </a:cxn>
            </a:cxnLst>
            <a:rect l="0" t="0" r="r" b="b"/>
            <a:pathLst>
              <a:path w="472440" h="469900">
                <a:moveTo>
                  <a:pt x="236220" y="0"/>
                </a:moveTo>
                <a:lnTo>
                  <a:pt x="188622" y="4766"/>
                </a:lnTo>
                <a:lnTo>
                  <a:pt x="144285" y="18436"/>
                </a:lnTo>
                <a:lnTo>
                  <a:pt x="104161" y="40069"/>
                </a:lnTo>
                <a:lnTo>
                  <a:pt x="69199" y="68722"/>
                </a:lnTo>
                <a:lnTo>
                  <a:pt x="40351" y="103454"/>
                </a:lnTo>
                <a:lnTo>
                  <a:pt x="18567" y="143321"/>
                </a:lnTo>
                <a:lnTo>
                  <a:pt x="4800" y="187382"/>
                </a:lnTo>
                <a:lnTo>
                  <a:pt x="0" y="234695"/>
                </a:lnTo>
                <a:lnTo>
                  <a:pt x="4800" y="282009"/>
                </a:lnTo>
                <a:lnTo>
                  <a:pt x="18567" y="326070"/>
                </a:lnTo>
                <a:lnTo>
                  <a:pt x="40351" y="365937"/>
                </a:lnTo>
                <a:lnTo>
                  <a:pt x="69199" y="400669"/>
                </a:lnTo>
                <a:lnTo>
                  <a:pt x="104161" y="429322"/>
                </a:lnTo>
                <a:lnTo>
                  <a:pt x="144285" y="450955"/>
                </a:lnTo>
                <a:lnTo>
                  <a:pt x="188622" y="464625"/>
                </a:lnTo>
                <a:lnTo>
                  <a:pt x="236220" y="469391"/>
                </a:lnTo>
                <a:lnTo>
                  <a:pt x="283817" y="464625"/>
                </a:lnTo>
                <a:lnTo>
                  <a:pt x="328154" y="450955"/>
                </a:lnTo>
                <a:lnTo>
                  <a:pt x="368278" y="429322"/>
                </a:lnTo>
                <a:lnTo>
                  <a:pt x="403240" y="400669"/>
                </a:lnTo>
                <a:lnTo>
                  <a:pt x="432088" y="365937"/>
                </a:lnTo>
                <a:lnTo>
                  <a:pt x="453872" y="326070"/>
                </a:lnTo>
                <a:lnTo>
                  <a:pt x="467639" y="282009"/>
                </a:lnTo>
                <a:lnTo>
                  <a:pt x="472439" y="234695"/>
                </a:lnTo>
                <a:lnTo>
                  <a:pt x="467639" y="187382"/>
                </a:lnTo>
                <a:lnTo>
                  <a:pt x="453872" y="143321"/>
                </a:lnTo>
                <a:lnTo>
                  <a:pt x="432088" y="103454"/>
                </a:lnTo>
                <a:lnTo>
                  <a:pt x="403240" y="68722"/>
                </a:lnTo>
                <a:lnTo>
                  <a:pt x="368278" y="40069"/>
                </a:lnTo>
                <a:lnTo>
                  <a:pt x="328154" y="18436"/>
                </a:lnTo>
                <a:lnTo>
                  <a:pt x="283817" y="4766"/>
                </a:lnTo>
                <a:lnTo>
                  <a:pt x="236220" y="0"/>
                </a:lnTo>
                <a:close/>
              </a:path>
            </a:pathLst>
          </a:custGeom>
          <a:solidFill>
            <a:srgbClr val="427441"/>
          </a:solidFill>
          <a:ln w="9525">
            <a:noFill/>
            <a:round/>
          </a:ln>
        </p:spPr>
        <p:txBody>
          <a:bodyPr lIns="0" tIns="0" rIns="0" bIns="0"/>
          <a:lstStyle/>
          <a:p>
            <a:endParaRPr lang="zh-CN" altLang="en-US"/>
          </a:p>
        </p:txBody>
      </p:sp>
      <p:sp>
        <p:nvSpPr>
          <p:cNvPr id="16398" name="object 15"/>
          <p:cNvSpPr>
            <a:spLocks noChangeArrowheads="1"/>
          </p:cNvSpPr>
          <p:nvPr/>
        </p:nvSpPr>
        <p:spPr bwMode="auto">
          <a:xfrm>
            <a:off x="7680325" y="1719263"/>
            <a:ext cx="3041650" cy="2971800"/>
          </a:xfrm>
          <a:prstGeom prst="rect">
            <a:avLst/>
          </a:prstGeom>
          <a:blipFill dpi="0" rotWithShape="1">
            <a:blip r:embed="rId2"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16399" name="object 16"/>
          <p:cNvSpPr/>
          <p:nvPr/>
        </p:nvSpPr>
        <p:spPr bwMode="auto">
          <a:xfrm>
            <a:off x="7159625" y="658813"/>
            <a:ext cx="715963" cy="714375"/>
          </a:xfrm>
          <a:custGeom>
            <a:avLst/>
            <a:gdLst/>
            <a:ahLst/>
            <a:cxnLst>
              <a:cxn ang="0">
                <a:pos x="358140" y="0"/>
              </a:cxn>
              <a:cxn ang="0">
                <a:pos x="309554" y="3262"/>
              </a:cxn>
              <a:cxn ang="0">
                <a:pos x="262951" y="12767"/>
              </a:cxn>
              <a:cxn ang="0">
                <a:pos x="218759" y="28086"/>
              </a:cxn>
              <a:cxn ang="0">
                <a:pos x="177404" y="48796"/>
              </a:cxn>
              <a:cxn ang="0">
                <a:pos x="139315" y="74469"/>
              </a:cxn>
              <a:cxn ang="0">
                <a:pos x="104917" y="104679"/>
              </a:cxn>
              <a:cxn ang="0">
                <a:pos x="74640" y="139001"/>
              </a:cxn>
              <a:cxn ang="0">
                <a:pos x="48909" y="177009"/>
              </a:cxn>
              <a:cxn ang="0">
                <a:pos x="28152" y="218277"/>
              </a:cxn>
              <a:cxn ang="0">
                <a:pos x="12797" y="262378"/>
              </a:cxn>
              <a:cxn ang="0">
                <a:pos x="3270" y="308887"/>
              </a:cxn>
              <a:cxn ang="0">
                <a:pos x="0" y="357378"/>
              </a:cxn>
              <a:cxn ang="0">
                <a:pos x="3270" y="405868"/>
              </a:cxn>
              <a:cxn ang="0">
                <a:pos x="12797" y="452377"/>
              </a:cxn>
              <a:cxn ang="0">
                <a:pos x="28152" y="496478"/>
              </a:cxn>
              <a:cxn ang="0">
                <a:pos x="48909" y="537746"/>
              </a:cxn>
              <a:cxn ang="0">
                <a:pos x="74640" y="575754"/>
              </a:cxn>
              <a:cxn ang="0">
                <a:pos x="104917" y="610076"/>
              </a:cxn>
              <a:cxn ang="0">
                <a:pos x="139315" y="640286"/>
              </a:cxn>
              <a:cxn ang="0">
                <a:pos x="177404" y="665959"/>
              </a:cxn>
              <a:cxn ang="0">
                <a:pos x="218759" y="686669"/>
              </a:cxn>
              <a:cxn ang="0">
                <a:pos x="262951" y="701988"/>
              </a:cxn>
              <a:cxn ang="0">
                <a:pos x="309554" y="711493"/>
              </a:cxn>
              <a:cxn ang="0">
                <a:pos x="358140" y="714756"/>
              </a:cxn>
              <a:cxn ang="0">
                <a:pos x="406725" y="711493"/>
              </a:cxn>
              <a:cxn ang="0">
                <a:pos x="453328" y="701988"/>
              </a:cxn>
              <a:cxn ang="0">
                <a:pos x="497520" y="686669"/>
              </a:cxn>
              <a:cxn ang="0">
                <a:pos x="538875" y="665959"/>
              </a:cxn>
              <a:cxn ang="0">
                <a:pos x="576964" y="640286"/>
              </a:cxn>
              <a:cxn ang="0">
                <a:pos x="611362" y="610076"/>
              </a:cxn>
              <a:cxn ang="0">
                <a:pos x="641639" y="575754"/>
              </a:cxn>
              <a:cxn ang="0">
                <a:pos x="667370" y="537746"/>
              </a:cxn>
              <a:cxn ang="0">
                <a:pos x="688127" y="496478"/>
              </a:cxn>
              <a:cxn ang="0">
                <a:pos x="703482" y="452377"/>
              </a:cxn>
              <a:cxn ang="0">
                <a:pos x="713009" y="405868"/>
              </a:cxn>
              <a:cxn ang="0">
                <a:pos x="716279" y="357378"/>
              </a:cxn>
              <a:cxn ang="0">
                <a:pos x="713009" y="308887"/>
              </a:cxn>
              <a:cxn ang="0">
                <a:pos x="703482" y="262378"/>
              </a:cxn>
              <a:cxn ang="0">
                <a:pos x="688127" y="218277"/>
              </a:cxn>
              <a:cxn ang="0">
                <a:pos x="667370" y="177009"/>
              </a:cxn>
              <a:cxn ang="0">
                <a:pos x="641639" y="139001"/>
              </a:cxn>
              <a:cxn ang="0">
                <a:pos x="611362" y="104679"/>
              </a:cxn>
              <a:cxn ang="0">
                <a:pos x="576964" y="74469"/>
              </a:cxn>
              <a:cxn ang="0">
                <a:pos x="538875" y="48796"/>
              </a:cxn>
              <a:cxn ang="0">
                <a:pos x="497520" y="28086"/>
              </a:cxn>
              <a:cxn ang="0">
                <a:pos x="453328" y="12767"/>
              </a:cxn>
              <a:cxn ang="0">
                <a:pos x="406725" y="3262"/>
              </a:cxn>
              <a:cxn ang="0">
                <a:pos x="358140" y="0"/>
              </a:cxn>
            </a:cxnLst>
            <a:rect l="0" t="0" r="r" b="b"/>
            <a:pathLst>
              <a:path w="716279" h="715010">
                <a:moveTo>
                  <a:pt x="358140" y="0"/>
                </a:moveTo>
                <a:lnTo>
                  <a:pt x="309554" y="3262"/>
                </a:lnTo>
                <a:lnTo>
                  <a:pt x="262951" y="12767"/>
                </a:lnTo>
                <a:lnTo>
                  <a:pt x="218759" y="28086"/>
                </a:lnTo>
                <a:lnTo>
                  <a:pt x="177404" y="48796"/>
                </a:lnTo>
                <a:lnTo>
                  <a:pt x="139315" y="74469"/>
                </a:lnTo>
                <a:lnTo>
                  <a:pt x="104917" y="104679"/>
                </a:lnTo>
                <a:lnTo>
                  <a:pt x="74640" y="139001"/>
                </a:lnTo>
                <a:lnTo>
                  <a:pt x="48909" y="177009"/>
                </a:lnTo>
                <a:lnTo>
                  <a:pt x="28152" y="218277"/>
                </a:lnTo>
                <a:lnTo>
                  <a:pt x="12797" y="262378"/>
                </a:lnTo>
                <a:lnTo>
                  <a:pt x="3270" y="308887"/>
                </a:lnTo>
                <a:lnTo>
                  <a:pt x="0" y="357378"/>
                </a:lnTo>
                <a:lnTo>
                  <a:pt x="3270" y="405868"/>
                </a:lnTo>
                <a:lnTo>
                  <a:pt x="12797" y="452377"/>
                </a:lnTo>
                <a:lnTo>
                  <a:pt x="28152" y="496478"/>
                </a:lnTo>
                <a:lnTo>
                  <a:pt x="48909" y="537746"/>
                </a:lnTo>
                <a:lnTo>
                  <a:pt x="74640" y="575754"/>
                </a:lnTo>
                <a:lnTo>
                  <a:pt x="104917" y="610076"/>
                </a:lnTo>
                <a:lnTo>
                  <a:pt x="139315" y="640286"/>
                </a:lnTo>
                <a:lnTo>
                  <a:pt x="177404" y="665959"/>
                </a:lnTo>
                <a:lnTo>
                  <a:pt x="218759" y="686669"/>
                </a:lnTo>
                <a:lnTo>
                  <a:pt x="262951" y="701988"/>
                </a:lnTo>
                <a:lnTo>
                  <a:pt x="309554" y="711493"/>
                </a:lnTo>
                <a:lnTo>
                  <a:pt x="358140" y="714756"/>
                </a:lnTo>
                <a:lnTo>
                  <a:pt x="406725" y="711493"/>
                </a:lnTo>
                <a:lnTo>
                  <a:pt x="453328" y="701988"/>
                </a:lnTo>
                <a:lnTo>
                  <a:pt x="497520" y="686669"/>
                </a:lnTo>
                <a:lnTo>
                  <a:pt x="538875" y="665959"/>
                </a:lnTo>
                <a:lnTo>
                  <a:pt x="576964" y="640286"/>
                </a:lnTo>
                <a:lnTo>
                  <a:pt x="611362" y="610076"/>
                </a:lnTo>
                <a:lnTo>
                  <a:pt x="641639" y="575754"/>
                </a:lnTo>
                <a:lnTo>
                  <a:pt x="667370" y="537746"/>
                </a:lnTo>
                <a:lnTo>
                  <a:pt x="688127" y="496478"/>
                </a:lnTo>
                <a:lnTo>
                  <a:pt x="703482" y="452377"/>
                </a:lnTo>
                <a:lnTo>
                  <a:pt x="713009" y="405868"/>
                </a:lnTo>
                <a:lnTo>
                  <a:pt x="716279" y="357378"/>
                </a:lnTo>
                <a:lnTo>
                  <a:pt x="713009" y="308887"/>
                </a:lnTo>
                <a:lnTo>
                  <a:pt x="703482" y="262378"/>
                </a:lnTo>
                <a:lnTo>
                  <a:pt x="688127" y="218277"/>
                </a:lnTo>
                <a:lnTo>
                  <a:pt x="667370" y="177009"/>
                </a:lnTo>
                <a:lnTo>
                  <a:pt x="641639" y="139001"/>
                </a:lnTo>
                <a:lnTo>
                  <a:pt x="611362" y="104679"/>
                </a:lnTo>
                <a:lnTo>
                  <a:pt x="576964" y="74469"/>
                </a:lnTo>
                <a:lnTo>
                  <a:pt x="538875" y="48796"/>
                </a:lnTo>
                <a:lnTo>
                  <a:pt x="497520" y="28086"/>
                </a:lnTo>
                <a:lnTo>
                  <a:pt x="453328" y="12767"/>
                </a:lnTo>
                <a:lnTo>
                  <a:pt x="406725" y="3262"/>
                </a:lnTo>
                <a:lnTo>
                  <a:pt x="358140" y="0"/>
                </a:lnTo>
                <a:close/>
              </a:path>
            </a:pathLst>
          </a:custGeom>
          <a:solidFill>
            <a:srgbClr val="E6AE00"/>
          </a:solidFill>
          <a:ln w="9525">
            <a:noFill/>
            <a:round/>
          </a:ln>
        </p:spPr>
        <p:txBody>
          <a:bodyPr lIns="0" tIns="0" rIns="0" bIns="0"/>
          <a:lstStyle/>
          <a:p>
            <a:endParaRPr lang="zh-CN" altLang="en-US"/>
          </a:p>
        </p:txBody>
      </p:sp>
      <p:sp>
        <p:nvSpPr>
          <p:cNvPr id="16400" name="object 17"/>
          <p:cNvSpPr/>
          <p:nvPr/>
        </p:nvSpPr>
        <p:spPr bwMode="auto">
          <a:xfrm>
            <a:off x="7934325" y="0"/>
            <a:ext cx="887413" cy="461963"/>
          </a:xfrm>
          <a:custGeom>
            <a:avLst/>
            <a:gdLst/>
            <a:ahLst/>
            <a:cxnLst>
              <a:cxn ang="0">
                <a:pos x="882036" y="0"/>
              </a:cxn>
              <a:cxn ang="0">
                <a:pos x="4931" y="0"/>
              </a:cxn>
              <a:cxn ang="0">
                <a:pos x="2601" y="13052"/>
              </a:cxn>
              <a:cxn ang="0">
                <a:pos x="0" y="57150"/>
              </a:cxn>
              <a:cxn ang="0">
                <a:pos x="2601" y="101247"/>
              </a:cxn>
              <a:cxn ang="0">
                <a:pos x="10226" y="143966"/>
              </a:cxn>
              <a:cxn ang="0">
                <a:pos x="22603" y="185062"/>
              </a:cxn>
              <a:cxn ang="0">
                <a:pos x="39464" y="224286"/>
              </a:cxn>
              <a:cxn ang="0">
                <a:pos x="60536" y="261394"/>
              </a:cxn>
              <a:cxn ang="0">
                <a:pos x="85551" y="296137"/>
              </a:cxn>
              <a:cxn ang="0">
                <a:pos x="114237" y="328270"/>
              </a:cxn>
              <a:cxn ang="0">
                <a:pos x="146325" y="357546"/>
              </a:cxn>
              <a:cxn ang="0">
                <a:pos x="181544" y="383718"/>
              </a:cxn>
              <a:cxn ang="0">
                <a:pos x="219625" y="406541"/>
              </a:cxn>
              <a:cxn ang="0">
                <a:pos x="260296" y="425766"/>
              </a:cxn>
              <a:cxn ang="0">
                <a:pos x="303288" y="441149"/>
              </a:cxn>
              <a:cxn ang="0">
                <a:pos x="348330" y="452441"/>
              </a:cxn>
              <a:cxn ang="0">
                <a:pos x="395152" y="459398"/>
              </a:cxn>
              <a:cxn ang="0">
                <a:pos x="443483" y="461772"/>
              </a:cxn>
              <a:cxn ang="0">
                <a:pos x="491815" y="459398"/>
              </a:cxn>
              <a:cxn ang="0">
                <a:pos x="538637" y="452441"/>
              </a:cxn>
              <a:cxn ang="0">
                <a:pos x="583679" y="441149"/>
              </a:cxn>
              <a:cxn ang="0">
                <a:pos x="626671" y="425766"/>
              </a:cxn>
              <a:cxn ang="0">
                <a:pos x="667342" y="406541"/>
              </a:cxn>
              <a:cxn ang="0">
                <a:pos x="705423" y="383718"/>
              </a:cxn>
              <a:cxn ang="0">
                <a:pos x="740642" y="357546"/>
              </a:cxn>
              <a:cxn ang="0">
                <a:pos x="772730" y="328270"/>
              </a:cxn>
              <a:cxn ang="0">
                <a:pos x="801416" y="296137"/>
              </a:cxn>
              <a:cxn ang="0">
                <a:pos x="826431" y="261394"/>
              </a:cxn>
              <a:cxn ang="0">
                <a:pos x="847503" y="224286"/>
              </a:cxn>
              <a:cxn ang="0">
                <a:pos x="864364" y="185062"/>
              </a:cxn>
              <a:cxn ang="0">
                <a:pos x="876741" y="143966"/>
              </a:cxn>
              <a:cxn ang="0">
                <a:pos x="884366" y="101247"/>
              </a:cxn>
              <a:cxn ang="0">
                <a:pos x="886967" y="57150"/>
              </a:cxn>
              <a:cxn ang="0">
                <a:pos x="884366" y="13052"/>
              </a:cxn>
              <a:cxn ang="0">
                <a:pos x="882036" y="0"/>
              </a:cxn>
            </a:cxnLst>
            <a:rect l="0" t="0" r="r" b="b"/>
            <a:pathLst>
              <a:path w="887095" h="462280">
                <a:moveTo>
                  <a:pt x="882036" y="0"/>
                </a:moveTo>
                <a:lnTo>
                  <a:pt x="4931" y="0"/>
                </a:lnTo>
                <a:lnTo>
                  <a:pt x="2601" y="13052"/>
                </a:lnTo>
                <a:lnTo>
                  <a:pt x="0" y="57150"/>
                </a:lnTo>
                <a:lnTo>
                  <a:pt x="2601" y="101247"/>
                </a:lnTo>
                <a:lnTo>
                  <a:pt x="10226" y="143966"/>
                </a:lnTo>
                <a:lnTo>
                  <a:pt x="22603" y="185062"/>
                </a:lnTo>
                <a:lnTo>
                  <a:pt x="39464" y="224286"/>
                </a:lnTo>
                <a:lnTo>
                  <a:pt x="60536" y="261394"/>
                </a:lnTo>
                <a:lnTo>
                  <a:pt x="85551" y="296137"/>
                </a:lnTo>
                <a:lnTo>
                  <a:pt x="114237" y="328270"/>
                </a:lnTo>
                <a:lnTo>
                  <a:pt x="146325" y="357546"/>
                </a:lnTo>
                <a:lnTo>
                  <a:pt x="181544" y="383718"/>
                </a:lnTo>
                <a:lnTo>
                  <a:pt x="219625" y="406541"/>
                </a:lnTo>
                <a:lnTo>
                  <a:pt x="260296" y="425766"/>
                </a:lnTo>
                <a:lnTo>
                  <a:pt x="303288" y="441149"/>
                </a:lnTo>
                <a:lnTo>
                  <a:pt x="348330" y="452441"/>
                </a:lnTo>
                <a:lnTo>
                  <a:pt x="395152" y="459398"/>
                </a:lnTo>
                <a:lnTo>
                  <a:pt x="443483" y="461772"/>
                </a:lnTo>
                <a:lnTo>
                  <a:pt x="491815" y="459398"/>
                </a:lnTo>
                <a:lnTo>
                  <a:pt x="538637" y="452441"/>
                </a:lnTo>
                <a:lnTo>
                  <a:pt x="583679" y="441149"/>
                </a:lnTo>
                <a:lnTo>
                  <a:pt x="626671" y="425766"/>
                </a:lnTo>
                <a:lnTo>
                  <a:pt x="667342" y="406541"/>
                </a:lnTo>
                <a:lnTo>
                  <a:pt x="705423" y="383718"/>
                </a:lnTo>
                <a:lnTo>
                  <a:pt x="740642" y="357546"/>
                </a:lnTo>
                <a:lnTo>
                  <a:pt x="772730" y="328270"/>
                </a:lnTo>
                <a:lnTo>
                  <a:pt x="801416" y="296137"/>
                </a:lnTo>
                <a:lnTo>
                  <a:pt x="826431" y="261394"/>
                </a:lnTo>
                <a:lnTo>
                  <a:pt x="847503" y="224286"/>
                </a:lnTo>
                <a:lnTo>
                  <a:pt x="864364" y="185062"/>
                </a:lnTo>
                <a:lnTo>
                  <a:pt x="876741" y="143966"/>
                </a:lnTo>
                <a:lnTo>
                  <a:pt x="884366" y="101247"/>
                </a:lnTo>
                <a:lnTo>
                  <a:pt x="886967" y="57150"/>
                </a:lnTo>
                <a:lnTo>
                  <a:pt x="884366" y="13052"/>
                </a:lnTo>
                <a:lnTo>
                  <a:pt x="882036" y="0"/>
                </a:lnTo>
                <a:close/>
              </a:path>
            </a:pathLst>
          </a:custGeom>
          <a:solidFill>
            <a:srgbClr val="093E44"/>
          </a:solidFill>
          <a:ln w="9525">
            <a:noFill/>
            <a:round/>
          </a:ln>
        </p:spPr>
        <p:txBody>
          <a:bodyPr lIns="0" tIns="0" rIns="0" bIns="0"/>
          <a:lstStyle/>
          <a:p>
            <a:endParaRPr lang="zh-CN" altLang="en-US"/>
          </a:p>
        </p:txBody>
      </p:sp>
      <p:sp>
        <p:nvSpPr>
          <p:cNvPr id="16401" name="object 18"/>
          <p:cNvSpPr/>
          <p:nvPr/>
        </p:nvSpPr>
        <p:spPr bwMode="auto">
          <a:xfrm>
            <a:off x="7189788" y="0"/>
            <a:ext cx="327025" cy="166688"/>
          </a:xfrm>
          <a:custGeom>
            <a:avLst/>
            <a:gdLst/>
            <a:ahLst/>
            <a:cxnLst>
              <a:cxn ang="0">
                <a:pos x="325726" y="0"/>
              </a:cxn>
              <a:cxn ang="0">
                <a:pos x="409" y="0"/>
              </a:cxn>
              <a:cxn ang="0">
                <a:pos x="0" y="3048"/>
              </a:cxn>
              <a:cxn ang="0">
                <a:pos x="5826" y="46392"/>
              </a:cxn>
              <a:cxn ang="0">
                <a:pos x="22267" y="85344"/>
              </a:cxn>
              <a:cxn ang="0">
                <a:pos x="47767" y="118348"/>
              </a:cxn>
              <a:cxn ang="0">
                <a:pos x="80772" y="143848"/>
              </a:cxn>
              <a:cxn ang="0">
                <a:pos x="119723" y="160289"/>
              </a:cxn>
              <a:cxn ang="0">
                <a:pos x="163068" y="166116"/>
              </a:cxn>
              <a:cxn ang="0">
                <a:pos x="206412" y="160289"/>
              </a:cxn>
              <a:cxn ang="0">
                <a:pos x="245364" y="143848"/>
              </a:cxn>
              <a:cxn ang="0">
                <a:pos x="278368" y="118348"/>
              </a:cxn>
              <a:cxn ang="0">
                <a:pos x="303868" y="85344"/>
              </a:cxn>
              <a:cxn ang="0">
                <a:pos x="320309" y="46392"/>
              </a:cxn>
              <a:cxn ang="0">
                <a:pos x="326136" y="3048"/>
              </a:cxn>
              <a:cxn ang="0">
                <a:pos x="325726" y="0"/>
              </a:cxn>
            </a:cxnLst>
            <a:rect l="0" t="0" r="r" b="b"/>
            <a:pathLst>
              <a:path w="326390" h="166370">
                <a:moveTo>
                  <a:pt x="325726" y="0"/>
                </a:moveTo>
                <a:lnTo>
                  <a:pt x="409" y="0"/>
                </a:lnTo>
                <a:lnTo>
                  <a:pt x="0" y="3048"/>
                </a:lnTo>
                <a:lnTo>
                  <a:pt x="5826" y="46392"/>
                </a:lnTo>
                <a:lnTo>
                  <a:pt x="22267" y="85344"/>
                </a:lnTo>
                <a:lnTo>
                  <a:pt x="47767" y="118348"/>
                </a:lnTo>
                <a:lnTo>
                  <a:pt x="80772" y="143848"/>
                </a:lnTo>
                <a:lnTo>
                  <a:pt x="119723" y="160289"/>
                </a:lnTo>
                <a:lnTo>
                  <a:pt x="163068" y="166116"/>
                </a:lnTo>
                <a:lnTo>
                  <a:pt x="206412" y="160289"/>
                </a:lnTo>
                <a:lnTo>
                  <a:pt x="245364" y="143848"/>
                </a:lnTo>
                <a:lnTo>
                  <a:pt x="278368" y="118348"/>
                </a:lnTo>
                <a:lnTo>
                  <a:pt x="303868" y="85344"/>
                </a:lnTo>
                <a:lnTo>
                  <a:pt x="320309" y="46392"/>
                </a:lnTo>
                <a:lnTo>
                  <a:pt x="326136" y="3048"/>
                </a:lnTo>
                <a:lnTo>
                  <a:pt x="325726" y="0"/>
                </a:lnTo>
                <a:close/>
              </a:path>
            </a:pathLst>
          </a:custGeom>
          <a:solidFill>
            <a:srgbClr val="AA454A"/>
          </a:solidFill>
          <a:ln w="9525">
            <a:noFill/>
            <a:round/>
          </a:ln>
        </p:spPr>
        <p:txBody>
          <a:bodyPr lIns="0" tIns="0" rIns="0" bIns="0"/>
          <a:lstStyle/>
          <a:p>
            <a:endParaRPr lang="zh-CN" altLang="en-US"/>
          </a:p>
        </p:txBody>
      </p:sp>
      <p:sp>
        <p:nvSpPr>
          <p:cNvPr id="16402" name="object 20"/>
          <p:cNvSpPr>
            <a:spLocks noGrp="1"/>
          </p:cNvSpPr>
          <p:nvPr>
            <p:ph type="title"/>
          </p:nvPr>
        </p:nvSpPr>
        <p:spPr>
          <a:xfrm>
            <a:off x="-38100" y="77788"/>
            <a:ext cx="10985500" cy="553720"/>
          </a:xfrm>
        </p:spPr>
        <p:txBody>
          <a:bodyPr>
            <a:normAutofit fontScale="90000"/>
          </a:bodyPr>
          <a:lstStyle/>
          <a:p>
            <a:pPr algn="l" eaLnBrk="1" hangingPunct="1">
              <a:tabLst>
                <a:tab pos="1200150" algn="l"/>
              </a:tabLst>
            </a:pPr>
            <a:r>
              <a:rPr lang="zh-CN" altLang="en-US" sz="36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一、马克思主义的创立与发展</a:t>
            </a:r>
          </a:p>
        </p:txBody>
      </p:sp>
      <p:sp>
        <p:nvSpPr>
          <p:cNvPr id="21" name="object 21"/>
          <p:cNvSpPr txBox="1"/>
          <p:nvPr/>
        </p:nvSpPr>
        <p:spPr>
          <a:xfrm>
            <a:off x="1078230" y="2351088"/>
            <a:ext cx="6203950" cy="2411730"/>
          </a:xfrm>
          <a:prstGeom prst="rect">
            <a:avLst/>
          </a:prstGeom>
        </p:spPr>
        <p:txBody>
          <a:bodyPr lIns="0" tIns="0" rIns="0" bIns="0">
            <a:spAutoFit/>
          </a:bodyPr>
          <a:lstStyle/>
          <a:p>
            <a:pPr marL="12700" eaLnBrk="1" fontAlgn="auto" latinLnBrk="0" hangingPunct="1">
              <a:lnSpc>
                <a:spcPct val="150000"/>
              </a:lnSpc>
              <a:spcBef>
                <a:spcPts val="0"/>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（一）</a:t>
            </a:r>
            <a:r>
              <a:rPr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什么是马克思主义</a:t>
            </a:r>
            <a:endParaRPr sz="3200" b="1" dirty="0">
              <a:latin typeface="微软雅黑" panose="020B0503020204020204" pitchFamily="34" charset="-122"/>
              <a:ea typeface="微软雅黑" panose="020B0503020204020204" pitchFamily="34" charset="-122"/>
              <a:cs typeface="微软雅黑" panose="020B0503020204020204" pitchFamily="34" charset="-122"/>
            </a:endParaRPr>
          </a:p>
          <a:p>
            <a:pPr marL="12700" eaLnBrk="1" fontAlgn="auto" latinLnBrk="0" hangingPunct="1">
              <a:lnSpc>
                <a:spcPct val="150000"/>
              </a:lnSpc>
              <a:spcBef>
                <a:spcPts val="765"/>
              </a:spcBef>
              <a:spcAft>
                <a:spcPts val="0"/>
              </a:spcAft>
              <a:defRPr/>
            </a:pPr>
            <a:r>
              <a:rPr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a:t>
            </a: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马克思主义的创立</a:t>
            </a:r>
          </a:p>
          <a:p>
            <a:pPr marL="12700" eaLnBrk="1" fontAlgn="auto" latinLnBrk="0" hangingPunct="1">
              <a:lnSpc>
                <a:spcPct val="150000"/>
              </a:lnSpc>
              <a:spcBef>
                <a:spcPts val="765"/>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（三）马克思主义的发展</a:t>
            </a:r>
          </a:p>
        </p:txBody>
      </p:sp>
    </p:spTree>
  </p:cSld>
  <p:clrMapOvr>
    <a:masterClrMapping/>
  </p:clrMapOvr>
  <p:transition>
    <p:blinds/>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7" name="文本框 6"/>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5" name="矩形 4"/>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3" name="object 3"/>
          <p:cNvSpPr/>
          <p:nvPr/>
        </p:nvSpPr>
        <p:spPr bwMode="auto">
          <a:xfrm>
            <a:off x="1681480" y="925195"/>
            <a:ext cx="8830310" cy="2809240"/>
          </a:xfrm>
          <a:custGeom>
            <a:avLst/>
            <a:gdLst/>
            <a:ahLst/>
            <a:cxnLst>
              <a:cxn ang="0">
                <a:pos x="0" y="3726179"/>
              </a:cxn>
              <a:cxn ang="0">
                <a:pos x="8432292" y="3726179"/>
              </a:cxn>
              <a:cxn ang="0">
                <a:pos x="8432292" y="0"/>
              </a:cxn>
              <a:cxn ang="0">
                <a:pos x="0" y="0"/>
              </a:cxn>
              <a:cxn ang="0">
                <a:pos x="0" y="3726179"/>
              </a:cxn>
            </a:cxnLst>
            <a:rect l="0" t="0" r="r" b="b"/>
            <a:pathLst>
              <a:path w="8432800" h="3726179">
                <a:moveTo>
                  <a:pt x="0" y="3726179"/>
                </a:moveTo>
                <a:lnTo>
                  <a:pt x="8432292" y="3726179"/>
                </a:lnTo>
                <a:lnTo>
                  <a:pt x="8432292" y="0"/>
                </a:lnTo>
                <a:lnTo>
                  <a:pt x="0" y="0"/>
                </a:lnTo>
                <a:lnTo>
                  <a:pt x="0" y="3726179"/>
                </a:lnTo>
                <a:close/>
              </a:path>
            </a:pathLst>
          </a:custGeom>
          <a:noFill/>
          <a:ln w="9144">
            <a:solidFill>
              <a:srgbClr val="FF6600"/>
            </a:solidFill>
            <a:round/>
          </a:ln>
        </p:spPr>
        <p:txBody>
          <a:bodyPr lIns="0" tIns="0" rIns="0" bIns="0"/>
          <a:lstStyle/>
          <a:p>
            <a:endParaRPr lang="zh-CN" altLang="en-US"/>
          </a:p>
        </p:txBody>
      </p:sp>
      <p:sp>
        <p:nvSpPr>
          <p:cNvPr id="4" name="object 4"/>
          <p:cNvSpPr txBox="1"/>
          <p:nvPr/>
        </p:nvSpPr>
        <p:spPr>
          <a:xfrm>
            <a:off x="1957388" y="1073150"/>
            <a:ext cx="8277225" cy="2585085"/>
          </a:xfrm>
          <a:prstGeom prst="rect">
            <a:avLst/>
          </a:prstGeom>
        </p:spPr>
        <p:txBody>
          <a:bodyPr lIns="0" tIns="0" rIns="0" bIns="0">
            <a:spAutoFit/>
          </a:bodyPr>
          <a:lstStyle/>
          <a:p>
            <a:pPr lvl="0" indent="457200" rtl="0" eaLnBrk="1" latinLnBrk="0" hangingPunct="1">
              <a:lnSpc>
                <a:spcPct val="100000"/>
              </a:lnSpc>
              <a:spcBef>
                <a:spcPct val="0"/>
              </a:spcBef>
              <a:spcAft>
                <a:spcPts val="0"/>
              </a:spcAft>
            </a:pPr>
            <a:r>
              <a:rPr lang="zh-CN" altLang="en-US" sz="2800" b="1" dirty="0" smtClean="0">
                <a:solidFill>
                  <a:srgbClr val="FF0000"/>
                </a:solidFill>
                <a:latin typeface="微软雅黑" panose="020B0503020204020204" pitchFamily="34" charset="-122"/>
                <a:ea typeface="微软雅黑" panose="020B0503020204020204" pitchFamily="34" charset="-122"/>
                <a:sym typeface="+mn-ea"/>
              </a:rPr>
              <a:t>马克思主义</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是由</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马克思和恩格斯</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创立并为</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后继者</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所不断发展的科学理论体系，是关于</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自然、社会和人类思维发展</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一般规律的学说，是关于</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社会主义必然代替资本主义</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、最终实现</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共产主义</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的学说，是关于</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无产阶级解放</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全人类解放</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和</a:t>
            </a:r>
            <a:r>
              <a:rPr lang="zh-CN" altLang="en-US" sz="2800" b="1" dirty="0" smtClean="0">
                <a:solidFill>
                  <a:schemeClr val="tx1"/>
                </a:solidFill>
                <a:latin typeface="微软雅黑" panose="020B0503020204020204" pitchFamily="34" charset="-122"/>
                <a:ea typeface="微软雅黑" panose="020B0503020204020204" pitchFamily="34" charset="-122"/>
                <a:sym typeface="+mn-ea"/>
              </a:rPr>
              <a:t>每个人自由而全面发展</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的学说，是</a:t>
            </a:r>
            <a:r>
              <a:rPr lang="zh-CN" altLang="en-US" sz="2800" b="1" dirty="0" smtClean="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指引人民创造美好生活的行动指南</a:t>
            </a:r>
            <a:r>
              <a:rPr lang="zh-CN" altLang="en-US" sz="2800" dirty="0" smtClean="0">
                <a:solidFill>
                  <a:schemeClr val="tx1"/>
                </a:solidFill>
                <a:latin typeface="微软雅黑" panose="020B0503020204020204" pitchFamily="34" charset="-122"/>
                <a:ea typeface="微软雅黑" panose="020B0503020204020204" pitchFamily="34" charset="-122"/>
                <a:sym typeface="+mn-ea"/>
              </a:rPr>
              <a:t>。</a:t>
            </a:r>
          </a:p>
        </p:txBody>
      </p:sp>
      <p:pic>
        <p:nvPicPr>
          <p:cNvPr id="1026" name="Picture 2"/>
          <p:cNvPicPr>
            <a:picLocks noChangeAspect="1" noChangeArrowheads="1"/>
          </p:cNvPicPr>
          <p:nvPr/>
        </p:nvPicPr>
        <p:blipFill>
          <a:blip r:embed="rId4" cstate="print"/>
          <a:srcRect/>
          <a:stretch>
            <a:fillRect/>
          </a:stretch>
        </p:blipFill>
        <p:spPr bwMode="auto">
          <a:xfrm>
            <a:off x="383540" y="4027170"/>
            <a:ext cx="3486150" cy="2000885"/>
          </a:xfrm>
          <a:prstGeom prst="rect">
            <a:avLst/>
          </a:prstGeom>
          <a:noFill/>
          <a:ln w="9525">
            <a:noFill/>
            <a:miter lim="800000"/>
            <a:headEnd/>
            <a:tailEnd/>
          </a:ln>
        </p:spPr>
      </p:pic>
      <p:grpSp>
        <p:nvGrpSpPr>
          <p:cNvPr id="2" name="组合 1"/>
          <p:cNvGrpSpPr/>
          <p:nvPr/>
        </p:nvGrpSpPr>
        <p:grpSpPr>
          <a:xfrm>
            <a:off x="4331970" y="3813175"/>
            <a:ext cx="7227570" cy="2760980"/>
            <a:chOff x="6822" y="6005"/>
            <a:chExt cx="11382" cy="4348"/>
          </a:xfrm>
        </p:grpSpPr>
        <p:grpSp>
          <p:nvGrpSpPr>
            <p:cNvPr id="9221" name="组合 77"/>
            <p:cNvGrpSpPr/>
            <p:nvPr/>
          </p:nvGrpSpPr>
          <p:grpSpPr>
            <a:xfrm>
              <a:off x="6822" y="6005"/>
              <a:ext cx="9346" cy="4349"/>
              <a:chOff x="1476028" y="3041650"/>
              <a:chExt cx="6265863" cy="3816350"/>
            </a:xfrm>
          </p:grpSpPr>
          <p:sp>
            <p:nvSpPr>
              <p:cNvPr id="41" name="未知"/>
              <p:cNvSpPr>
                <a:spLocks noEditPoints="1"/>
              </p:cNvSpPr>
              <p:nvPr/>
            </p:nvSpPr>
            <p:spPr bwMode="auto">
              <a:xfrm>
                <a:off x="2123590" y="3330707"/>
                <a:ext cx="5618301" cy="3284729"/>
              </a:xfrm>
              <a:custGeom>
                <a:avLst/>
                <a:gdLst/>
                <a:ahLst/>
                <a:cxnLst>
                  <a:cxn ang="0">
                    <a:pos x="1092" y="50"/>
                  </a:cxn>
                  <a:cxn ang="0">
                    <a:pos x="822" y="168"/>
                  </a:cxn>
                  <a:cxn ang="0">
                    <a:pos x="594" y="300"/>
                  </a:cxn>
                  <a:cxn ang="0">
                    <a:pos x="406" y="446"/>
                  </a:cxn>
                  <a:cxn ang="0">
                    <a:pos x="254" y="604"/>
                  </a:cxn>
                  <a:cxn ang="0">
                    <a:pos x="140" y="772"/>
                  </a:cxn>
                  <a:cxn ang="0">
                    <a:pos x="60" y="944"/>
                  </a:cxn>
                  <a:cxn ang="0">
                    <a:pos x="14" y="1122"/>
                  </a:cxn>
                  <a:cxn ang="0">
                    <a:pos x="0" y="1300"/>
                  </a:cxn>
                  <a:cxn ang="0">
                    <a:pos x="18" y="1476"/>
                  </a:cxn>
                  <a:cxn ang="0">
                    <a:pos x="64" y="1650"/>
                  </a:cxn>
                  <a:cxn ang="0">
                    <a:pos x="138" y="1818"/>
                  </a:cxn>
                  <a:cxn ang="0">
                    <a:pos x="238" y="1978"/>
                  </a:cxn>
                  <a:cxn ang="0">
                    <a:pos x="364" y="2126"/>
                  </a:cxn>
                  <a:cxn ang="0">
                    <a:pos x="512" y="2262"/>
                  </a:cxn>
                  <a:cxn ang="0">
                    <a:pos x="684" y="2382"/>
                  </a:cxn>
                  <a:cxn ang="0">
                    <a:pos x="874" y="2484"/>
                  </a:cxn>
                  <a:cxn ang="0">
                    <a:pos x="1086" y="2564"/>
                  </a:cxn>
                  <a:cxn ang="0">
                    <a:pos x="1314" y="2622"/>
                  </a:cxn>
                  <a:cxn ang="0">
                    <a:pos x="1558" y="2654"/>
                  </a:cxn>
                  <a:cxn ang="0">
                    <a:pos x="1818" y="2658"/>
                  </a:cxn>
                  <a:cxn ang="0">
                    <a:pos x="2090" y="2632"/>
                  </a:cxn>
                  <a:cxn ang="0">
                    <a:pos x="2374" y="2574"/>
                  </a:cxn>
                  <a:cxn ang="0">
                    <a:pos x="2544" y="2912"/>
                  </a:cxn>
                  <a:cxn ang="0">
                    <a:pos x="1868" y="1552"/>
                  </a:cxn>
                  <a:cxn ang="0">
                    <a:pos x="1956" y="1914"/>
                  </a:cxn>
                  <a:cxn ang="0">
                    <a:pos x="1788" y="1936"/>
                  </a:cxn>
                  <a:cxn ang="0">
                    <a:pos x="1616" y="1934"/>
                  </a:cxn>
                  <a:cxn ang="0">
                    <a:pos x="1442" y="1912"/>
                  </a:cxn>
                  <a:cxn ang="0">
                    <a:pos x="1272" y="1872"/>
                  </a:cxn>
                  <a:cxn ang="0">
                    <a:pos x="1108" y="1812"/>
                  </a:cxn>
                  <a:cxn ang="0">
                    <a:pos x="952" y="1736"/>
                  </a:cxn>
                  <a:cxn ang="0">
                    <a:pos x="810" y="1646"/>
                  </a:cxn>
                  <a:cxn ang="0">
                    <a:pos x="684" y="1542"/>
                  </a:cxn>
                  <a:cxn ang="0">
                    <a:pos x="578" y="1428"/>
                  </a:cxn>
                  <a:cxn ang="0">
                    <a:pos x="494" y="1304"/>
                  </a:cxn>
                  <a:cxn ang="0">
                    <a:pos x="438" y="1170"/>
                  </a:cxn>
                  <a:cxn ang="0">
                    <a:pos x="410" y="1032"/>
                  </a:cxn>
                  <a:cxn ang="0">
                    <a:pos x="416" y="888"/>
                  </a:cxn>
                  <a:cxn ang="0">
                    <a:pos x="460" y="742"/>
                  </a:cxn>
                  <a:cxn ang="0">
                    <a:pos x="544" y="592"/>
                  </a:cxn>
                  <a:cxn ang="0">
                    <a:pos x="670" y="444"/>
                  </a:cxn>
                  <a:cxn ang="0">
                    <a:pos x="844" y="298"/>
                  </a:cxn>
                  <a:cxn ang="0">
                    <a:pos x="1070" y="154"/>
                  </a:cxn>
                  <a:cxn ang="0">
                    <a:pos x="1348" y="16"/>
                  </a:cxn>
                  <a:cxn ang="0">
                    <a:pos x="1244" y="0"/>
                  </a:cxn>
                  <a:cxn ang="0">
                    <a:pos x="2820" y="1934"/>
                  </a:cxn>
                  <a:cxn ang="0">
                    <a:pos x="2820" y="1934"/>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lnTo>
                      <a:pt x="1244" y="0"/>
                    </a:lnTo>
                    <a:lnTo>
                      <a:pt x="1244" y="0"/>
                    </a:lnTo>
                    <a:close/>
                    <a:moveTo>
                      <a:pt x="2820" y="1934"/>
                    </a:moveTo>
                    <a:lnTo>
                      <a:pt x="2820" y="1934"/>
                    </a:lnTo>
                    <a:lnTo>
                      <a:pt x="2820" y="1934"/>
                    </a:lnTo>
                    <a:close/>
                  </a:path>
                </a:pathLst>
              </a:custGeom>
              <a:gradFill rotWithShape="1">
                <a:gsLst>
                  <a:gs pos="0">
                    <a:srgbClr val="FF7C80"/>
                  </a:gs>
                  <a:gs pos="100000">
                    <a:srgbClr val="FF0000"/>
                  </a:gs>
                </a:gsLst>
                <a:lin ang="5400000" scaled="1"/>
              </a:gradFill>
              <a:ln w="9525">
                <a:noFill/>
                <a:round/>
              </a:ln>
              <a:effectLst>
                <a:outerShdw dist="206741" dir="8249373" algn="ctr" rotWithShape="0">
                  <a:srgbClr val="C1D1D3">
                    <a:alpha val="50000"/>
                  </a:srgb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9224" name="Group 6"/>
              <p:cNvGrpSpPr/>
              <p:nvPr/>
            </p:nvGrpSpPr>
            <p:grpSpPr>
              <a:xfrm>
                <a:off x="4284316" y="5273675"/>
                <a:ext cx="1512887" cy="1584325"/>
                <a:chOff x="0" y="0"/>
                <a:chExt cx="1074" cy="1188"/>
              </a:xfrm>
            </p:grpSpPr>
            <p:sp>
              <p:nvSpPr>
                <p:cNvPr id="9255" name="Oval 7"/>
                <p:cNvSpPr/>
                <p:nvPr/>
              </p:nvSpPr>
              <p:spPr>
                <a:xfrm rot="-723406">
                  <a:off x="43" y="768"/>
                  <a:ext cx="906" cy="420"/>
                </a:xfrm>
                <a:prstGeom prst="ellipse">
                  <a:avLst/>
                </a:prstGeom>
                <a:solidFill>
                  <a:srgbClr val="0F2145">
                    <a:alpha val="29803"/>
                  </a:srgbClr>
                </a:solidFill>
                <a:ln w="9525">
                  <a:noFill/>
                </a:ln>
              </p:spPr>
              <p:txBody>
                <a:bodyPr wrap="none" anchor="ctr"/>
                <a:lstStyle/>
                <a:p>
                  <a:endParaRPr lang="zh-CN" altLang="en-US" dirty="0">
                    <a:latin typeface="Arial" panose="020B0604020202020204" pitchFamily="34" charset="0"/>
                  </a:endParaRPr>
                </a:p>
              </p:txBody>
            </p:sp>
            <p:sp>
              <p:nvSpPr>
                <p:cNvPr id="9256" name="Oval 8"/>
                <p:cNvSpPr/>
                <p:nvPr/>
              </p:nvSpPr>
              <p:spPr>
                <a:xfrm>
                  <a:off x="0" y="0"/>
                  <a:ext cx="1074" cy="1075"/>
                </a:xfrm>
                <a:prstGeom prst="ellipse">
                  <a:avLst/>
                </a:prstGeom>
                <a:gradFill rotWithShape="1">
                  <a:gsLst>
                    <a:gs pos="0">
                      <a:srgbClr val="636869"/>
                    </a:gs>
                    <a:gs pos="100000">
                      <a:srgbClr val="D6E1E2"/>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57" name="Oval 9"/>
                <p:cNvSpPr/>
                <p:nvPr/>
              </p:nvSpPr>
              <p:spPr>
                <a:xfrm>
                  <a:off x="13" y="6"/>
                  <a:ext cx="1049" cy="1048"/>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58" name="Oval 10"/>
                <p:cNvSpPr/>
                <p:nvPr/>
              </p:nvSpPr>
              <p:spPr>
                <a:xfrm>
                  <a:off x="24" y="16"/>
                  <a:ext cx="998" cy="980"/>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59" name="Oval 11" descr="江"/>
                <p:cNvSpPr/>
                <p:nvPr/>
              </p:nvSpPr>
              <p:spPr>
                <a:xfrm>
                  <a:off x="38" y="24"/>
                  <a:ext cx="974" cy="1012"/>
                </a:xfrm>
                <a:prstGeom prst="ellipse">
                  <a:avLst/>
                </a:prstGeom>
                <a:blipFill rotWithShape="1">
                  <a:blip r:embed="rId5" cstate="print"/>
                  <a:stretch>
                    <a:fillRect/>
                  </a:stretch>
                </a:blipFill>
                <a:ln w="9525">
                  <a:noFill/>
                </a:ln>
              </p:spPr>
              <p:txBody>
                <a:bodyPr vert="eaVert" wrap="none" anchor="ctr"/>
                <a:lstStyle/>
                <a:p>
                  <a:endParaRPr lang="zh-CN" altLang="en-US" dirty="0">
                    <a:latin typeface="Arial" panose="020B0604020202020204" pitchFamily="34" charset="0"/>
                  </a:endParaRPr>
                </a:p>
              </p:txBody>
            </p:sp>
          </p:grpSp>
          <p:grpSp>
            <p:nvGrpSpPr>
              <p:cNvPr id="9225" name="Group 12"/>
              <p:cNvGrpSpPr/>
              <p:nvPr/>
            </p:nvGrpSpPr>
            <p:grpSpPr>
              <a:xfrm>
                <a:off x="2699991" y="5059363"/>
                <a:ext cx="1295400" cy="1346200"/>
                <a:chOff x="0" y="0"/>
                <a:chExt cx="864" cy="1008"/>
              </a:xfrm>
            </p:grpSpPr>
            <p:sp>
              <p:nvSpPr>
                <p:cNvPr id="9250" name="Oval 13"/>
                <p:cNvSpPr/>
                <p:nvPr/>
              </p:nvSpPr>
              <p:spPr>
                <a:xfrm rot="-772996">
                  <a:off x="48" y="624"/>
                  <a:ext cx="714" cy="384"/>
                </a:xfrm>
                <a:prstGeom prst="ellipse">
                  <a:avLst/>
                </a:prstGeom>
                <a:solidFill>
                  <a:srgbClr val="0F2145">
                    <a:alpha val="29803"/>
                  </a:srgbClr>
                </a:solidFill>
                <a:ln w="9525">
                  <a:noFill/>
                </a:ln>
              </p:spPr>
              <p:txBody>
                <a:bodyPr wrap="none" anchor="ctr"/>
                <a:lstStyle/>
                <a:p>
                  <a:endParaRPr lang="zh-CN" altLang="en-US" dirty="0">
                    <a:latin typeface="Arial" panose="020B0604020202020204" pitchFamily="34" charset="0"/>
                  </a:endParaRPr>
                </a:p>
              </p:txBody>
            </p:sp>
            <p:sp>
              <p:nvSpPr>
                <p:cNvPr id="9251" name="Oval 14"/>
                <p:cNvSpPr/>
                <p:nvPr/>
              </p:nvSpPr>
              <p:spPr>
                <a:xfrm>
                  <a:off x="0" y="0"/>
                  <a:ext cx="864" cy="908"/>
                </a:xfrm>
                <a:prstGeom prst="ellipse">
                  <a:avLst/>
                </a:prstGeom>
                <a:gradFill rotWithShape="1">
                  <a:gsLst>
                    <a:gs pos="0">
                      <a:srgbClr val="636869"/>
                    </a:gs>
                    <a:gs pos="100000">
                      <a:srgbClr val="D6E1E2"/>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52" name="Oval 15"/>
                <p:cNvSpPr/>
                <p:nvPr/>
              </p:nvSpPr>
              <p:spPr>
                <a:xfrm>
                  <a:off x="11" y="5"/>
                  <a:ext cx="843" cy="885"/>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53" name="Oval 16"/>
                <p:cNvSpPr/>
                <p:nvPr/>
              </p:nvSpPr>
              <p:spPr>
                <a:xfrm>
                  <a:off x="19" y="14"/>
                  <a:ext cx="802" cy="827"/>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54" name="Oval 17" descr="邓小平3"/>
                <p:cNvSpPr/>
                <p:nvPr/>
              </p:nvSpPr>
              <p:spPr>
                <a:xfrm>
                  <a:off x="30" y="47"/>
                  <a:ext cx="816" cy="827"/>
                </a:xfrm>
                <a:prstGeom prst="ellipse">
                  <a:avLst/>
                </a:prstGeom>
                <a:blipFill rotWithShape="1">
                  <a:blip r:embed="rId6" cstate="print"/>
                  <a:stretch>
                    <a:fillRect/>
                  </a:stretch>
                </a:blipFill>
                <a:ln w="9525">
                  <a:noFill/>
                </a:ln>
              </p:spPr>
              <p:txBody>
                <a:bodyPr vert="eaVert" wrap="none" anchor="ctr"/>
                <a:lstStyle/>
                <a:p>
                  <a:endParaRPr lang="zh-CN" altLang="en-US" dirty="0">
                    <a:latin typeface="Arial" panose="020B0604020202020204" pitchFamily="34" charset="0"/>
                  </a:endParaRPr>
                </a:p>
              </p:txBody>
            </p:sp>
          </p:grpSp>
          <p:grpSp>
            <p:nvGrpSpPr>
              <p:cNvPr id="9226" name="Group 18"/>
              <p:cNvGrpSpPr/>
              <p:nvPr/>
            </p:nvGrpSpPr>
            <p:grpSpPr>
              <a:xfrm>
                <a:off x="1476028" y="4338638"/>
                <a:ext cx="1206500" cy="1179512"/>
                <a:chOff x="0" y="0"/>
                <a:chExt cx="693" cy="718"/>
              </a:xfrm>
            </p:grpSpPr>
            <p:sp>
              <p:nvSpPr>
                <p:cNvPr id="9245" name="Oval 19"/>
                <p:cNvSpPr/>
                <p:nvPr/>
              </p:nvSpPr>
              <p:spPr>
                <a:xfrm>
                  <a:off x="0" y="382"/>
                  <a:ext cx="576" cy="336"/>
                </a:xfrm>
                <a:prstGeom prst="ellipse">
                  <a:avLst/>
                </a:prstGeom>
                <a:solidFill>
                  <a:srgbClr val="0F2145">
                    <a:alpha val="29803"/>
                  </a:srgbClr>
                </a:solidFill>
                <a:ln w="9525">
                  <a:noFill/>
                </a:ln>
              </p:spPr>
              <p:txBody>
                <a:bodyPr wrap="none" anchor="ctr"/>
                <a:lstStyle/>
                <a:p>
                  <a:endParaRPr lang="zh-CN" altLang="en-US" dirty="0">
                    <a:latin typeface="Arial" panose="020B0604020202020204" pitchFamily="34" charset="0"/>
                  </a:endParaRPr>
                </a:p>
              </p:txBody>
            </p:sp>
            <p:sp>
              <p:nvSpPr>
                <p:cNvPr id="9246" name="Oval 20"/>
                <p:cNvSpPr/>
                <p:nvPr/>
              </p:nvSpPr>
              <p:spPr>
                <a:xfrm>
                  <a:off x="48" y="0"/>
                  <a:ext cx="645" cy="645"/>
                </a:xfrm>
                <a:prstGeom prst="ellipse">
                  <a:avLst/>
                </a:prstGeom>
                <a:gradFill rotWithShape="1">
                  <a:gsLst>
                    <a:gs pos="0">
                      <a:srgbClr val="636869"/>
                    </a:gs>
                    <a:gs pos="100000">
                      <a:srgbClr val="D6E1E2"/>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47" name="Oval 21"/>
                <p:cNvSpPr/>
                <p:nvPr/>
              </p:nvSpPr>
              <p:spPr>
                <a:xfrm>
                  <a:off x="56" y="3"/>
                  <a:ext cx="630" cy="630"/>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48" name="Oval 22"/>
                <p:cNvSpPr/>
                <p:nvPr/>
              </p:nvSpPr>
              <p:spPr>
                <a:xfrm>
                  <a:off x="63" y="10"/>
                  <a:ext cx="599" cy="588"/>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49" name="Oval 23" descr="毛泽东"/>
                <p:cNvSpPr/>
                <p:nvPr/>
              </p:nvSpPr>
              <p:spPr>
                <a:xfrm>
                  <a:off x="77" y="16"/>
                  <a:ext cx="596" cy="596"/>
                </a:xfrm>
                <a:prstGeom prst="ellipse">
                  <a:avLst/>
                </a:prstGeom>
                <a:blipFill rotWithShape="1">
                  <a:blip r:embed="rId7" cstate="print"/>
                  <a:stretch>
                    <a:fillRect/>
                  </a:stretch>
                </a:blipFill>
                <a:ln w="9525">
                  <a:noFill/>
                </a:ln>
              </p:spPr>
              <p:txBody>
                <a:bodyPr vert="eaVert" wrap="none" anchor="ctr"/>
                <a:lstStyle/>
                <a:p>
                  <a:endParaRPr lang="zh-CN" altLang="en-US" dirty="0">
                    <a:latin typeface="Arial" panose="020B0604020202020204" pitchFamily="34" charset="0"/>
                  </a:endParaRPr>
                </a:p>
              </p:txBody>
            </p:sp>
          </p:grpSp>
          <p:grpSp>
            <p:nvGrpSpPr>
              <p:cNvPr id="9227" name="Group 24"/>
              <p:cNvGrpSpPr/>
              <p:nvPr/>
            </p:nvGrpSpPr>
            <p:grpSpPr>
              <a:xfrm>
                <a:off x="3850928" y="3041650"/>
                <a:ext cx="914400" cy="857250"/>
                <a:chOff x="0" y="0"/>
                <a:chExt cx="507" cy="480"/>
              </a:xfrm>
            </p:grpSpPr>
            <p:sp>
              <p:nvSpPr>
                <p:cNvPr id="9240" name="Oval 25"/>
                <p:cNvSpPr/>
                <p:nvPr/>
              </p:nvSpPr>
              <p:spPr>
                <a:xfrm>
                  <a:off x="0" y="336"/>
                  <a:ext cx="432" cy="144"/>
                </a:xfrm>
                <a:prstGeom prst="ellipse">
                  <a:avLst/>
                </a:prstGeom>
                <a:solidFill>
                  <a:srgbClr val="0F2145">
                    <a:alpha val="29803"/>
                  </a:srgbClr>
                </a:solidFill>
                <a:ln w="9525">
                  <a:noFill/>
                </a:ln>
              </p:spPr>
              <p:txBody>
                <a:bodyPr wrap="none" anchor="ctr"/>
                <a:lstStyle/>
                <a:p>
                  <a:endParaRPr lang="zh-CN" altLang="en-US" dirty="0">
                    <a:latin typeface="Arial" panose="020B0604020202020204" pitchFamily="34" charset="0"/>
                  </a:endParaRPr>
                </a:p>
              </p:txBody>
            </p:sp>
            <p:sp>
              <p:nvSpPr>
                <p:cNvPr id="9241" name="Oval 26"/>
                <p:cNvSpPr/>
                <p:nvPr/>
              </p:nvSpPr>
              <p:spPr>
                <a:xfrm>
                  <a:off x="77" y="0"/>
                  <a:ext cx="430" cy="430"/>
                </a:xfrm>
                <a:prstGeom prst="ellipse">
                  <a:avLst/>
                </a:prstGeom>
                <a:gradFill rotWithShape="1">
                  <a:gsLst>
                    <a:gs pos="0">
                      <a:srgbClr val="636869"/>
                    </a:gs>
                    <a:gs pos="100000">
                      <a:srgbClr val="D6E1E2"/>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42" name="Oval 27"/>
                <p:cNvSpPr/>
                <p:nvPr/>
              </p:nvSpPr>
              <p:spPr>
                <a:xfrm>
                  <a:off x="83" y="2"/>
                  <a:ext cx="419" cy="420"/>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43" name="Oval 28"/>
                <p:cNvSpPr/>
                <p:nvPr/>
              </p:nvSpPr>
              <p:spPr>
                <a:xfrm>
                  <a:off x="87" y="6"/>
                  <a:ext cx="399" cy="392"/>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44" name="Oval 29" descr="毛邓三92"/>
                <p:cNvSpPr/>
                <p:nvPr/>
              </p:nvSpPr>
              <p:spPr>
                <a:xfrm>
                  <a:off x="80" y="28"/>
                  <a:ext cx="410" cy="366"/>
                </a:xfrm>
                <a:prstGeom prst="ellipse">
                  <a:avLst/>
                </a:prstGeom>
                <a:blipFill rotWithShape="1">
                  <a:blip r:embed="rId8" cstate="print"/>
                  <a:stretch>
                    <a:fillRect/>
                  </a:stretch>
                </a:blipFill>
                <a:ln w="9525">
                  <a:noFill/>
                </a:ln>
              </p:spPr>
              <p:txBody>
                <a:bodyPr vert="eaVert" wrap="none" anchor="ctr"/>
                <a:lstStyle/>
                <a:p>
                  <a:endParaRPr lang="zh-CN" altLang="en-US" dirty="0">
                    <a:latin typeface="Arial" panose="020B0604020202020204" pitchFamily="34" charset="0"/>
                  </a:endParaRPr>
                </a:p>
              </p:txBody>
            </p:sp>
          </p:grpSp>
          <p:grpSp>
            <p:nvGrpSpPr>
              <p:cNvPr id="9228" name="Group 30"/>
              <p:cNvGrpSpPr/>
              <p:nvPr/>
            </p:nvGrpSpPr>
            <p:grpSpPr>
              <a:xfrm>
                <a:off x="6084541" y="4554538"/>
                <a:ext cx="1647825" cy="1873250"/>
                <a:chOff x="0" y="0"/>
                <a:chExt cx="1296" cy="1380"/>
              </a:xfrm>
            </p:grpSpPr>
            <p:sp>
              <p:nvSpPr>
                <p:cNvPr id="9235" name="Oval 31"/>
                <p:cNvSpPr/>
                <p:nvPr/>
              </p:nvSpPr>
              <p:spPr>
                <a:xfrm rot="-723406">
                  <a:off x="52" y="892"/>
                  <a:ext cx="1093" cy="488"/>
                </a:xfrm>
                <a:prstGeom prst="ellipse">
                  <a:avLst/>
                </a:prstGeom>
                <a:solidFill>
                  <a:srgbClr val="0F2145">
                    <a:alpha val="29803"/>
                  </a:srgbClr>
                </a:solidFill>
                <a:ln w="9525">
                  <a:noFill/>
                </a:ln>
              </p:spPr>
              <p:txBody>
                <a:bodyPr wrap="none" anchor="ctr"/>
                <a:lstStyle/>
                <a:p>
                  <a:endParaRPr lang="zh-CN" altLang="en-US" dirty="0">
                    <a:latin typeface="Arial" panose="020B0604020202020204" pitchFamily="34" charset="0"/>
                  </a:endParaRPr>
                </a:p>
              </p:txBody>
            </p:sp>
            <p:sp>
              <p:nvSpPr>
                <p:cNvPr id="9236" name="Oval 32"/>
                <p:cNvSpPr/>
                <p:nvPr/>
              </p:nvSpPr>
              <p:spPr>
                <a:xfrm>
                  <a:off x="0" y="0"/>
                  <a:ext cx="1296" cy="1249"/>
                </a:xfrm>
                <a:prstGeom prst="ellipse">
                  <a:avLst/>
                </a:prstGeom>
                <a:gradFill rotWithShape="1">
                  <a:gsLst>
                    <a:gs pos="0">
                      <a:srgbClr val="636869"/>
                    </a:gs>
                    <a:gs pos="100000">
                      <a:srgbClr val="D6E1E2"/>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37" name="Oval 33"/>
                <p:cNvSpPr/>
                <p:nvPr/>
              </p:nvSpPr>
              <p:spPr>
                <a:xfrm>
                  <a:off x="16" y="7"/>
                  <a:ext cx="1266" cy="1217"/>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38" name="Oval 34"/>
                <p:cNvSpPr/>
                <p:nvPr/>
              </p:nvSpPr>
              <p:spPr>
                <a:xfrm>
                  <a:off x="29" y="19"/>
                  <a:ext cx="1204" cy="1138"/>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39" name="Oval 35" descr="毛邓三91"/>
                <p:cNvSpPr/>
                <p:nvPr/>
              </p:nvSpPr>
              <p:spPr>
                <a:xfrm>
                  <a:off x="48" y="51"/>
                  <a:ext cx="1200" cy="1149"/>
                </a:xfrm>
                <a:prstGeom prst="ellipse">
                  <a:avLst/>
                </a:prstGeom>
                <a:blipFill rotWithShape="1">
                  <a:blip r:embed="rId9" cstate="print"/>
                  <a:stretch>
                    <a:fillRect/>
                  </a:stretch>
                </a:blipFill>
                <a:ln w="9525">
                  <a:noFill/>
                </a:ln>
              </p:spPr>
              <p:txBody>
                <a:bodyPr vert="eaVert" wrap="none" anchor="ctr"/>
                <a:lstStyle/>
                <a:p>
                  <a:endParaRPr lang="zh-CN" altLang="en-US" dirty="0">
                    <a:latin typeface="Arial" panose="020B0604020202020204" pitchFamily="34" charset="0"/>
                  </a:endParaRPr>
                </a:p>
              </p:txBody>
            </p:sp>
          </p:grpSp>
          <p:grpSp>
            <p:nvGrpSpPr>
              <p:cNvPr id="9229" name="Group 36"/>
              <p:cNvGrpSpPr/>
              <p:nvPr/>
            </p:nvGrpSpPr>
            <p:grpSpPr>
              <a:xfrm>
                <a:off x="2411066" y="3259138"/>
                <a:ext cx="1063625" cy="1108075"/>
                <a:chOff x="0" y="0"/>
                <a:chExt cx="693" cy="718"/>
              </a:xfrm>
            </p:grpSpPr>
            <p:sp>
              <p:nvSpPr>
                <p:cNvPr id="9230" name="Oval 37"/>
                <p:cNvSpPr/>
                <p:nvPr/>
              </p:nvSpPr>
              <p:spPr>
                <a:xfrm>
                  <a:off x="0" y="382"/>
                  <a:ext cx="576" cy="336"/>
                </a:xfrm>
                <a:prstGeom prst="ellipse">
                  <a:avLst/>
                </a:prstGeom>
                <a:solidFill>
                  <a:srgbClr val="0F2145">
                    <a:alpha val="29803"/>
                  </a:srgbClr>
                </a:solidFill>
                <a:ln w="9525">
                  <a:noFill/>
                </a:ln>
              </p:spPr>
              <p:txBody>
                <a:bodyPr wrap="none" anchor="ctr"/>
                <a:lstStyle/>
                <a:p>
                  <a:endParaRPr lang="zh-CN" altLang="en-US" dirty="0">
                    <a:latin typeface="Arial" panose="020B0604020202020204" pitchFamily="34" charset="0"/>
                  </a:endParaRPr>
                </a:p>
              </p:txBody>
            </p:sp>
            <p:sp>
              <p:nvSpPr>
                <p:cNvPr id="9231" name="Oval 38"/>
                <p:cNvSpPr/>
                <p:nvPr/>
              </p:nvSpPr>
              <p:spPr>
                <a:xfrm>
                  <a:off x="48" y="0"/>
                  <a:ext cx="645" cy="645"/>
                </a:xfrm>
                <a:prstGeom prst="ellipse">
                  <a:avLst/>
                </a:prstGeom>
                <a:gradFill rotWithShape="1">
                  <a:gsLst>
                    <a:gs pos="0">
                      <a:srgbClr val="636869"/>
                    </a:gs>
                    <a:gs pos="100000">
                      <a:srgbClr val="D6E1E2"/>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32" name="Oval 39"/>
                <p:cNvSpPr/>
                <p:nvPr/>
              </p:nvSpPr>
              <p:spPr>
                <a:xfrm>
                  <a:off x="56" y="3"/>
                  <a:ext cx="630" cy="630"/>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33" name="Oval 40"/>
                <p:cNvSpPr/>
                <p:nvPr/>
              </p:nvSpPr>
              <p:spPr>
                <a:xfrm>
                  <a:off x="63" y="10"/>
                  <a:ext cx="599" cy="588"/>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lstStyle/>
                <a:p>
                  <a:endParaRPr lang="zh-CN" altLang="en-US" dirty="0">
                    <a:latin typeface="Arial" panose="020B0604020202020204" pitchFamily="34" charset="0"/>
                  </a:endParaRPr>
                </a:p>
              </p:txBody>
            </p:sp>
            <p:sp>
              <p:nvSpPr>
                <p:cNvPr id="9234" name="Oval 41" descr="11909671200841481_small"/>
                <p:cNvSpPr/>
                <p:nvPr/>
              </p:nvSpPr>
              <p:spPr>
                <a:xfrm>
                  <a:off x="77" y="16"/>
                  <a:ext cx="596" cy="596"/>
                </a:xfrm>
                <a:prstGeom prst="ellipse">
                  <a:avLst/>
                </a:prstGeom>
                <a:blipFill rotWithShape="1">
                  <a:blip r:embed="rId10" cstate="print"/>
                  <a:stretch>
                    <a:fillRect/>
                  </a:stretch>
                </a:blipFill>
                <a:ln w="9525">
                  <a:noFill/>
                </a:ln>
              </p:spPr>
              <p:txBody>
                <a:bodyPr vert="eaVert" wrap="none" anchor="ctr"/>
                <a:lstStyle/>
                <a:p>
                  <a:endParaRPr lang="zh-CN" altLang="en-US" dirty="0">
                    <a:latin typeface="Arial" panose="020B0604020202020204" pitchFamily="34" charset="0"/>
                  </a:endParaRPr>
                </a:p>
              </p:txBody>
            </p:sp>
          </p:grpSp>
        </p:grpSp>
        <p:pic>
          <p:nvPicPr>
            <p:cNvPr id="47" name="Picture 4" descr="MAIN201409291506000163408949117"/>
            <p:cNvPicPr>
              <a:picLocks noChangeAspect="1" noChangeArrowheads="1"/>
            </p:cNvPicPr>
            <p:nvPr/>
          </p:nvPicPr>
          <p:blipFill>
            <a:blip r:embed="rId11" cstate="print"/>
            <a:srcRect t="1028" b="-1028"/>
            <a:stretch>
              <a:fillRect/>
            </a:stretch>
          </p:blipFill>
          <p:spPr bwMode="auto">
            <a:xfrm>
              <a:off x="16184" y="7124"/>
              <a:ext cx="2021" cy="2140"/>
            </a:xfrm>
            <a:prstGeom prst="ellipse">
              <a:avLst/>
            </a:prstGeom>
            <a:noFill/>
            <a:ln>
              <a:noFill/>
            </a:ln>
            <a:effectLst>
              <a:outerShdw blurRad="50800" dist="38100" dir="2700000" algn="tl" rotWithShape="0">
                <a:prstClr val="black">
                  <a:alpha val="40000"/>
                </a:prstClr>
              </a:outerShdw>
            </a:effectLst>
          </p:spPr>
        </p:pic>
      </p:grpSp>
    </p:spTree>
    <p:custDataLst>
      <p:tags r:id="rId1"/>
    </p:custDataLst>
  </p:cSld>
  <p:clrMapOvr>
    <a:masterClrMapping/>
  </p:clrMapOvr>
  <p:transition>
    <p:blinds/>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grpSp>
        <p:nvGrpSpPr>
          <p:cNvPr id="25606" name="组合 5"/>
          <p:cNvGrpSpPr/>
          <p:nvPr/>
        </p:nvGrpSpPr>
        <p:grpSpPr>
          <a:xfrm>
            <a:off x="817577" y="1834898"/>
            <a:ext cx="3395666" cy="3362928"/>
            <a:chOff x="681" y="4231"/>
            <a:chExt cx="5348" cy="5295"/>
          </a:xfrm>
        </p:grpSpPr>
        <p:sp>
          <p:nvSpPr>
            <p:cNvPr id="10" name="左大括号 9"/>
            <p:cNvSpPr/>
            <p:nvPr/>
          </p:nvSpPr>
          <p:spPr>
            <a:xfrm>
              <a:off x="5224" y="4231"/>
              <a:ext cx="805" cy="5295"/>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
          <p:nvSpPr>
            <p:cNvPr id="11" name="泪滴形 10"/>
            <p:cNvSpPr/>
            <p:nvPr/>
          </p:nvSpPr>
          <p:spPr>
            <a:xfrm rot="2374540">
              <a:off x="681" y="5137"/>
              <a:ext cx="3828" cy="3827"/>
            </a:xfrm>
            <a:prstGeom prst="teardrop">
              <a:avLst>
                <a:gd name="adj" fmla="val 900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1">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5620" name="文本框 3"/>
            <p:cNvSpPr txBox="1"/>
            <p:nvPr/>
          </p:nvSpPr>
          <p:spPr>
            <a:xfrm>
              <a:off x="1194" y="6000"/>
              <a:ext cx="2624" cy="1888"/>
            </a:xfrm>
            <a:prstGeom prst="rect">
              <a:avLst/>
            </a:prstGeom>
            <a:noFill/>
            <a:ln w="9525">
              <a:noFill/>
            </a:ln>
          </p:spPr>
          <p:txBody>
            <a:bodyPr wrap="square">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马克思主义</a:t>
              </a:r>
            </a:p>
          </p:txBody>
        </p:sp>
      </p:grpSp>
      <p:grpSp>
        <p:nvGrpSpPr>
          <p:cNvPr id="3" name="组合 2"/>
          <p:cNvGrpSpPr/>
          <p:nvPr/>
        </p:nvGrpSpPr>
        <p:grpSpPr>
          <a:xfrm>
            <a:off x="4598035" y="1725930"/>
            <a:ext cx="2833370" cy="765175"/>
            <a:chOff x="6713" y="4170"/>
            <a:chExt cx="10545" cy="1205"/>
          </a:xfrm>
        </p:grpSpPr>
        <p:sp>
          <p:nvSpPr>
            <p:cNvPr id="12" name="圆角矩形 11"/>
            <p:cNvSpPr/>
            <p:nvPr/>
          </p:nvSpPr>
          <p:spPr>
            <a:xfrm>
              <a:off x="6713" y="4170"/>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3" name="文本框 16"/>
            <p:cNvSpPr txBox="1"/>
            <p:nvPr/>
          </p:nvSpPr>
          <p:spPr>
            <a:xfrm>
              <a:off x="6755" y="4243"/>
              <a:ext cx="9893" cy="1016"/>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哲学</a:t>
              </a:r>
            </a:p>
          </p:txBody>
        </p:sp>
      </p:grpSp>
      <p:grpSp>
        <p:nvGrpSpPr>
          <p:cNvPr id="4" name="组合 3"/>
          <p:cNvGrpSpPr/>
          <p:nvPr/>
        </p:nvGrpSpPr>
        <p:grpSpPr>
          <a:xfrm>
            <a:off x="4598035" y="2642235"/>
            <a:ext cx="2833370" cy="765175"/>
            <a:chOff x="6713" y="5613"/>
            <a:chExt cx="10545" cy="1205"/>
          </a:xfrm>
        </p:grpSpPr>
        <p:sp>
          <p:nvSpPr>
            <p:cNvPr id="13" name="圆角矩形 12"/>
            <p:cNvSpPr/>
            <p:nvPr/>
          </p:nvSpPr>
          <p:spPr>
            <a:xfrm>
              <a:off x="6713" y="5613"/>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4" name="文本框 17"/>
            <p:cNvSpPr txBox="1"/>
            <p:nvPr/>
          </p:nvSpPr>
          <p:spPr>
            <a:xfrm>
              <a:off x="6713" y="5643"/>
              <a:ext cx="9892" cy="1016"/>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政治经济学</a:t>
              </a:r>
            </a:p>
          </p:txBody>
        </p:sp>
      </p:grpSp>
      <p:grpSp>
        <p:nvGrpSpPr>
          <p:cNvPr id="6" name="组合 5"/>
          <p:cNvGrpSpPr/>
          <p:nvPr/>
        </p:nvGrpSpPr>
        <p:grpSpPr>
          <a:xfrm>
            <a:off x="4598035" y="3557905"/>
            <a:ext cx="2834005" cy="765175"/>
            <a:chOff x="6713" y="7055"/>
            <a:chExt cx="10545" cy="1205"/>
          </a:xfrm>
        </p:grpSpPr>
        <p:sp>
          <p:nvSpPr>
            <p:cNvPr id="14" name="圆角矩形 13"/>
            <p:cNvSpPr/>
            <p:nvPr/>
          </p:nvSpPr>
          <p:spPr>
            <a:xfrm>
              <a:off x="6713" y="7055"/>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5" name="文本框 18"/>
            <p:cNvSpPr txBox="1"/>
            <p:nvPr/>
          </p:nvSpPr>
          <p:spPr>
            <a:xfrm>
              <a:off x="6778" y="7190"/>
              <a:ext cx="9892" cy="1016"/>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科学社会主义</a:t>
              </a:r>
            </a:p>
          </p:txBody>
        </p:sp>
      </p:grpSp>
      <p:grpSp>
        <p:nvGrpSpPr>
          <p:cNvPr id="9" name="组合 8"/>
          <p:cNvGrpSpPr/>
          <p:nvPr/>
        </p:nvGrpSpPr>
        <p:grpSpPr>
          <a:xfrm>
            <a:off x="4598035" y="4474210"/>
            <a:ext cx="2833370" cy="765175"/>
            <a:chOff x="6713" y="8498"/>
            <a:chExt cx="10545" cy="1205"/>
          </a:xfrm>
        </p:grpSpPr>
        <p:sp>
          <p:nvSpPr>
            <p:cNvPr id="15" name="圆角矩形 14"/>
            <p:cNvSpPr/>
            <p:nvPr/>
          </p:nvSpPr>
          <p:spPr>
            <a:xfrm>
              <a:off x="6713" y="8498"/>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6" name="文本框 19"/>
            <p:cNvSpPr txBox="1"/>
            <p:nvPr/>
          </p:nvSpPr>
          <p:spPr>
            <a:xfrm>
              <a:off x="6755" y="8591"/>
              <a:ext cx="10210" cy="1016"/>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a:t>
              </a:r>
            </a:p>
          </p:txBody>
        </p:sp>
      </p:gr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17" name="左大括号 16"/>
          <p:cNvSpPr/>
          <p:nvPr/>
        </p:nvSpPr>
        <p:spPr>
          <a:xfrm rot="10800000">
            <a:off x="7851775" y="1815465"/>
            <a:ext cx="511175" cy="3362960"/>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
        <p:nvSpPr>
          <p:cNvPr id="22" name="椭圆 21"/>
          <p:cNvSpPr/>
          <p:nvPr/>
        </p:nvSpPr>
        <p:spPr>
          <a:xfrm>
            <a:off x="8712200" y="1211580"/>
            <a:ext cx="2368550" cy="702310"/>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经济</a:t>
            </a:r>
          </a:p>
        </p:txBody>
      </p:sp>
      <p:sp>
        <p:nvSpPr>
          <p:cNvPr id="23" name="椭圆 22"/>
          <p:cNvSpPr/>
          <p:nvPr/>
        </p:nvSpPr>
        <p:spPr>
          <a:xfrm>
            <a:off x="8712835" y="1958975"/>
            <a:ext cx="2368550" cy="702310"/>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政治</a:t>
            </a:r>
          </a:p>
        </p:txBody>
      </p:sp>
      <p:sp>
        <p:nvSpPr>
          <p:cNvPr id="24" name="椭圆 23"/>
          <p:cNvSpPr/>
          <p:nvPr/>
        </p:nvSpPr>
        <p:spPr>
          <a:xfrm>
            <a:off x="8713470" y="2723515"/>
            <a:ext cx="2368550" cy="702310"/>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文化</a:t>
            </a:r>
          </a:p>
        </p:txBody>
      </p:sp>
      <p:sp>
        <p:nvSpPr>
          <p:cNvPr id="25" name="椭圆 24"/>
          <p:cNvSpPr/>
          <p:nvPr/>
        </p:nvSpPr>
        <p:spPr>
          <a:xfrm>
            <a:off x="8714105" y="3470910"/>
            <a:ext cx="2368550" cy="702310"/>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科技</a:t>
            </a:r>
          </a:p>
        </p:txBody>
      </p:sp>
      <p:sp>
        <p:nvSpPr>
          <p:cNvPr id="26" name="椭圆 25"/>
          <p:cNvSpPr/>
          <p:nvPr/>
        </p:nvSpPr>
        <p:spPr>
          <a:xfrm>
            <a:off x="8714740" y="4239260"/>
            <a:ext cx="2368550" cy="702310"/>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军事</a:t>
            </a:r>
          </a:p>
        </p:txBody>
      </p:sp>
      <p:sp>
        <p:nvSpPr>
          <p:cNvPr id="27" name="椭圆 26"/>
          <p:cNvSpPr/>
          <p:nvPr/>
        </p:nvSpPr>
        <p:spPr>
          <a:xfrm>
            <a:off x="8715375" y="5005705"/>
            <a:ext cx="2368550" cy="702310"/>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r>
              <a:rPr lang="en-US" altLang="zh-CN" sz="28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sym typeface="+mn-ea"/>
              </a:rPr>
              <a:t>……</a:t>
            </a: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wipe(left)">
                                      <p:cBhvr>
                                        <p:cTn id="7" dur="1000"/>
                                        <p:tgtEl>
                                          <p:spTgt spid="25606"/>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1000"/>
                                        <p:tgtEl>
                                          <p:spTgt spid="3"/>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1000"/>
                                        <p:tgtEl>
                                          <p:spTgt spid="4"/>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1000"/>
                                        <p:tgtEl>
                                          <p:spTgt spid="6"/>
                                        </p:tgtEl>
                                      </p:cBhvr>
                                    </p:animEffect>
                                  </p:childTnLst>
                                </p:cTn>
                              </p:par>
                            </p:childTnLst>
                          </p:cTn>
                        </p:par>
                        <p:par>
                          <p:cTn id="20" fill="hold">
                            <p:stCondLst>
                              <p:cond delay="40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1000"/>
                                        <p:tgtEl>
                                          <p:spTgt spid="9"/>
                                        </p:tgtEl>
                                      </p:cBhvr>
                                    </p:animEffect>
                                  </p:childTnLst>
                                </p:cTn>
                              </p:par>
                            </p:childTnLst>
                          </p:cTn>
                        </p:par>
                        <p:par>
                          <p:cTn id="24" fill="hold">
                            <p:stCondLst>
                              <p:cond delay="5000"/>
                            </p:stCondLst>
                            <p:childTnLst>
                              <p:par>
                                <p:cTn id="25" presetID="3" presetClass="entr" presetSubtype="1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blinds(horizontal)">
                                      <p:cBhvr>
                                        <p:cTn id="30" dur="500"/>
                                        <p:tgtEl>
                                          <p:spTgt spid="22"/>
                                        </p:tgtEl>
                                      </p:cBhvr>
                                    </p:animEffect>
                                  </p:childTnLst>
                                </p:cTn>
                              </p:par>
                            </p:childTnLst>
                          </p:cTn>
                        </p:par>
                        <p:par>
                          <p:cTn id="31" fill="hold">
                            <p:stCondLst>
                              <p:cond delay="5500"/>
                            </p:stCondLst>
                            <p:childTnLst>
                              <p:par>
                                <p:cTn id="32" presetID="3" presetClass="entr" presetSubtype="10"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blinds(horizontal)">
                                      <p:cBhvr>
                                        <p:cTn id="34" dur="500"/>
                                        <p:tgtEl>
                                          <p:spTgt spid="23"/>
                                        </p:tgtEl>
                                      </p:cBhvr>
                                    </p:animEffect>
                                  </p:childTnLst>
                                </p:cTn>
                              </p:par>
                            </p:childTnLst>
                          </p:cTn>
                        </p:par>
                        <p:par>
                          <p:cTn id="35" fill="hold">
                            <p:stCondLst>
                              <p:cond delay="6000"/>
                            </p:stCondLst>
                            <p:childTnLst>
                              <p:par>
                                <p:cTn id="36" presetID="3" presetClass="entr" presetSubtype="10"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blinds(horizontal)">
                                      <p:cBhvr>
                                        <p:cTn id="38" dur="500"/>
                                        <p:tgtEl>
                                          <p:spTgt spid="24"/>
                                        </p:tgtEl>
                                      </p:cBhvr>
                                    </p:animEffect>
                                  </p:childTnLst>
                                </p:cTn>
                              </p:par>
                            </p:childTnLst>
                          </p:cTn>
                        </p:par>
                        <p:par>
                          <p:cTn id="39" fill="hold">
                            <p:stCondLst>
                              <p:cond delay="6500"/>
                            </p:stCondLst>
                            <p:childTnLst>
                              <p:par>
                                <p:cTn id="40" presetID="3" presetClass="entr" presetSubtype="10"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childTnLst>
                          </p:cTn>
                        </p:par>
                        <p:par>
                          <p:cTn id="43" fill="hold">
                            <p:stCondLst>
                              <p:cond delay="7000"/>
                            </p:stCondLst>
                            <p:childTnLst>
                              <p:par>
                                <p:cTn id="44" presetID="3" presetClass="entr" presetSubtype="10"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blinds(horizontal)">
                                      <p:cBhvr>
                                        <p:cTn id="46" dur="500"/>
                                        <p:tgtEl>
                                          <p:spTgt spid="26"/>
                                        </p:tgtEl>
                                      </p:cBhvr>
                                    </p:animEffect>
                                  </p:childTnLst>
                                </p:cTn>
                              </p:par>
                            </p:childTnLst>
                          </p:cTn>
                        </p:par>
                        <p:par>
                          <p:cTn id="47" fill="hold">
                            <p:stCondLst>
                              <p:cond delay="7500"/>
                            </p:stCondLst>
                            <p:childTnLst>
                              <p:par>
                                <p:cTn id="48" presetID="3" presetClass="entr" presetSubtype="10" fill="hold" grpId="0" nodeType="after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blinds(horizontal)">
                                      <p:cBhvr>
                                        <p:cTn id="5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22" grpId="0" bldLvl="0" animBg="1"/>
      <p:bldP spid="23" grpId="0" bldLvl="0" animBg="1"/>
      <p:bldP spid="24" grpId="0" bldLvl="0" animBg="1"/>
      <p:bldP spid="25" grpId="0" bldLvl="0" animBg="1"/>
      <p:bldP spid="26" grpId="0" bldLvl="0" animBg="1"/>
      <p:bldP spid="2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9785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2" name="文本框 1"/>
          <p:cNvSpPr txBox="1"/>
          <p:nvPr/>
        </p:nvSpPr>
        <p:spPr>
          <a:xfrm>
            <a:off x="948690" y="1174750"/>
            <a:ext cx="10294620" cy="1198880"/>
          </a:xfrm>
          <a:prstGeom prst="rect">
            <a:avLst/>
          </a:prstGeom>
          <a:noFill/>
        </p:spPr>
        <p:txBody>
          <a:bodyPr wrap="square" rtlCol="0" anchor="t">
            <a:spAutoFit/>
          </a:bodyPr>
          <a:lstStyle/>
          <a:p>
            <a:pPr indent="457200" algn="l">
              <a:lnSpc>
                <a:spcPct val="150000"/>
              </a:lnSpc>
            </a:pPr>
            <a:r>
              <a:rPr sz="2400" spc="-10" dirty="0">
                <a:latin typeface="微软雅黑" panose="020B0503020204020204" pitchFamily="34" charset="-122"/>
                <a:cs typeface="微软雅黑" panose="020B0503020204020204" pitchFamily="34" charset="-122"/>
                <a:sym typeface="+mn-ea"/>
              </a:rPr>
              <a:t>马克思主义哲学、马克思主义政治经济学和科学社会主</a:t>
            </a:r>
            <a:r>
              <a:rPr sz="2400" spc="50" dirty="0">
                <a:solidFill>
                  <a:srgbClr val="001313"/>
                </a:solidFill>
                <a:latin typeface="微软雅黑" panose="020B0503020204020204" pitchFamily="34" charset="-122"/>
                <a:cs typeface="微软雅黑" panose="020B0503020204020204" pitchFamily="34" charset="-122"/>
                <a:sym typeface="+mn-ea"/>
              </a:rPr>
              <a:t>义</a:t>
            </a:r>
            <a:r>
              <a:rPr sz="2400" spc="-5" dirty="0">
                <a:solidFill>
                  <a:srgbClr val="001313"/>
                </a:solidFill>
                <a:latin typeface="微软雅黑" panose="020B0503020204020204" pitchFamily="34" charset="-122"/>
                <a:cs typeface="微软雅黑" panose="020B0503020204020204" pitchFamily="34" charset="-122"/>
                <a:sym typeface="+mn-ea"/>
              </a:rPr>
              <a:t>,</a:t>
            </a:r>
            <a:r>
              <a:rPr sz="2400" spc="-10" dirty="0">
                <a:solidFill>
                  <a:srgbClr val="001313"/>
                </a:solidFill>
                <a:latin typeface="微软雅黑" panose="020B0503020204020204" pitchFamily="34" charset="-122"/>
                <a:cs typeface="微软雅黑" panose="020B0503020204020204" pitchFamily="34" charset="-122"/>
                <a:sym typeface="+mn-ea"/>
              </a:rPr>
              <a:t>是马克思主义理论体系</a:t>
            </a:r>
            <a:r>
              <a:rPr sz="2400" u="sng" spc="-10" dirty="0">
                <a:solidFill>
                  <a:srgbClr val="FF0000"/>
                </a:solidFill>
                <a:latin typeface="微软雅黑" panose="020B0503020204020204" pitchFamily="34" charset="-122"/>
                <a:cs typeface="微软雅黑" panose="020B0503020204020204" pitchFamily="34" charset="-122"/>
                <a:sym typeface="+mn-ea"/>
              </a:rPr>
              <a:t>不可分割的三个主要组成部分</a:t>
            </a:r>
            <a:r>
              <a:rPr sz="2400" spc="-10" dirty="0">
                <a:solidFill>
                  <a:srgbClr val="001313"/>
                </a:solidFill>
                <a:latin typeface="微软雅黑" panose="020B0503020204020204" pitchFamily="34" charset="-122"/>
                <a:cs typeface="微软雅黑" panose="020B0503020204020204" pitchFamily="34" charset="-122"/>
                <a:sym typeface="+mn-ea"/>
              </a:rPr>
              <a:t>。</a:t>
            </a:r>
            <a:endParaRPr lang="zh-CN" altLang="en-US" sz="2400">
              <a:latin typeface="微软雅黑" panose="020B0503020204020204" pitchFamily="34" charset="-122"/>
              <a:cs typeface="微软雅黑" panose="020B0503020204020204" pitchFamily="34" charset="-122"/>
            </a:endParaRPr>
          </a:p>
        </p:txBody>
      </p:sp>
      <p:grpSp>
        <p:nvGrpSpPr>
          <p:cNvPr id="21" name="组合 20"/>
          <p:cNvGrpSpPr/>
          <p:nvPr/>
        </p:nvGrpSpPr>
        <p:grpSpPr>
          <a:xfrm>
            <a:off x="1713820" y="2490695"/>
            <a:ext cx="8308434" cy="4071116"/>
            <a:chOff x="861" y="3800"/>
            <a:chExt cx="14797" cy="7538"/>
          </a:xfrm>
        </p:grpSpPr>
        <p:sp>
          <p:nvSpPr>
            <p:cNvPr id="14" name="object 3"/>
            <p:cNvSpPr/>
            <p:nvPr/>
          </p:nvSpPr>
          <p:spPr>
            <a:xfrm>
              <a:off x="861" y="3800"/>
              <a:ext cx="14797" cy="7538"/>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ndParaRPr>
            </a:p>
          </p:txBody>
        </p:sp>
        <p:sp>
          <p:nvSpPr>
            <p:cNvPr id="17" name="object 7"/>
            <p:cNvSpPr txBox="1"/>
            <p:nvPr/>
          </p:nvSpPr>
          <p:spPr>
            <a:xfrm>
              <a:off x="2552" y="5585"/>
              <a:ext cx="3745" cy="1418"/>
            </a:xfrm>
            <a:prstGeom prst="rect">
              <a:avLst/>
            </a:prstGeom>
          </p:spPr>
          <p:txBody>
            <a:bodyPr vert="horz" wrap="square" lIns="0" tIns="27305" rIns="0" bIns="0" rtlCol="0">
              <a:spAutoFit/>
            </a:bodyPr>
            <a:lstStyle/>
            <a:p>
              <a:pPr marL="525780" marR="5080" algn="ctr">
                <a:lnSpc>
                  <a:spcPct val="100000"/>
                </a:lnSpc>
                <a:spcBef>
                  <a:spcPts val="200"/>
                </a:spcBef>
              </a:pPr>
              <a:r>
                <a:rPr sz="2400" spc="-5" dirty="0">
                  <a:solidFill>
                    <a:srgbClr val="001313"/>
                  </a:solidFill>
                  <a:latin typeface="微软雅黑" panose="020B0503020204020204" pitchFamily="34" charset="-122"/>
                  <a:cs typeface="微软雅黑" panose="020B0503020204020204" pitchFamily="34" charset="-122"/>
                </a:rPr>
                <a:t>马克思主义</a:t>
              </a:r>
              <a:r>
                <a:rPr sz="2400" spc="-10" dirty="0">
                  <a:solidFill>
                    <a:srgbClr val="001313"/>
                  </a:solidFill>
                  <a:latin typeface="微软雅黑" panose="020B0503020204020204" pitchFamily="34" charset="-122"/>
                  <a:cs typeface="微软雅黑" panose="020B0503020204020204" pitchFamily="34" charset="-122"/>
                </a:rPr>
                <a:t>哲学</a:t>
              </a:r>
              <a:endParaRPr sz="2400">
                <a:latin typeface="微软雅黑" panose="020B0503020204020204" pitchFamily="34" charset="-122"/>
                <a:cs typeface="微软雅黑" panose="020B0503020204020204" pitchFamily="34" charset="-122"/>
              </a:endParaRPr>
            </a:p>
          </p:txBody>
        </p:sp>
        <p:sp>
          <p:nvSpPr>
            <p:cNvPr id="18" name="object 8"/>
            <p:cNvSpPr txBox="1"/>
            <p:nvPr/>
          </p:nvSpPr>
          <p:spPr>
            <a:xfrm>
              <a:off x="6974" y="5236"/>
              <a:ext cx="3134" cy="1551"/>
            </a:xfrm>
            <a:prstGeom prst="rect">
              <a:avLst/>
            </a:prstGeom>
          </p:spPr>
          <p:txBody>
            <a:bodyPr vert="horz" wrap="square" lIns="0" tIns="27305" rIns="0" bIns="0" rtlCol="0">
              <a:spAutoFit/>
            </a:bodyPr>
            <a:lstStyle/>
            <a:p>
              <a:pPr marL="12700" marR="5080">
                <a:lnSpc>
                  <a:spcPts val="3160"/>
                </a:lnSpc>
                <a:spcBef>
                  <a:spcPts val="215"/>
                </a:spcBef>
              </a:pPr>
              <a:r>
                <a:rPr sz="2400" spc="-5" dirty="0">
                  <a:solidFill>
                    <a:srgbClr val="001313"/>
                  </a:solidFill>
                  <a:latin typeface="微软雅黑" panose="020B0503020204020204" pitchFamily="34" charset="-122"/>
                  <a:cs typeface="微软雅黑" panose="020B0503020204020204" pitchFamily="34" charset="-122"/>
                </a:rPr>
                <a:t>马克思主义政治经济学</a:t>
              </a:r>
            </a:p>
          </p:txBody>
        </p:sp>
        <p:sp>
          <p:nvSpPr>
            <p:cNvPr id="19" name="object 9"/>
            <p:cNvSpPr txBox="1"/>
            <p:nvPr/>
          </p:nvSpPr>
          <p:spPr>
            <a:xfrm>
              <a:off x="5672" y="8105"/>
              <a:ext cx="2510" cy="1391"/>
            </a:xfrm>
            <a:prstGeom prst="rect">
              <a:avLst/>
            </a:prstGeom>
          </p:spPr>
          <p:txBody>
            <a:bodyPr vert="horz" wrap="square" lIns="0" tIns="12700" rIns="0" bIns="0" rtlCol="0">
              <a:spAutoFit/>
            </a:bodyPr>
            <a:lstStyle/>
            <a:p>
              <a:pPr marL="12700" marR="5080" algn="ctr">
                <a:lnSpc>
                  <a:spcPct val="100000"/>
                </a:lnSpc>
                <a:spcBef>
                  <a:spcPts val="100"/>
                </a:spcBef>
              </a:pPr>
              <a:r>
                <a:rPr sz="2400" spc="-10" dirty="0">
                  <a:solidFill>
                    <a:srgbClr val="001313"/>
                  </a:solidFill>
                  <a:latin typeface="微软雅黑" panose="020B0503020204020204" pitchFamily="34" charset="-122"/>
                  <a:cs typeface="微软雅黑" panose="020B0503020204020204" pitchFamily="34" charset="-122"/>
                </a:rPr>
                <a:t>科学社会主义</a:t>
              </a:r>
            </a:p>
          </p:txBody>
        </p:sp>
        <p:sp>
          <p:nvSpPr>
            <p:cNvPr id="20" name="object 10"/>
            <p:cNvSpPr txBox="1"/>
            <p:nvPr/>
          </p:nvSpPr>
          <p:spPr>
            <a:xfrm>
              <a:off x="11883" y="4713"/>
              <a:ext cx="3583" cy="1616"/>
            </a:xfrm>
            <a:prstGeom prst="rect">
              <a:avLst/>
            </a:prstGeom>
          </p:spPr>
          <p:txBody>
            <a:bodyPr vert="horz" wrap="square" lIns="0" tIns="19685" rIns="0" bIns="0" rtlCol="0">
              <a:spAutoFit/>
            </a:bodyPr>
            <a:lstStyle/>
            <a:p>
              <a:pPr marL="12700" marR="5080" algn="ctr">
                <a:lnSpc>
                  <a:spcPct val="99000"/>
                </a:lnSpc>
                <a:spcBef>
                  <a:spcPts val="155"/>
                </a:spcBef>
              </a:pPr>
              <a:r>
                <a:rPr sz="2800" spc="25" dirty="0">
                  <a:solidFill>
                    <a:srgbClr val="001313"/>
                  </a:solidFill>
                  <a:latin typeface="微软雅黑" panose="020B0503020204020204" pitchFamily="34" charset="-122"/>
                  <a:cs typeface="微软雅黑" panose="020B0503020204020204" pitchFamily="34" charset="-122"/>
                </a:rPr>
                <a:t>马克思主义理论体系</a:t>
              </a:r>
            </a:p>
          </p:txBody>
        </p:sp>
      </p:grpSp>
    </p:spTree>
    <p:custDataLst>
      <p:tags r:id="rId1"/>
    </p:custDataLst>
  </p:cSld>
  <p:clrMapOvr>
    <a:masterClrMapping/>
  </p:clrMapOvr>
  <p:transition>
    <p:blinds/>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椭圆 33"/>
          <p:cNvSpPr/>
          <p:nvPr/>
        </p:nvSpPr>
        <p:spPr>
          <a:xfrm>
            <a:off x="4253865" y="4636770"/>
            <a:ext cx="4820285" cy="1995170"/>
          </a:xfrm>
          <a:prstGeom prst="ellipse">
            <a:avLst/>
          </a:prstGeom>
          <a:blipFill rotWithShape="1">
            <a:blip r:embed="rId4" cstate="pri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4"/>
          <p:cNvSpPr/>
          <p:nvPr/>
        </p:nvSpPr>
        <p:spPr>
          <a:xfrm>
            <a:off x="0" y="0"/>
            <a:ext cx="569785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9" name="object 7"/>
          <p:cNvSpPr/>
          <p:nvPr/>
        </p:nvSpPr>
        <p:spPr>
          <a:xfrm>
            <a:off x="1463040" y="2502535"/>
            <a:ext cx="3352800" cy="1585595"/>
          </a:xfrm>
          <a:prstGeom prst="rect">
            <a:avLst/>
          </a:prstGeom>
          <a:blipFill>
            <a:blip r:embed="rId5" cstate="print"/>
            <a:stretch>
              <a:fillRect/>
            </a:stretch>
          </a:blipFill>
        </p:spPr>
        <p:txBody>
          <a:bodyPr wrap="square" lIns="0" tIns="0" rIns="0" bIns="0" rtlCol="0"/>
          <a:lstStyle/>
          <a:p>
            <a:endParaRPr/>
          </a:p>
        </p:txBody>
      </p:sp>
      <p:sp>
        <p:nvSpPr>
          <p:cNvPr id="13" name="object 11"/>
          <p:cNvSpPr/>
          <p:nvPr/>
        </p:nvSpPr>
        <p:spPr>
          <a:xfrm>
            <a:off x="7110095" y="2502535"/>
            <a:ext cx="3834765" cy="1753870"/>
          </a:xfrm>
          <a:prstGeom prst="rect">
            <a:avLst/>
          </a:prstGeom>
          <a:blipFill>
            <a:blip r:embed="rId4" cstate="print"/>
            <a:stretch>
              <a:fillRect/>
            </a:stretch>
          </a:blipFill>
        </p:spPr>
        <p:txBody>
          <a:bodyPr wrap="square" lIns="0" tIns="0" rIns="0" bIns="0" rtlCol="0"/>
          <a:lstStyle/>
          <a:p>
            <a:endParaRPr/>
          </a:p>
        </p:txBody>
      </p:sp>
      <p:sp>
        <p:nvSpPr>
          <p:cNvPr id="29" name="object 21"/>
          <p:cNvSpPr txBox="1"/>
          <p:nvPr/>
        </p:nvSpPr>
        <p:spPr>
          <a:xfrm>
            <a:off x="939059" y="976669"/>
            <a:ext cx="6445250" cy="1249045"/>
          </a:xfrm>
          <a:prstGeom prst="rect">
            <a:avLst/>
          </a:prstGeom>
        </p:spPr>
        <p:txBody>
          <a:bodyPr vert="horz" wrap="square" lIns="0" tIns="137795" rIns="0" bIns="0" rtlCol="0">
            <a:spAutoFit/>
          </a:bodyPr>
          <a:lstStyle/>
          <a:p>
            <a:pPr marL="469900" indent="-457200">
              <a:lnSpc>
                <a:spcPct val="100000"/>
              </a:lnSpc>
              <a:spcBef>
                <a:spcPts val="1085"/>
              </a:spcBef>
              <a:buClr>
                <a:srgbClr val="CB0065"/>
              </a:buClr>
              <a:buSzPct val="65000"/>
              <a:buFont typeface="Wingdings" panose="05000000000000000000" charset="0"/>
              <a:buChar char="l"/>
              <a:tabLst>
                <a:tab pos="386080" algn="l"/>
              </a:tabLst>
            </a:pPr>
            <a:r>
              <a:rPr sz="3200" spc="10" dirty="0">
                <a:solidFill>
                  <a:schemeClr val="tx1"/>
                </a:solidFill>
                <a:latin typeface="微软雅黑" panose="020B0503020204020204" pitchFamily="34" charset="-122"/>
                <a:cs typeface="黑体" panose="02010609060101010101" pitchFamily="49" charset="-122"/>
              </a:rPr>
              <a:t>从整体上把握马克思主义</a:t>
            </a:r>
            <a:endParaRPr sz="3200">
              <a:solidFill>
                <a:schemeClr val="tx1"/>
              </a:solidFill>
              <a:latin typeface="微软雅黑" panose="020B0503020204020204" pitchFamily="34" charset="-122"/>
              <a:cs typeface="黑体" panose="02010609060101010101" pitchFamily="49" charset="-122"/>
            </a:endParaRPr>
          </a:p>
          <a:p>
            <a:pPr marL="469900" indent="-457200">
              <a:lnSpc>
                <a:spcPct val="100000"/>
              </a:lnSpc>
              <a:spcBef>
                <a:spcPts val="990"/>
              </a:spcBef>
              <a:buClr>
                <a:srgbClr val="CB0065"/>
              </a:buClr>
              <a:buSzPct val="65000"/>
              <a:buFont typeface="Wingdings" panose="05000000000000000000" charset="0"/>
              <a:buChar char="l"/>
              <a:tabLst>
                <a:tab pos="386080" algn="l"/>
              </a:tabLst>
            </a:pPr>
            <a:r>
              <a:rPr sz="3200" spc="10" dirty="0">
                <a:solidFill>
                  <a:schemeClr val="tx1"/>
                </a:solidFill>
                <a:latin typeface="微软雅黑" panose="020B0503020204020204" pitchFamily="34" charset="-122"/>
                <a:cs typeface="楷体" panose="02010609060101010101" charset="-122"/>
              </a:rPr>
              <a:t>三个主要组成部分有机统一</a:t>
            </a:r>
          </a:p>
        </p:txBody>
      </p:sp>
      <p:sp>
        <p:nvSpPr>
          <p:cNvPr id="30" name="object 22"/>
          <p:cNvSpPr txBox="1"/>
          <p:nvPr/>
        </p:nvSpPr>
        <p:spPr>
          <a:xfrm>
            <a:off x="1632955" y="2722826"/>
            <a:ext cx="3048635" cy="1160780"/>
          </a:xfrm>
          <a:prstGeom prst="rect">
            <a:avLst/>
          </a:prstGeom>
        </p:spPr>
        <p:txBody>
          <a:bodyPr vert="horz" wrap="square" lIns="0" tIns="27305" rIns="0" bIns="0" rtlCol="0">
            <a:spAutoFit/>
          </a:bodyPr>
          <a:lstStyle/>
          <a:p>
            <a:pPr marL="12065" marR="5080" algn="ctr">
              <a:lnSpc>
                <a:spcPct val="100000"/>
              </a:lnSpc>
              <a:spcBef>
                <a:spcPts val="200"/>
              </a:spcBef>
            </a:pPr>
            <a:r>
              <a:rPr sz="2400" spc="-5" dirty="0">
                <a:solidFill>
                  <a:schemeClr val="tx1"/>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马克思主义政治经济</a:t>
            </a:r>
            <a:r>
              <a:rPr sz="2400" spc="-10" dirty="0">
                <a:solidFill>
                  <a:schemeClr val="tx1"/>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学</a:t>
            </a:r>
            <a:r>
              <a:rPr sz="2400" spc="-10" dirty="0">
                <a:solidFill>
                  <a:srgbClr val="0070C0"/>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是马克思主义</a:t>
            </a:r>
            <a:r>
              <a:rPr sz="2400" spc="50" dirty="0">
                <a:solidFill>
                  <a:srgbClr val="0070C0"/>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的</a:t>
            </a:r>
            <a:endParaRPr sz="2400" spc="50" dirty="0">
              <a:solidFill>
                <a:srgbClr val="FF00FF"/>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endParaRPr>
          </a:p>
          <a:p>
            <a:pPr marL="12065" marR="5080" algn="ctr">
              <a:lnSpc>
                <a:spcPct val="100000"/>
              </a:lnSpc>
              <a:spcBef>
                <a:spcPts val="200"/>
              </a:spcBef>
            </a:pPr>
            <a:r>
              <a:rPr sz="2400" b="1" spc="-10" dirty="0">
                <a:solidFill>
                  <a:srgbClr val="FF0000"/>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主要内容</a:t>
            </a:r>
          </a:p>
        </p:txBody>
      </p:sp>
      <p:sp>
        <p:nvSpPr>
          <p:cNvPr id="31" name="object 23"/>
          <p:cNvSpPr txBox="1"/>
          <p:nvPr/>
        </p:nvSpPr>
        <p:spPr>
          <a:xfrm>
            <a:off x="7125447" y="2731976"/>
            <a:ext cx="3720465" cy="1134745"/>
          </a:xfrm>
          <a:prstGeom prst="rect">
            <a:avLst/>
          </a:prstGeom>
        </p:spPr>
        <p:txBody>
          <a:bodyPr vert="horz" wrap="square" lIns="0" tIns="27305" rIns="0" bIns="0" rtlCol="0">
            <a:spAutoFit/>
          </a:bodyPr>
          <a:lstStyle/>
          <a:p>
            <a:pPr marL="12700" marR="5080" algn="ctr">
              <a:lnSpc>
                <a:spcPct val="100000"/>
              </a:lnSpc>
              <a:spcBef>
                <a:spcPts val="200"/>
              </a:spcBef>
            </a:pPr>
            <a:r>
              <a:rPr sz="2400" spc="-10" dirty="0">
                <a:solidFill>
                  <a:schemeClr val="tx1"/>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科学社会主义</a:t>
            </a:r>
            <a:r>
              <a:rPr sz="2400" spc="-10" dirty="0">
                <a:solidFill>
                  <a:srgbClr val="0070C0"/>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是整个马克思主义的</a:t>
            </a:r>
            <a:r>
              <a:rPr sz="2400" b="1" spc="-10" dirty="0">
                <a:solidFill>
                  <a:srgbClr val="FF0000"/>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核心</a:t>
            </a:r>
            <a:r>
              <a:rPr sz="2400" spc="-10" dirty="0">
                <a:solidFill>
                  <a:srgbClr val="0070C0"/>
                </a:solidFill>
                <a:effectLst>
                  <a:outerShdw blurRad="38100" dist="38100" dir="2700000" algn="tl">
                    <a:srgbClr val="000000">
                      <a:alpha val="43137"/>
                    </a:srgbClr>
                  </a:outerShdw>
                </a:effectLst>
                <a:latin typeface="微软雅黑" panose="020B0503020204020204" pitchFamily="34" charset="-122"/>
                <a:cs typeface="宋体" panose="02010600030101010101" pitchFamily="2" charset="-122"/>
              </a:rPr>
              <a:t>，指导无产阶级解放斗争的科学理论</a:t>
            </a:r>
          </a:p>
        </p:txBody>
      </p:sp>
      <p:sp>
        <p:nvSpPr>
          <p:cNvPr id="32" name="object 24"/>
          <p:cNvSpPr txBox="1"/>
          <p:nvPr/>
        </p:nvSpPr>
        <p:spPr>
          <a:xfrm>
            <a:off x="4615815" y="5046980"/>
            <a:ext cx="3620770" cy="1118235"/>
          </a:xfrm>
          <a:prstGeom prst="rect">
            <a:avLst/>
          </a:prstGeom>
        </p:spPr>
        <p:txBody>
          <a:bodyPr vert="horz" wrap="square" lIns="0" tIns="10795" rIns="0" bIns="0" rtlCol="0">
            <a:spAutoFit/>
          </a:bodyPr>
          <a:lstStyle/>
          <a:p>
            <a:pPr marL="394970" marR="5080" algn="ctr">
              <a:lnSpc>
                <a:spcPct val="100000"/>
              </a:lnSpc>
              <a:spcBef>
                <a:spcPts val="0"/>
              </a:spcBef>
            </a:pPr>
            <a:r>
              <a:rPr sz="2400" spc="30" dirty="0">
                <a:solidFill>
                  <a:schemeClr val="tx1"/>
                </a:solidFill>
                <a:effectLst>
                  <a:outerShdw blurRad="38100" dist="38100" dir="2700000" algn="tl">
                    <a:srgbClr val="000000">
                      <a:alpha val="43137"/>
                    </a:srgbClr>
                  </a:outerShdw>
                </a:effectLst>
                <a:latin typeface="微软雅黑" panose="020B0503020204020204" pitchFamily="34" charset="-122"/>
                <a:cs typeface="微软雅黑" panose="020B0503020204020204" pitchFamily="34" charset="-122"/>
              </a:rPr>
              <a:t>马克思主义哲学</a:t>
            </a:r>
            <a:r>
              <a:rPr sz="2400" spc="25" dirty="0">
                <a:solidFill>
                  <a:srgbClr val="0070C0"/>
                </a:solidFill>
                <a:effectLst>
                  <a:outerShdw blurRad="38100" dist="38100" dir="2700000" algn="tl">
                    <a:srgbClr val="000000">
                      <a:alpha val="43137"/>
                    </a:srgbClr>
                  </a:outerShdw>
                </a:effectLst>
                <a:latin typeface="微软雅黑" panose="020B0503020204020204" pitchFamily="34" charset="-122"/>
                <a:cs typeface="微软雅黑" panose="020B0503020204020204" pitchFamily="34" charset="-122"/>
              </a:rPr>
              <a:t>是科学的世界观和方法论，是马</a:t>
            </a:r>
            <a:r>
              <a:rPr sz="2400" spc="30" dirty="0">
                <a:solidFill>
                  <a:srgbClr val="0070C0"/>
                </a:solidFill>
                <a:effectLst>
                  <a:outerShdw blurRad="38100" dist="38100" dir="2700000" algn="tl">
                    <a:srgbClr val="000000">
                      <a:alpha val="43137"/>
                    </a:srgbClr>
                  </a:outerShdw>
                </a:effectLst>
                <a:latin typeface="微软雅黑" panose="020B0503020204020204" pitchFamily="34" charset="-122"/>
                <a:cs typeface="微软雅黑" panose="020B0503020204020204" pitchFamily="34" charset="-122"/>
              </a:rPr>
              <a:t>克思主义</a:t>
            </a:r>
            <a:r>
              <a:rPr sz="2400" spc="-40" dirty="0">
                <a:solidFill>
                  <a:srgbClr val="0070C0"/>
                </a:solidFill>
                <a:effectLst>
                  <a:outerShdw blurRad="38100" dist="38100" dir="2700000" algn="tl">
                    <a:srgbClr val="000000">
                      <a:alpha val="43137"/>
                    </a:srgbClr>
                  </a:outerShdw>
                </a:effectLst>
                <a:latin typeface="微软雅黑" panose="020B0503020204020204" pitchFamily="34" charset="-122"/>
                <a:cs typeface="微软雅黑" panose="020B0503020204020204" pitchFamily="34" charset="-122"/>
              </a:rPr>
              <a:t>的</a:t>
            </a:r>
            <a:r>
              <a:rPr sz="2400" b="1" spc="30" dirty="0">
                <a:solidFill>
                  <a:srgbClr val="FF0000"/>
                </a:solidFill>
                <a:effectLst>
                  <a:outerShdw blurRad="38100" dist="38100" dir="2700000" algn="tl">
                    <a:srgbClr val="000000">
                      <a:alpha val="43137"/>
                    </a:srgbClr>
                  </a:outerShdw>
                </a:effectLst>
                <a:latin typeface="微软雅黑" panose="020B0503020204020204" pitchFamily="34" charset="-122"/>
                <a:cs typeface="微软雅黑" panose="020B0503020204020204" pitchFamily="34" charset="-122"/>
              </a:rPr>
              <a:t>理论基础</a:t>
            </a:r>
          </a:p>
        </p:txBody>
      </p:sp>
      <p:sp>
        <p:nvSpPr>
          <p:cNvPr id="35" name="右箭头 34"/>
          <p:cNvSpPr/>
          <p:nvPr/>
        </p:nvSpPr>
        <p:spPr>
          <a:xfrm>
            <a:off x="5072380" y="3112135"/>
            <a:ext cx="1750695" cy="534035"/>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6" name="上箭头标注 35"/>
          <p:cNvSpPr/>
          <p:nvPr/>
        </p:nvSpPr>
        <p:spPr>
          <a:xfrm>
            <a:off x="2595245" y="4513580"/>
            <a:ext cx="1250950" cy="1600835"/>
          </a:xfrm>
          <a:prstGeom prst="upArrowCallou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custDataLst>
      <p:tags r:id="rId1"/>
    </p:custDataLst>
  </p:cSld>
  <p:clrMapOvr>
    <a:masterClrMapping/>
  </p:clrMapOvr>
  <p:transition>
    <p:blinds/>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9785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22" name="object 13"/>
          <p:cNvSpPr txBox="1">
            <a:spLocks noGrp="1"/>
          </p:cNvSpPr>
          <p:nvPr/>
        </p:nvSpPr>
        <p:spPr>
          <a:xfrm>
            <a:off x="1183640" y="920115"/>
            <a:ext cx="9800590" cy="1946910"/>
          </a:xfrm>
          <a:prstGeom prst="rect">
            <a:avLst/>
          </a:prstGeom>
        </p:spPr>
        <p:txBody>
          <a:bodyPr vert="horz" wrap="square" lIns="0" tIns="8255" rIns="0" bIns="0" rtlCol="0">
            <a:spAutoFit/>
          </a:bodyPr>
          <a:lstStyle>
            <a:lvl1pPr>
              <a:defRPr sz="2050" b="0" i="0">
                <a:solidFill>
                  <a:srgbClr val="001313"/>
                </a:solidFill>
                <a:latin typeface="楷体" panose="02010609060101010101" charset="-122"/>
                <a:ea typeface="+mj-ea"/>
                <a:cs typeface="楷体" panose="02010609060101010101" charset="-122"/>
              </a:defRPr>
            </a:lvl1pPr>
          </a:lstStyle>
          <a:p>
            <a:pPr marL="12700" marR="5080" algn="l">
              <a:lnSpc>
                <a:spcPct val="150000"/>
              </a:lnSpc>
              <a:spcBef>
                <a:spcPts val="0"/>
              </a:spcBef>
            </a:pPr>
            <a:r>
              <a:rPr sz="2800" spc="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马克思主义既包括马克思恩格斯创立和列宁发展了的马克思主义，</a:t>
            </a:r>
            <a:r>
              <a:rPr sz="2800" spc="3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也包括中国共产党人将其与中国具体实际相结合</a:t>
            </a:r>
            <a:r>
              <a:rPr sz="2800" spc="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，不断推进马克思主义中国化的理论成果。</a:t>
            </a:r>
          </a:p>
        </p:txBody>
      </p:sp>
      <p:sp>
        <p:nvSpPr>
          <p:cNvPr id="23" name="object 3"/>
          <p:cNvSpPr/>
          <p:nvPr/>
        </p:nvSpPr>
        <p:spPr>
          <a:xfrm>
            <a:off x="808990" y="2849615"/>
            <a:ext cx="1903514" cy="2603341"/>
          </a:xfrm>
          <a:prstGeom prst="rect">
            <a:avLst/>
          </a:prstGeom>
          <a:blipFill>
            <a:blip r:embed="rId4" cstate="print"/>
            <a:stretch>
              <a:fillRect/>
            </a:stretch>
          </a:blipFill>
        </p:spPr>
        <p:txBody>
          <a:bodyPr wrap="square" lIns="0" tIns="0" rIns="0" bIns="0" rtlCol="0"/>
          <a:lstStyle/>
          <a:p>
            <a:endParaRPr/>
          </a:p>
        </p:txBody>
      </p:sp>
      <p:sp>
        <p:nvSpPr>
          <p:cNvPr id="24" name="object 4"/>
          <p:cNvSpPr/>
          <p:nvPr/>
        </p:nvSpPr>
        <p:spPr>
          <a:xfrm>
            <a:off x="808990" y="2840291"/>
            <a:ext cx="1940839" cy="2612665"/>
          </a:xfrm>
          <a:prstGeom prst="rect">
            <a:avLst/>
          </a:prstGeom>
          <a:blipFill>
            <a:blip r:embed="rId5" cstate="print"/>
            <a:stretch>
              <a:fillRect/>
            </a:stretch>
          </a:blipFill>
        </p:spPr>
        <p:txBody>
          <a:bodyPr wrap="square" lIns="0" tIns="0" rIns="0" bIns="0" rtlCol="0"/>
          <a:lstStyle/>
          <a:p>
            <a:endParaRPr/>
          </a:p>
        </p:txBody>
      </p:sp>
      <p:sp>
        <p:nvSpPr>
          <p:cNvPr id="25" name="object 5"/>
          <p:cNvSpPr/>
          <p:nvPr/>
        </p:nvSpPr>
        <p:spPr>
          <a:xfrm>
            <a:off x="808990" y="2840291"/>
            <a:ext cx="10077449" cy="2612665"/>
          </a:xfrm>
          <a:prstGeom prst="rect">
            <a:avLst/>
          </a:prstGeom>
          <a:blipFill>
            <a:blip r:embed="rId6" cstate="print"/>
            <a:stretch>
              <a:fillRect t="-1000" r="-3000" b="-2000"/>
            </a:stretch>
          </a:blipFill>
        </p:spPr>
        <p:txBody>
          <a:bodyPr wrap="square" lIns="0" tIns="0" rIns="0" bIns="0" rtlCol="0"/>
          <a:lstStyle/>
          <a:p>
            <a:endParaRPr/>
          </a:p>
        </p:txBody>
      </p:sp>
      <p:sp>
        <p:nvSpPr>
          <p:cNvPr id="26" name="object 6"/>
          <p:cNvSpPr/>
          <p:nvPr/>
        </p:nvSpPr>
        <p:spPr>
          <a:xfrm>
            <a:off x="808990" y="3073565"/>
            <a:ext cx="10077449" cy="2612665"/>
          </a:xfrm>
          <a:prstGeom prst="rect">
            <a:avLst/>
          </a:prstGeom>
          <a:blipFill>
            <a:blip r:embed="rId7" cstate="print"/>
            <a:stretch>
              <a:fillRect/>
            </a:stretch>
          </a:blipFill>
        </p:spPr>
        <p:txBody>
          <a:bodyPr wrap="square" lIns="0" tIns="0" rIns="0" bIns="0" rtlCol="0"/>
          <a:lstStyle/>
          <a:p>
            <a:endParaRPr/>
          </a:p>
        </p:txBody>
      </p:sp>
      <p:sp>
        <p:nvSpPr>
          <p:cNvPr id="27" name="object 7"/>
          <p:cNvSpPr/>
          <p:nvPr/>
        </p:nvSpPr>
        <p:spPr>
          <a:xfrm>
            <a:off x="808990" y="3465461"/>
            <a:ext cx="10077449" cy="2621991"/>
          </a:xfrm>
          <a:prstGeom prst="rect">
            <a:avLst/>
          </a:prstGeom>
          <a:blipFill>
            <a:blip r:embed="rId8" cstate="print"/>
            <a:stretch>
              <a:fillRect/>
            </a:stretch>
          </a:blipFill>
        </p:spPr>
        <p:txBody>
          <a:bodyPr wrap="square" lIns="0" tIns="0" rIns="0" bIns="0" rtlCol="0"/>
          <a:lstStyle/>
          <a:p>
            <a:endParaRPr/>
          </a:p>
        </p:txBody>
      </p:sp>
      <p:sp>
        <p:nvSpPr>
          <p:cNvPr id="28" name="object 8"/>
          <p:cNvSpPr/>
          <p:nvPr/>
        </p:nvSpPr>
        <p:spPr>
          <a:xfrm>
            <a:off x="808990" y="3540112"/>
            <a:ext cx="10077449" cy="2621991"/>
          </a:xfrm>
          <a:prstGeom prst="rect">
            <a:avLst/>
          </a:prstGeom>
          <a:blipFill>
            <a:blip r:embed="rId9" cstate="print"/>
            <a:stretch>
              <a:fillRect/>
            </a:stretch>
          </a:blipFill>
        </p:spPr>
        <p:txBody>
          <a:bodyPr wrap="square" lIns="0" tIns="0" rIns="0" bIns="0" rtlCol="0"/>
          <a:lstStyle/>
          <a:p>
            <a:endParaRPr/>
          </a:p>
        </p:txBody>
      </p:sp>
      <p:sp>
        <p:nvSpPr>
          <p:cNvPr id="29" name="object 9"/>
          <p:cNvSpPr/>
          <p:nvPr/>
        </p:nvSpPr>
        <p:spPr>
          <a:xfrm>
            <a:off x="1057275" y="4090390"/>
            <a:ext cx="10077449" cy="2071471"/>
          </a:xfrm>
          <a:prstGeom prst="rect">
            <a:avLst/>
          </a:prstGeom>
          <a:blipFill>
            <a:blip r:embed="rId10" cstate="print"/>
            <a:stretch>
              <a:fillRect/>
            </a:stretch>
          </a:blipFill>
        </p:spPr>
        <p:txBody>
          <a:bodyPr wrap="square" lIns="0" tIns="0" rIns="0" bIns="0" rtlCol="0"/>
          <a:lstStyle/>
          <a:p>
            <a:endParaRPr/>
          </a:p>
        </p:txBody>
      </p:sp>
      <p:sp>
        <p:nvSpPr>
          <p:cNvPr id="30" name="object 10"/>
          <p:cNvSpPr/>
          <p:nvPr/>
        </p:nvSpPr>
        <p:spPr>
          <a:xfrm>
            <a:off x="1045210" y="4255470"/>
            <a:ext cx="10077449" cy="2071466"/>
          </a:xfrm>
          <a:prstGeom prst="rect">
            <a:avLst/>
          </a:prstGeom>
          <a:blipFill>
            <a:blip r:embed="rId11" cstate="print"/>
            <a:stretch>
              <a:fillRect/>
            </a:stretch>
          </a:blipFill>
        </p:spPr>
        <p:txBody>
          <a:bodyPr wrap="square" lIns="0" tIns="0" rIns="0" bIns="0" rtlCol="0"/>
          <a:lstStyle/>
          <a:p>
            <a:endParaRPr/>
          </a:p>
        </p:txBody>
      </p:sp>
      <p:sp>
        <p:nvSpPr>
          <p:cNvPr id="31" name="object 11"/>
          <p:cNvSpPr/>
          <p:nvPr/>
        </p:nvSpPr>
        <p:spPr>
          <a:xfrm>
            <a:off x="1057275" y="4569536"/>
            <a:ext cx="10077449" cy="2174110"/>
          </a:xfrm>
          <a:prstGeom prst="rect">
            <a:avLst/>
          </a:prstGeom>
          <a:blipFill>
            <a:blip r:embed="rId12" cstate="print"/>
            <a:stretch>
              <a:fillRect/>
            </a:stretch>
          </a:blipFill>
        </p:spPr>
        <p:txBody>
          <a:bodyPr wrap="square" lIns="0" tIns="0" rIns="0" bIns="0" rtlCol="0"/>
          <a:lstStyle/>
          <a:p>
            <a:endParaRPr/>
          </a:p>
        </p:txBody>
      </p:sp>
    </p:spTree>
    <p:custDataLst>
      <p:tags r:id="rId1"/>
    </p:custDataLst>
  </p:cSld>
  <p:clrMapOvr>
    <a:masterClrMapping/>
  </p:clrMapOvr>
  <p:transition>
    <p:blinds/>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2673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41729" y="71507"/>
            <a:ext cx="5212080" cy="645160"/>
          </a:xfrm>
          <a:prstGeom prst="rect">
            <a:avLst/>
          </a:prstGeom>
          <a:noFill/>
        </p:spPr>
        <p:txBody>
          <a:bodyPr wrap="none">
            <a:spAutoFit/>
          </a:bodyPr>
          <a:lstStyle/>
          <a:p>
            <a:pPr marR="0"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100" name="文本框 99"/>
          <p:cNvSpPr txBox="1"/>
          <p:nvPr/>
        </p:nvSpPr>
        <p:spPr>
          <a:xfrm>
            <a:off x="1498600" y="1039495"/>
            <a:ext cx="9139555" cy="1383665"/>
          </a:xfrm>
          <a:prstGeom prst="rect">
            <a:avLst/>
          </a:prstGeom>
          <a:noFill/>
          <a:ln w="9525">
            <a:noFill/>
          </a:ln>
        </p:spPr>
        <p:txBody>
          <a:bodyPr wrap="square">
            <a:spAutoFit/>
          </a:bodyPr>
          <a:lstStyle/>
          <a:p>
            <a:r>
              <a:rPr lang="zh-CN" sz="2800" b="1">
                <a:solidFill>
                  <a:srgbClr val="000000"/>
                </a:solidFill>
                <a:latin typeface="微软雅黑" panose="020B0503020204020204" pitchFamily="34" charset="-122"/>
              </a:rPr>
              <a:t>马克思主义基本原理</a:t>
            </a:r>
            <a:r>
              <a:rPr lang="zh-CN" sz="2800">
                <a:solidFill>
                  <a:srgbClr val="000000"/>
                </a:solidFill>
                <a:latin typeface="微软雅黑" panose="020B0503020204020204" pitchFamily="34" charset="-122"/>
              </a:rPr>
              <a:t>是对马克思主义立场、观点、方法的集中概括，是马克思主义在其形成、发展和运用过程中经过实践反复检验而确立起来的具有普遍真理性的理论。</a:t>
            </a:r>
            <a:endParaRPr lang="zh-CN" altLang="en-US" sz="2800">
              <a:solidFill>
                <a:srgbClr val="000000"/>
              </a:solidFill>
              <a:latin typeface="微软雅黑" panose="020B0503020204020204" pitchFamily="34" charset="-122"/>
            </a:endParaRPr>
          </a:p>
        </p:txBody>
      </p:sp>
      <p:sp>
        <p:nvSpPr>
          <p:cNvPr id="2" name="文本框 1"/>
          <p:cNvSpPr txBox="1"/>
          <p:nvPr/>
        </p:nvSpPr>
        <p:spPr>
          <a:xfrm>
            <a:off x="1367155" y="2798445"/>
            <a:ext cx="9147175" cy="3220085"/>
          </a:xfrm>
          <a:prstGeom prst="rect">
            <a:avLst/>
          </a:prstGeom>
          <a:noFill/>
        </p:spPr>
        <p:txBody>
          <a:bodyPr wrap="square" rtlCol="0" anchor="t">
            <a:spAutoFit/>
          </a:bodyPr>
          <a:lstStyle/>
          <a:p>
            <a:pPr marL="12700" marR="5080" indent="457200" algn="l">
              <a:lnSpc>
                <a:spcPct val="150000"/>
              </a:lnSpc>
              <a:spcBef>
                <a:spcPts val="2800"/>
              </a:spcBef>
            </a:pPr>
            <a:r>
              <a:rPr sz="2400" spc="30" dirty="0">
                <a:solidFill>
                  <a:schemeClr val="tx1"/>
                </a:solidFill>
                <a:latin typeface="微软雅黑" panose="020B0503020204020204" pitchFamily="34" charset="-122"/>
                <a:cs typeface="微软雅黑" panose="020B0503020204020204" pitchFamily="34" charset="-122"/>
                <a:sym typeface="+mn-ea"/>
              </a:rPr>
              <a:t>要学习掌握事物矛盾运动的基本原理，不断强化问题意识，积极面对和化解前进中遇到的矛盾。问题是事物矛盾的表现形式，我们强调增强问题意识、坚持问题导向，就是承认矛盾的普遍性、客观性，就是要善于把认识和化解矛盾作为打开工作局面的突破口。</a:t>
            </a:r>
          </a:p>
          <a:p>
            <a:pPr marL="12700" marR="5080" algn="r">
              <a:lnSpc>
                <a:spcPct val="150000"/>
              </a:lnSpc>
              <a:spcBef>
                <a:spcPts val="2800"/>
              </a:spcBef>
            </a:pPr>
            <a:r>
              <a:rPr sz="2400" spc="30" dirty="0">
                <a:solidFill>
                  <a:schemeClr val="tx1"/>
                </a:solidFill>
                <a:latin typeface="微软雅黑" panose="020B0503020204020204" pitchFamily="34" charset="-122"/>
                <a:cs typeface="微软雅黑" panose="020B0503020204020204" pitchFamily="34" charset="-122"/>
                <a:sym typeface="+mn-ea"/>
              </a:rPr>
              <a:t>——习近平</a:t>
            </a:r>
            <a:r>
              <a:rPr sz="2400" spc="15" dirty="0">
                <a:solidFill>
                  <a:schemeClr val="tx1"/>
                </a:solidFill>
                <a:latin typeface="微软雅黑" panose="020B0503020204020204" pitchFamily="34" charset="-122"/>
                <a:cs typeface="微软雅黑" panose="020B0503020204020204" pitchFamily="34" charset="-122"/>
                <a:sym typeface="+mn-ea"/>
              </a:rPr>
              <a:t>（2015</a:t>
            </a:r>
            <a:r>
              <a:rPr sz="2400" spc="30" dirty="0">
                <a:solidFill>
                  <a:schemeClr val="tx1"/>
                </a:solidFill>
                <a:latin typeface="微软雅黑" panose="020B0503020204020204" pitchFamily="34" charset="-122"/>
                <a:cs typeface="微软雅黑" panose="020B0503020204020204" pitchFamily="34" charset="-122"/>
                <a:sym typeface="+mn-ea"/>
              </a:rPr>
              <a:t>年</a:t>
            </a:r>
            <a:r>
              <a:rPr sz="2400" spc="10" dirty="0">
                <a:solidFill>
                  <a:schemeClr val="tx1"/>
                </a:solidFill>
                <a:latin typeface="微软雅黑" panose="020B0503020204020204" pitchFamily="34" charset="-122"/>
                <a:cs typeface="微软雅黑" panose="020B0503020204020204" pitchFamily="34" charset="-122"/>
                <a:sym typeface="+mn-ea"/>
              </a:rPr>
              <a:t>1</a:t>
            </a:r>
            <a:r>
              <a:rPr sz="2400" spc="30" dirty="0">
                <a:solidFill>
                  <a:schemeClr val="tx1"/>
                </a:solidFill>
                <a:latin typeface="微软雅黑" panose="020B0503020204020204" pitchFamily="34" charset="-122"/>
                <a:cs typeface="微软雅黑" panose="020B0503020204020204" pitchFamily="34" charset="-122"/>
                <a:sym typeface="+mn-ea"/>
              </a:rPr>
              <a:t>月</a:t>
            </a:r>
            <a:r>
              <a:rPr sz="2400" spc="10" dirty="0">
                <a:solidFill>
                  <a:schemeClr val="tx1"/>
                </a:solidFill>
                <a:latin typeface="微软雅黑" panose="020B0503020204020204" pitchFamily="34" charset="-122"/>
                <a:cs typeface="微软雅黑" panose="020B0503020204020204" pitchFamily="34" charset="-122"/>
                <a:sym typeface="+mn-ea"/>
              </a:rPr>
              <a:t>23</a:t>
            </a:r>
            <a:r>
              <a:rPr sz="2400" spc="30" dirty="0">
                <a:solidFill>
                  <a:schemeClr val="tx1"/>
                </a:solidFill>
                <a:latin typeface="微软雅黑" panose="020B0503020204020204" pitchFamily="34" charset="-122"/>
                <a:cs typeface="微软雅黑" panose="020B0503020204020204" pitchFamily="34" charset="-122"/>
                <a:sym typeface="+mn-ea"/>
              </a:rPr>
              <a:t>日）</a:t>
            </a:r>
            <a:endParaRPr lang="zh-CN" altLang="en-US" sz="2400" spc="30" dirty="0">
              <a:solidFill>
                <a:schemeClr val="tx1"/>
              </a:solidFill>
              <a:latin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linds(horizontal)">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2673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41729" y="71507"/>
            <a:ext cx="5212080" cy="645160"/>
          </a:xfrm>
          <a:prstGeom prst="rect">
            <a:avLst/>
          </a:prstGeom>
          <a:noFill/>
        </p:spPr>
        <p:txBody>
          <a:bodyPr wrap="none">
            <a:spAutoFit/>
          </a:bodyPr>
          <a:lstStyle/>
          <a:p>
            <a:pPr marR="0"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3" name="文本框 2"/>
          <p:cNvSpPr txBox="1"/>
          <p:nvPr/>
        </p:nvSpPr>
        <p:spPr>
          <a:xfrm>
            <a:off x="3489960" y="1047750"/>
            <a:ext cx="5981125" cy="523220"/>
          </a:xfrm>
          <a:prstGeom prst="rect">
            <a:avLst/>
          </a:prstGeom>
          <a:noFill/>
        </p:spPr>
        <p:txBody>
          <a:bodyPr wrap="none" rtlCol="0" anchor="t">
            <a:spAutoFit/>
          </a:bodyPr>
          <a:lstStyle/>
          <a:p>
            <a:r>
              <a:rPr sz="2800" b="1" spc="25" dirty="0" err="1" smtClean="0">
                <a:solidFill>
                  <a:srgbClr val="FF0000"/>
                </a:solidFill>
                <a:latin typeface="微软雅黑" panose="020B0503020204020204" pitchFamily="34" charset="-122"/>
                <a:cs typeface="微软雅黑" panose="020B0503020204020204" pitchFamily="34" charset="-122"/>
                <a:sym typeface="+mn-ea"/>
              </a:rPr>
              <a:t>马克思主义</a:t>
            </a:r>
            <a:r>
              <a:rPr lang="zh-CN" altLang="en-US" sz="2800" b="1" spc="25" dirty="0" smtClean="0">
                <a:solidFill>
                  <a:srgbClr val="FF0000"/>
                </a:solidFill>
                <a:latin typeface="微软雅黑" panose="020B0503020204020204" pitchFamily="34" charset="-122"/>
                <a:cs typeface="微软雅黑" panose="020B0503020204020204" pitchFamily="34" charset="-122"/>
                <a:sym typeface="+mn-ea"/>
              </a:rPr>
              <a:t>基本</a:t>
            </a:r>
            <a:r>
              <a:rPr sz="2800" b="1" spc="25" dirty="0" err="1" smtClean="0">
                <a:solidFill>
                  <a:srgbClr val="FF0000"/>
                </a:solidFill>
                <a:latin typeface="微软雅黑" panose="020B0503020204020204" pitchFamily="34" charset="-122"/>
                <a:cs typeface="微软雅黑" panose="020B0503020204020204" pitchFamily="34" charset="-122"/>
                <a:sym typeface="+mn-ea"/>
              </a:rPr>
              <a:t>原理涉及哪些问题</a:t>
            </a:r>
            <a:r>
              <a:rPr sz="2800" b="1" spc="25" dirty="0">
                <a:solidFill>
                  <a:srgbClr val="FF0000"/>
                </a:solidFill>
                <a:latin typeface="微软雅黑" panose="020B0503020204020204" pitchFamily="34" charset="-122"/>
                <a:cs typeface="微软雅黑" panose="020B0503020204020204" pitchFamily="34" charset="-122"/>
                <a:sym typeface="+mn-ea"/>
              </a:rPr>
              <a:t>？</a:t>
            </a:r>
            <a:endParaRPr lang="zh-CN" altLang="en-US" sz="2800" b="1" spc="25" dirty="0">
              <a:solidFill>
                <a:srgbClr val="FF0000"/>
              </a:solidFill>
              <a:latin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812165" y="1644015"/>
            <a:ext cx="10687685" cy="4523105"/>
          </a:xfrm>
          <a:prstGeom prst="rect">
            <a:avLst/>
          </a:prstGeom>
          <a:noFill/>
        </p:spPr>
        <p:txBody>
          <a:bodyPr wrap="square" rtlCol="0">
            <a:spAutoFit/>
          </a:bodyPr>
          <a:lstStyle/>
          <a:p>
            <a:pPr>
              <a:lnSpc>
                <a:spcPct val="150000"/>
              </a:lnSpc>
            </a:pPr>
            <a:r>
              <a:rPr lang="zh-CN" altLang="en-US" sz="2400" b="1" dirty="0">
                <a:solidFill>
                  <a:srgbClr val="FF0000"/>
                </a:solidFill>
              </a:rPr>
              <a:t>基本立场</a:t>
            </a:r>
            <a:r>
              <a:rPr lang="zh-CN" altLang="en-US" sz="2400" dirty="0"/>
              <a:t>是马克思主义观察、分析和解决问题的根本立足点和出发点，即始终站在无</a:t>
            </a:r>
            <a:r>
              <a:rPr lang="zh-CN" altLang="en-US" sz="2400" dirty="0" smtClean="0"/>
              <a:t>产阶</a:t>
            </a:r>
            <a:r>
              <a:rPr lang="zh-CN" altLang="en-US" sz="2400" dirty="0"/>
              <a:t>级和人民大众的立场上，一切为了人民、 一切依靠人民，全心全意为人民谋利益。</a:t>
            </a:r>
          </a:p>
          <a:p>
            <a:pPr>
              <a:lnSpc>
                <a:spcPct val="150000"/>
              </a:lnSpc>
            </a:pPr>
            <a:r>
              <a:rPr lang="zh-CN" altLang="en-US" sz="2400" b="1" dirty="0">
                <a:solidFill>
                  <a:srgbClr val="FF0000"/>
                </a:solidFill>
              </a:rPr>
              <a:t>基本观点</a:t>
            </a:r>
            <a:r>
              <a:rPr lang="zh-CN" altLang="en-US" sz="2400" dirty="0"/>
              <a:t>是对规律的科学认识，对人类思想成果和社会实践经验的科学总结。如关于</a:t>
            </a:r>
            <a:r>
              <a:rPr lang="zh-CN" altLang="en-US" sz="2400" dirty="0" smtClean="0"/>
              <a:t>世界</a:t>
            </a:r>
            <a:r>
              <a:rPr lang="zh-CN" altLang="en-US" sz="2400" dirty="0"/>
              <a:t>统一于物质的观点、关于人类社会发展</a:t>
            </a:r>
            <a:r>
              <a:rPr lang="zh-CN" altLang="en-US" sz="2400" dirty="0" smtClean="0"/>
              <a:t>规律</a:t>
            </a:r>
            <a:r>
              <a:rPr lang="zh-CN" altLang="en-US" sz="2400" dirty="0"/>
              <a:t>的观点等。</a:t>
            </a:r>
          </a:p>
          <a:p>
            <a:pPr>
              <a:lnSpc>
                <a:spcPct val="150000"/>
              </a:lnSpc>
            </a:pPr>
            <a:r>
              <a:rPr lang="zh-CN" altLang="en-US" sz="2400" b="1" dirty="0">
                <a:solidFill>
                  <a:srgbClr val="FF0000"/>
                </a:solidFill>
              </a:rPr>
              <a:t>基本方法</a:t>
            </a:r>
            <a:r>
              <a:rPr lang="zh-CN" altLang="en-US" sz="2400" dirty="0"/>
              <a:t>是建立在科学世界观和方法论基础上的指导人们正确认识世界和改造世界的</a:t>
            </a:r>
            <a:r>
              <a:rPr lang="zh-CN" altLang="en-US" sz="2400" dirty="0" smtClean="0"/>
              <a:t>思想</a:t>
            </a:r>
            <a:r>
              <a:rPr lang="zh-CN" altLang="en-US" sz="2400" dirty="0"/>
              <a:t>方法和工作方法。如实事求是、辩证分析、 历史分析、群众路线等方法。</a:t>
            </a:r>
          </a:p>
        </p:txBody>
      </p:sp>
    </p:spTree>
    <p:custDataLst>
      <p:tags r:id="rId1"/>
    </p:custDataLst>
  </p:cSld>
  <p:clrMapOvr>
    <a:masterClrMapping/>
  </p:clrMapOvr>
  <p:transition>
    <p:blinds/>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5130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（一）什么是马克思主义</a:t>
            </a:r>
          </a:p>
        </p:txBody>
      </p:sp>
      <p:sp>
        <p:nvSpPr>
          <p:cNvPr id="3" name="object 3"/>
          <p:cNvSpPr/>
          <p:nvPr/>
        </p:nvSpPr>
        <p:spPr>
          <a:xfrm>
            <a:off x="834390" y="3034030"/>
            <a:ext cx="10077450" cy="3420110"/>
          </a:xfrm>
          <a:prstGeom prst="rect">
            <a:avLst/>
          </a:prstGeom>
          <a:blipFill>
            <a:blip r:embed="rId4" cstate="print"/>
            <a:stretch>
              <a:fillRect/>
            </a:stretch>
          </a:blipFill>
        </p:spPr>
        <p:txBody>
          <a:bodyPr wrap="square" lIns="0" tIns="0" rIns="0" bIns="0" rtlCol="0"/>
          <a:lstStyle/>
          <a:p>
            <a:endParaRPr/>
          </a:p>
        </p:txBody>
      </p:sp>
      <p:sp>
        <p:nvSpPr>
          <p:cNvPr id="4" name="object 4"/>
          <p:cNvSpPr txBox="1">
            <a:spLocks noGrp="1"/>
          </p:cNvSpPr>
          <p:nvPr/>
        </p:nvSpPr>
        <p:spPr>
          <a:xfrm>
            <a:off x="834390" y="990600"/>
            <a:ext cx="10005060" cy="1954530"/>
          </a:xfrm>
          <a:prstGeom prst="rect">
            <a:avLst/>
          </a:prstGeom>
        </p:spPr>
        <p:txBody>
          <a:bodyPr vert="horz" wrap="square" lIns="0" tIns="15875" rIns="0" bIns="0" rtlCol="0">
            <a:spAutoFit/>
          </a:bodyPr>
          <a:lstStyle>
            <a:lvl1pPr>
              <a:defRPr sz="2050" b="0" i="0">
                <a:solidFill>
                  <a:srgbClr val="001313"/>
                </a:solidFill>
                <a:latin typeface="楷体" panose="02010609060101010101" charset="-122"/>
                <a:ea typeface="+mj-ea"/>
                <a:cs typeface="楷体" panose="02010609060101010101" charset="-122"/>
              </a:defRPr>
            </a:lvl1pPr>
          </a:lstStyle>
          <a:p>
            <a:pPr marL="142875">
              <a:lnSpc>
                <a:spcPct val="150000"/>
              </a:lnSpc>
              <a:spcBef>
                <a:spcPts val="100"/>
              </a:spcBef>
            </a:pPr>
            <a:r>
              <a:rPr sz="2800" spc="2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习近平新时代中国特色社会主义思想坚持并创造性地运用了马克思主义基本原理的基本立场、基本观点和基本方法，是具有原创性、时代性的</a:t>
            </a:r>
            <a:r>
              <a:rPr sz="2800" spc="-7"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21</a:t>
            </a:r>
            <a:r>
              <a:rPr sz="2800" spc="2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世纪中国的马克思主义。</a:t>
            </a:r>
          </a:p>
        </p:txBody>
      </p:sp>
    </p:spTree>
    <p:custDataLst>
      <p:tags r:id="rId1"/>
    </p:custDataLst>
  </p:cSld>
  <p:clrMapOvr>
    <a:masterClrMapping/>
  </p:clrMapOvr>
  <p:transition>
    <p:blinds/>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70611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2" name="object 2"/>
          <p:cNvSpPr txBox="1"/>
          <p:nvPr/>
        </p:nvSpPr>
        <p:spPr>
          <a:xfrm>
            <a:off x="1689100" y="1612900"/>
            <a:ext cx="4392613" cy="3005455"/>
          </a:xfrm>
          <a:prstGeom prst="rect">
            <a:avLst/>
          </a:prstGeom>
        </p:spPr>
        <p:txBody>
          <a:bodyPr lIns="0" tIns="0" rIns="0" bIns="0">
            <a:spAutoFit/>
          </a:bodyPr>
          <a:lstStyle/>
          <a:p>
            <a:pPr marL="12700"/>
            <a:endParaRPr lang="zh-CN" altLang="en-US"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2700">
              <a:spcBef>
                <a:spcPts val="1675"/>
              </a:spcBef>
            </a:pPr>
            <a:r>
              <a:rPr lang="en-US" altLang="zh-CN"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800" b="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社会根源</a:t>
            </a:r>
          </a:p>
          <a:p>
            <a:pPr marL="12700">
              <a:spcBef>
                <a:spcPts val="1675"/>
              </a:spcBef>
            </a:pPr>
            <a:r>
              <a:rPr lang="en-US" altLang="zh-CN"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a:t>
            </a:r>
            <a:r>
              <a:rPr lang="zh-CN" altLang="en-US"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阶级基础</a:t>
            </a:r>
          </a:p>
          <a:p>
            <a:pPr marL="12700">
              <a:spcBef>
                <a:spcPts val="1675"/>
              </a:spcBef>
            </a:pPr>
            <a:r>
              <a:rPr lang="en-US" altLang="zh-CN"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思想渊源</a:t>
            </a:r>
          </a:p>
          <a:p>
            <a:pPr marL="12700">
              <a:lnSpc>
                <a:spcPts val="3300"/>
              </a:lnSpc>
              <a:spcBef>
                <a:spcPts val="1675"/>
              </a:spcBef>
            </a:pPr>
            <a:endParaRPr lang="zh-CN" altLang="en-US" sz="2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243715" name="Picture 5" descr="t0119c05c63f2354eff"/>
          <p:cNvPicPr>
            <a:picLocks noChangeAspect="1" noChangeArrowheads="1"/>
          </p:cNvPicPr>
          <p:nvPr/>
        </p:nvPicPr>
        <p:blipFill>
          <a:blip r:embed="rId4" cstate="print"/>
          <a:srcRect/>
          <a:stretch>
            <a:fillRect/>
          </a:stretch>
        </p:blipFill>
        <p:spPr bwMode="auto">
          <a:xfrm>
            <a:off x="6204337" y="1932062"/>
            <a:ext cx="4673600" cy="2993827"/>
          </a:xfrm>
          <a:prstGeom prst="rect">
            <a:avLst/>
          </a:prstGeom>
          <a:noFill/>
          <a:ln w="9525">
            <a:noFill/>
            <a:miter lim="800000"/>
            <a:headEnd/>
            <a:tailEnd/>
          </a:ln>
        </p:spPr>
      </p:pic>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243715"/>
                                        </p:tgtEl>
                                        <p:attrNameLst>
                                          <p:attrName>style.visibility</p:attrName>
                                        </p:attrNameLst>
                                      </p:cBhvr>
                                      <p:to>
                                        <p:strVal val="visible"/>
                                      </p:to>
                                    </p:set>
                                    <p:animEffect transition="in" filter="checkerboard(across)">
                                      <p:cBhvr>
                                        <p:cTn id="7" dur="500"/>
                                        <p:tgtEl>
                                          <p:spTgt spid="243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72008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12295" name="文本框 3"/>
          <p:cNvSpPr txBox="1"/>
          <p:nvPr/>
        </p:nvSpPr>
        <p:spPr>
          <a:xfrm>
            <a:off x="817880" y="1069340"/>
            <a:ext cx="1808480" cy="583565"/>
          </a:xfrm>
          <a:prstGeom prst="rect">
            <a:avLst/>
          </a:prstGeom>
          <a:noFill/>
          <a:ln w="9525">
            <a:noFill/>
          </a:ln>
        </p:spPr>
        <p:txBody>
          <a:bodyPr wrap="none">
            <a:spAutoFit/>
          </a:bodyPr>
          <a:lstStyle/>
          <a:p>
            <a:pPr eaLnBrk="1" hangingPunct="1"/>
            <a:r>
              <a:rPr lang="zh-CN" altLang="en-US" sz="3200" b="1" dirty="0">
                <a:solidFill>
                  <a:schemeClr val="bg2"/>
                </a:solidFill>
                <a:latin typeface="微软雅黑" panose="020B0503020204020204" pitchFamily="34" charset="-122"/>
              </a:rPr>
              <a:t>社会根源</a:t>
            </a:r>
          </a:p>
        </p:txBody>
      </p:sp>
      <p:sp>
        <p:nvSpPr>
          <p:cNvPr id="2" name="文本框 1"/>
          <p:cNvSpPr txBox="1"/>
          <p:nvPr/>
        </p:nvSpPr>
        <p:spPr>
          <a:xfrm>
            <a:off x="786130" y="2787650"/>
            <a:ext cx="6207125" cy="1383665"/>
          </a:xfrm>
          <a:prstGeom prst="rect">
            <a:avLst/>
          </a:prstGeom>
          <a:noFill/>
        </p:spPr>
        <p:txBody>
          <a:bodyPr wrap="square" rtlCol="0" anchor="t">
            <a:spAutoFit/>
          </a:bodyPr>
          <a:lstStyle/>
          <a:p>
            <a:pPr marL="469900" indent="-457200" algn="l" eaLnBrk="1" hangingPunct="1">
              <a:lnSpc>
                <a:spcPct val="150000"/>
              </a:lnSpc>
              <a:buFont typeface="Wingdings" panose="05000000000000000000" charset="0"/>
              <a:buChar char="l"/>
            </a:pPr>
            <a:r>
              <a:rPr sz="2800" dirty="0" err="1">
                <a:latin typeface="微软雅黑" panose="020B0503020204020204" pitchFamily="34" charset="-122"/>
                <a:cs typeface="微软雅黑" panose="020B0503020204020204" pitchFamily="34" charset="-122"/>
                <a:sym typeface="+mn-ea"/>
              </a:rPr>
              <a:t>资本主义经济的发展为马克思主义产生提供了</a:t>
            </a:r>
            <a:r>
              <a:rPr sz="2800" dirty="0" err="1">
                <a:solidFill>
                  <a:srgbClr val="FF0000"/>
                </a:solidFill>
                <a:latin typeface="微软雅黑" panose="020B0503020204020204" pitchFamily="34" charset="-122"/>
                <a:cs typeface="微软雅黑" panose="020B0503020204020204" pitchFamily="34" charset="-122"/>
                <a:sym typeface="+mn-ea"/>
              </a:rPr>
              <a:t>经济、社会历史</a:t>
            </a:r>
            <a:r>
              <a:rPr sz="2800" dirty="0" err="1">
                <a:latin typeface="微软雅黑" panose="020B0503020204020204" pitchFamily="34" charset="-122"/>
                <a:cs typeface="微软雅黑" panose="020B0503020204020204" pitchFamily="34" charset="-122"/>
                <a:sym typeface="+mn-ea"/>
              </a:rPr>
              <a:t>条件</a:t>
            </a:r>
            <a:r>
              <a:rPr sz="2800" dirty="0">
                <a:latin typeface="微软雅黑" panose="020B0503020204020204" pitchFamily="34" charset="-122"/>
                <a:cs typeface="微软雅黑" panose="020B0503020204020204" pitchFamily="34" charset="-122"/>
                <a:sym typeface="+mn-ea"/>
              </a:rPr>
              <a:t>。</a:t>
            </a:r>
          </a:p>
        </p:txBody>
      </p:sp>
      <p:sp>
        <p:nvSpPr>
          <p:cNvPr id="41986" name="object 3"/>
          <p:cNvSpPr>
            <a:spLocks noChangeArrowheads="1"/>
          </p:cNvSpPr>
          <p:nvPr/>
        </p:nvSpPr>
        <p:spPr bwMode="auto">
          <a:xfrm>
            <a:off x="7324408" y="2429510"/>
            <a:ext cx="3986212" cy="2836863"/>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Tree>
    <p:custDataLst>
      <p:tags r:id="rId1"/>
    </p:custDataLst>
  </p:cSld>
  <p:clrMapOvr>
    <a:masterClrMapping/>
  </p:clrMapOvr>
  <p:transition>
    <p:blinds/>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400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3" name="object 2"/>
          <p:cNvSpPr txBox="1"/>
          <p:nvPr/>
        </p:nvSpPr>
        <p:spPr>
          <a:xfrm>
            <a:off x="1204595" y="2251075"/>
            <a:ext cx="5521325" cy="2376805"/>
          </a:xfrm>
          <a:prstGeom prst="rect">
            <a:avLst/>
          </a:prstGeom>
        </p:spPr>
        <p:txBody>
          <a:bodyPr vert="horz" wrap="square" lIns="0" tIns="0" rIns="0" bIns="0" rtlCol="0">
            <a:spAutoFit/>
          </a:bodyPr>
          <a:lstStyle/>
          <a:p>
            <a:pPr marL="1063625">
              <a:lnSpc>
                <a:spcPct val="100000"/>
              </a:lnSpc>
              <a:buFont typeface="Wingdings" panose="05000000000000000000" charset="0"/>
            </a:pPr>
            <a:endParaRPr sz="2000" b="1" spc="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469900" indent="-457200" algn="l" eaLnBrk="1" hangingPunct="1">
              <a:lnSpc>
                <a:spcPct val="150000"/>
              </a:lnSpc>
              <a:spcBef>
                <a:spcPts val="1015"/>
              </a:spcBef>
              <a:buFont typeface="Wingdings" panose="05000000000000000000" charset="0"/>
              <a:buChar char="l"/>
            </a:pPr>
            <a:r>
              <a:rPr sz="2800">
                <a:latin typeface="微软雅黑" panose="020B0503020204020204" pitchFamily="34" charset="-122"/>
                <a:cs typeface="微软雅黑" panose="020B0503020204020204" pitchFamily="34" charset="-122"/>
                <a:sym typeface="+mn-ea"/>
              </a:rPr>
              <a:t>无产阶级反对资产阶级的斗争日趋激化</a:t>
            </a:r>
            <a:r>
              <a:rPr lang="zh-CN" sz="2800">
                <a:latin typeface="微软雅黑" panose="020B0503020204020204" pitchFamily="34" charset="-122"/>
                <a:cs typeface="微软雅黑" panose="020B0503020204020204" pitchFamily="34" charset="-122"/>
                <a:sym typeface="+mn-ea"/>
              </a:rPr>
              <a:t>，</a:t>
            </a:r>
            <a:r>
              <a:rPr sz="2800">
                <a:latin typeface="微软雅黑" panose="020B0503020204020204" pitchFamily="34" charset="-122"/>
                <a:cs typeface="微软雅黑" panose="020B0503020204020204" pitchFamily="34" charset="-122"/>
                <a:sym typeface="+mn-ea"/>
              </a:rPr>
              <a:t>对科学理论的指导提出了强烈的需求。</a:t>
            </a:r>
            <a:endParaRPr sz="2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295" name="文本框 3"/>
          <p:cNvSpPr txBox="1"/>
          <p:nvPr/>
        </p:nvSpPr>
        <p:spPr>
          <a:xfrm>
            <a:off x="785813" y="1276350"/>
            <a:ext cx="1808480" cy="583565"/>
          </a:xfrm>
          <a:prstGeom prst="rect">
            <a:avLst/>
          </a:prstGeom>
          <a:noFill/>
          <a:ln w="9525">
            <a:noFill/>
          </a:ln>
        </p:spPr>
        <p:txBody>
          <a:bodyPr wrap="none">
            <a:spAutoFit/>
          </a:bodyPr>
          <a:lstStyle/>
          <a:p>
            <a:pPr eaLnBrk="1" hangingPunct="1"/>
            <a:r>
              <a:rPr lang="zh-CN" altLang="en-US" sz="3200" b="1" dirty="0">
                <a:solidFill>
                  <a:schemeClr val="bg2"/>
                </a:solidFill>
                <a:latin typeface="微软雅黑" panose="020B0503020204020204" pitchFamily="34" charset="-122"/>
              </a:rPr>
              <a:t>阶级基础</a:t>
            </a:r>
          </a:p>
        </p:txBody>
      </p:sp>
      <p:sp>
        <p:nvSpPr>
          <p:cNvPr id="53250" name="object 3"/>
          <p:cNvSpPr>
            <a:spLocks noChangeArrowheads="1"/>
          </p:cNvSpPr>
          <p:nvPr/>
        </p:nvSpPr>
        <p:spPr bwMode="auto">
          <a:xfrm>
            <a:off x="6977063" y="2050415"/>
            <a:ext cx="4224337" cy="2778125"/>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Tree>
    <p:custDataLst>
      <p:tags r:id="rId1"/>
    </p:custDataLst>
  </p:cSld>
  <p:clrMapOvr>
    <a:masterClrMapping/>
  </p:clrMapOvr>
  <p:transition>
    <p:blinds/>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3943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55304" name="object 10"/>
          <p:cNvSpPr txBox="1">
            <a:spLocks noChangeArrowheads="1"/>
          </p:cNvSpPr>
          <p:nvPr/>
        </p:nvSpPr>
        <p:spPr bwMode="auto">
          <a:xfrm>
            <a:off x="880110" y="1092835"/>
            <a:ext cx="10085705" cy="1269365"/>
          </a:xfrm>
          <a:prstGeom prst="rect">
            <a:avLst/>
          </a:prstGeom>
          <a:noFill/>
          <a:ln w="9525">
            <a:noFill/>
            <a:miter lim="800000"/>
          </a:ln>
        </p:spPr>
        <p:txBody>
          <a:bodyPr wrap="square" lIns="0" tIns="0" rIns="0" bIns="0">
            <a:spAutoFit/>
          </a:bodyPr>
          <a:lstStyle/>
          <a:p>
            <a:pPr marL="12700">
              <a:lnSpc>
                <a:spcPts val="3300"/>
              </a:lnSpc>
              <a:buFont typeface="Wingdings" panose="05000000000000000000" charset="0"/>
            </a:pPr>
            <a:r>
              <a:rPr sz="2400" spc="25" dirty="0">
                <a:latin typeface="微软雅黑" panose="020B0503020204020204" pitchFamily="34" charset="-122"/>
                <a:cs typeface="微软雅黑" panose="020B0503020204020204" pitchFamily="34" charset="-122"/>
                <a:sym typeface="+mn-ea"/>
              </a:rPr>
              <a:t>到了1</a:t>
            </a:r>
            <a:r>
              <a:rPr sz="2400" spc="40" dirty="0">
                <a:latin typeface="微软雅黑" panose="020B0503020204020204" pitchFamily="34" charset="-122"/>
                <a:cs typeface="微软雅黑" panose="020B0503020204020204" pitchFamily="34" charset="-122"/>
                <a:sym typeface="+mn-ea"/>
              </a:rPr>
              <a:t>9</a:t>
            </a:r>
            <a:r>
              <a:rPr sz="2400" spc="25" dirty="0">
                <a:latin typeface="微软雅黑" panose="020B0503020204020204" pitchFamily="34" charset="-122"/>
                <a:cs typeface="微软雅黑" panose="020B0503020204020204" pitchFamily="34" charset="-122"/>
                <a:sym typeface="+mn-ea"/>
              </a:rPr>
              <a:t>世纪3</a:t>
            </a:r>
            <a:r>
              <a:rPr sz="2400" spc="45" dirty="0">
                <a:latin typeface="微软雅黑" panose="020B0503020204020204" pitchFamily="34" charset="-122"/>
                <a:cs typeface="微软雅黑" panose="020B0503020204020204" pitchFamily="34" charset="-122"/>
                <a:sym typeface="+mn-ea"/>
              </a:rPr>
              <a:t>0</a:t>
            </a:r>
            <a:r>
              <a:rPr sz="2400" spc="25" dirty="0">
                <a:latin typeface="微软雅黑" panose="020B0503020204020204" pitchFamily="34" charset="-122"/>
                <a:cs typeface="微软雅黑" panose="020B0503020204020204" pitchFamily="34" charset="-122"/>
                <a:sym typeface="+mn-ea"/>
              </a:rPr>
              <a:t>年代，随着西欧资本主义发展的重</a:t>
            </a:r>
            <a:r>
              <a:rPr sz="2400" spc="30" dirty="0">
                <a:latin typeface="微软雅黑" panose="020B0503020204020204" pitchFamily="34" charset="-122"/>
                <a:cs typeface="微软雅黑" panose="020B0503020204020204" pitchFamily="34" charset="-122"/>
                <a:sym typeface="+mn-ea"/>
              </a:rPr>
              <a:t>大转折，随着无产阶级队伍迅速地成长、壮大，无产阶级反对资产阶级的斗争也日益指向了资本主义制度。</a:t>
            </a:r>
            <a:endParaRPr lang="zh-CN" altLang="en-US" sz="2400">
              <a:latin typeface="微软雅黑" panose="020B0503020204020204" pitchFamily="34" charset="-122"/>
              <a:cs typeface="微软雅黑" panose="020B0503020204020204" pitchFamily="34" charset="-122"/>
            </a:endParaRPr>
          </a:p>
        </p:txBody>
      </p:sp>
      <p:grpSp>
        <p:nvGrpSpPr>
          <p:cNvPr id="2" name="组合 1"/>
          <p:cNvGrpSpPr/>
          <p:nvPr/>
        </p:nvGrpSpPr>
        <p:grpSpPr>
          <a:xfrm>
            <a:off x="1548130" y="2508250"/>
            <a:ext cx="5095875" cy="3797300"/>
            <a:chOff x="2858" y="2970"/>
            <a:chExt cx="8025" cy="5980"/>
          </a:xfrm>
        </p:grpSpPr>
        <p:grpSp>
          <p:nvGrpSpPr>
            <p:cNvPr id="25606" name="组合 5"/>
            <p:cNvGrpSpPr/>
            <p:nvPr/>
          </p:nvGrpSpPr>
          <p:grpSpPr>
            <a:xfrm>
              <a:off x="2858" y="3247"/>
              <a:ext cx="2197" cy="5296"/>
              <a:chOff x="3832" y="4231"/>
              <a:chExt cx="2197" cy="5295"/>
            </a:xfrm>
          </p:grpSpPr>
          <p:sp>
            <p:nvSpPr>
              <p:cNvPr id="10" name="左大括号 9"/>
              <p:cNvSpPr/>
              <p:nvPr/>
            </p:nvSpPr>
            <p:spPr>
              <a:xfrm>
                <a:off x="5224" y="4231"/>
                <a:ext cx="805" cy="5295"/>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
            <p:nvSpPr>
              <p:cNvPr id="25620" name="文本框 3"/>
              <p:cNvSpPr txBox="1"/>
              <p:nvPr/>
            </p:nvSpPr>
            <p:spPr>
              <a:xfrm>
                <a:off x="3832" y="4714"/>
                <a:ext cx="919" cy="4505"/>
              </a:xfrm>
              <a:prstGeom prst="rect">
                <a:avLst/>
              </a:prstGeom>
              <a:noFill/>
              <a:ln w="9525">
                <a:noFill/>
              </a:ln>
            </p:spPr>
            <p:txBody>
              <a:bodyPr wrap="square">
                <a:spAutoFit/>
              </a:bodyPr>
              <a:lstStyle/>
              <a:p>
                <a:pPr algn="ctr" eaLnBrk="1" hangingPunct="1">
                  <a:lnSpc>
                    <a:spcPct val="100000"/>
                  </a:lnSpc>
                </a:pPr>
                <a:r>
                  <a:rPr lang="zh-CN" altLang="en-US" sz="3000" b="1" dirty="0">
                    <a:solidFill>
                      <a:schemeClr val="tx1"/>
                    </a:solidFill>
                    <a:latin typeface="微软雅黑" panose="020B0503020204020204" pitchFamily="34" charset="-122"/>
                    <a:sym typeface="黑体" panose="02010609060101010101" pitchFamily="49" charset="-122"/>
                  </a:rPr>
                  <a:t>三大工人运动</a:t>
                </a:r>
              </a:p>
            </p:txBody>
          </p:sp>
        </p:grpSp>
        <p:grpSp>
          <p:nvGrpSpPr>
            <p:cNvPr id="3" name="组合 2"/>
            <p:cNvGrpSpPr/>
            <p:nvPr/>
          </p:nvGrpSpPr>
          <p:grpSpPr>
            <a:xfrm>
              <a:off x="5633" y="2970"/>
              <a:ext cx="5221" cy="1547"/>
              <a:chOff x="6713" y="4170"/>
              <a:chExt cx="10545" cy="1205"/>
            </a:xfrm>
          </p:grpSpPr>
          <p:sp>
            <p:nvSpPr>
              <p:cNvPr id="12" name="圆角矩形 11"/>
              <p:cNvSpPr/>
              <p:nvPr/>
            </p:nvSpPr>
            <p:spPr>
              <a:xfrm>
                <a:off x="6713" y="4170"/>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3" name="文本框 16"/>
              <p:cNvSpPr txBox="1"/>
              <p:nvPr/>
            </p:nvSpPr>
            <p:spPr>
              <a:xfrm>
                <a:off x="6755" y="4243"/>
                <a:ext cx="10302" cy="1018"/>
              </a:xfrm>
              <a:prstGeom prst="rect">
                <a:avLst/>
              </a:prstGeom>
              <a:noFill/>
              <a:ln w="9525">
                <a:noFill/>
              </a:ln>
            </p:spPr>
            <p:txBody>
              <a:bodyPr wrap="square">
                <a:spAutoFit/>
              </a:bodyPr>
              <a:lstStyle/>
              <a:p>
                <a:pPr algn="l" eaLnBrk="1" hangingPunct="1">
                  <a:lnSpc>
                    <a:spcPct val="120000"/>
                  </a:lnSpc>
                </a:pPr>
                <a:r>
                  <a:rPr lang="zh-CN" altLang="en-US" sz="2000" b="1" dirty="0">
                    <a:solidFill>
                      <a:schemeClr val="bg1"/>
                    </a:solidFill>
                    <a:latin typeface="微软雅黑" panose="020B0503020204020204" pitchFamily="34" charset="-122"/>
                    <a:sym typeface="黑体" panose="02010609060101010101" pitchFamily="49" charset="-122"/>
                  </a:rPr>
                  <a:t>1831年11月、1834年4月法国里昂工人起义</a:t>
                </a:r>
              </a:p>
            </p:txBody>
          </p:sp>
        </p:grpSp>
        <p:grpSp>
          <p:nvGrpSpPr>
            <p:cNvPr id="4" name="组合 3"/>
            <p:cNvGrpSpPr/>
            <p:nvPr/>
          </p:nvGrpSpPr>
          <p:grpSpPr>
            <a:xfrm>
              <a:off x="5633" y="5338"/>
              <a:ext cx="5204" cy="1377"/>
              <a:chOff x="6713" y="5613"/>
              <a:chExt cx="10545" cy="1205"/>
            </a:xfrm>
          </p:grpSpPr>
          <p:sp>
            <p:nvSpPr>
              <p:cNvPr id="13" name="圆角矩形 12"/>
              <p:cNvSpPr/>
              <p:nvPr/>
            </p:nvSpPr>
            <p:spPr>
              <a:xfrm>
                <a:off x="6713" y="5613"/>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4" name="文本框 17"/>
              <p:cNvSpPr txBox="1"/>
              <p:nvPr/>
            </p:nvSpPr>
            <p:spPr>
              <a:xfrm>
                <a:off x="6713" y="5643"/>
                <a:ext cx="9892" cy="1144"/>
              </a:xfrm>
              <a:prstGeom prst="rect">
                <a:avLst/>
              </a:prstGeom>
              <a:noFill/>
              <a:ln w="9525">
                <a:noFill/>
              </a:ln>
            </p:spPr>
            <p:txBody>
              <a:bodyPr>
                <a:spAutoFit/>
              </a:bodyPr>
              <a:lstStyle/>
              <a:p>
                <a:pPr algn="l" eaLnBrk="1" hangingPunct="1">
                  <a:lnSpc>
                    <a:spcPct val="120000"/>
                  </a:lnSpc>
                </a:pPr>
                <a:r>
                  <a:rPr lang="zh-CN" altLang="en-US" sz="2000" b="1" dirty="0">
                    <a:solidFill>
                      <a:schemeClr val="bg1"/>
                    </a:solidFill>
                    <a:latin typeface="微软雅黑" panose="020B0503020204020204" pitchFamily="34" charset="-122"/>
                    <a:sym typeface="黑体" panose="02010609060101010101" pitchFamily="49" charset="-122"/>
                  </a:rPr>
                  <a:t>1838—1842年英国工人争取政治权利“宪章运动”</a:t>
                </a:r>
              </a:p>
            </p:txBody>
          </p:sp>
        </p:grpSp>
        <p:grpSp>
          <p:nvGrpSpPr>
            <p:cNvPr id="6" name="组合 5"/>
            <p:cNvGrpSpPr/>
            <p:nvPr/>
          </p:nvGrpSpPr>
          <p:grpSpPr>
            <a:xfrm>
              <a:off x="5633" y="7644"/>
              <a:ext cx="5250" cy="1307"/>
              <a:chOff x="6713" y="6992"/>
              <a:chExt cx="10545" cy="1307"/>
            </a:xfrm>
          </p:grpSpPr>
          <p:sp>
            <p:nvSpPr>
              <p:cNvPr id="14" name="圆角矩形 13"/>
              <p:cNvSpPr/>
              <p:nvPr/>
            </p:nvSpPr>
            <p:spPr>
              <a:xfrm>
                <a:off x="6713" y="7055"/>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5" name="文本框 18"/>
              <p:cNvSpPr txBox="1"/>
              <p:nvPr/>
            </p:nvSpPr>
            <p:spPr>
              <a:xfrm>
                <a:off x="6852" y="6992"/>
                <a:ext cx="9892" cy="1307"/>
              </a:xfrm>
              <a:prstGeom prst="rect">
                <a:avLst/>
              </a:prstGeom>
              <a:noFill/>
              <a:ln w="9525">
                <a:noFill/>
              </a:ln>
            </p:spPr>
            <p:txBody>
              <a:bodyPr>
                <a:spAutoFit/>
              </a:bodyPr>
              <a:lstStyle/>
              <a:p>
                <a:pPr algn="l" eaLnBrk="1" hangingPunct="1">
                  <a:lnSpc>
                    <a:spcPct val="120000"/>
                  </a:lnSpc>
                </a:pPr>
                <a:r>
                  <a:rPr lang="zh-CN" altLang="en-US" sz="2000" b="1" dirty="0">
                    <a:solidFill>
                      <a:schemeClr val="bg1"/>
                    </a:solidFill>
                    <a:latin typeface="微软雅黑" panose="020B0503020204020204" pitchFamily="34" charset="-122"/>
                    <a:sym typeface="黑体" panose="02010609060101010101" pitchFamily="49" charset="-122"/>
                  </a:rPr>
                  <a:t>1844年6月爆发的德国西里西亚工人起义</a:t>
                </a:r>
              </a:p>
            </p:txBody>
          </p:sp>
        </p:grpSp>
      </p:grpSp>
      <p:sp>
        <p:nvSpPr>
          <p:cNvPr id="55305" name="object 11"/>
          <p:cNvSpPr>
            <a:spLocks noChangeArrowheads="1"/>
          </p:cNvSpPr>
          <p:nvPr/>
        </p:nvSpPr>
        <p:spPr bwMode="auto">
          <a:xfrm>
            <a:off x="7340600" y="2806700"/>
            <a:ext cx="3001963" cy="3255963"/>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Tree>
    <p:custDataLst>
      <p:tags r:id="rId1"/>
    </p:custDataLst>
  </p:cSld>
  <p:clrMapOvr>
    <a:masterClrMapping/>
  </p:clrMapOvr>
  <p:transition>
    <p:blinds/>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8521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100" name="文本框 99"/>
          <p:cNvSpPr txBox="1"/>
          <p:nvPr/>
        </p:nvSpPr>
        <p:spPr>
          <a:xfrm>
            <a:off x="1313180" y="926465"/>
            <a:ext cx="9549765" cy="1198880"/>
          </a:xfrm>
          <a:prstGeom prst="rect">
            <a:avLst/>
          </a:prstGeom>
          <a:noFill/>
          <a:ln w="9525">
            <a:noFill/>
          </a:ln>
        </p:spPr>
        <p:txBody>
          <a:bodyPr wrap="square">
            <a:spAutoFit/>
          </a:bodyPr>
          <a:lstStyle/>
          <a:p>
            <a:pPr>
              <a:buFont typeface="Wingdings" panose="05000000000000000000" charset="0"/>
            </a:pPr>
            <a:r>
              <a:rPr lang="zh-CN" sz="2400">
                <a:solidFill>
                  <a:srgbClr val="000000"/>
                </a:solidFill>
                <a:latin typeface="微软雅黑" panose="020B0503020204020204" pitchFamily="34" charset="-122"/>
              </a:rPr>
              <a:t>法国、英国、德国工人运动的兴起，表现了无产阶级高度的政治觉悟与英勇精神，显示了工人阶级在政治斗争上的威力，标志着现代无产阶级作为独立的政治力量己经登上了历史舞台。</a:t>
            </a:r>
          </a:p>
        </p:txBody>
      </p:sp>
      <p:sp>
        <p:nvSpPr>
          <p:cNvPr id="57347" name="object 4"/>
          <p:cNvSpPr>
            <a:spLocks noChangeArrowheads="1"/>
          </p:cNvSpPr>
          <p:nvPr/>
        </p:nvSpPr>
        <p:spPr bwMode="auto">
          <a:xfrm>
            <a:off x="995045" y="2127250"/>
            <a:ext cx="4513263" cy="4392613"/>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58370" name="object 3"/>
          <p:cNvSpPr>
            <a:spLocks noChangeArrowheads="1"/>
          </p:cNvSpPr>
          <p:nvPr/>
        </p:nvSpPr>
        <p:spPr bwMode="auto">
          <a:xfrm>
            <a:off x="5962015" y="2353945"/>
            <a:ext cx="4900613" cy="3938588"/>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Tree>
    <p:custDataLst>
      <p:tags r:id="rId1"/>
    </p:custDataLst>
  </p:cSld>
  <p:clrMapOvr>
    <a:masterClrMapping/>
  </p:clrMapOvr>
  <p:transition>
    <p:blinds/>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5884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113030" y="2105025"/>
            <a:ext cx="11937365" cy="3839845"/>
            <a:chOff x="178" y="2475"/>
            <a:chExt cx="18799" cy="6047"/>
          </a:xfrm>
        </p:grpSpPr>
        <p:sp>
          <p:nvSpPr>
            <p:cNvPr id="69633" name="object 2"/>
            <p:cNvSpPr>
              <a:spLocks noChangeArrowheads="1"/>
            </p:cNvSpPr>
            <p:nvPr/>
          </p:nvSpPr>
          <p:spPr bwMode="auto">
            <a:xfrm>
              <a:off x="178" y="3938"/>
              <a:ext cx="2822" cy="326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3" name="object 3"/>
            <p:cNvSpPr txBox="1"/>
            <p:nvPr/>
          </p:nvSpPr>
          <p:spPr>
            <a:xfrm>
              <a:off x="1288" y="4630"/>
              <a:ext cx="600" cy="2230"/>
            </a:xfrm>
            <a:prstGeom prst="rect">
              <a:avLst/>
            </a:prstGeom>
          </p:spPr>
          <p:txBody>
            <a:bodyPr lIns="0" tIns="0" rIns="0" bIns="0">
              <a:spAutoFit/>
            </a:bodyPr>
            <a:lstStyle/>
            <a:p>
              <a:pPr marL="12700" algn="just">
                <a:lnSpc>
                  <a:spcPts val="2765"/>
                </a:lnSpc>
              </a:pPr>
              <a:r>
                <a:rPr lang="zh-CN" altLang="en-US" sz="2800" b="1">
                  <a:latin typeface="微软雅黑" panose="020B0503020204020204" pitchFamily="34" charset="-122"/>
                  <a:ea typeface="微软雅黑" panose="020B0503020204020204" pitchFamily="34" charset="-122"/>
                </a:rPr>
                <a:t>理论来源</a:t>
              </a:r>
              <a:endParaRPr lang="zh-CN" altLang="en-US" sz="2800">
                <a:latin typeface="微软雅黑" panose="020B0503020204020204" pitchFamily="34" charset="-122"/>
                <a:ea typeface="微软雅黑" panose="020B0503020204020204" pitchFamily="34" charset="-122"/>
              </a:endParaRPr>
            </a:p>
          </p:txBody>
        </p:sp>
        <p:sp>
          <p:nvSpPr>
            <p:cNvPr id="69635" name="object 4"/>
            <p:cNvSpPr>
              <a:spLocks noChangeArrowheads="1"/>
            </p:cNvSpPr>
            <p:nvPr/>
          </p:nvSpPr>
          <p:spPr bwMode="auto">
            <a:xfrm>
              <a:off x="5273" y="2475"/>
              <a:ext cx="3625" cy="1945"/>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2" name="object 5"/>
            <p:cNvSpPr txBox="1"/>
            <p:nvPr/>
          </p:nvSpPr>
          <p:spPr>
            <a:xfrm>
              <a:off x="6135" y="3075"/>
              <a:ext cx="1653" cy="955"/>
            </a:xfrm>
            <a:prstGeom prst="rect">
              <a:avLst/>
            </a:prstGeom>
          </p:spPr>
          <p:txBody>
            <a:bodyPr lIns="0" tIns="0" rIns="0" bIns="0">
              <a:spAutoFit/>
            </a:bodyPr>
            <a:lstStyle/>
            <a:p>
              <a:pPr algn="ctr"/>
              <a:r>
                <a:rPr lang="zh-CN" altLang="en-US" sz="2000" b="1">
                  <a:latin typeface="微软雅黑" panose="020B0503020204020204" pitchFamily="34" charset="-122"/>
                  <a:ea typeface="微软雅黑" panose="020B0503020204020204" pitchFamily="34" charset="-122"/>
                </a:rPr>
                <a:t>德国</a:t>
              </a:r>
              <a:endParaRPr lang="zh-CN" altLang="en-US" sz="2000">
                <a:latin typeface="微软雅黑" panose="020B0503020204020204" pitchFamily="34" charset="-122"/>
                <a:ea typeface="微软雅黑" panose="020B0503020204020204" pitchFamily="34" charset="-122"/>
              </a:endParaRPr>
            </a:p>
            <a:p>
              <a:pPr algn="ctr">
                <a:lnSpc>
                  <a:spcPts val="2375"/>
                </a:lnSpc>
              </a:pPr>
              <a:r>
                <a:rPr lang="zh-CN" altLang="en-US" sz="2000" b="1">
                  <a:latin typeface="微软雅黑" panose="020B0503020204020204" pitchFamily="34" charset="-122"/>
                  <a:ea typeface="微软雅黑" panose="020B0503020204020204" pitchFamily="34" charset="-122"/>
                </a:rPr>
                <a:t>古典哲学</a:t>
              </a:r>
              <a:endParaRPr lang="zh-CN" altLang="en-US" sz="2000">
                <a:latin typeface="微软雅黑" panose="020B0503020204020204" pitchFamily="34" charset="-122"/>
                <a:ea typeface="微软雅黑" panose="020B0503020204020204" pitchFamily="34" charset="-122"/>
              </a:endParaRPr>
            </a:p>
          </p:txBody>
        </p:sp>
        <p:sp>
          <p:nvSpPr>
            <p:cNvPr id="69637" name="object 6"/>
            <p:cNvSpPr>
              <a:spLocks noChangeArrowheads="1"/>
            </p:cNvSpPr>
            <p:nvPr/>
          </p:nvSpPr>
          <p:spPr bwMode="auto">
            <a:xfrm>
              <a:off x="5273" y="4538"/>
              <a:ext cx="3625" cy="1945"/>
            </a:xfrm>
            <a:prstGeom prst="rect">
              <a:avLst/>
            </a:prstGeom>
            <a:blipFill dpi="0" rotWithShape="1">
              <a:blip r:embed="rId6"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7" name="object 7"/>
            <p:cNvSpPr txBox="1"/>
            <p:nvPr/>
          </p:nvSpPr>
          <p:spPr>
            <a:xfrm>
              <a:off x="5935" y="5155"/>
              <a:ext cx="2058" cy="958"/>
            </a:xfrm>
            <a:prstGeom prst="rect">
              <a:avLst/>
            </a:prstGeom>
          </p:spPr>
          <p:txBody>
            <a:bodyPr lIns="0" tIns="0" rIns="0" bIns="0">
              <a:spAutoFit/>
            </a:bodyPr>
            <a:lstStyle/>
            <a:p>
              <a:pPr algn="ctr"/>
              <a:r>
                <a:rPr lang="zh-CN" altLang="en-US" sz="2000" b="1">
                  <a:latin typeface="微软雅黑" panose="020B0503020204020204" pitchFamily="34" charset="-122"/>
                  <a:ea typeface="微软雅黑" panose="020B0503020204020204" pitchFamily="34" charset="-122"/>
                </a:rPr>
                <a:t>英国古典</a:t>
              </a:r>
              <a:endParaRPr lang="zh-CN" altLang="en-US" sz="2000">
                <a:latin typeface="微软雅黑" panose="020B0503020204020204" pitchFamily="34" charset="-122"/>
                <a:ea typeface="微软雅黑" panose="020B0503020204020204" pitchFamily="34" charset="-122"/>
              </a:endParaRPr>
            </a:p>
            <a:p>
              <a:pPr algn="ctr">
                <a:lnSpc>
                  <a:spcPts val="2375"/>
                </a:lnSpc>
              </a:pPr>
              <a:r>
                <a:rPr lang="zh-CN" altLang="en-US" sz="2000" b="1">
                  <a:latin typeface="微软雅黑" panose="020B0503020204020204" pitchFamily="34" charset="-122"/>
                  <a:ea typeface="微软雅黑" panose="020B0503020204020204" pitchFamily="34" charset="-122"/>
                </a:rPr>
                <a:t>政治经济学</a:t>
              </a:r>
              <a:endParaRPr lang="zh-CN" altLang="en-US" sz="2000">
                <a:latin typeface="微软雅黑" panose="020B0503020204020204" pitchFamily="34" charset="-122"/>
                <a:ea typeface="微软雅黑" panose="020B0503020204020204" pitchFamily="34" charset="-122"/>
              </a:endParaRPr>
            </a:p>
          </p:txBody>
        </p:sp>
        <p:sp>
          <p:nvSpPr>
            <p:cNvPr id="69639" name="object 8"/>
            <p:cNvSpPr>
              <a:spLocks noChangeArrowheads="1"/>
            </p:cNvSpPr>
            <p:nvPr/>
          </p:nvSpPr>
          <p:spPr bwMode="auto">
            <a:xfrm>
              <a:off x="5273" y="6578"/>
              <a:ext cx="3625" cy="1945"/>
            </a:xfrm>
            <a:prstGeom prst="rect">
              <a:avLst/>
            </a:prstGeom>
            <a:blipFill dpi="0" rotWithShape="1">
              <a:blip r:embed="rId7"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9" name="object 9"/>
            <p:cNvSpPr txBox="1"/>
            <p:nvPr/>
          </p:nvSpPr>
          <p:spPr>
            <a:xfrm>
              <a:off x="6135" y="7195"/>
              <a:ext cx="1653" cy="970"/>
            </a:xfrm>
            <a:prstGeom prst="rect">
              <a:avLst/>
            </a:prstGeom>
          </p:spPr>
          <p:txBody>
            <a:bodyPr lIns="0" tIns="0" rIns="0" bIns="0">
              <a:spAutoFit/>
            </a:bodyPr>
            <a:lstStyle/>
            <a:p>
              <a:pPr marL="12700"/>
              <a:r>
                <a:rPr lang="zh-CN" altLang="en-US" sz="2000" b="1">
                  <a:latin typeface="微软雅黑" panose="020B0503020204020204" pitchFamily="34" charset="-122"/>
                  <a:ea typeface="微软雅黑" panose="020B0503020204020204" pitchFamily="34" charset="-122"/>
                </a:rPr>
                <a:t>英法空想社会主义</a:t>
              </a:r>
              <a:endParaRPr lang="zh-CN" altLang="en-US" sz="2000">
                <a:latin typeface="微软雅黑" panose="020B0503020204020204" pitchFamily="34" charset="-122"/>
                <a:ea typeface="微软雅黑" panose="020B0503020204020204" pitchFamily="34" charset="-122"/>
              </a:endParaRPr>
            </a:p>
          </p:txBody>
        </p:sp>
        <p:sp>
          <p:nvSpPr>
            <p:cNvPr id="69641" name="object 10"/>
            <p:cNvSpPr/>
            <p:nvPr/>
          </p:nvSpPr>
          <p:spPr bwMode="auto">
            <a:xfrm>
              <a:off x="2880" y="3720"/>
              <a:ext cx="2400" cy="3960"/>
            </a:xfrm>
            <a:custGeom>
              <a:avLst/>
              <a:gdLst/>
              <a:ahLst/>
              <a:cxnLst>
                <a:cxn ang="0">
                  <a:pos x="1524000" y="2514600"/>
                </a:cxn>
                <a:cxn ang="0">
                  <a:pos x="1524000" y="2514600"/>
                </a:cxn>
                <a:cxn ang="0">
                  <a:pos x="762000" y="2514600"/>
                </a:cxn>
                <a:cxn ang="0">
                  <a:pos x="762000" y="1244600"/>
                </a:cxn>
                <a:cxn ang="0">
                  <a:pos x="0" y="1244600"/>
                </a:cxn>
                <a:cxn ang="0">
                  <a:pos x="83034" y="1244600"/>
                </a:cxn>
                <a:cxn ang="0">
                  <a:pos x="762000" y="1244600"/>
                </a:cxn>
                <a:cxn ang="0">
                  <a:pos x="762000" y="0"/>
                </a:cxn>
                <a:cxn ang="0">
                  <a:pos x="1440965" y="0"/>
                </a:cxn>
                <a:cxn ang="0">
                  <a:pos x="1524000" y="0"/>
                </a:cxn>
              </a:cxnLst>
              <a:rect l="0" t="0" r="r" b="b"/>
              <a:pathLst>
                <a:path w="1524000" h="2514600">
                  <a:moveTo>
                    <a:pt x="1524000" y="2514600"/>
                  </a:moveTo>
                  <a:lnTo>
                    <a:pt x="1524000" y="2514600"/>
                  </a:lnTo>
                  <a:lnTo>
                    <a:pt x="762000" y="2514600"/>
                  </a:lnTo>
                  <a:lnTo>
                    <a:pt x="762000" y="1244600"/>
                  </a:lnTo>
                  <a:lnTo>
                    <a:pt x="0" y="1244600"/>
                  </a:lnTo>
                  <a:lnTo>
                    <a:pt x="83034" y="1244600"/>
                  </a:lnTo>
                  <a:lnTo>
                    <a:pt x="762000" y="1244600"/>
                  </a:lnTo>
                  <a:lnTo>
                    <a:pt x="762000" y="0"/>
                  </a:lnTo>
                  <a:lnTo>
                    <a:pt x="1440965" y="0"/>
                  </a:lnTo>
                  <a:lnTo>
                    <a:pt x="1524000" y="0"/>
                  </a:lnTo>
                </a:path>
              </a:pathLst>
            </a:custGeom>
            <a:noFill/>
            <a:ln w="38100">
              <a:solidFill>
                <a:srgbClr val="FF6600"/>
              </a:solidFill>
              <a:round/>
            </a:ln>
          </p:spPr>
          <p:txBody>
            <a:bodyPr lIns="0" tIns="0" rIns="0" bIns="0"/>
            <a:lstStyle/>
            <a:p>
              <a:endParaRPr lang="zh-CN" altLang="en-US"/>
            </a:p>
          </p:txBody>
        </p:sp>
        <p:sp>
          <p:nvSpPr>
            <p:cNvPr id="69644" name="object 10"/>
            <p:cNvSpPr/>
            <p:nvPr/>
          </p:nvSpPr>
          <p:spPr bwMode="auto">
            <a:xfrm rot="10800000">
              <a:off x="13760" y="3560"/>
              <a:ext cx="2400" cy="3960"/>
            </a:xfrm>
            <a:custGeom>
              <a:avLst/>
              <a:gdLst/>
              <a:ahLst/>
              <a:cxnLst>
                <a:cxn ang="0">
                  <a:pos x="1524000" y="2514600"/>
                </a:cxn>
                <a:cxn ang="0">
                  <a:pos x="1524000" y="2514600"/>
                </a:cxn>
                <a:cxn ang="0">
                  <a:pos x="762000" y="2514600"/>
                </a:cxn>
                <a:cxn ang="0">
                  <a:pos x="762000" y="1244600"/>
                </a:cxn>
                <a:cxn ang="0">
                  <a:pos x="0" y="1244600"/>
                </a:cxn>
                <a:cxn ang="0">
                  <a:pos x="83034" y="1244600"/>
                </a:cxn>
                <a:cxn ang="0">
                  <a:pos x="762000" y="1244600"/>
                </a:cxn>
                <a:cxn ang="0">
                  <a:pos x="762000" y="0"/>
                </a:cxn>
                <a:cxn ang="0">
                  <a:pos x="1440965" y="0"/>
                </a:cxn>
                <a:cxn ang="0">
                  <a:pos x="1524000" y="0"/>
                </a:cxn>
              </a:cxnLst>
              <a:rect l="0" t="0" r="r" b="b"/>
              <a:pathLst>
                <a:path w="1524000" h="2514600">
                  <a:moveTo>
                    <a:pt x="1524000" y="2514600"/>
                  </a:moveTo>
                  <a:lnTo>
                    <a:pt x="1524000" y="2514600"/>
                  </a:lnTo>
                  <a:lnTo>
                    <a:pt x="762000" y="2514600"/>
                  </a:lnTo>
                  <a:lnTo>
                    <a:pt x="762000" y="1244600"/>
                  </a:lnTo>
                  <a:lnTo>
                    <a:pt x="0" y="1244600"/>
                  </a:lnTo>
                  <a:lnTo>
                    <a:pt x="83034" y="1244600"/>
                  </a:lnTo>
                  <a:lnTo>
                    <a:pt x="762000" y="1244600"/>
                  </a:lnTo>
                  <a:lnTo>
                    <a:pt x="762000" y="0"/>
                  </a:lnTo>
                  <a:lnTo>
                    <a:pt x="1440965" y="0"/>
                  </a:lnTo>
                  <a:lnTo>
                    <a:pt x="1524000" y="0"/>
                  </a:lnTo>
                </a:path>
              </a:pathLst>
            </a:custGeom>
            <a:noFill/>
            <a:ln w="38100">
              <a:solidFill>
                <a:srgbClr val="FF6600"/>
              </a:solidFill>
              <a:round/>
            </a:ln>
          </p:spPr>
          <p:txBody>
            <a:bodyPr lIns="0" tIns="0" rIns="0" bIns="0"/>
            <a:lstStyle/>
            <a:p>
              <a:endParaRPr lang="zh-CN" altLang="en-US"/>
            </a:p>
          </p:txBody>
        </p:sp>
        <p:sp>
          <p:nvSpPr>
            <p:cNvPr id="69645" name="object 4"/>
            <p:cNvSpPr>
              <a:spLocks noChangeArrowheads="1"/>
            </p:cNvSpPr>
            <p:nvPr/>
          </p:nvSpPr>
          <p:spPr bwMode="auto">
            <a:xfrm>
              <a:off x="10153" y="2475"/>
              <a:ext cx="3625" cy="1945"/>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24" name="object 5"/>
            <p:cNvSpPr txBox="1"/>
            <p:nvPr/>
          </p:nvSpPr>
          <p:spPr>
            <a:xfrm>
              <a:off x="10933" y="3075"/>
              <a:ext cx="2062" cy="968"/>
            </a:xfrm>
            <a:prstGeom prst="rect">
              <a:avLst/>
            </a:prstGeom>
          </p:spPr>
          <p:txBody>
            <a:bodyPr lIns="0" tIns="0" rIns="0" bIns="0">
              <a:spAutoFit/>
            </a:bodyPr>
            <a:lstStyle/>
            <a:p>
              <a:pPr algn="ctr"/>
              <a:r>
                <a:rPr lang="zh-CN" altLang="en-US" sz="2000" b="1">
                  <a:latin typeface="宋体" panose="02010600030101010101" pitchFamily="2" charset="-122"/>
                  <a:ea typeface="微软雅黑" panose="020B0503020204020204" pitchFamily="34" charset="-122"/>
                </a:rPr>
                <a:t>马克思主义哲学</a:t>
              </a:r>
            </a:p>
          </p:txBody>
        </p:sp>
        <p:sp>
          <p:nvSpPr>
            <p:cNvPr id="69647" name="object 6"/>
            <p:cNvSpPr>
              <a:spLocks noChangeArrowheads="1"/>
            </p:cNvSpPr>
            <p:nvPr/>
          </p:nvSpPr>
          <p:spPr bwMode="auto">
            <a:xfrm>
              <a:off x="10153" y="4498"/>
              <a:ext cx="3625" cy="1945"/>
            </a:xfrm>
            <a:prstGeom prst="rect">
              <a:avLst/>
            </a:prstGeom>
            <a:blipFill dpi="0" rotWithShape="1">
              <a:blip r:embed="rId6"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26" name="object 7"/>
            <p:cNvSpPr txBox="1"/>
            <p:nvPr/>
          </p:nvSpPr>
          <p:spPr>
            <a:xfrm>
              <a:off x="10815" y="5115"/>
              <a:ext cx="2058" cy="965"/>
            </a:xfrm>
            <a:prstGeom prst="rect">
              <a:avLst/>
            </a:prstGeom>
          </p:spPr>
          <p:txBody>
            <a:bodyPr lIns="0" tIns="0" rIns="0" bIns="0">
              <a:spAutoFit/>
            </a:bodyPr>
            <a:lstStyle/>
            <a:p>
              <a:pPr algn="ctr"/>
              <a:r>
                <a:rPr lang="zh-CN" altLang="en-US" sz="2000" b="1">
                  <a:latin typeface="宋体" panose="02010600030101010101" pitchFamily="2" charset="-122"/>
                  <a:ea typeface="微软雅黑" panose="020B0503020204020204" pitchFamily="34" charset="-122"/>
                </a:rPr>
                <a:t>马克思主义</a:t>
              </a:r>
              <a:endParaRPr lang="zh-CN" altLang="en-US" sz="2000" b="1">
                <a:latin typeface="微软雅黑" panose="020B0503020204020204" pitchFamily="34" charset="-122"/>
                <a:ea typeface="微软雅黑" panose="020B0503020204020204" pitchFamily="34" charset="-122"/>
              </a:endParaRPr>
            </a:p>
            <a:p>
              <a:pPr algn="ctr">
                <a:lnSpc>
                  <a:spcPts val="2375"/>
                </a:lnSpc>
              </a:pPr>
              <a:r>
                <a:rPr lang="zh-CN" altLang="en-US" sz="2000" b="1">
                  <a:latin typeface="微软雅黑" panose="020B0503020204020204" pitchFamily="34" charset="-122"/>
                  <a:ea typeface="微软雅黑" panose="020B0503020204020204" pitchFamily="34" charset="-122"/>
                </a:rPr>
                <a:t>政治经济学</a:t>
              </a:r>
              <a:endParaRPr lang="zh-CN" altLang="en-US" sz="2000">
                <a:latin typeface="微软雅黑" panose="020B0503020204020204" pitchFamily="34" charset="-122"/>
                <a:ea typeface="微软雅黑" panose="020B0503020204020204" pitchFamily="34" charset="-122"/>
              </a:endParaRPr>
            </a:p>
          </p:txBody>
        </p:sp>
        <p:sp>
          <p:nvSpPr>
            <p:cNvPr id="69649" name="object 8"/>
            <p:cNvSpPr>
              <a:spLocks noChangeArrowheads="1"/>
            </p:cNvSpPr>
            <p:nvPr/>
          </p:nvSpPr>
          <p:spPr bwMode="auto">
            <a:xfrm>
              <a:off x="10153" y="6538"/>
              <a:ext cx="3625" cy="1945"/>
            </a:xfrm>
            <a:prstGeom prst="rect">
              <a:avLst/>
            </a:prstGeom>
            <a:blipFill dpi="0" rotWithShape="1">
              <a:blip r:embed="rId7"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28" name="object 9"/>
            <p:cNvSpPr txBox="1"/>
            <p:nvPr/>
          </p:nvSpPr>
          <p:spPr>
            <a:xfrm>
              <a:off x="11015" y="7155"/>
              <a:ext cx="1653" cy="970"/>
            </a:xfrm>
            <a:prstGeom prst="rect">
              <a:avLst/>
            </a:prstGeom>
          </p:spPr>
          <p:txBody>
            <a:bodyPr lIns="0" tIns="0" rIns="0" bIns="0">
              <a:spAutoFit/>
            </a:bodyPr>
            <a:lstStyle/>
            <a:p>
              <a:pPr marL="12700" algn="ctr"/>
              <a:r>
                <a:rPr lang="zh-CN" altLang="en-US" sz="2000" b="1">
                  <a:latin typeface="宋体" panose="02010600030101010101" pitchFamily="2" charset="-122"/>
                  <a:ea typeface="微软雅黑" panose="020B0503020204020204" pitchFamily="34" charset="-122"/>
                </a:rPr>
                <a:t>科学</a:t>
              </a:r>
              <a:endParaRPr lang="zh-CN" altLang="en-US" sz="2000" b="1">
                <a:latin typeface="微软雅黑" panose="020B0503020204020204" pitchFamily="34" charset="-122"/>
                <a:ea typeface="微软雅黑" panose="020B0503020204020204" pitchFamily="34" charset="-122"/>
              </a:endParaRPr>
            </a:p>
            <a:p>
              <a:pPr marL="12700" algn="ctr"/>
              <a:r>
                <a:rPr lang="zh-CN" altLang="en-US" sz="2000" b="1">
                  <a:latin typeface="微软雅黑" panose="020B0503020204020204" pitchFamily="34" charset="-122"/>
                  <a:ea typeface="微软雅黑" panose="020B0503020204020204" pitchFamily="34" charset="-122"/>
                </a:rPr>
                <a:t>社会主义</a:t>
              </a:r>
              <a:endParaRPr lang="zh-CN" altLang="en-US" sz="2000">
                <a:latin typeface="微软雅黑" panose="020B0503020204020204" pitchFamily="34" charset="-122"/>
                <a:ea typeface="微软雅黑" panose="020B0503020204020204" pitchFamily="34" charset="-122"/>
              </a:endParaRPr>
            </a:p>
          </p:txBody>
        </p:sp>
        <p:sp>
          <p:nvSpPr>
            <p:cNvPr id="69651" name="object 2"/>
            <p:cNvSpPr>
              <a:spLocks noChangeArrowheads="1"/>
            </p:cNvSpPr>
            <p:nvPr/>
          </p:nvSpPr>
          <p:spPr bwMode="auto">
            <a:xfrm>
              <a:off x="16155" y="3938"/>
              <a:ext cx="2823" cy="326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30" name="object 3"/>
            <p:cNvSpPr txBox="1"/>
            <p:nvPr/>
          </p:nvSpPr>
          <p:spPr>
            <a:xfrm>
              <a:off x="17208" y="4350"/>
              <a:ext cx="600" cy="2788"/>
            </a:xfrm>
            <a:prstGeom prst="rect">
              <a:avLst/>
            </a:prstGeom>
          </p:spPr>
          <p:txBody>
            <a:bodyPr lIns="0" tIns="0" rIns="0" bIns="0">
              <a:spAutoFit/>
            </a:bodyPr>
            <a:lstStyle/>
            <a:p>
              <a:pPr marL="12700" algn="just">
                <a:lnSpc>
                  <a:spcPts val="2765"/>
                </a:lnSpc>
              </a:pPr>
              <a:r>
                <a:rPr lang="zh-CN" altLang="en-US" sz="2800" b="1">
                  <a:latin typeface="宋体" panose="02010600030101010101" pitchFamily="2" charset="-122"/>
                  <a:ea typeface="微软雅黑" panose="020B0503020204020204" pitchFamily="34" charset="-122"/>
                </a:rPr>
                <a:t>马克思主义</a:t>
              </a:r>
            </a:p>
          </p:txBody>
        </p:sp>
        <p:cxnSp>
          <p:nvCxnSpPr>
            <p:cNvPr id="32" name="肘形连接符 31"/>
            <p:cNvCxnSpPr>
              <a:stCxn id="69635" idx="3"/>
              <a:endCxn id="69645" idx="1"/>
            </p:cNvCxnSpPr>
            <p:nvPr/>
          </p:nvCxnSpPr>
          <p:spPr>
            <a:xfrm>
              <a:off x="8898" y="3328"/>
              <a:ext cx="1255" cy="5"/>
            </a:xfrm>
            <a:prstGeom prst="bentConnector2">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33" name="肘形连接符 32"/>
            <p:cNvCxnSpPr/>
            <p:nvPr/>
          </p:nvCxnSpPr>
          <p:spPr>
            <a:xfrm>
              <a:off x="8898" y="5468"/>
              <a:ext cx="1255" cy="5"/>
            </a:xfrm>
            <a:prstGeom prst="bentConnector2">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34" name="肘形连接符 33"/>
            <p:cNvCxnSpPr/>
            <p:nvPr/>
          </p:nvCxnSpPr>
          <p:spPr>
            <a:xfrm>
              <a:off x="8898" y="7508"/>
              <a:ext cx="1255" cy="5"/>
            </a:xfrm>
            <a:prstGeom prst="bentConnector2">
              <a:avLst/>
            </a:prstGeom>
            <a:ln>
              <a:tailEnd type="arrow" w="med" len="med"/>
            </a:ln>
          </p:spPr>
          <p:style>
            <a:lnRef idx="3">
              <a:schemeClr val="accent2"/>
            </a:lnRef>
            <a:fillRef idx="0">
              <a:schemeClr val="accent2"/>
            </a:fillRef>
            <a:effectRef idx="2">
              <a:schemeClr val="accent2"/>
            </a:effectRef>
            <a:fontRef idx="minor">
              <a:schemeClr val="tx1"/>
            </a:fontRef>
          </p:style>
        </p:cxnSp>
      </p:grpSp>
      <p:sp>
        <p:nvSpPr>
          <p:cNvPr id="12295" name="文本框 3"/>
          <p:cNvSpPr txBox="1"/>
          <p:nvPr/>
        </p:nvSpPr>
        <p:spPr>
          <a:xfrm>
            <a:off x="785813" y="971550"/>
            <a:ext cx="1808480" cy="583565"/>
          </a:xfrm>
          <a:prstGeom prst="rect">
            <a:avLst/>
          </a:prstGeom>
          <a:noFill/>
          <a:ln w="9525">
            <a:noFill/>
          </a:ln>
        </p:spPr>
        <p:txBody>
          <a:bodyPr wrap="none">
            <a:spAutoFit/>
          </a:bodyPr>
          <a:lstStyle/>
          <a:p>
            <a:pPr eaLnBrk="1" hangingPunct="1"/>
            <a:r>
              <a:rPr lang="zh-CN" altLang="en-US" sz="3200" b="1" dirty="0">
                <a:solidFill>
                  <a:schemeClr val="bg2"/>
                </a:solidFill>
                <a:latin typeface="微软雅黑" panose="020B0503020204020204" pitchFamily="34" charset="-122"/>
              </a:rPr>
              <a:t>思想渊源</a:t>
            </a:r>
          </a:p>
        </p:txBody>
      </p:sp>
    </p:spTree>
    <p:custDataLst>
      <p:tags r:id="rId1"/>
    </p:custDataLst>
  </p:cSld>
  <p:clrMapOvr>
    <a:masterClrMapping/>
  </p:clrMapOvr>
  <p:transition>
    <p:blinds/>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8521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6" name="object 2"/>
          <p:cNvSpPr txBox="1"/>
          <p:nvPr/>
        </p:nvSpPr>
        <p:spPr>
          <a:xfrm>
            <a:off x="768033" y="4263708"/>
            <a:ext cx="3457575" cy="368935"/>
          </a:xfrm>
          <a:prstGeom prst="rect">
            <a:avLst/>
          </a:prstGeom>
        </p:spPr>
        <p:txBody>
          <a:bodyPr lIns="0" tIns="0" rIns="0" bIns="0">
            <a:spAutoFit/>
          </a:bodyPr>
          <a:lstStyle/>
          <a:p>
            <a:pPr marL="12700" algn="ctr"/>
            <a:r>
              <a:rPr sz="2400" b="1">
                <a:solidFill>
                  <a:srgbClr val="002060"/>
                </a:solidFill>
              </a:rPr>
              <a:t>黑格尔的唯心主义辩证法</a:t>
            </a:r>
          </a:p>
        </p:txBody>
      </p:sp>
      <p:sp>
        <p:nvSpPr>
          <p:cNvPr id="70658" name="object 4"/>
          <p:cNvSpPr>
            <a:spLocks noChangeArrowheads="1"/>
          </p:cNvSpPr>
          <p:nvPr/>
        </p:nvSpPr>
        <p:spPr bwMode="auto">
          <a:xfrm>
            <a:off x="1300480" y="1600200"/>
            <a:ext cx="2582863" cy="236220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9" name="object 9"/>
          <p:cNvSpPr txBox="1"/>
          <p:nvPr/>
        </p:nvSpPr>
        <p:spPr>
          <a:xfrm>
            <a:off x="4225925" y="5601970"/>
            <a:ext cx="3231515" cy="564515"/>
          </a:xfrm>
          <a:prstGeom prst="rect">
            <a:avLst/>
          </a:prstGeom>
          <a:noFill/>
          <a:extLst>
            <a:ext uri="{909E8E84-426E-40DD-AFC4-6F175D3DCCD1}">
              <a14:hiddenFill xmlns:a14="http://schemas.microsoft.com/office/drawing/2010/main" xmlns="">
                <a:solidFill>
                  <a:srgbClr val="4F81BC"/>
                </a:solidFill>
              </a14:hiddenFill>
            </a:ext>
          </a:extLst>
        </p:spPr>
        <p:txBody>
          <a:bodyPr wrap="square" lIns="0" tIns="72390" rIns="0" bIns="0">
            <a:spAutoFit/>
          </a:bodyPr>
          <a:lstStyle/>
          <a:p>
            <a:pPr marL="449580">
              <a:spcBef>
                <a:spcPts val="575"/>
              </a:spcBef>
            </a:pPr>
            <a:r>
              <a:rPr lang="zh-CN" altLang="en-US" sz="3200" b="1">
                <a:latin typeface="微软雅黑" panose="020B0503020204020204" pitchFamily="34" charset="-122"/>
                <a:ea typeface="微软雅黑" panose="020B0503020204020204" pitchFamily="34" charset="-122"/>
              </a:rPr>
              <a:t>德国古典哲学</a:t>
            </a:r>
          </a:p>
        </p:txBody>
      </p:sp>
      <p:sp>
        <p:nvSpPr>
          <p:cNvPr id="2" name="object 10"/>
          <p:cNvSpPr txBox="1"/>
          <p:nvPr/>
        </p:nvSpPr>
        <p:spPr>
          <a:xfrm>
            <a:off x="5071745" y="1153795"/>
            <a:ext cx="5612765" cy="3893185"/>
          </a:xfrm>
          <a:prstGeom prst="rect">
            <a:avLst/>
          </a:prstGeom>
        </p:spPr>
        <p:txBody>
          <a:bodyPr vert="horz" wrap="square" lIns="0" tIns="15240" rIns="0" bIns="0" rtlCol="0">
            <a:spAutoFit/>
          </a:bodyPr>
          <a:lstStyle/>
          <a:p>
            <a:pPr marL="12700" marR="5080" algn="l">
              <a:lnSpc>
                <a:spcPct val="150000"/>
              </a:lnSpc>
              <a:spcBef>
                <a:spcPts val="100"/>
              </a:spcBef>
            </a:pPr>
            <a:r>
              <a:rPr lang="zh-CN" altLang="en-US" sz="2800">
                <a:latin typeface="微软雅黑" panose="020B0503020204020204" pitchFamily="34" charset="-122"/>
              </a:rPr>
              <a:t>黑格尔在他的哲学体系中，第一次试图把整个自然界、历史和精神的世界描述为是运动和发展的， 并努力揭示这种运动和发展的内在联系。这种辩证法思想是黑格尔哲学体系的“</a:t>
            </a:r>
            <a:r>
              <a:rPr lang="zh-CN" altLang="en-US" sz="2800" b="1" u="sng">
                <a:solidFill>
                  <a:srgbClr val="FF0000"/>
                </a:solidFill>
                <a:effectLst>
                  <a:outerShdw blurRad="38100" dist="38100" dir="2700000" algn="tl">
                    <a:srgbClr val="000000">
                      <a:alpha val="43137"/>
                    </a:srgbClr>
                  </a:outerShdw>
                </a:effectLst>
                <a:latin typeface="微软雅黑" panose="020B0503020204020204" pitchFamily="34" charset="-122"/>
              </a:rPr>
              <a:t>合理内核</a:t>
            </a:r>
            <a:r>
              <a:rPr lang="zh-CN" altLang="en-US" sz="2800">
                <a:latin typeface="微软雅黑" panose="020B0503020204020204" pitchFamily="34" charset="-122"/>
              </a:rPr>
              <a:t>”。</a:t>
            </a:r>
          </a:p>
        </p:txBody>
      </p:sp>
    </p:spTree>
    <p:custDataLst>
      <p:tags r:id="rId1"/>
    </p:custDataLst>
  </p:cSld>
  <p:clrMapOvr>
    <a:masterClrMapping/>
  </p:clrMapOvr>
  <p:transition>
    <p:blinds/>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351337" y="1140674"/>
            <a:ext cx="9115281" cy="3814906"/>
          </a:xfrm>
          <a:prstGeom prst="rect">
            <a:avLst/>
          </a:prstGeom>
          <a:blipFill>
            <a:blip r:embed="rId2" cstate="print"/>
            <a:stretch>
              <a:fillRect/>
            </a:stretch>
          </a:blipFill>
        </p:spPr>
        <p:txBody>
          <a:bodyPr wrap="square" lIns="0" tIns="0" rIns="0" bIns="0" rtlCol="0"/>
          <a:lstStyle/>
          <a:p>
            <a:endParaRPr sz="100"/>
          </a:p>
        </p:txBody>
      </p:sp>
      <p:sp>
        <p:nvSpPr>
          <p:cNvPr id="9" name="object 9"/>
          <p:cNvSpPr txBox="1"/>
          <p:nvPr/>
        </p:nvSpPr>
        <p:spPr>
          <a:xfrm>
            <a:off x="1540510" y="5108575"/>
            <a:ext cx="4234180" cy="383540"/>
          </a:xfrm>
          <a:prstGeom prst="rect">
            <a:avLst/>
          </a:prstGeom>
        </p:spPr>
        <p:txBody>
          <a:bodyPr vert="horz" wrap="square" lIns="0" tIns="14933" rIns="0" bIns="0" rtlCol="0">
            <a:spAutoFit/>
          </a:bodyPr>
          <a:lstStyle/>
          <a:p>
            <a:pPr marL="12700">
              <a:lnSpc>
                <a:spcPct val="100000"/>
              </a:lnSpc>
              <a:spcBef>
                <a:spcPts val="130"/>
              </a:spcBef>
            </a:pPr>
            <a:r>
              <a:rPr sz="2400" b="1">
                <a:solidFill>
                  <a:srgbClr val="002060"/>
                </a:solidFill>
              </a:rPr>
              <a:t>费尔巴哈的形而上学唯物主义</a:t>
            </a:r>
          </a:p>
        </p:txBody>
      </p:sp>
      <p:sp>
        <p:nvSpPr>
          <p:cNvPr id="10" name="object 10"/>
          <p:cNvSpPr txBox="1"/>
          <p:nvPr/>
        </p:nvSpPr>
        <p:spPr>
          <a:xfrm>
            <a:off x="5866130" y="1406525"/>
            <a:ext cx="4349115" cy="3241675"/>
          </a:xfrm>
          <a:prstGeom prst="rect">
            <a:avLst/>
          </a:prstGeom>
        </p:spPr>
        <p:txBody>
          <a:bodyPr vert="horz" wrap="square" lIns="0" tIns="10338" rIns="0" bIns="0" rtlCol="0">
            <a:spAutoFit/>
          </a:bodyPr>
          <a:lstStyle/>
          <a:p>
            <a:pPr marL="12700" marR="5080" algn="l">
              <a:lnSpc>
                <a:spcPct val="150000"/>
              </a:lnSpc>
              <a:spcBef>
                <a:spcPts val="0"/>
              </a:spcBef>
            </a:pPr>
            <a:r>
              <a:rPr lang="zh-CN" altLang="en-US" sz="2800">
                <a:latin typeface="微软雅黑" panose="020B0503020204020204" pitchFamily="34" charset="-122"/>
              </a:rPr>
              <a:t>费尔巴哈通过对宗教神学和黑格尔客观唯心主义的批判，恢复了唯物主义权威，但是他坚持形而上学，坚持唯心史观。</a:t>
            </a: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13" name="object 9"/>
          <p:cNvSpPr txBox="1"/>
          <p:nvPr/>
        </p:nvSpPr>
        <p:spPr>
          <a:xfrm>
            <a:off x="4225925" y="5601970"/>
            <a:ext cx="3231515" cy="564515"/>
          </a:xfrm>
          <a:prstGeom prst="rect">
            <a:avLst/>
          </a:prstGeom>
          <a:noFill/>
          <a:extLst>
            <a:ext uri="{909E8E84-426E-40DD-AFC4-6F175D3DCCD1}">
              <a14:hiddenFill xmlns:a14="http://schemas.microsoft.com/office/drawing/2010/main" xmlns="">
                <a:solidFill>
                  <a:srgbClr val="4F81BC"/>
                </a:solidFill>
              </a14:hiddenFill>
            </a:ext>
          </a:extLst>
        </p:spPr>
        <p:txBody>
          <a:bodyPr wrap="square" lIns="0" tIns="72390" rIns="0" bIns="0">
            <a:spAutoFit/>
          </a:bodyPr>
          <a:lstStyle/>
          <a:p>
            <a:pPr marL="449580">
              <a:spcBef>
                <a:spcPts val="575"/>
              </a:spcBef>
            </a:pPr>
            <a:r>
              <a:rPr lang="zh-CN" altLang="en-US" sz="3200" b="1">
                <a:latin typeface="微软雅黑" panose="020B0503020204020204" pitchFamily="34" charset="-122"/>
                <a:ea typeface="微软雅黑" panose="020B0503020204020204" pitchFamily="34" charset="-122"/>
              </a:rPr>
              <a:t>德国古典哲学</a:t>
            </a:r>
          </a:p>
        </p:txBody>
      </p:sp>
      <p:sp>
        <p:nvSpPr>
          <p:cNvPr id="14" name="矩形 13"/>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Tree>
  </p:cSld>
  <p:clrMapOvr>
    <a:masterClrMapping/>
  </p:clrMapOvr>
  <p:transition>
    <p:blinds/>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8521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11" name="object 4"/>
          <p:cNvSpPr txBox="1"/>
          <p:nvPr/>
        </p:nvSpPr>
        <p:spPr>
          <a:xfrm>
            <a:off x="2207916" y="1641645"/>
            <a:ext cx="8274050" cy="3240405"/>
          </a:xfrm>
          <a:prstGeom prst="rect">
            <a:avLst/>
          </a:prstGeom>
        </p:spPr>
        <p:txBody>
          <a:bodyPr vert="horz" wrap="square" lIns="0" tIns="8890" rIns="0" bIns="0" rtlCol="0">
            <a:spAutoFit/>
          </a:bodyPr>
          <a:lstStyle/>
          <a:p>
            <a:pPr marL="12700" marR="5080">
              <a:lnSpc>
                <a:spcPct val="150000"/>
              </a:lnSpc>
              <a:spcBef>
                <a:spcPts val="0"/>
              </a:spcBef>
            </a:pPr>
            <a:r>
              <a:rPr sz="2800" spc="-5" dirty="0">
                <a:solidFill>
                  <a:srgbClr val="FF0000"/>
                </a:solidFill>
                <a:latin typeface="微软雅黑" panose="020B0503020204020204" pitchFamily="34" charset="-122"/>
                <a:cs typeface="微软雅黑" panose="020B0503020204020204" pitchFamily="34" charset="-122"/>
              </a:rPr>
              <a:t>英国古典政治经济学</a:t>
            </a:r>
            <a:r>
              <a:rPr sz="2800" spc="-5" dirty="0">
                <a:solidFill>
                  <a:schemeClr val="tx1"/>
                </a:solidFill>
                <a:latin typeface="微软雅黑" panose="020B0503020204020204" pitchFamily="34" charset="-122"/>
                <a:cs typeface="微软雅黑" panose="020B0503020204020204" pitchFamily="34" charset="-122"/>
              </a:rPr>
              <a:t>以亚当</a:t>
            </a:r>
            <a:r>
              <a:rPr sz="2800" b="1" spc="-5" dirty="0">
                <a:solidFill>
                  <a:schemeClr val="tx1"/>
                </a:solidFill>
                <a:latin typeface="微软雅黑" panose="020B0503020204020204" pitchFamily="34" charset="-122"/>
                <a:cs typeface="微软雅黑" panose="020B0503020204020204" pitchFamily="34" charset="-122"/>
              </a:rPr>
              <a:t>·</a:t>
            </a:r>
            <a:r>
              <a:rPr sz="2800" spc="-5" dirty="0">
                <a:solidFill>
                  <a:schemeClr val="tx1"/>
                </a:solidFill>
                <a:latin typeface="微软雅黑" panose="020B0503020204020204" pitchFamily="34" charset="-122"/>
                <a:cs typeface="微软雅黑" panose="020B0503020204020204" pitchFamily="34" charset="-122"/>
              </a:rPr>
              <a:t>斯密和大卫</a:t>
            </a:r>
            <a:r>
              <a:rPr sz="2800" b="1" spc="-5" dirty="0">
                <a:solidFill>
                  <a:schemeClr val="tx1"/>
                </a:solidFill>
                <a:latin typeface="微软雅黑" panose="020B0503020204020204" pitchFamily="34" charset="-122"/>
                <a:cs typeface="微软雅黑" panose="020B0503020204020204" pitchFamily="34" charset="-122"/>
              </a:rPr>
              <a:t>·</a:t>
            </a:r>
            <a:r>
              <a:rPr sz="2800" spc="-5" dirty="0">
                <a:solidFill>
                  <a:schemeClr val="tx1"/>
                </a:solidFill>
                <a:latin typeface="微软雅黑" panose="020B0503020204020204" pitchFamily="34" charset="-122"/>
                <a:cs typeface="微软雅黑" panose="020B0503020204020204" pitchFamily="34" charset="-122"/>
              </a:rPr>
              <a:t>李嘉图为代表，他们提出了劳动是国民财富的源泉、劳动创造各种商品、劳动时间决定商品价值等观点，为科学政治经济学奠定了基础，由此也成为马克思主义的一个直接理论来源。</a:t>
            </a:r>
          </a:p>
        </p:txBody>
      </p:sp>
      <p:sp>
        <p:nvSpPr>
          <p:cNvPr id="12" name="object 3"/>
          <p:cNvSpPr txBox="1"/>
          <p:nvPr/>
        </p:nvSpPr>
        <p:spPr>
          <a:xfrm>
            <a:off x="3881438" y="5286375"/>
            <a:ext cx="4173537" cy="912813"/>
          </a:xfrm>
          <a:prstGeom prst="rect">
            <a:avLst/>
          </a:prstGeom>
          <a:noFill/>
          <a:extLst>
            <a:ext uri="{909E8E84-426E-40DD-AFC4-6F175D3DCCD1}">
              <a14:hiddenFill xmlns:a14="http://schemas.microsoft.com/office/drawing/2010/main" xmlns="">
                <a:solidFill>
                  <a:srgbClr val="4F81BC"/>
                </a:solidFill>
              </a14:hiddenFill>
            </a:ext>
          </a:extLst>
        </p:spPr>
        <p:txBody>
          <a:bodyPr lIns="0" tIns="268605" rIns="0" bIns="0">
            <a:spAutoFit/>
          </a:bodyPr>
          <a:lstStyle/>
          <a:p>
            <a:pPr marL="708025">
              <a:spcBef>
                <a:spcPts val="2115"/>
              </a:spcBef>
            </a:pPr>
            <a:r>
              <a:rPr lang="zh-CN" altLang="en-US" sz="2400" b="1">
                <a:latin typeface="微软雅黑" panose="020B0503020204020204" pitchFamily="34" charset="-122"/>
                <a:ea typeface="微软雅黑" panose="020B0503020204020204" pitchFamily="34" charset="-122"/>
              </a:rPr>
              <a:t>英国古典政治经济学</a:t>
            </a:r>
            <a:endParaRPr lang="zh-CN" altLang="en-US" sz="240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p:blinds/>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69277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3" name="object 3"/>
          <p:cNvSpPr txBox="1"/>
          <p:nvPr/>
        </p:nvSpPr>
        <p:spPr>
          <a:xfrm>
            <a:off x="3881438" y="5286375"/>
            <a:ext cx="4173537" cy="912813"/>
          </a:xfrm>
          <a:prstGeom prst="rect">
            <a:avLst/>
          </a:prstGeom>
          <a:noFill/>
          <a:extLst>
            <a:ext uri="{909E8E84-426E-40DD-AFC4-6F175D3DCCD1}">
              <a14:hiddenFill xmlns:a14="http://schemas.microsoft.com/office/drawing/2010/main" xmlns="">
                <a:solidFill>
                  <a:srgbClr val="4F81BC"/>
                </a:solidFill>
              </a14:hiddenFill>
            </a:ext>
          </a:extLst>
        </p:spPr>
        <p:txBody>
          <a:bodyPr lIns="0" tIns="268605" rIns="0" bIns="0">
            <a:spAutoFit/>
          </a:bodyPr>
          <a:lstStyle/>
          <a:p>
            <a:pPr marL="708025">
              <a:spcBef>
                <a:spcPts val="2115"/>
              </a:spcBef>
            </a:pPr>
            <a:r>
              <a:rPr lang="zh-CN" altLang="en-US" sz="2400" b="1">
                <a:latin typeface="微软雅黑" panose="020B0503020204020204" pitchFamily="34" charset="-122"/>
                <a:ea typeface="微软雅黑" panose="020B0503020204020204" pitchFamily="34" charset="-122"/>
              </a:rPr>
              <a:t>英国古典政治经济学</a:t>
            </a:r>
            <a:endParaRPr lang="zh-CN" altLang="en-US" sz="2400">
              <a:latin typeface="微软雅黑" panose="020B0503020204020204" pitchFamily="34" charset="-122"/>
              <a:ea typeface="微软雅黑" panose="020B0503020204020204" pitchFamily="34" charset="-122"/>
            </a:endParaRPr>
          </a:p>
        </p:txBody>
      </p:sp>
      <p:sp>
        <p:nvSpPr>
          <p:cNvPr id="4" name="object 4"/>
          <p:cNvSpPr txBox="1"/>
          <p:nvPr/>
        </p:nvSpPr>
        <p:spPr>
          <a:xfrm>
            <a:off x="725488" y="1470025"/>
            <a:ext cx="2435225" cy="812800"/>
          </a:xfrm>
          <a:prstGeom prst="rect">
            <a:avLst/>
          </a:prstGeom>
        </p:spPr>
        <p:txBody>
          <a:bodyPr lIns="0" tIns="0" rIns="0" bIns="0">
            <a:spAutoFit/>
          </a:bodyPr>
          <a:lstStyle/>
          <a:p>
            <a:pPr algn="ctr">
              <a:tabLst>
                <a:tab pos="342900" algn="l"/>
              </a:tabLst>
            </a:pPr>
            <a:r>
              <a:rPr lang="zh-CN" altLang="en-US" sz="2400">
                <a:solidFill>
                  <a:srgbClr val="FF0000"/>
                </a:solidFill>
                <a:cs typeface="Arial" panose="020B0604020202020204" pitchFamily="34" charset="0"/>
              </a:rPr>
              <a:t>	</a:t>
            </a:r>
            <a:r>
              <a:rPr lang="zh-CN" altLang="en-US" sz="2400" b="1">
                <a:solidFill>
                  <a:srgbClr val="FF0000"/>
                </a:solidFill>
                <a:latin typeface="微软雅黑" panose="020B0503020204020204" pitchFamily="34" charset="-122"/>
                <a:ea typeface="微软雅黑" panose="020B0503020204020204" pitchFamily="34" charset="-122"/>
              </a:rPr>
              <a:t>亚当</a:t>
            </a:r>
            <a:r>
              <a:rPr lang="en-US" altLang="zh-CN" sz="2400" b="1">
                <a:solidFill>
                  <a:srgbClr val="FF0000"/>
                </a:solidFill>
                <a:cs typeface="Arial" panose="020B0604020202020204" pitchFamily="34" charset="0"/>
              </a:rPr>
              <a:t>·</a:t>
            </a:r>
            <a:r>
              <a:rPr lang="zh-CN" altLang="en-US" sz="2400" b="1">
                <a:solidFill>
                  <a:srgbClr val="FF0000"/>
                </a:solidFill>
                <a:latin typeface="微软雅黑" panose="020B0503020204020204" pitchFamily="34" charset="-122"/>
                <a:ea typeface="微软雅黑" panose="020B0503020204020204" pitchFamily="34" charset="-122"/>
              </a:rPr>
              <a:t>斯密</a:t>
            </a:r>
            <a:endParaRPr lang="zh-CN" altLang="en-US" sz="2400">
              <a:latin typeface="微软雅黑" panose="020B0503020204020204" pitchFamily="34" charset="-122"/>
              <a:ea typeface="微软雅黑" panose="020B0503020204020204" pitchFamily="34" charset="-122"/>
            </a:endParaRPr>
          </a:p>
          <a:p>
            <a:pPr algn="ctr">
              <a:spcBef>
                <a:spcPts val="575"/>
              </a:spcBef>
              <a:tabLst>
                <a:tab pos="342900" algn="l"/>
              </a:tabLst>
            </a:pPr>
            <a:r>
              <a:rPr lang="zh-CN" altLang="en-US" sz="2400">
                <a:solidFill>
                  <a:srgbClr val="FF0000"/>
                </a:solidFill>
                <a:cs typeface="Arial" panose="020B0604020202020204" pitchFamily="34" charset="0"/>
              </a:rPr>
              <a:t>	</a:t>
            </a:r>
            <a:r>
              <a:rPr lang="zh-CN" altLang="en-US" sz="2400" b="1">
                <a:solidFill>
                  <a:srgbClr val="FF0000"/>
                </a:solidFill>
                <a:latin typeface="微软雅黑" panose="020B0503020204020204" pitchFamily="34" charset="-122"/>
                <a:ea typeface="微软雅黑" panose="020B0503020204020204" pitchFamily="34" charset="-122"/>
              </a:rPr>
              <a:t>（</a:t>
            </a:r>
            <a:r>
              <a:rPr lang="en-US" altLang="zh-CN" sz="2400" b="1">
                <a:solidFill>
                  <a:srgbClr val="FF0000"/>
                </a:solidFill>
                <a:cs typeface="Arial" panose="020B0604020202020204" pitchFamily="34" charset="0"/>
              </a:rPr>
              <a:t>1723-1790</a:t>
            </a:r>
            <a:r>
              <a:rPr lang="zh-CN" altLang="en-US" sz="2400" b="1">
                <a:solidFill>
                  <a:srgbClr val="FF0000"/>
                </a:solidFill>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p:txBody>
      </p:sp>
      <p:sp>
        <p:nvSpPr>
          <p:cNvPr id="74756" name="object 5"/>
          <p:cNvSpPr>
            <a:spLocks noChangeArrowheads="1"/>
          </p:cNvSpPr>
          <p:nvPr/>
        </p:nvSpPr>
        <p:spPr bwMode="auto">
          <a:xfrm>
            <a:off x="3167063" y="1071563"/>
            <a:ext cx="2525712" cy="228600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74757" name="object 6"/>
          <p:cNvSpPr>
            <a:spLocks noChangeArrowheads="1"/>
          </p:cNvSpPr>
          <p:nvPr/>
        </p:nvSpPr>
        <p:spPr bwMode="auto">
          <a:xfrm>
            <a:off x="6143625" y="3001010"/>
            <a:ext cx="2379663" cy="2286000"/>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6" name="object 8"/>
          <p:cNvSpPr txBox="1"/>
          <p:nvPr/>
        </p:nvSpPr>
        <p:spPr>
          <a:xfrm>
            <a:off x="8523288" y="3927475"/>
            <a:ext cx="2638425" cy="812800"/>
          </a:xfrm>
          <a:prstGeom prst="rect">
            <a:avLst/>
          </a:prstGeom>
        </p:spPr>
        <p:txBody>
          <a:bodyPr lIns="0" tIns="0" rIns="0" bIns="0">
            <a:spAutoFit/>
          </a:bodyPr>
          <a:lstStyle/>
          <a:p>
            <a:pPr algn="ctr">
              <a:tabLst>
                <a:tab pos="340995" algn="l"/>
              </a:tabLst>
            </a:pPr>
            <a:r>
              <a:rPr lang="zh-CN" altLang="en-US" sz="2400">
                <a:solidFill>
                  <a:srgbClr val="FF0000"/>
                </a:solidFill>
                <a:cs typeface="Arial" panose="020B0604020202020204" pitchFamily="34" charset="0"/>
              </a:rPr>
              <a:t>	</a:t>
            </a:r>
            <a:r>
              <a:rPr lang="zh-CN" altLang="en-US" sz="2400" b="1">
                <a:solidFill>
                  <a:srgbClr val="FF0000"/>
                </a:solidFill>
                <a:latin typeface="微软雅黑" panose="020B0503020204020204" pitchFamily="34" charset="-122"/>
                <a:ea typeface="微软雅黑" panose="020B0503020204020204" pitchFamily="34" charset="-122"/>
              </a:rPr>
              <a:t>大卫</a:t>
            </a:r>
            <a:r>
              <a:rPr lang="en-US" altLang="zh-CN" sz="2400" b="1">
                <a:solidFill>
                  <a:srgbClr val="FF0000"/>
                </a:solidFill>
                <a:cs typeface="Arial" panose="020B0604020202020204" pitchFamily="34" charset="0"/>
              </a:rPr>
              <a:t>·</a:t>
            </a:r>
            <a:r>
              <a:rPr lang="zh-CN" altLang="en-US" sz="2400" b="1">
                <a:solidFill>
                  <a:srgbClr val="FF0000"/>
                </a:solidFill>
                <a:latin typeface="微软雅黑" panose="020B0503020204020204" pitchFamily="34" charset="-122"/>
                <a:ea typeface="微软雅黑" panose="020B0503020204020204" pitchFamily="34" charset="-122"/>
              </a:rPr>
              <a:t>李嘉图</a:t>
            </a:r>
            <a:endParaRPr lang="zh-CN" altLang="en-US" sz="2400">
              <a:latin typeface="微软雅黑" panose="020B0503020204020204" pitchFamily="34" charset="-122"/>
              <a:ea typeface="微软雅黑" panose="020B0503020204020204" pitchFamily="34" charset="-122"/>
            </a:endParaRPr>
          </a:p>
          <a:p>
            <a:pPr algn="ctr">
              <a:spcBef>
                <a:spcPts val="575"/>
              </a:spcBef>
              <a:tabLst>
                <a:tab pos="340995" algn="l"/>
              </a:tabLst>
            </a:pPr>
            <a:r>
              <a:rPr lang="zh-CN" altLang="en-US" sz="2400">
                <a:solidFill>
                  <a:srgbClr val="FF0000"/>
                </a:solidFill>
                <a:cs typeface="Arial" panose="020B0604020202020204" pitchFamily="34" charset="0"/>
              </a:rPr>
              <a:t>	</a:t>
            </a:r>
            <a:r>
              <a:rPr lang="zh-CN" altLang="en-US" sz="2400" b="1">
                <a:solidFill>
                  <a:srgbClr val="FF0000"/>
                </a:solidFill>
                <a:latin typeface="微软雅黑" panose="020B0503020204020204" pitchFamily="34" charset="-122"/>
                <a:ea typeface="微软雅黑" panose="020B0503020204020204" pitchFamily="34" charset="-122"/>
              </a:rPr>
              <a:t>（</a:t>
            </a:r>
            <a:r>
              <a:rPr lang="en-US" altLang="zh-CN" sz="2400" b="1">
                <a:solidFill>
                  <a:srgbClr val="FF0000"/>
                </a:solidFill>
                <a:cs typeface="Arial" panose="020B0604020202020204" pitchFamily="34" charset="0"/>
              </a:rPr>
              <a:t>1772</a:t>
            </a:r>
            <a:r>
              <a:rPr lang="zh-CN" altLang="en-US" sz="2400" b="1">
                <a:solidFill>
                  <a:srgbClr val="FF0000"/>
                </a:solidFill>
                <a:latin typeface="微软雅黑" panose="020B0503020204020204" pitchFamily="34" charset="-122"/>
                <a:ea typeface="微软雅黑" panose="020B0503020204020204" pitchFamily="34" charset="-122"/>
              </a:rPr>
              <a:t>－</a:t>
            </a:r>
            <a:r>
              <a:rPr lang="en-US" altLang="zh-CN" sz="2400" b="1">
                <a:solidFill>
                  <a:srgbClr val="FF0000"/>
                </a:solidFill>
                <a:cs typeface="Arial" panose="020B0604020202020204" pitchFamily="34" charset="0"/>
              </a:rPr>
              <a:t>1823</a:t>
            </a:r>
            <a:r>
              <a:rPr lang="zh-CN" altLang="en-US" sz="2400" b="1">
                <a:solidFill>
                  <a:srgbClr val="FF0000"/>
                </a:solidFill>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p:txBody>
      </p:sp>
      <p:sp>
        <p:nvSpPr>
          <p:cNvPr id="12" name="圆角矩形标注 11"/>
          <p:cNvSpPr/>
          <p:nvPr/>
        </p:nvSpPr>
        <p:spPr>
          <a:xfrm flipH="1">
            <a:off x="726440" y="3927475"/>
            <a:ext cx="3155315" cy="1148715"/>
          </a:xfrm>
          <a:prstGeom prst="wedgeRoundRectCallout">
            <a:avLst>
              <a:gd name="adj1" fmla="val -47222"/>
              <a:gd name="adj2" fmla="val -86758"/>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12700">
              <a:lnSpc>
                <a:spcPts val="4715"/>
              </a:lnSpc>
            </a:pPr>
            <a:r>
              <a:rPr lang="zh-CN" altLang="en-US" sz="2400" b="1">
                <a:latin typeface="微软雅黑" panose="020B0503020204020204" pitchFamily="34" charset="-122"/>
                <a:ea typeface="微软雅黑" panose="020B0503020204020204" pitchFamily="34" charset="-122"/>
                <a:sym typeface="+mn-ea"/>
              </a:rPr>
              <a:t>斯密提出：</a:t>
            </a:r>
            <a:endParaRPr lang="zh-CN" altLang="en-US" sz="2400">
              <a:latin typeface="微软雅黑" panose="020B0503020204020204" pitchFamily="34" charset="-122"/>
              <a:ea typeface="微软雅黑" panose="020B0503020204020204" pitchFamily="34" charset="-122"/>
            </a:endParaRPr>
          </a:p>
          <a:p>
            <a:pPr marL="12700">
              <a:lnSpc>
                <a:spcPts val="3200"/>
              </a:lnSpc>
            </a:pPr>
            <a:r>
              <a:rPr lang="zh-CN" altLang="en-US" sz="2400" b="1">
                <a:latin typeface="微软雅黑" panose="020B0503020204020204" pitchFamily="34" charset="-122"/>
                <a:ea typeface="微软雅黑" panose="020B0503020204020204" pitchFamily="34" charset="-122"/>
                <a:sym typeface="+mn-ea"/>
              </a:rPr>
              <a:t>劳动是价值的尺度。</a:t>
            </a:r>
            <a:endParaRPr kumimoji="0" lang="zh-CN" altLang="zh-CN" sz="24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圆角矩形标注 9"/>
          <p:cNvSpPr/>
          <p:nvPr/>
        </p:nvSpPr>
        <p:spPr>
          <a:xfrm flipH="1">
            <a:off x="6850380" y="1243965"/>
            <a:ext cx="3950970" cy="1215390"/>
          </a:xfrm>
          <a:prstGeom prst="wedgeRoundRectCallout">
            <a:avLst>
              <a:gd name="adj1" fmla="val 36692"/>
              <a:gd name="adj2" fmla="val 90752"/>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12700">
              <a:lnSpc>
                <a:spcPts val="4715"/>
              </a:lnSpc>
            </a:pPr>
            <a:r>
              <a:rPr lang="zh-CN" altLang="en-US" sz="2400" b="1">
                <a:latin typeface="微软雅黑" panose="020B0503020204020204" pitchFamily="34" charset="-122"/>
                <a:ea typeface="微软雅黑" panose="020B0503020204020204" pitchFamily="34" charset="-122"/>
                <a:sym typeface="+mn-ea"/>
              </a:rPr>
              <a:t>李嘉图：资本家追求利润符合社会最终利益。</a:t>
            </a:r>
            <a:endParaRPr kumimoji="0" lang="zh-CN" altLang="zh-CN" sz="24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transition>
    <p:blinds/>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8521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11" name="object 4"/>
          <p:cNvSpPr txBox="1"/>
          <p:nvPr/>
        </p:nvSpPr>
        <p:spPr>
          <a:xfrm>
            <a:off x="2420620" y="1641475"/>
            <a:ext cx="7664450" cy="3240405"/>
          </a:xfrm>
          <a:prstGeom prst="rect">
            <a:avLst/>
          </a:prstGeom>
        </p:spPr>
        <p:txBody>
          <a:bodyPr vert="horz" wrap="square" lIns="0" tIns="8890" rIns="0" bIns="0" rtlCol="0">
            <a:spAutoFit/>
          </a:bodyPr>
          <a:lstStyle/>
          <a:p>
            <a:pPr marL="12700" marR="5080">
              <a:lnSpc>
                <a:spcPct val="150000"/>
              </a:lnSpc>
              <a:spcBef>
                <a:spcPts val="0"/>
              </a:spcBef>
            </a:pPr>
            <a:r>
              <a:rPr sz="2800" spc="-5" dirty="0">
                <a:latin typeface="微软雅黑" panose="020B0503020204020204" pitchFamily="34" charset="-122"/>
                <a:cs typeface="微软雅黑" panose="020B0503020204020204" pitchFamily="34" charset="-122"/>
              </a:rPr>
              <a:t>19世纪初期的以法国的圣西门、傅立叶和英国的欧文为代表的</a:t>
            </a:r>
            <a:r>
              <a:rPr sz="2800" spc="-5" dirty="0">
                <a:solidFill>
                  <a:srgbClr val="FF0000"/>
                </a:solidFill>
                <a:latin typeface="微软雅黑" panose="020B0503020204020204" pitchFamily="34" charset="-122"/>
                <a:cs typeface="微软雅黑" panose="020B0503020204020204" pitchFamily="34" charset="-122"/>
              </a:rPr>
              <a:t>空想社会主义</a:t>
            </a:r>
            <a:r>
              <a:rPr sz="2800" spc="-5" dirty="0">
                <a:latin typeface="微软雅黑" panose="020B0503020204020204" pitchFamily="34" charset="-122"/>
                <a:cs typeface="微软雅黑" panose="020B0503020204020204" pitchFamily="34" charset="-122"/>
              </a:rPr>
              <a:t>，对资本主义制度进行了无情的批判，对未来的社会主义进行了天才的设想，从而成为马克思和恩格斯创立的科学社会主义的理论源泉。</a:t>
            </a:r>
          </a:p>
        </p:txBody>
      </p:sp>
      <p:sp>
        <p:nvSpPr>
          <p:cNvPr id="12" name="object 3"/>
          <p:cNvSpPr txBox="1"/>
          <p:nvPr/>
        </p:nvSpPr>
        <p:spPr>
          <a:xfrm>
            <a:off x="3881438" y="5286375"/>
            <a:ext cx="4173537" cy="637540"/>
          </a:xfrm>
          <a:prstGeom prst="rect">
            <a:avLst/>
          </a:prstGeom>
          <a:noFill/>
          <a:extLst>
            <a:ext uri="{909E8E84-426E-40DD-AFC4-6F175D3DCCD1}">
              <a14:hiddenFill xmlns:a14="http://schemas.microsoft.com/office/drawing/2010/main" xmlns="">
                <a:solidFill>
                  <a:srgbClr val="4F81BC"/>
                </a:solidFill>
              </a14:hiddenFill>
            </a:ext>
          </a:extLst>
        </p:spPr>
        <p:txBody>
          <a:bodyPr lIns="0" tIns="268605" rIns="0" bIns="0">
            <a:spAutoFit/>
          </a:bodyPr>
          <a:lstStyle/>
          <a:p>
            <a:pPr marL="708025" algn="ctr">
              <a:spcBef>
                <a:spcPts val="2115"/>
              </a:spcBef>
            </a:pPr>
            <a:r>
              <a:rPr lang="zh-CN" altLang="en-US" sz="2400" b="1">
                <a:latin typeface="微软雅黑" panose="020B0503020204020204" pitchFamily="34" charset="-122"/>
                <a:ea typeface="微软雅黑" panose="020B0503020204020204" pitchFamily="34" charset="-122"/>
              </a:rPr>
              <a:t>空想社会主义</a:t>
            </a:r>
          </a:p>
        </p:txBody>
      </p:sp>
    </p:spTree>
    <p:custDataLst>
      <p:tags r:id="rId1"/>
    </p:custDataLst>
  </p:cSld>
  <p:clrMapOvr>
    <a:masterClrMapping/>
  </p:clrMapOvr>
  <p:transition>
    <p:blinds/>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82612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3" name="object 3"/>
          <p:cNvSpPr txBox="1"/>
          <p:nvPr/>
        </p:nvSpPr>
        <p:spPr>
          <a:xfrm>
            <a:off x="1350010" y="5290820"/>
            <a:ext cx="9236075" cy="375920"/>
          </a:xfrm>
          <a:prstGeom prst="rect">
            <a:avLst/>
          </a:prstGeom>
        </p:spPr>
        <p:txBody>
          <a:bodyPr wrap="square" lIns="0" tIns="0" rIns="0" bIns="0">
            <a:spAutoFit/>
          </a:bodyPr>
          <a:lstStyle/>
          <a:p>
            <a:pPr marL="355600" indent="-342900">
              <a:lnSpc>
                <a:spcPct val="102000"/>
              </a:lnSpc>
              <a:buFont typeface="Wingdings" panose="05000000000000000000" charset="0"/>
              <a:buChar char="l"/>
              <a:tabLst>
                <a:tab pos="353695" algn="l"/>
              </a:tabLst>
            </a:pPr>
            <a:r>
              <a:rPr lang="zh-CN" altLang="en-US" sz="2400">
                <a:latin typeface="微软雅黑" panose="020B0503020204020204" pitchFamily="34" charset="-122"/>
                <a:ea typeface="微软雅黑" panose="020B0503020204020204" pitchFamily="34" charset="-122"/>
              </a:rPr>
              <a:t>未来理想社会是：“实业制度”、“和谐制度”、“新和谐公社”</a:t>
            </a:r>
          </a:p>
        </p:txBody>
      </p:sp>
      <p:grpSp>
        <p:nvGrpSpPr>
          <p:cNvPr id="17" name="组合 16"/>
          <p:cNvGrpSpPr/>
          <p:nvPr/>
        </p:nvGrpSpPr>
        <p:grpSpPr>
          <a:xfrm>
            <a:off x="859155" y="1083945"/>
            <a:ext cx="3588385" cy="1285240"/>
            <a:chOff x="1353" y="1707"/>
            <a:chExt cx="5651" cy="2024"/>
          </a:xfrm>
        </p:grpSpPr>
        <p:sp>
          <p:nvSpPr>
            <p:cNvPr id="75778" name="object 4"/>
            <p:cNvSpPr>
              <a:spLocks noChangeArrowheads="1"/>
            </p:cNvSpPr>
            <p:nvPr/>
          </p:nvSpPr>
          <p:spPr bwMode="auto">
            <a:xfrm>
              <a:off x="3870" y="1707"/>
              <a:ext cx="3135" cy="2025"/>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7" name="object 7"/>
            <p:cNvSpPr txBox="1"/>
            <p:nvPr/>
          </p:nvSpPr>
          <p:spPr>
            <a:xfrm>
              <a:off x="1353" y="2137"/>
              <a:ext cx="2517" cy="793"/>
            </a:xfrm>
            <a:prstGeom prst="rect">
              <a:avLst/>
            </a:prstGeom>
          </p:spPr>
          <p:txBody>
            <a:bodyPr wrap="square" lIns="0" tIns="0" rIns="0" bIns="0">
              <a:spAutoFit/>
            </a:bodyPr>
            <a:lstStyle/>
            <a:p>
              <a:pPr marL="12700"/>
              <a:r>
                <a:rPr lang="zh-CN" altLang="en-US" sz="1600" b="1">
                  <a:solidFill>
                    <a:srgbClr val="FF0000"/>
                  </a:solidFill>
                  <a:latin typeface="微软雅黑" panose="020B0503020204020204" pitchFamily="34" charset="-122"/>
                  <a:ea typeface="微软雅黑" panose="020B0503020204020204" pitchFamily="34" charset="-122"/>
                </a:rPr>
                <a:t>昂利</a:t>
              </a:r>
              <a:r>
                <a:rPr lang="en-US" altLang="zh-CN" sz="1600" b="1">
                  <a:solidFill>
                    <a:srgbClr val="FF0000"/>
                  </a:solidFill>
                  <a:cs typeface="Arial" panose="020B0604020202020204" pitchFamily="34" charset="0"/>
                </a:rPr>
                <a:t>·</a:t>
              </a:r>
              <a:r>
                <a:rPr lang="zh-CN" altLang="en-US" sz="1600" b="1">
                  <a:solidFill>
                    <a:srgbClr val="FF0000"/>
                  </a:solidFill>
                  <a:latin typeface="微软雅黑" panose="020B0503020204020204" pitchFamily="34" charset="-122"/>
                  <a:ea typeface="微软雅黑" panose="020B0503020204020204" pitchFamily="34" charset="-122"/>
                </a:rPr>
                <a:t>圣西门</a:t>
              </a:r>
              <a:endParaRPr lang="zh-CN" altLang="en-US" sz="1600">
                <a:latin typeface="微软雅黑" panose="020B0503020204020204" pitchFamily="34" charset="-122"/>
                <a:ea typeface="微软雅黑" panose="020B0503020204020204" pitchFamily="34" charset="-122"/>
              </a:endParaRPr>
            </a:p>
            <a:p>
              <a:pPr marL="12700">
                <a:spcBef>
                  <a:spcPts val="90"/>
                </a:spcBef>
              </a:pPr>
              <a:r>
                <a:rPr lang="zh-CN" altLang="en-US" sz="1600" b="1">
                  <a:solidFill>
                    <a:srgbClr val="FF0000"/>
                  </a:solidFill>
                  <a:latin typeface="微软雅黑" panose="020B0503020204020204" pitchFamily="34" charset="-122"/>
                  <a:ea typeface="微软雅黑" panose="020B0503020204020204" pitchFamily="34" charset="-122"/>
                </a:rPr>
                <a:t>（</a:t>
              </a:r>
              <a:r>
                <a:rPr lang="en-US" altLang="zh-CN" sz="1600" b="1">
                  <a:solidFill>
                    <a:srgbClr val="FF0000"/>
                  </a:solidFill>
                  <a:latin typeface="Trebuchet MS" panose="020B0603020202020204" pitchFamily="34" charset="0"/>
                </a:rPr>
                <a:t>1760</a:t>
              </a:r>
              <a:r>
                <a:rPr lang="zh-CN" altLang="en-US" sz="1600" b="1">
                  <a:solidFill>
                    <a:srgbClr val="FF0000"/>
                  </a:solidFill>
                  <a:latin typeface="微软雅黑" panose="020B0503020204020204" pitchFamily="34" charset="-122"/>
                  <a:ea typeface="微软雅黑" panose="020B0503020204020204" pitchFamily="34" charset="-122"/>
                </a:rPr>
                <a:t>－</a:t>
              </a:r>
              <a:r>
                <a:rPr lang="en-US" altLang="zh-CN" sz="1600" b="1">
                  <a:solidFill>
                    <a:srgbClr val="FF0000"/>
                  </a:solidFill>
                  <a:latin typeface="Trebuchet MS" panose="020B0603020202020204" pitchFamily="34" charset="0"/>
                </a:rPr>
                <a:t>1825</a:t>
              </a:r>
              <a:r>
                <a:rPr lang="zh-CN" altLang="en-US" sz="1600" b="1">
                  <a:solidFill>
                    <a:srgbClr val="FF0000"/>
                  </a:solidFill>
                  <a:latin typeface="微软雅黑" panose="020B0503020204020204" pitchFamily="34" charset="-122"/>
                  <a:ea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1685925" y="3851910"/>
            <a:ext cx="3740150" cy="1099820"/>
            <a:chOff x="2655" y="6066"/>
            <a:chExt cx="5890" cy="1732"/>
          </a:xfrm>
        </p:grpSpPr>
        <p:sp>
          <p:nvSpPr>
            <p:cNvPr id="75780" name="object 6"/>
            <p:cNvSpPr>
              <a:spLocks noChangeArrowheads="1"/>
            </p:cNvSpPr>
            <p:nvPr/>
          </p:nvSpPr>
          <p:spPr bwMode="auto">
            <a:xfrm>
              <a:off x="5509" y="6066"/>
              <a:ext cx="3037" cy="1732"/>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9" name="object 9"/>
            <p:cNvSpPr txBox="1"/>
            <p:nvPr/>
          </p:nvSpPr>
          <p:spPr>
            <a:xfrm>
              <a:off x="2655" y="6537"/>
              <a:ext cx="2677" cy="790"/>
            </a:xfrm>
            <a:prstGeom prst="rect">
              <a:avLst/>
            </a:prstGeom>
          </p:spPr>
          <p:txBody>
            <a:bodyPr wrap="square" lIns="0" tIns="0" rIns="0" bIns="0">
              <a:spAutoFit/>
            </a:bodyPr>
            <a:lstStyle/>
            <a:p>
              <a:pPr marL="12700"/>
              <a:r>
                <a:rPr lang="zh-CN" altLang="en-US" sz="1600" b="1">
                  <a:solidFill>
                    <a:srgbClr val="FF0000"/>
                  </a:solidFill>
                  <a:latin typeface="微软雅黑" panose="020B0503020204020204" pitchFamily="34" charset="-122"/>
                  <a:ea typeface="微软雅黑" panose="020B0503020204020204" pitchFamily="34" charset="-122"/>
                </a:rPr>
                <a:t>沙尔</a:t>
              </a:r>
              <a:r>
                <a:rPr lang="en-US" altLang="zh-CN" sz="1600" b="1">
                  <a:solidFill>
                    <a:srgbClr val="FF0000"/>
                  </a:solidFill>
                  <a:cs typeface="Arial" panose="020B0604020202020204" pitchFamily="34" charset="0"/>
                </a:rPr>
                <a:t>·</a:t>
              </a:r>
              <a:r>
                <a:rPr lang="zh-CN" altLang="en-US" sz="1600" b="1">
                  <a:solidFill>
                    <a:srgbClr val="FF0000"/>
                  </a:solidFill>
                  <a:latin typeface="微软雅黑" panose="020B0503020204020204" pitchFamily="34" charset="-122"/>
                  <a:ea typeface="微软雅黑" panose="020B0503020204020204" pitchFamily="34" charset="-122"/>
                </a:rPr>
                <a:t>傅立叶</a:t>
              </a:r>
              <a:endParaRPr lang="zh-CN" altLang="en-US" sz="1600">
                <a:latin typeface="微软雅黑" panose="020B0503020204020204" pitchFamily="34" charset="-122"/>
                <a:ea typeface="微软雅黑" panose="020B0503020204020204" pitchFamily="34" charset="-122"/>
              </a:endParaRPr>
            </a:p>
            <a:p>
              <a:pPr marL="12700">
                <a:spcBef>
                  <a:spcPts val="75"/>
                </a:spcBef>
              </a:pPr>
              <a:r>
                <a:rPr lang="zh-CN" altLang="en-US" sz="1600" b="1">
                  <a:solidFill>
                    <a:srgbClr val="FF0000"/>
                  </a:solidFill>
                  <a:latin typeface="微软雅黑" panose="020B0503020204020204" pitchFamily="34" charset="-122"/>
                  <a:ea typeface="微软雅黑" panose="020B0503020204020204" pitchFamily="34" charset="-122"/>
                </a:rPr>
                <a:t>（</a:t>
              </a:r>
              <a:r>
                <a:rPr lang="en-US" altLang="zh-CN" sz="1600" b="1">
                  <a:solidFill>
                    <a:srgbClr val="FF0000"/>
                  </a:solidFill>
                  <a:latin typeface="Trebuchet MS" panose="020B0603020202020204" pitchFamily="34" charset="0"/>
                </a:rPr>
                <a:t>1772</a:t>
              </a:r>
              <a:r>
                <a:rPr lang="zh-CN" altLang="en-US" sz="1600" b="1">
                  <a:solidFill>
                    <a:srgbClr val="FF0000"/>
                  </a:solidFill>
                  <a:latin typeface="微软雅黑" panose="020B0503020204020204" pitchFamily="34" charset="-122"/>
                  <a:ea typeface="微软雅黑" panose="020B0503020204020204" pitchFamily="34" charset="-122"/>
                </a:rPr>
                <a:t>－</a:t>
              </a:r>
              <a:r>
                <a:rPr lang="en-US" altLang="zh-CN" sz="1600" b="1">
                  <a:solidFill>
                    <a:srgbClr val="FF0000"/>
                  </a:solidFill>
                  <a:latin typeface="Trebuchet MS" panose="020B0603020202020204" pitchFamily="34" charset="0"/>
                </a:rPr>
                <a:t>1837</a:t>
              </a:r>
              <a:r>
                <a:rPr lang="zh-CN" altLang="en-US" sz="1600" b="1">
                  <a:solidFill>
                    <a:srgbClr val="FF0000"/>
                  </a:solidFill>
                  <a:latin typeface="微软雅黑" panose="020B0503020204020204" pitchFamily="34" charset="-122"/>
                  <a:ea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endParaRPr>
            </a:p>
          </p:txBody>
        </p:sp>
      </p:grpSp>
      <p:sp>
        <p:nvSpPr>
          <p:cNvPr id="13" name="object 3"/>
          <p:cNvSpPr txBox="1"/>
          <p:nvPr/>
        </p:nvSpPr>
        <p:spPr>
          <a:xfrm>
            <a:off x="3881438" y="5781675"/>
            <a:ext cx="4173537" cy="638175"/>
          </a:xfrm>
          <a:prstGeom prst="rect">
            <a:avLst/>
          </a:prstGeom>
          <a:noFill/>
          <a:extLst>
            <a:ext uri="{909E8E84-426E-40DD-AFC4-6F175D3DCCD1}">
              <a14:hiddenFill xmlns:a14="http://schemas.microsoft.com/office/drawing/2010/main" xmlns="">
                <a:solidFill>
                  <a:srgbClr val="4F81BC"/>
                </a:solidFill>
              </a14:hiddenFill>
            </a:ext>
          </a:extLst>
        </p:spPr>
        <p:txBody>
          <a:bodyPr lIns="0" tIns="268605" rIns="0" bIns="0" anchor="b">
            <a:spAutoFit/>
          </a:bodyPr>
          <a:lstStyle/>
          <a:p>
            <a:pPr marL="708025" fontAlgn="auto">
              <a:spcBef>
                <a:spcPts val="2115"/>
              </a:spcBef>
              <a:spcAft>
                <a:spcPts val="0"/>
              </a:spcAft>
              <a:defRPr/>
            </a:pPr>
            <a:r>
              <a:rPr lang="en-US" altLang="zh-CN" sz="2400" b="1" spc="5" dirty="0">
                <a:latin typeface="微软雅黑" panose="020B0503020204020204" pitchFamily="34" charset="-122"/>
                <a:ea typeface="微软雅黑" panose="020B0503020204020204" pitchFamily="34" charset="-122"/>
                <a:cs typeface="微软雅黑" panose="020B0503020204020204" pitchFamily="34" charset="-122"/>
              </a:rPr>
              <a:t>    </a:t>
            </a:r>
            <a:r>
              <a:rPr lang="zh-CN" sz="2400" b="1" spc="5" dirty="0">
                <a:latin typeface="微软雅黑" panose="020B0503020204020204" pitchFamily="34" charset="-122"/>
                <a:ea typeface="微软雅黑" panose="020B0503020204020204" pitchFamily="34" charset="-122"/>
                <a:cs typeface="微软雅黑" panose="020B0503020204020204" pitchFamily="34" charset="-122"/>
              </a:rPr>
              <a:t>空想社会主义</a:t>
            </a:r>
          </a:p>
        </p:txBody>
      </p:sp>
      <p:sp>
        <p:nvSpPr>
          <p:cNvPr id="10" name="圆角矩形标注 9"/>
          <p:cNvSpPr/>
          <p:nvPr/>
        </p:nvSpPr>
        <p:spPr>
          <a:xfrm flipH="1">
            <a:off x="5326380" y="915035"/>
            <a:ext cx="5343525" cy="1387475"/>
          </a:xfrm>
          <a:prstGeom prst="wedgeRoundRectCallout">
            <a:avLst>
              <a:gd name="adj1" fmla="val 65115"/>
              <a:gd name="adj2" fmla="val 32745"/>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12700" algn="l">
              <a:lnSpc>
                <a:spcPct val="100000"/>
              </a:lnSpc>
            </a:pPr>
            <a:r>
              <a:rPr lang="zh-CN" altLang="en-US" sz="2400" b="1">
                <a:cs typeface="Arial" panose="020B0604020202020204" pitchFamily="34" charset="0"/>
                <a:sym typeface="+mn-ea"/>
              </a:rPr>
              <a:t>“</a:t>
            </a:r>
            <a:r>
              <a:rPr lang="zh-CN" altLang="en-US" sz="2400" b="1">
                <a:latin typeface="微软雅黑" panose="020B0503020204020204" pitchFamily="34" charset="-122"/>
                <a:ea typeface="微软雅黑" panose="020B0503020204020204" pitchFamily="34" charset="-122"/>
                <a:sym typeface="+mn-ea"/>
              </a:rPr>
              <a:t>现代社会是黑白颠倒的社会”。“经济上的无政府状态是一切灾难中最严重的灾难”。</a:t>
            </a:r>
            <a:endParaRPr kumimoji="0" lang="zh-CN" altLang="zh-CN" sz="24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圆角矩形标注 3"/>
          <p:cNvSpPr/>
          <p:nvPr/>
        </p:nvSpPr>
        <p:spPr>
          <a:xfrm flipH="1">
            <a:off x="1911985" y="2587625"/>
            <a:ext cx="3764915" cy="1122680"/>
          </a:xfrm>
          <a:prstGeom prst="wedgeRoundRectCallout">
            <a:avLst>
              <a:gd name="adj1" fmla="val -77593"/>
              <a:gd name="adj2" fmla="val 899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12700" algn="l">
              <a:lnSpc>
                <a:spcPct val="100000"/>
              </a:lnSpc>
            </a:pPr>
            <a:r>
              <a:rPr lang="zh-CN" altLang="en-US" sz="2400" b="1">
                <a:latin typeface="微软雅黑" panose="020B0503020204020204" pitchFamily="34" charset="-122"/>
                <a:ea typeface="微软雅黑" panose="020B0503020204020204" pitchFamily="34" charset="-122"/>
                <a:sym typeface="+mn-ea"/>
              </a:rPr>
              <a:t>“私有制使人变成魔鬼，使世界变成地狱。”</a:t>
            </a:r>
            <a:endParaRPr kumimoji="0" lang="zh-CN" altLang="zh-CN" sz="24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5" name="组合 14"/>
          <p:cNvGrpSpPr/>
          <p:nvPr/>
        </p:nvGrpSpPr>
        <p:grpSpPr>
          <a:xfrm>
            <a:off x="6810375" y="2454275"/>
            <a:ext cx="3672205" cy="1143000"/>
            <a:chOff x="10725" y="3865"/>
            <a:chExt cx="5783" cy="1800"/>
          </a:xfrm>
        </p:grpSpPr>
        <p:sp>
          <p:nvSpPr>
            <p:cNvPr id="75779" name="object 5"/>
            <p:cNvSpPr>
              <a:spLocks noChangeArrowheads="1"/>
            </p:cNvSpPr>
            <p:nvPr/>
          </p:nvSpPr>
          <p:spPr bwMode="auto">
            <a:xfrm>
              <a:off x="10725" y="3865"/>
              <a:ext cx="2975" cy="1800"/>
            </a:xfrm>
            <a:prstGeom prst="rect">
              <a:avLst/>
            </a:prstGeom>
            <a:blipFill dpi="0" rotWithShape="1">
              <a:blip r:embed="rId6"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6" name="object 8"/>
            <p:cNvSpPr txBox="1"/>
            <p:nvPr/>
          </p:nvSpPr>
          <p:spPr>
            <a:xfrm>
              <a:off x="13930" y="4562"/>
              <a:ext cx="2578" cy="793"/>
            </a:xfrm>
            <a:prstGeom prst="rect">
              <a:avLst/>
            </a:prstGeom>
          </p:spPr>
          <p:txBody>
            <a:bodyPr wrap="square" lIns="0" tIns="0" rIns="0" bIns="0">
              <a:spAutoFit/>
            </a:bodyPr>
            <a:lstStyle/>
            <a:p>
              <a:pPr marL="12700"/>
              <a:r>
                <a:rPr lang="zh-CN" altLang="en-US" sz="1600" b="1">
                  <a:solidFill>
                    <a:srgbClr val="FF0000"/>
                  </a:solidFill>
                  <a:latin typeface="微软雅黑" panose="020B0503020204020204" pitchFamily="34" charset="-122"/>
                  <a:ea typeface="微软雅黑" panose="020B0503020204020204" pitchFamily="34" charset="-122"/>
                </a:rPr>
                <a:t>罗伯特</a:t>
              </a:r>
              <a:r>
                <a:rPr lang="en-US" altLang="zh-CN" sz="1600" b="1">
                  <a:solidFill>
                    <a:srgbClr val="FF0000"/>
                  </a:solidFill>
                  <a:cs typeface="Arial" panose="020B0604020202020204" pitchFamily="34" charset="0"/>
                </a:rPr>
                <a:t>·</a:t>
              </a:r>
              <a:r>
                <a:rPr lang="zh-CN" altLang="en-US" sz="1600" b="1">
                  <a:solidFill>
                    <a:srgbClr val="FF0000"/>
                  </a:solidFill>
                  <a:latin typeface="微软雅黑" panose="020B0503020204020204" pitchFamily="34" charset="-122"/>
                  <a:ea typeface="微软雅黑" panose="020B0503020204020204" pitchFamily="34" charset="-122"/>
                </a:rPr>
                <a:t>欧文</a:t>
              </a:r>
              <a:endParaRPr lang="zh-CN" altLang="en-US" sz="1600">
                <a:latin typeface="微软雅黑" panose="020B0503020204020204" pitchFamily="34" charset="-122"/>
                <a:ea typeface="微软雅黑" panose="020B0503020204020204" pitchFamily="34" charset="-122"/>
              </a:endParaRPr>
            </a:p>
            <a:p>
              <a:pPr marL="12700">
                <a:spcBef>
                  <a:spcPts val="90"/>
                </a:spcBef>
              </a:pPr>
              <a:r>
                <a:rPr lang="zh-CN" altLang="en-US" sz="1600" b="1">
                  <a:solidFill>
                    <a:srgbClr val="FF0000"/>
                  </a:solidFill>
                  <a:latin typeface="微软雅黑" panose="020B0503020204020204" pitchFamily="34" charset="-122"/>
                  <a:ea typeface="微软雅黑" panose="020B0503020204020204" pitchFamily="34" charset="-122"/>
                </a:rPr>
                <a:t>（</a:t>
              </a:r>
              <a:r>
                <a:rPr lang="en-US" altLang="zh-CN" sz="1600" b="1">
                  <a:solidFill>
                    <a:srgbClr val="FF0000"/>
                  </a:solidFill>
                  <a:latin typeface="Trebuchet MS" panose="020B0603020202020204" pitchFamily="34" charset="0"/>
                </a:rPr>
                <a:t>1771</a:t>
              </a:r>
              <a:r>
                <a:rPr lang="zh-CN" altLang="en-US" sz="1600" b="1">
                  <a:solidFill>
                    <a:srgbClr val="FF0000"/>
                  </a:solidFill>
                  <a:latin typeface="微软雅黑" panose="020B0503020204020204" pitchFamily="34" charset="-122"/>
                  <a:ea typeface="微软雅黑" panose="020B0503020204020204" pitchFamily="34" charset="-122"/>
                </a:rPr>
                <a:t>－</a:t>
              </a:r>
              <a:r>
                <a:rPr lang="en-US" altLang="zh-CN" sz="1600" b="1">
                  <a:solidFill>
                    <a:srgbClr val="FF0000"/>
                  </a:solidFill>
                  <a:latin typeface="Trebuchet MS" panose="020B0603020202020204" pitchFamily="34" charset="0"/>
                </a:rPr>
                <a:t>1858</a:t>
              </a:r>
              <a:r>
                <a:rPr lang="zh-CN" altLang="en-US" sz="1600" b="1">
                  <a:solidFill>
                    <a:srgbClr val="FF0000"/>
                  </a:solidFill>
                  <a:latin typeface="微软雅黑" panose="020B0503020204020204" pitchFamily="34" charset="-122"/>
                  <a:ea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endParaRPr>
            </a:p>
          </p:txBody>
        </p:sp>
      </p:grpSp>
      <p:sp>
        <p:nvSpPr>
          <p:cNvPr id="12" name="圆角矩形标注 11"/>
          <p:cNvSpPr/>
          <p:nvPr/>
        </p:nvSpPr>
        <p:spPr>
          <a:xfrm flipH="1">
            <a:off x="6690995" y="3957320"/>
            <a:ext cx="3659505" cy="889000"/>
          </a:xfrm>
          <a:prstGeom prst="wedgeRoundRectCallout">
            <a:avLst>
              <a:gd name="adj1" fmla="val 80241"/>
              <a:gd name="adj2" fmla="val 30260"/>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12700" algn="l">
              <a:lnSpc>
                <a:spcPct val="100000"/>
              </a:lnSpc>
            </a:pPr>
            <a:r>
              <a:rPr lang="zh-CN" altLang="en-US" sz="2400" b="1">
                <a:latin typeface="微软雅黑" panose="020B0503020204020204" pitchFamily="34" charset="-122"/>
                <a:ea typeface="微软雅黑" panose="020B0503020204020204" pitchFamily="34" charset="-122"/>
                <a:sym typeface="+mn-ea"/>
              </a:rPr>
              <a:t>“文明制度是社会地狱”</a:t>
            </a:r>
          </a:p>
        </p:txBody>
      </p:sp>
    </p:spTree>
    <p:custDataLst>
      <p:tags r:id="rId1"/>
    </p:custDataLst>
  </p:cSld>
  <p:clrMapOvr>
    <a:masterClrMapping/>
  </p:clrMapOvr>
  <p:transition>
    <p:blinds/>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448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2" name="object 2"/>
          <p:cNvSpPr txBox="1"/>
          <p:nvPr/>
        </p:nvSpPr>
        <p:spPr>
          <a:xfrm>
            <a:off x="2006916" y="6018232"/>
            <a:ext cx="3292475" cy="480695"/>
          </a:xfrm>
          <a:prstGeom prst="rect">
            <a:avLst/>
          </a:prstGeom>
        </p:spPr>
        <p:txBody>
          <a:bodyPr lIns="0" tIns="0" rIns="0" bIns="0">
            <a:spAutoFit/>
          </a:bodyPr>
          <a:lstStyle/>
          <a:p>
            <a:pPr marL="12700">
              <a:lnSpc>
                <a:spcPts val="3750"/>
              </a:lnSpc>
            </a:pPr>
            <a:r>
              <a:rPr lang="zh-CN" sz="2400" b="1" spc="5" dirty="0">
                <a:latin typeface="微软雅黑" panose="020B0503020204020204" pitchFamily="34" charset="-122"/>
                <a:ea typeface="微软雅黑" panose="020B0503020204020204" pitchFamily="34" charset="-122"/>
                <a:cs typeface="微软雅黑" panose="020B0503020204020204" pitchFamily="34" charset="-122"/>
              </a:rPr>
              <a:t>自然科学三大发现</a:t>
            </a:r>
          </a:p>
        </p:txBody>
      </p:sp>
      <p:grpSp>
        <p:nvGrpSpPr>
          <p:cNvPr id="13" name="组合 12"/>
          <p:cNvGrpSpPr/>
          <p:nvPr/>
        </p:nvGrpSpPr>
        <p:grpSpPr>
          <a:xfrm>
            <a:off x="117792" y="1251585"/>
            <a:ext cx="6626860" cy="2221230"/>
            <a:chOff x="2310" y="2750"/>
            <a:chExt cx="10436" cy="3498"/>
          </a:xfrm>
        </p:grpSpPr>
        <p:sp>
          <p:nvSpPr>
            <p:cNvPr id="3" name="object 3"/>
            <p:cNvSpPr txBox="1"/>
            <p:nvPr/>
          </p:nvSpPr>
          <p:spPr>
            <a:xfrm>
              <a:off x="2310" y="5398"/>
              <a:ext cx="3735" cy="787"/>
            </a:xfrm>
            <a:prstGeom prst="rect">
              <a:avLst/>
            </a:prstGeom>
          </p:spPr>
          <p:txBody>
            <a:bodyPr wrap="square" lIns="0" tIns="0" rIns="0" bIns="0">
              <a:spAutoFit/>
            </a:bodyPr>
            <a:lstStyle/>
            <a:p>
              <a:pPr algn="ctr">
                <a:lnSpc>
                  <a:spcPts val="1950"/>
                </a:lnSpc>
                <a:tabLst>
                  <a:tab pos="340995" algn="l"/>
                </a:tabLst>
              </a:pPr>
              <a:r>
                <a:rPr lang="zh-CN" altLang="en-US" b="1">
                  <a:solidFill>
                    <a:srgbClr val="FF0000"/>
                  </a:solidFill>
                  <a:latin typeface="微软雅黑" panose="020B0503020204020204" pitchFamily="34" charset="-122"/>
                  <a:ea typeface="微软雅黑" panose="020B0503020204020204" pitchFamily="34" charset="-122"/>
                </a:rPr>
                <a:t>德国植物学家</a:t>
              </a:r>
              <a:endParaRPr lang="zh-CN" altLang="en-US">
                <a:latin typeface="微软雅黑" panose="020B0503020204020204" pitchFamily="34" charset="-122"/>
                <a:ea typeface="微软雅黑" panose="020B0503020204020204" pitchFamily="34" charset="-122"/>
              </a:endParaRPr>
            </a:p>
            <a:p>
              <a:pPr algn="ctr">
                <a:lnSpc>
                  <a:spcPts val="1950"/>
                </a:lnSpc>
                <a:tabLst>
                  <a:tab pos="340995" algn="l"/>
                </a:tabLst>
              </a:pPr>
              <a:r>
                <a:rPr lang="zh-CN" altLang="en-US" b="1">
                  <a:solidFill>
                    <a:srgbClr val="FF0000"/>
                  </a:solidFill>
                  <a:latin typeface="微软雅黑" panose="020B0503020204020204" pitchFamily="34" charset="-122"/>
                  <a:ea typeface="微软雅黑" panose="020B0503020204020204" pitchFamily="34" charset="-122"/>
                </a:rPr>
                <a:t>施莱登（</a:t>
              </a:r>
              <a:r>
                <a:rPr lang="en-US" altLang="zh-CN" b="1">
                  <a:solidFill>
                    <a:srgbClr val="FF0000"/>
                  </a:solidFill>
                  <a:latin typeface="Trebuchet MS" panose="020B0603020202020204" pitchFamily="34" charset="0"/>
                </a:rPr>
                <a:t>1804-1881</a:t>
              </a:r>
              <a:r>
                <a:rPr lang="zh-CN" altLang="en-US" b="1">
                  <a:solidFill>
                    <a:srgbClr val="FF0000"/>
                  </a:solidFill>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sp>
          <p:nvSpPr>
            <p:cNvPr id="77827" name="object 4"/>
            <p:cNvSpPr>
              <a:spLocks noChangeArrowheads="1"/>
            </p:cNvSpPr>
            <p:nvPr/>
          </p:nvSpPr>
          <p:spPr bwMode="auto">
            <a:xfrm>
              <a:off x="2903" y="2750"/>
              <a:ext cx="2660" cy="252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4" name="object 5"/>
            <p:cNvSpPr txBox="1"/>
            <p:nvPr/>
          </p:nvSpPr>
          <p:spPr>
            <a:xfrm>
              <a:off x="5860" y="5398"/>
              <a:ext cx="2894" cy="851"/>
            </a:xfrm>
            <a:prstGeom prst="rect">
              <a:avLst/>
            </a:prstGeom>
          </p:spPr>
          <p:txBody>
            <a:bodyPr wrap="square" lIns="0" tIns="0" rIns="0" bIns="0">
              <a:spAutoFit/>
            </a:bodyPr>
            <a:lstStyle/>
            <a:p>
              <a:pPr marL="12700" algn="ctr">
                <a:lnSpc>
                  <a:spcPts val="2115"/>
                </a:lnSpc>
              </a:pPr>
              <a:r>
                <a:rPr lang="zh-CN" altLang="en-US" b="1">
                  <a:solidFill>
                    <a:srgbClr val="FF0000"/>
                  </a:solidFill>
                  <a:latin typeface="微软雅黑" panose="020B0503020204020204" pitchFamily="34" charset="-122"/>
                  <a:ea typeface="微软雅黑" panose="020B0503020204020204" pitchFamily="34" charset="-122"/>
                </a:rPr>
                <a:t>动物学家施旺</a:t>
              </a:r>
              <a:endParaRPr lang="zh-CN" altLang="en-US">
                <a:latin typeface="微软雅黑" panose="020B0503020204020204" pitchFamily="34" charset="-122"/>
                <a:ea typeface="微软雅黑" panose="020B0503020204020204" pitchFamily="34" charset="-122"/>
              </a:endParaRPr>
            </a:p>
            <a:p>
              <a:pPr marL="12700" algn="ctr">
                <a:lnSpc>
                  <a:spcPts val="2100"/>
                </a:lnSpc>
              </a:pPr>
              <a:r>
                <a:rPr lang="zh-CN" altLang="en-US" b="1">
                  <a:solidFill>
                    <a:srgbClr val="FF0000"/>
                  </a:solidFill>
                  <a:latin typeface="Trebuchet MS" panose="020B0603020202020204" pitchFamily="34" charset="0"/>
                </a:rPr>
                <a:t>（</a:t>
              </a:r>
              <a:r>
                <a:rPr lang="en-US" altLang="zh-CN" b="1">
                  <a:solidFill>
                    <a:srgbClr val="FF0000"/>
                  </a:solidFill>
                  <a:latin typeface="Trebuchet MS" panose="020B0603020202020204" pitchFamily="34" charset="0"/>
                  <a:sym typeface="+mn-ea"/>
                </a:rPr>
                <a:t>1810</a:t>
              </a:r>
              <a:r>
                <a:rPr lang="zh-CN" altLang="en-US" b="1">
                  <a:solidFill>
                    <a:srgbClr val="FF0000"/>
                  </a:solidFill>
                  <a:latin typeface="微软雅黑" panose="020B0503020204020204" pitchFamily="34" charset="-122"/>
                  <a:sym typeface="+mn-ea"/>
                </a:rPr>
                <a:t>－</a:t>
              </a:r>
              <a:r>
                <a:rPr lang="en-US" altLang="zh-CN" b="1">
                  <a:solidFill>
                    <a:srgbClr val="FF0000"/>
                  </a:solidFill>
                  <a:latin typeface="Trebuchet MS" panose="020B0603020202020204" pitchFamily="34" charset="0"/>
                  <a:sym typeface="+mn-ea"/>
                </a:rPr>
                <a:t>1882</a:t>
              </a:r>
              <a:r>
                <a:rPr lang="zh-CN" altLang="en-US" b="1">
                  <a:solidFill>
                    <a:srgbClr val="FF0000"/>
                  </a:solidFill>
                  <a:latin typeface="Trebuchet MS" panose="020B0603020202020204" pitchFamily="34" charset="0"/>
                </a:rPr>
                <a:t>）</a:t>
              </a:r>
              <a:endParaRPr lang="en-US" altLang="zh-CN">
                <a:latin typeface="Trebuchet MS" panose="020B0603020202020204" pitchFamily="34" charset="0"/>
              </a:endParaRPr>
            </a:p>
          </p:txBody>
        </p:sp>
        <p:sp>
          <p:nvSpPr>
            <p:cNvPr id="77829" name="object 6"/>
            <p:cNvSpPr>
              <a:spLocks noChangeArrowheads="1"/>
            </p:cNvSpPr>
            <p:nvPr/>
          </p:nvSpPr>
          <p:spPr bwMode="auto">
            <a:xfrm>
              <a:off x="5920" y="2880"/>
              <a:ext cx="2600" cy="2520"/>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7" name="圆角矩形标注 6"/>
            <p:cNvSpPr/>
            <p:nvPr/>
          </p:nvSpPr>
          <p:spPr>
            <a:xfrm flipH="1">
              <a:off x="9012" y="2750"/>
              <a:ext cx="3735" cy="1120"/>
            </a:xfrm>
            <a:prstGeom prst="wedgeRoundRectCallout">
              <a:avLst>
                <a:gd name="adj1" fmla="val 57202"/>
                <a:gd name="adj2" fmla="val 78035"/>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lnSpc>
                  <a:spcPts val="2350"/>
                </a:lnSpc>
              </a:pPr>
              <a:r>
                <a:rPr lang="zh-CN" altLang="en-US" sz="2000" b="1">
                  <a:latin typeface="微软雅黑" panose="020B0503020204020204" pitchFamily="34" charset="-122"/>
                  <a:ea typeface="微软雅黑" panose="020B0503020204020204" pitchFamily="34" charset="-122"/>
                  <a:sym typeface="+mn-ea"/>
                </a:rPr>
                <a:t>细胞学说的提出者</a:t>
              </a:r>
              <a:endParaRPr kumimoji="0" lang="zh-CN" altLang="en-US" sz="20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14" name="组合 13"/>
          <p:cNvGrpSpPr/>
          <p:nvPr/>
        </p:nvGrpSpPr>
        <p:grpSpPr>
          <a:xfrm>
            <a:off x="4525009" y="1302830"/>
            <a:ext cx="5065395" cy="2362200"/>
            <a:chOff x="8754" y="2880"/>
            <a:chExt cx="7977" cy="3720"/>
          </a:xfrm>
        </p:grpSpPr>
        <p:sp>
          <p:nvSpPr>
            <p:cNvPr id="77832" name="object 9"/>
            <p:cNvSpPr>
              <a:spLocks noChangeArrowheads="1"/>
            </p:cNvSpPr>
            <p:nvPr/>
          </p:nvSpPr>
          <p:spPr bwMode="auto">
            <a:xfrm>
              <a:off x="13120" y="2880"/>
              <a:ext cx="3023" cy="2775"/>
            </a:xfrm>
            <a:prstGeom prst="rect">
              <a:avLst/>
            </a:prstGeom>
            <a:blipFill dpi="0" rotWithShape="1">
              <a:blip r:embed="rId6"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10" name="object 10"/>
            <p:cNvSpPr txBox="1"/>
            <p:nvPr/>
          </p:nvSpPr>
          <p:spPr>
            <a:xfrm>
              <a:off x="13085" y="5730"/>
              <a:ext cx="3647" cy="870"/>
            </a:xfrm>
            <a:prstGeom prst="rect">
              <a:avLst/>
            </a:prstGeom>
          </p:spPr>
          <p:txBody>
            <a:bodyPr wrap="square" lIns="0" tIns="0" rIns="0" bIns="0">
              <a:spAutoFit/>
            </a:bodyPr>
            <a:lstStyle/>
            <a:p>
              <a:pPr marL="12700" algn="ctr"/>
              <a:r>
                <a:rPr lang="zh-CN" altLang="en-US" b="1">
                  <a:solidFill>
                    <a:srgbClr val="FF0000"/>
                  </a:solidFill>
                  <a:latin typeface="微软雅黑" panose="020B0503020204020204" pitchFamily="34" charset="-122"/>
                  <a:ea typeface="微软雅黑" panose="020B0503020204020204" pitchFamily="34" charset="-122"/>
                </a:rPr>
                <a:t>英国物理学家</a:t>
              </a:r>
              <a:endParaRPr lang="zh-CN" altLang="en-US">
                <a:latin typeface="微软雅黑" panose="020B0503020204020204" pitchFamily="34" charset="-122"/>
                <a:ea typeface="微软雅黑" panose="020B0503020204020204" pitchFamily="34" charset="-122"/>
              </a:endParaRPr>
            </a:p>
            <a:p>
              <a:pPr marL="12700" algn="ctr">
                <a:lnSpc>
                  <a:spcPts val="2150"/>
                </a:lnSpc>
              </a:pPr>
              <a:r>
                <a:rPr lang="zh-CN" altLang="en-US" b="1">
                  <a:solidFill>
                    <a:srgbClr val="FF0000"/>
                  </a:solidFill>
                  <a:latin typeface="微软雅黑" panose="020B0503020204020204" pitchFamily="34" charset="-122"/>
                  <a:ea typeface="微软雅黑" panose="020B0503020204020204" pitchFamily="34" charset="-122"/>
                </a:rPr>
                <a:t>焦耳（</a:t>
              </a:r>
              <a:r>
                <a:rPr lang="en-US" altLang="zh-CN" b="1">
                  <a:solidFill>
                    <a:srgbClr val="FF0000"/>
                  </a:solidFill>
                  <a:latin typeface="Trebuchet MS" panose="020B0603020202020204" pitchFamily="34" charset="0"/>
                </a:rPr>
                <a:t>1818</a:t>
              </a:r>
              <a:r>
                <a:rPr lang="zh-CN" altLang="en-US" b="1">
                  <a:solidFill>
                    <a:srgbClr val="FF0000"/>
                  </a:solidFill>
                  <a:latin typeface="微软雅黑" panose="020B0503020204020204" pitchFamily="34" charset="-122"/>
                  <a:ea typeface="微软雅黑" panose="020B0503020204020204" pitchFamily="34" charset="-122"/>
                </a:rPr>
                <a:t>－</a:t>
              </a:r>
              <a:r>
                <a:rPr lang="en-US" altLang="zh-CN" b="1">
                  <a:solidFill>
                    <a:srgbClr val="FF0000"/>
                  </a:solidFill>
                  <a:latin typeface="Trebuchet MS" panose="020B0603020202020204" pitchFamily="34" charset="0"/>
                </a:rPr>
                <a:t>1889</a:t>
              </a:r>
              <a:r>
                <a:rPr lang="zh-CN" altLang="en-US" b="1">
                  <a:solidFill>
                    <a:srgbClr val="FF0000"/>
                  </a:solidFill>
                  <a:latin typeface="Trebuchet MS" panose="020B0603020202020204" pitchFamily="34" charset="0"/>
                </a:rPr>
                <a:t>）</a:t>
              </a:r>
            </a:p>
          </p:txBody>
        </p:sp>
        <p:sp>
          <p:nvSpPr>
            <p:cNvPr id="9" name="圆角矩形标注 8"/>
            <p:cNvSpPr/>
            <p:nvPr/>
          </p:nvSpPr>
          <p:spPr>
            <a:xfrm flipH="1">
              <a:off x="8754" y="4280"/>
              <a:ext cx="3735" cy="1120"/>
            </a:xfrm>
            <a:prstGeom prst="wedgeRoundRectCallout">
              <a:avLst>
                <a:gd name="adj1" fmla="val -64752"/>
                <a:gd name="adj2" fmla="val 1080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lnSpc>
                  <a:spcPts val="2350"/>
                </a:lnSpc>
              </a:pPr>
              <a:r>
                <a:rPr lang="zh-CN" altLang="en-US" sz="2000" b="1">
                  <a:latin typeface="微软雅黑" panose="020B0503020204020204" pitchFamily="34" charset="-122"/>
                  <a:ea typeface="微软雅黑" panose="020B0503020204020204" pitchFamily="34" charset="-122"/>
                  <a:sym typeface="+mn-ea"/>
                </a:rPr>
                <a:t>能量守恒和转化定律的提出者</a:t>
              </a:r>
              <a:endParaRPr kumimoji="0" lang="zh-CN" altLang="en-US" sz="20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12" name="组合 11"/>
          <p:cNvGrpSpPr/>
          <p:nvPr/>
        </p:nvGrpSpPr>
        <p:grpSpPr>
          <a:xfrm>
            <a:off x="276859" y="3873666"/>
            <a:ext cx="6998335" cy="1905000"/>
            <a:chOff x="5563" y="6360"/>
            <a:chExt cx="11021" cy="3000"/>
          </a:xfrm>
        </p:grpSpPr>
        <p:sp>
          <p:nvSpPr>
            <p:cNvPr id="77830" name="object 7"/>
            <p:cNvSpPr>
              <a:spLocks noChangeArrowheads="1"/>
            </p:cNvSpPr>
            <p:nvPr/>
          </p:nvSpPr>
          <p:spPr bwMode="auto">
            <a:xfrm>
              <a:off x="9440" y="6360"/>
              <a:ext cx="2880" cy="3000"/>
            </a:xfrm>
            <a:prstGeom prst="rect">
              <a:avLst/>
            </a:prstGeom>
            <a:blipFill dpi="0" rotWithShape="1">
              <a:blip r:embed="rId7"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6" name="object 8"/>
            <p:cNvSpPr txBox="1"/>
            <p:nvPr/>
          </p:nvSpPr>
          <p:spPr>
            <a:xfrm>
              <a:off x="5563" y="7495"/>
              <a:ext cx="3605" cy="883"/>
            </a:xfrm>
            <a:prstGeom prst="rect">
              <a:avLst/>
            </a:prstGeom>
          </p:spPr>
          <p:txBody>
            <a:bodyPr lIns="0" tIns="0" rIns="0" bIns="0">
              <a:spAutoFit/>
            </a:bodyPr>
            <a:lstStyle/>
            <a:p>
              <a:pPr marL="12700"/>
              <a:r>
                <a:rPr lang="zh-CN" altLang="en-US" b="1">
                  <a:solidFill>
                    <a:srgbClr val="FF0000"/>
                  </a:solidFill>
                  <a:latin typeface="微软雅黑" panose="020B0503020204020204" pitchFamily="34" charset="-122"/>
                  <a:ea typeface="微软雅黑" panose="020B0503020204020204" pitchFamily="34" charset="-122"/>
                </a:rPr>
                <a:t>英国生物学家</a:t>
              </a:r>
              <a:r>
                <a:rPr lang="en-US" altLang="zh-CN" b="1">
                  <a:solidFill>
                    <a:srgbClr val="FF0000"/>
                  </a:solidFill>
                  <a:latin typeface="Trebuchet MS" panose="020B0603020202020204" pitchFamily="34" charset="0"/>
                </a:rPr>
                <a:t>C</a:t>
              </a:r>
              <a:r>
                <a:rPr lang="en-US" altLang="zh-CN" b="1">
                  <a:solidFill>
                    <a:srgbClr val="FF0000"/>
                  </a:solidFill>
                  <a:cs typeface="Arial" panose="020B0604020202020204" pitchFamily="34" charset="0"/>
                </a:rPr>
                <a:t>·</a:t>
              </a:r>
              <a:r>
                <a:rPr lang="zh-CN" altLang="en-US" b="1">
                  <a:solidFill>
                    <a:srgbClr val="FF0000"/>
                  </a:solidFill>
                  <a:latin typeface="微软雅黑" panose="020B0503020204020204" pitchFamily="34" charset="-122"/>
                  <a:ea typeface="微软雅黑" panose="020B0503020204020204" pitchFamily="34" charset="-122"/>
                </a:rPr>
                <a:t>达尔文</a:t>
              </a:r>
              <a:endParaRPr lang="zh-CN" altLang="en-US">
                <a:latin typeface="微软雅黑" panose="020B0503020204020204" pitchFamily="34" charset="-122"/>
                <a:ea typeface="微软雅黑" panose="020B0503020204020204" pitchFamily="34" charset="-122"/>
              </a:endParaRPr>
            </a:p>
            <a:p>
              <a:pPr marL="12700">
                <a:lnSpc>
                  <a:spcPts val="2150"/>
                </a:lnSpc>
                <a:spcBef>
                  <a:spcPts val="100"/>
                </a:spcBef>
              </a:pPr>
              <a:r>
                <a:rPr lang="zh-CN" altLang="en-US" b="1">
                  <a:solidFill>
                    <a:srgbClr val="FF0000"/>
                  </a:solidFill>
                  <a:latin typeface="微软雅黑" panose="020B0503020204020204" pitchFamily="34" charset="-122"/>
                  <a:ea typeface="微软雅黑" panose="020B0503020204020204" pitchFamily="34" charset="-122"/>
                </a:rPr>
                <a:t>（</a:t>
              </a:r>
              <a:r>
                <a:rPr lang="en-US" altLang="zh-CN" b="1">
                  <a:solidFill>
                    <a:srgbClr val="FF0000"/>
                  </a:solidFill>
                  <a:latin typeface="Trebuchet MS" panose="020B0603020202020204" pitchFamily="34" charset="0"/>
                </a:rPr>
                <a:t>1809</a:t>
              </a:r>
              <a:r>
                <a:rPr lang="zh-CN" altLang="en-US" b="1">
                  <a:solidFill>
                    <a:srgbClr val="FF0000"/>
                  </a:solidFill>
                  <a:latin typeface="微软雅黑" panose="020B0503020204020204" pitchFamily="34" charset="-122"/>
                  <a:ea typeface="微软雅黑" panose="020B0503020204020204" pitchFamily="34" charset="-122"/>
                </a:rPr>
                <a:t>～</a:t>
              </a:r>
              <a:r>
                <a:rPr lang="en-US" altLang="zh-CN" b="1">
                  <a:solidFill>
                    <a:srgbClr val="FF0000"/>
                  </a:solidFill>
                  <a:latin typeface="Trebuchet MS" panose="020B0603020202020204" pitchFamily="34" charset="0"/>
                </a:rPr>
                <a:t>1882</a:t>
              </a:r>
              <a:r>
                <a:rPr lang="zh-CN" altLang="en-US" b="1">
                  <a:solidFill>
                    <a:srgbClr val="FF0000"/>
                  </a:solidFill>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sp>
          <p:nvSpPr>
            <p:cNvPr id="11" name="圆角矩形标注 10"/>
            <p:cNvSpPr/>
            <p:nvPr/>
          </p:nvSpPr>
          <p:spPr>
            <a:xfrm flipH="1">
              <a:off x="13120" y="7495"/>
              <a:ext cx="3465" cy="883"/>
            </a:xfrm>
            <a:prstGeom prst="wedgeRoundRectCallout">
              <a:avLst>
                <a:gd name="adj1" fmla="val 70589"/>
                <a:gd name="adj2" fmla="val 705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lnSpc>
                  <a:spcPts val="2350"/>
                </a:lnSpc>
              </a:pPr>
              <a:r>
                <a:rPr lang="zh-CN" altLang="en-US" sz="2000" b="1">
                  <a:latin typeface="微软雅黑" panose="020B0503020204020204" pitchFamily="34" charset="-122"/>
                  <a:ea typeface="微软雅黑" panose="020B0503020204020204" pitchFamily="34" charset="-122"/>
                  <a:sym typeface="+mn-ea"/>
                </a:rPr>
                <a:t>进化论的提出者</a:t>
              </a:r>
              <a:endParaRPr kumimoji="0" lang="zh-CN" altLang="en-US" sz="20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5" name="矩形 14"/>
          <p:cNvSpPr/>
          <p:nvPr/>
        </p:nvSpPr>
        <p:spPr>
          <a:xfrm>
            <a:off x="7783828" y="4000934"/>
            <a:ext cx="4198905" cy="2446824"/>
          </a:xfrm>
          <a:prstGeom prst="rect">
            <a:avLst/>
          </a:prstGeom>
        </p:spPr>
        <p:txBody>
          <a:bodyPr wrap="square">
            <a:spAutoFit/>
          </a:bodyPr>
          <a:lstStyle/>
          <a:p>
            <a:pPr eaLnBrk="1" hangingPunct="1">
              <a:spcBef>
                <a:spcPct val="50000"/>
              </a:spcBef>
            </a:pPr>
            <a:r>
              <a:rPr lang="zh-CN" altLang="zh-CN" b="1" dirty="0">
                <a:solidFill>
                  <a:srgbClr val="CC0000"/>
                </a:solidFill>
              </a:rPr>
              <a:t>“</a:t>
            </a:r>
            <a:r>
              <a:rPr lang="zh-CN" altLang="en-US" b="1" dirty="0">
                <a:solidFill>
                  <a:srgbClr val="CC0000"/>
                </a:solidFill>
              </a:rPr>
              <a:t>由于这三大发现和自然科学的其他巨大进步，我们不仅能够说明自然界中各个领域内的过程之间的联系，而且总的说来也能说明各个领域之间的联系了，这样我们就能够依靠经验自然科学本身所提供的事实，以近乎系统的形式描绘出一幅自然界联系的清晰图画。</a:t>
            </a:r>
            <a:r>
              <a:rPr lang="zh-CN" altLang="en-US" b="1" dirty="0" smtClean="0">
                <a:solidFill>
                  <a:srgbClr val="CC0000"/>
                </a:solidFill>
              </a:rPr>
              <a:t>”</a:t>
            </a:r>
            <a:endParaRPr lang="en-US" altLang="zh-CN" b="1" dirty="0" smtClean="0">
              <a:solidFill>
                <a:srgbClr val="CC0000"/>
              </a:solidFill>
            </a:endParaRPr>
          </a:p>
          <a:p>
            <a:pPr algn="r" eaLnBrk="1" hangingPunct="1">
              <a:spcBef>
                <a:spcPct val="50000"/>
              </a:spcBef>
            </a:pPr>
            <a:r>
              <a:rPr lang="en-US" altLang="zh-CN" b="1" dirty="0" smtClean="0">
                <a:solidFill>
                  <a:srgbClr val="CC0000"/>
                </a:solidFill>
              </a:rPr>
              <a:t>——</a:t>
            </a:r>
            <a:r>
              <a:rPr lang="zh-CN" altLang="en-US" b="1" dirty="0" smtClean="0">
                <a:solidFill>
                  <a:srgbClr val="CC0000"/>
                </a:solidFill>
              </a:rPr>
              <a:t>恩格斯</a:t>
            </a:r>
            <a:endParaRPr lang="zh-CN" altLang="en-US" b="1" dirty="0">
              <a:solidFill>
                <a:srgbClr val="CC0000"/>
              </a:solidFill>
            </a:endParaRP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linds(horizontal)">
                                      <p:cBhvr>
                                        <p:cTn id="11" dur="500"/>
                                        <p:tgtEl>
                                          <p:spTgt spid="14"/>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040130" y="1054418"/>
            <a:ext cx="10141585" cy="1331595"/>
          </a:xfrm>
          <a:prstGeom prst="rect">
            <a:avLst/>
          </a:prstGeom>
        </p:spPr>
        <p:txBody>
          <a:bodyPr vert="horz" wrap="square" lIns="0" tIns="62606" rIns="0" bIns="0" rtlCol="0">
            <a:spAutoFit/>
          </a:bodyPr>
          <a:lstStyle/>
          <a:p>
            <a:pPr marL="12700" marR="5080" indent="0" algn="l" latinLnBrk="0">
              <a:lnSpc>
                <a:spcPts val="3300"/>
              </a:lnSpc>
              <a:spcBef>
                <a:spcPts val="500"/>
              </a:spcBef>
            </a:pPr>
            <a:r>
              <a:rPr sz="2760" spc="5"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1</a:t>
            </a:r>
            <a:r>
              <a:rPr sz="2760" spc="40"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9</a:t>
            </a:r>
            <a:r>
              <a:rPr sz="2760" spc="30"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世</a:t>
            </a:r>
            <a:r>
              <a:rPr sz="2760" spc="100"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纪</a:t>
            </a:r>
            <a:r>
              <a:rPr sz="2760" spc="10"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40-6</a:t>
            </a:r>
            <a:r>
              <a:rPr sz="2760" spc="5"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0</a:t>
            </a:r>
            <a:r>
              <a:rPr sz="2760" spc="25"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年代，马克思恩格斯批判地继承了</a:t>
            </a:r>
            <a:r>
              <a:rPr sz="2760" spc="30" dirty="0">
                <a:solidFill>
                  <a:srgbClr val="0032CB"/>
                </a:solidFill>
                <a:latin typeface="微软雅黑" panose="020B0503020204020204" pitchFamily="34" charset="-122"/>
                <a:ea typeface="微软雅黑" panose="020B0503020204020204" pitchFamily="34" charset="-122"/>
                <a:cs typeface="微软雅黑" panose="020B0503020204020204" pitchFamily="34" charset="-122"/>
              </a:rPr>
              <a:t>前人的成果，发现了唯物史观和剩余价值学说，实现了人类思想史上的伟大革命。</a:t>
            </a:r>
            <a:endParaRPr sz="276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object 5"/>
          <p:cNvSpPr txBox="1"/>
          <p:nvPr/>
        </p:nvSpPr>
        <p:spPr>
          <a:xfrm>
            <a:off x="1026795" y="2517140"/>
            <a:ext cx="10155555" cy="3632835"/>
          </a:xfrm>
          <a:prstGeom prst="rect">
            <a:avLst/>
          </a:prstGeom>
        </p:spPr>
        <p:txBody>
          <a:bodyPr vert="horz" wrap="square" lIns="0" tIns="24697" rIns="0" bIns="0" rtlCol="0">
            <a:spAutoFit/>
          </a:bodyPr>
          <a:lstStyle/>
          <a:p>
            <a:pPr marL="86995" marR="1077595">
              <a:lnSpc>
                <a:spcPts val="3160"/>
              </a:lnSpc>
              <a:spcBef>
                <a:spcPts val="215"/>
              </a:spcBef>
              <a:buClr>
                <a:srgbClr val="FF0000"/>
              </a:buClr>
              <a:buSzPct val="96000"/>
              <a:buFont typeface="Wingdings" panose="05000000000000000000"/>
              <a:buChar char=""/>
              <a:tabLst>
                <a:tab pos="358140" algn="l"/>
              </a:tabLst>
            </a:pPr>
            <a:r>
              <a:rPr sz="3595" spc="-15" baseline="1000" dirty="0">
                <a:solidFill>
                  <a:srgbClr val="CB0065"/>
                </a:solidFill>
                <a:latin typeface="微软雅黑" panose="020B0503020204020204" pitchFamily="34" charset="-122"/>
                <a:cs typeface="微软雅黑" panose="020B0503020204020204" pitchFamily="34" charset="-122"/>
              </a:rPr>
              <a:t>马克思主义哲学为认识历史和时代问题提供了一</a:t>
            </a:r>
            <a:r>
              <a:rPr sz="2395" spc="-10" dirty="0">
                <a:solidFill>
                  <a:srgbClr val="CB0065"/>
                </a:solidFill>
                <a:latin typeface="微软雅黑" panose="020B0503020204020204" pitchFamily="34" charset="-122"/>
                <a:cs typeface="微软雅黑" panose="020B0503020204020204" pitchFamily="34" charset="-122"/>
              </a:rPr>
              <a:t>种崭新的世界观和方法论原则。</a:t>
            </a:r>
            <a:endParaRPr sz="2395" dirty="0">
              <a:latin typeface="微软雅黑" panose="020B0503020204020204" pitchFamily="34" charset="-122"/>
              <a:cs typeface="微软雅黑" panose="020B0503020204020204" pitchFamily="34" charset="-122"/>
            </a:endParaRPr>
          </a:p>
          <a:p>
            <a:pPr marL="12700" marR="415290" algn="just">
              <a:lnSpc>
                <a:spcPct val="100000"/>
              </a:lnSpc>
              <a:spcBef>
                <a:spcPts val="2285"/>
              </a:spcBef>
              <a:buClr>
                <a:srgbClr val="FF0000"/>
              </a:buClr>
              <a:buSzPct val="96000"/>
              <a:buFont typeface="Wingdings" panose="05000000000000000000"/>
              <a:buChar char=""/>
              <a:tabLst>
                <a:tab pos="280670" algn="l"/>
              </a:tabLst>
            </a:pPr>
            <a:r>
              <a:rPr sz="3595" spc="-15" baseline="1000" dirty="0">
                <a:solidFill>
                  <a:srgbClr val="003200"/>
                </a:solidFill>
                <a:latin typeface="微软雅黑" panose="020B0503020204020204" pitchFamily="34" charset="-122"/>
                <a:cs typeface="微软雅黑" panose="020B0503020204020204" pitchFamily="34" charset="-122"/>
              </a:rPr>
              <a:t>马克思主义政治经济学通过对资本主义生产方式的内</a:t>
            </a:r>
            <a:r>
              <a:rPr sz="2395" spc="-10" dirty="0">
                <a:solidFill>
                  <a:srgbClr val="003200"/>
                </a:solidFill>
                <a:latin typeface="微软雅黑" panose="020B0503020204020204" pitchFamily="34" charset="-122"/>
                <a:cs typeface="微软雅黑" panose="020B0503020204020204" pitchFamily="34" charset="-122"/>
              </a:rPr>
              <a:t>在矛盾、运行机制和发展规律的深刻分析，揭示了资本主义剥削的秘密和它被社会主义必然代替的历史命运。</a:t>
            </a:r>
            <a:endParaRPr sz="2395" dirty="0">
              <a:latin typeface="微软雅黑" panose="020B0503020204020204" pitchFamily="34" charset="-122"/>
              <a:cs typeface="微软雅黑" panose="020B0503020204020204" pitchFamily="34" charset="-122"/>
            </a:endParaRPr>
          </a:p>
          <a:p>
            <a:pPr marL="86995" marR="5080" lvl="1" algn="just">
              <a:lnSpc>
                <a:spcPct val="100000"/>
              </a:lnSpc>
              <a:spcBef>
                <a:spcPts val="2255"/>
              </a:spcBef>
              <a:buClr>
                <a:srgbClr val="FF0000"/>
              </a:buClr>
              <a:buSzPct val="96000"/>
              <a:buFont typeface="Wingdings" panose="05000000000000000000"/>
              <a:buChar char=""/>
              <a:tabLst>
                <a:tab pos="358140" algn="l"/>
              </a:tabLst>
            </a:pPr>
            <a:r>
              <a:rPr sz="3595" spc="-15" baseline="1000" dirty="0">
                <a:solidFill>
                  <a:srgbClr val="650065"/>
                </a:solidFill>
                <a:latin typeface="微软雅黑" panose="020B0503020204020204" pitchFamily="34" charset="-122"/>
                <a:cs typeface="微软雅黑" panose="020B0503020204020204" pitchFamily="34" charset="-122"/>
              </a:rPr>
              <a:t>科学社会主义在唯物史观和剩余价值论两大发现的基础</a:t>
            </a:r>
            <a:r>
              <a:rPr sz="2395" spc="-10" dirty="0">
                <a:solidFill>
                  <a:srgbClr val="650065"/>
                </a:solidFill>
                <a:latin typeface="微软雅黑" panose="020B0503020204020204" pitchFamily="34" charset="-122"/>
                <a:cs typeface="微软雅黑" panose="020B0503020204020204" pitchFamily="34" charset="-122"/>
              </a:rPr>
              <a:t>上，阐明了由资本主义社会转变为社会主义、共产主义社会的客观规律，阐明了无产阶级获得彻底解放的历史条件和无产阶级的历史使命，使社会主义由空想成为科学。</a:t>
            </a:r>
            <a:endParaRPr sz="2395" dirty="0">
              <a:latin typeface="微软雅黑" panose="020B0503020204020204" pitchFamily="34" charset="-122"/>
              <a:cs typeface="微软雅黑" panose="020B0503020204020204" pitchFamily="34" charset="-122"/>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Tree>
  </p:cSld>
  <p:clrMapOvr>
    <a:masterClrMapping/>
  </p:clrMapOvr>
  <p:transition>
    <p:blinds/>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448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263172" name="Rectangle 25"/>
          <p:cNvSpPr>
            <a:spLocks noChangeArrowheads="1"/>
          </p:cNvSpPr>
          <p:nvPr/>
        </p:nvSpPr>
        <p:spPr bwMode="auto">
          <a:xfrm>
            <a:off x="815975" y="5247005"/>
            <a:ext cx="11409680" cy="914400"/>
          </a:xfrm>
          <a:prstGeom prst="rect">
            <a:avLst/>
          </a:prstGeom>
          <a:noFill/>
          <a:ln w="9525">
            <a:noFill/>
            <a:miter lim="800000"/>
          </a:ln>
        </p:spPr>
        <p:txBody>
          <a:bodyPr/>
          <a:lstStyle/>
          <a:p>
            <a:pPr marL="342900" indent="-342900">
              <a:lnSpc>
                <a:spcPct val="90000"/>
              </a:lnSpc>
              <a:buFont typeface="Wingdings" panose="05000000000000000000" charset="0"/>
              <a:buChar char="l"/>
            </a:pPr>
            <a:r>
              <a:rPr lang="zh-CN" altLang="en-US" sz="2400">
                <a:solidFill>
                  <a:schemeClr val="tx1"/>
                </a:solidFill>
                <a:latin typeface="微软雅黑" panose="020B0503020204020204" pitchFamily="34" charset="-122"/>
                <a:ea typeface="微软雅黑" panose="020B0503020204020204" pitchFamily="34" charset="-122"/>
              </a:rPr>
              <a:t>马克思和恩格斯亲自参加并领导了当时无产阶级争取解放的斗争实践。</a:t>
            </a:r>
          </a:p>
        </p:txBody>
      </p:sp>
      <p:pic>
        <p:nvPicPr>
          <p:cNvPr id="263173" name="Picture 26"/>
          <p:cNvPicPr>
            <a:picLocks noChangeAspect="1" noChangeArrowheads="1"/>
          </p:cNvPicPr>
          <p:nvPr/>
        </p:nvPicPr>
        <p:blipFill>
          <a:blip r:embed="rId4" cstate="print"/>
          <a:srcRect r="1359"/>
          <a:stretch>
            <a:fillRect/>
          </a:stretch>
        </p:blipFill>
        <p:spPr bwMode="auto">
          <a:xfrm>
            <a:off x="884555" y="1285875"/>
            <a:ext cx="10460355" cy="3371850"/>
          </a:xfrm>
          <a:prstGeom prst="rect">
            <a:avLst/>
          </a:prstGeom>
          <a:noFill/>
          <a:ln w="9525" algn="ctr">
            <a:noFill/>
            <a:miter lim="800000"/>
            <a:headEnd/>
            <a:tailEnd/>
          </a:ln>
        </p:spPr>
      </p:pic>
    </p:spTree>
    <p:custDataLst>
      <p:tags r:id="rId1"/>
    </p:custDataLst>
  </p:cSld>
  <p:clrMapOvr>
    <a:masterClrMapping/>
  </p:clrMapOvr>
  <p:transition>
    <p:blinds/>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448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2" name="object 2"/>
          <p:cNvSpPr txBox="1"/>
          <p:nvPr/>
        </p:nvSpPr>
        <p:spPr>
          <a:xfrm>
            <a:off x="2304415" y="974090"/>
            <a:ext cx="8299450" cy="584835"/>
          </a:xfrm>
          <a:prstGeom prst="rect">
            <a:avLst/>
          </a:prstGeom>
        </p:spPr>
        <p:txBody>
          <a:bodyPr vert="horz" wrap="square" lIns="0" tIns="0" rIns="0" bIns="0" rtlCol="0">
            <a:spAutoFit/>
          </a:bodyPr>
          <a:lstStyle/>
          <a:p>
            <a:pPr marL="1158240" marR="1604645" indent="-1146175">
              <a:lnSpc>
                <a:spcPct val="119000"/>
              </a:lnSpc>
            </a:pPr>
            <a:r>
              <a:rPr sz="3200" b="1" spc="1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马克思</a:t>
            </a:r>
            <a:r>
              <a:rPr lang="zh-CN" sz="3200" b="1" spc="1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sz="3200" b="1" spc="1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恩格斯兼有“学者和革命家的品质”</a:t>
            </a:r>
          </a:p>
        </p:txBody>
      </p:sp>
      <p:sp>
        <p:nvSpPr>
          <p:cNvPr id="3" name="object 3"/>
          <p:cNvSpPr/>
          <p:nvPr/>
        </p:nvSpPr>
        <p:spPr>
          <a:xfrm>
            <a:off x="2845307" y="2286000"/>
            <a:ext cx="2462784" cy="2057400"/>
          </a:xfrm>
          <a:prstGeom prst="rect">
            <a:avLst/>
          </a:prstGeom>
          <a:blipFill>
            <a:blip r:embed="rId4" cstate="print"/>
            <a:stretch>
              <a:fillRect/>
            </a:stretch>
          </a:blipFill>
        </p:spPr>
        <p:txBody>
          <a:bodyPr wrap="square" lIns="0" tIns="0" rIns="0" bIns="0" rtlCol="0"/>
          <a:lstStyle/>
          <a:p>
            <a:endParaRPr/>
          </a:p>
        </p:txBody>
      </p:sp>
      <p:sp>
        <p:nvSpPr>
          <p:cNvPr id="4" name="object 4"/>
          <p:cNvSpPr txBox="1"/>
          <p:nvPr/>
        </p:nvSpPr>
        <p:spPr>
          <a:xfrm>
            <a:off x="2822194" y="4598289"/>
            <a:ext cx="3953510" cy="805180"/>
          </a:xfrm>
          <a:prstGeom prst="rect">
            <a:avLst/>
          </a:prstGeom>
        </p:spPr>
        <p:txBody>
          <a:bodyPr vert="horz" wrap="square" lIns="0" tIns="0" rIns="0" bIns="0" rtlCol="0">
            <a:spAutoFit/>
          </a:bodyPr>
          <a:lstStyle/>
          <a:p>
            <a:pPr marL="355600" indent="-342900">
              <a:lnSpc>
                <a:spcPct val="100000"/>
              </a:lnSpc>
              <a:buFont typeface="Wingdings" panose="05000000000000000000" charset="0"/>
              <a:buChar char="l"/>
            </a:pPr>
            <a:r>
              <a:rPr sz="2400" spc="5" dirty="0">
                <a:latin typeface="微软雅黑" panose="020B0503020204020204" pitchFamily="34" charset="-122"/>
                <a:ea typeface="微软雅黑" panose="020B0503020204020204" pitchFamily="34" charset="-122"/>
                <a:cs typeface="微软雅黑" panose="020B0503020204020204" pitchFamily="34" charset="-122"/>
              </a:rPr>
              <a:t>比起其他理论家，他们</a:t>
            </a:r>
            <a:endParaRPr sz="2400">
              <a:latin typeface="微软雅黑" panose="020B0503020204020204" pitchFamily="34" charset="-122"/>
              <a:ea typeface="微软雅黑" panose="020B0503020204020204" pitchFamily="34" charset="-122"/>
              <a:cs typeface="微软雅黑" panose="020B0503020204020204" pitchFamily="34" charset="-122"/>
            </a:endParaRPr>
          </a:p>
          <a:p>
            <a:pPr marL="12700">
              <a:lnSpc>
                <a:spcPts val="3295"/>
              </a:lnSpc>
              <a:spcBef>
                <a:spcPts val="105"/>
              </a:spcBef>
            </a:pPr>
            <a:r>
              <a:rPr sz="2400" spc="5" dirty="0">
                <a:latin typeface="微软雅黑" panose="020B0503020204020204" pitchFamily="34" charset="-122"/>
                <a:ea typeface="微软雅黑" panose="020B0503020204020204" pitchFamily="34" charset="-122"/>
                <a:cs typeface="微软雅黑" panose="020B0503020204020204" pitchFamily="34" charset="-122"/>
              </a:rPr>
              <a:t>又具有强烈的实践愿望。</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object 5"/>
          <p:cNvSpPr/>
          <p:nvPr/>
        </p:nvSpPr>
        <p:spPr>
          <a:xfrm>
            <a:off x="7167371" y="3715511"/>
            <a:ext cx="2410968" cy="2057400"/>
          </a:xfrm>
          <a:prstGeom prst="rect">
            <a:avLst/>
          </a:prstGeom>
          <a:blipFill>
            <a:blip r:embed="rId5" cstate="print"/>
            <a:stretch>
              <a:fillRect/>
            </a:stretch>
          </a:blipFill>
        </p:spPr>
        <p:txBody>
          <a:bodyPr wrap="square" lIns="0" tIns="0" rIns="0" bIns="0" rtlCol="0"/>
          <a:lstStyle/>
          <a:p>
            <a:endParaRPr/>
          </a:p>
        </p:txBody>
      </p:sp>
      <p:sp>
        <p:nvSpPr>
          <p:cNvPr id="7" name="文本框 6"/>
          <p:cNvSpPr txBox="1"/>
          <p:nvPr/>
        </p:nvSpPr>
        <p:spPr>
          <a:xfrm>
            <a:off x="5605780" y="2134235"/>
            <a:ext cx="3889375" cy="1568450"/>
          </a:xfrm>
          <a:prstGeom prst="rect">
            <a:avLst/>
          </a:prstGeom>
          <a:noFill/>
        </p:spPr>
        <p:txBody>
          <a:bodyPr wrap="square" rtlCol="0">
            <a:spAutoFit/>
          </a:bodyPr>
          <a:lstStyle/>
          <a:p>
            <a:pPr marL="342900" indent="-342900">
              <a:buFont typeface="Wingdings" panose="05000000000000000000" charset="0"/>
              <a:buChar char="l"/>
            </a:pPr>
            <a:r>
              <a:rPr sz="2400" spc="70" dirty="0">
                <a:latin typeface="微软雅黑" panose="020B0503020204020204" pitchFamily="34" charset="-122"/>
                <a:ea typeface="微软雅黑" panose="020B0503020204020204" pitchFamily="34" charset="-122"/>
                <a:cs typeface="微软雅黑" panose="020B0503020204020204" pitchFamily="34" charset="-122"/>
                <a:sym typeface="+mn-ea"/>
              </a:rPr>
              <a:t>他们与同时代的人相比，具有双重</a:t>
            </a:r>
            <a:r>
              <a:rPr sz="2400" spc="125" dirty="0">
                <a:latin typeface="微软雅黑" panose="020B0503020204020204" pitchFamily="34" charset="-122"/>
                <a:ea typeface="微软雅黑" panose="020B0503020204020204" pitchFamily="34" charset="-122"/>
                <a:cs typeface="微软雅黑" panose="020B0503020204020204" pitchFamily="34" charset="-122"/>
                <a:sym typeface="+mn-ea"/>
              </a:rPr>
              <a:t>的优点</a:t>
            </a:r>
            <a:r>
              <a:rPr sz="2400" spc="14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400" spc="125" dirty="0">
                <a:latin typeface="微软雅黑" panose="020B0503020204020204" pitchFamily="34" charset="-122"/>
                <a:ea typeface="微软雅黑" panose="020B0503020204020204" pitchFamily="34" charset="-122"/>
                <a:cs typeface="微软雅黑" panose="020B0503020204020204" pitchFamily="34" charset="-122"/>
                <a:sym typeface="+mn-ea"/>
              </a:rPr>
              <a:t>比起工</a:t>
            </a:r>
            <a:r>
              <a:rPr sz="2400" spc="140" dirty="0">
                <a:latin typeface="微软雅黑" panose="020B0503020204020204" pitchFamily="34" charset="-122"/>
                <a:ea typeface="微软雅黑" panose="020B0503020204020204" pitchFamily="34" charset="-122"/>
                <a:cs typeface="微软雅黑" panose="020B0503020204020204" pitchFamily="34" charset="-122"/>
                <a:sym typeface="+mn-ea"/>
              </a:rPr>
              <a:t>人</a:t>
            </a:r>
            <a:r>
              <a:rPr sz="2400" spc="125" dirty="0">
                <a:latin typeface="微软雅黑" panose="020B0503020204020204" pitchFamily="34" charset="-122"/>
                <a:ea typeface="微软雅黑" panose="020B0503020204020204" pitchFamily="34" charset="-122"/>
                <a:cs typeface="微软雅黑" panose="020B0503020204020204" pitchFamily="34" charset="-122"/>
                <a:sym typeface="+mn-ea"/>
              </a:rPr>
              <a:t>活动</a:t>
            </a:r>
            <a:r>
              <a:rPr sz="2400" spc="160" dirty="0">
                <a:latin typeface="微软雅黑" panose="020B0503020204020204" pitchFamily="34" charset="-122"/>
                <a:ea typeface="微软雅黑" panose="020B0503020204020204" pitchFamily="34" charset="-122"/>
                <a:cs typeface="微软雅黑" panose="020B0503020204020204" pitchFamily="34" charset="-122"/>
                <a:sym typeface="+mn-ea"/>
              </a:rPr>
              <a:t>家</a:t>
            </a:r>
            <a:r>
              <a:rPr sz="2400" spc="14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400" spc="130" dirty="0">
                <a:latin typeface="微软雅黑" panose="020B0503020204020204" pitchFamily="34" charset="-122"/>
                <a:ea typeface="微软雅黑" panose="020B0503020204020204" pitchFamily="34" charset="-122"/>
                <a:cs typeface="微软雅黑" panose="020B0503020204020204" pitchFamily="34" charset="-122"/>
                <a:sym typeface="+mn-ea"/>
              </a:rPr>
              <a:t>他们具</a:t>
            </a:r>
            <a:r>
              <a:rPr sz="2400" spc="5" dirty="0">
                <a:latin typeface="微软雅黑" panose="020B0503020204020204" pitchFamily="34" charset="-122"/>
                <a:ea typeface="微软雅黑" panose="020B0503020204020204" pitchFamily="34" charset="-122"/>
                <a:cs typeface="微软雅黑" panose="020B0503020204020204" pitchFamily="34" charset="-122"/>
                <a:sym typeface="+mn-ea"/>
              </a:rPr>
              <a:t>有高度的理论素养。</a:t>
            </a:r>
            <a:endParaRPr lang="zh-CN" altLang="en-US" sz="2400">
              <a:ea typeface="微软雅黑" panose="020B0503020204020204" pitchFamily="34" charset="-122"/>
            </a:endParaRPr>
          </a:p>
        </p:txBody>
      </p:sp>
    </p:spTree>
    <p:custDataLst>
      <p:tags r:id="rId1"/>
    </p:custDataLst>
  </p:cSld>
  <p:clrMapOvr>
    <a:masterClrMapping/>
  </p:clrMapOvr>
  <p:transition>
    <p:blinds/>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nvSpPr>
        <p:spPr>
          <a:xfrm>
            <a:off x="3311754" y="996191"/>
            <a:ext cx="5568315" cy="566420"/>
          </a:xfrm>
          <a:prstGeom prst="rect">
            <a:avLst/>
          </a:prstGeom>
        </p:spPr>
        <p:txBody>
          <a:bodyPr vert="horz" wrap="square" lIns="0" tIns="12700" rIns="0" bIns="0" rtlCol="0">
            <a:spAutoFit/>
          </a:bodyPr>
          <a:lstStyle>
            <a:lvl1pPr>
              <a:defRPr sz="2050" b="0" i="0">
                <a:solidFill>
                  <a:srgbClr val="001313"/>
                </a:solidFill>
                <a:latin typeface="楷体" panose="02010609060101010101" charset="-122"/>
                <a:ea typeface="+mj-ea"/>
                <a:cs typeface="楷体" panose="02010609060101010101" charset="-122"/>
              </a:defRPr>
            </a:lvl1pPr>
          </a:lstStyle>
          <a:p>
            <a:pPr marL="12700">
              <a:lnSpc>
                <a:spcPct val="100000"/>
              </a:lnSpc>
              <a:spcBef>
                <a:spcPts val="100"/>
              </a:spcBef>
            </a:pPr>
            <a:r>
              <a:rPr sz="3600" b="1" spc="1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新世界观的公开问世</a:t>
            </a:r>
            <a:endParaRPr sz="4850">
              <a:latin typeface="宋体" panose="02010600030101010101" pitchFamily="2" charset="-122"/>
              <a:cs typeface="宋体" panose="02010600030101010101" pitchFamily="2" charset="-122"/>
            </a:endParaRPr>
          </a:p>
        </p:txBody>
      </p:sp>
      <p:sp>
        <p:nvSpPr>
          <p:cNvPr id="5" name="object 5"/>
          <p:cNvSpPr txBox="1"/>
          <p:nvPr/>
        </p:nvSpPr>
        <p:spPr>
          <a:xfrm>
            <a:off x="1066800" y="1843405"/>
            <a:ext cx="6473190" cy="4030980"/>
          </a:xfrm>
          <a:prstGeom prst="rect">
            <a:avLst/>
          </a:prstGeom>
        </p:spPr>
        <p:txBody>
          <a:bodyPr vert="horz" wrap="square" lIns="0" tIns="11430" rIns="0" bIns="0" rtlCol="0">
            <a:spAutoFit/>
          </a:bodyPr>
          <a:lstStyle/>
          <a:p>
            <a:pPr marL="12700" marR="396875" algn="l" defTabSz="914400">
              <a:lnSpc>
                <a:spcPct val="150000"/>
              </a:lnSpc>
              <a:spcBef>
                <a:spcPts val="90"/>
              </a:spcBef>
              <a:buClr>
                <a:srgbClr val="CB0065"/>
              </a:buClr>
              <a:buSzPct val="69000"/>
              <a:buFont typeface="Wingdings" panose="05000000000000000000"/>
              <a:tabLst>
                <a:tab pos="395605" algn="l"/>
              </a:tabLst>
            </a:pPr>
            <a:r>
              <a:rPr sz="2400" b="1" spc="10" dirty="0">
                <a:solidFill>
                  <a:schemeClr val="tx1"/>
                </a:solidFill>
                <a:latin typeface="微软雅黑" panose="020B0503020204020204" pitchFamily="34" charset="-122"/>
                <a:cs typeface="微软雅黑" panose="020B0503020204020204" pitchFamily="34" charset="-122"/>
              </a:rPr>
              <a:t>1847</a:t>
            </a:r>
            <a:r>
              <a:rPr sz="2400" b="1" spc="-180" dirty="0">
                <a:solidFill>
                  <a:schemeClr val="tx1"/>
                </a:solidFill>
                <a:latin typeface="微软雅黑" panose="020B0503020204020204" pitchFamily="34" charset="-122"/>
                <a:cs typeface="微软雅黑" panose="020B0503020204020204" pitchFamily="34" charset="-122"/>
              </a:rPr>
              <a:t> </a:t>
            </a:r>
            <a:r>
              <a:rPr sz="2400" spc="30" dirty="0">
                <a:solidFill>
                  <a:schemeClr val="tx1"/>
                </a:solidFill>
                <a:latin typeface="微软雅黑" panose="020B0503020204020204" pitchFamily="34" charset="-122"/>
                <a:cs typeface="微软雅黑" panose="020B0503020204020204" pitchFamily="34" charset="-122"/>
              </a:rPr>
              <a:t>年马克思和恩格斯一起加入秘密的共产党组织</a:t>
            </a:r>
            <a:r>
              <a:rPr lang="en-US" sz="2400" spc="30" dirty="0">
                <a:solidFill>
                  <a:schemeClr val="tx1"/>
                </a:solidFill>
                <a:latin typeface="微软雅黑" panose="020B0503020204020204" pitchFamily="34" charset="-122"/>
                <a:cs typeface="微软雅黑" panose="020B0503020204020204" pitchFamily="34" charset="-122"/>
              </a:rPr>
              <a:t>——</a:t>
            </a:r>
            <a:r>
              <a:rPr sz="2400" b="1" spc="25" dirty="0">
                <a:solidFill>
                  <a:schemeClr val="tx1"/>
                </a:solidFill>
                <a:latin typeface="微软雅黑" panose="020B0503020204020204" pitchFamily="34" charset="-122"/>
                <a:cs typeface="微软雅黑" panose="020B0503020204020204" pitchFamily="34" charset="-122"/>
              </a:rPr>
              <a:t>“</a:t>
            </a:r>
            <a:r>
              <a:rPr sz="2400" spc="30" dirty="0">
                <a:solidFill>
                  <a:schemeClr val="tx1"/>
                </a:solidFill>
                <a:latin typeface="微软雅黑" panose="020B0503020204020204" pitchFamily="34" charset="-122"/>
                <a:cs typeface="微软雅黑" panose="020B0503020204020204" pitchFamily="34" charset="-122"/>
              </a:rPr>
              <a:t>共产主义者同盟”。</a:t>
            </a:r>
            <a:endParaRPr sz="2400">
              <a:solidFill>
                <a:schemeClr val="tx1"/>
              </a:solidFill>
              <a:latin typeface="微软雅黑" panose="020B0503020204020204" pitchFamily="34" charset="-122"/>
              <a:cs typeface="微软雅黑" panose="020B0503020204020204" pitchFamily="34" charset="-122"/>
            </a:endParaRPr>
          </a:p>
          <a:p>
            <a:pPr marL="12700" marR="5080" algn="l" defTabSz="914400">
              <a:lnSpc>
                <a:spcPct val="150000"/>
              </a:lnSpc>
              <a:spcBef>
                <a:spcPts val="515"/>
              </a:spcBef>
              <a:buClr>
                <a:srgbClr val="CB0065"/>
              </a:buClr>
              <a:buSzPct val="69000"/>
              <a:buFont typeface="Wingdings" panose="05000000000000000000"/>
              <a:tabLst>
                <a:tab pos="395605" algn="l"/>
              </a:tabLst>
            </a:pPr>
            <a:r>
              <a:rPr sz="2400" b="1" spc="10" dirty="0">
                <a:solidFill>
                  <a:schemeClr val="tx1"/>
                </a:solidFill>
                <a:latin typeface="微软雅黑" panose="020B0503020204020204" pitchFamily="34" charset="-122"/>
                <a:cs typeface="微软雅黑" panose="020B0503020204020204" pitchFamily="34" charset="-122"/>
              </a:rPr>
              <a:t>1848</a:t>
            </a:r>
            <a:r>
              <a:rPr sz="2400" b="1" spc="-180" dirty="0">
                <a:solidFill>
                  <a:schemeClr val="tx1"/>
                </a:solidFill>
                <a:latin typeface="微软雅黑" panose="020B0503020204020204" pitchFamily="34" charset="-122"/>
                <a:cs typeface="微软雅黑" panose="020B0503020204020204" pitchFamily="34" charset="-122"/>
              </a:rPr>
              <a:t> </a:t>
            </a:r>
            <a:r>
              <a:rPr sz="2400" spc="30" dirty="0">
                <a:solidFill>
                  <a:schemeClr val="tx1"/>
                </a:solidFill>
                <a:latin typeface="微软雅黑" panose="020B0503020204020204" pitchFamily="34" charset="-122"/>
                <a:cs typeface="微软雅黑" panose="020B0503020204020204" pitchFamily="34" charset="-122"/>
              </a:rPr>
              <a:t>年两人受同盟委托完成“共产主义者同盟”的伟大纲领</a:t>
            </a:r>
            <a:r>
              <a:rPr lang="en-US" sz="2400" spc="30" dirty="0">
                <a:solidFill>
                  <a:schemeClr val="tx1"/>
                </a:solidFill>
                <a:latin typeface="微软雅黑" panose="020B0503020204020204" pitchFamily="34" charset="-122"/>
                <a:cs typeface="微软雅黑" panose="020B0503020204020204" pitchFamily="34" charset="-122"/>
                <a:sym typeface="+mn-ea"/>
              </a:rPr>
              <a:t>——</a:t>
            </a:r>
            <a:r>
              <a:rPr sz="2400" spc="30" dirty="0">
                <a:solidFill>
                  <a:schemeClr val="tx1"/>
                </a:solidFill>
                <a:latin typeface="微软雅黑" panose="020B0503020204020204" pitchFamily="34" charset="-122"/>
                <a:cs typeface="微软雅黑" panose="020B0503020204020204" pitchFamily="34" charset="-122"/>
              </a:rPr>
              <a:t>《共产党宣言》。</a:t>
            </a:r>
            <a:endParaRPr sz="2400">
              <a:solidFill>
                <a:schemeClr val="tx1"/>
              </a:solidFill>
              <a:latin typeface="微软雅黑" panose="020B0503020204020204" pitchFamily="34" charset="-122"/>
              <a:cs typeface="微软雅黑" panose="020B0503020204020204" pitchFamily="34" charset="-122"/>
            </a:endParaRPr>
          </a:p>
          <a:p>
            <a:pPr marL="12700" marR="88900" algn="l" defTabSz="914400">
              <a:lnSpc>
                <a:spcPct val="150000"/>
              </a:lnSpc>
              <a:spcBef>
                <a:spcPts val="590"/>
              </a:spcBef>
              <a:buClr>
                <a:srgbClr val="CB0065"/>
              </a:buClr>
              <a:buSzPct val="69000"/>
              <a:buFont typeface="Wingdings" panose="05000000000000000000"/>
              <a:tabLst>
                <a:tab pos="395605" algn="l"/>
              </a:tabLst>
            </a:pPr>
            <a:r>
              <a:rPr sz="2400" spc="30" dirty="0">
                <a:solidFill>
                  <a:srgbClr val="FF0000"/>
                </a:solidFill>
                <a:latin typeface="微软雅黑" panose="020B0503020204020204" pitchFamily="34" charset="-122"/>
                <a:cs typeface="微软雅黑" panose="020B0503020204020204" pitchFamily="34" charset="-122"/>
              </a:rPr>
              <a:t>《共产党宣言》标志马克思主义的诞生</a:t>
            </a:r>
            <a:r>
              <a:rPr sz="2400" spc="30" dirty="0">
                <a:solidFill>
                  <a:schemeClr val="tx1"/>
                </a:solidFill>
                <a:latin typeface="微软雅黑" panose="020B0503020204020204" pitchFamily="34" charset="-122"/>
                <a:cs typeface="微软雅黑" panose="020B0503020204020204" pitchFamily="34" charset="-122"/>
              </a:rPr>
              <a:t>。同时还表明马克思主义不仅是系统的科学理论体系，更重要的是工人阶级争取解放的实践纲领。</a:t>
            </a:r>
          </a:p>
        </p:txBody>
      </p:sp>
      <p:pic>
        <p:nvPicPr>
          <p:cNvPr id="24589" name="Picture 20"/>
          <p:cNvPicPr>
            <a:picLocks noChangeAspect="1" noChangeArrowheads="1"/>
          </p:cNvPicPr>
          <p:nvPr/>
        </p:nvPicPr>
        <p:blipFill>
          <a:blip r:embed="rId3" cstate="print"/>
          <a:srcRect/>
          <a:stretch>
            <a:fillRect/>
          </a:stretch>
        </p:blipFill>
        <p:spPr bwMode="auto">
          <a:xfrm>
            <a:off x="8098889" y="1924333"/>
            <a:ext cx="3168352" cy="3869407"/>
          </a:xfrm>
          <a:prstGeom prst="rect">
            <a:avLst/>
          </a:prstGeom>
          <a:noFill/>
          <a:ln w="9525">
            <a:noFill/>
            <a:miter lim="800000"/>
            <a:headEnd/>
            <a:tailEnd/>
          </a:ln>
        </p:spPr>
      </p:pic>
      <p:sp>
        <p:nvSpPr>
          <p:cNvPr id="2" name="矩形 1"/>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8" name="文本框 7"/>
          <p:cNvSpPr txBox="1"/>
          <p:nvPr/>
        </p:nvSpPr>
        <p:spPr>
          <a:xfrm>
            <a:off x="-136187" y="7023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Tree>
  </p:cSld>
  <p:clrMapOvr>
    <a:masterClrMapping/>
  </p:clrMapOvr>
  <p:transition>
    <p:blinds/>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nvSpPr>
        <p:spPr>
          <a:xfrm>
            <a:off x="3976546" y="1055246"/>
            <a:ext cx="4952365" cy="566420"/>
          </a:xfrm>
          <a:prstGeom prst="rect">
            <a:avLst/>
          </a:prstGeom>
        </p:spPr>
        <p:txBody>
          <a:bodyPr vert="horz" wrap="square" lIns="0" tIns="12700" rIns="0" bIns="0" rtlCol="0">
            <a:spAutoFit/>
          </a:bodyPr>
          <a:lstStyle>
            <a:lvl1pPr>
              <a:defRPr sz="2050" b="0" i="0">
                <a:solidFill>
                  <a:srgbClr val="001313"/>
                </a:solidFill>
                <a:latin typeface="楷体" panose="02010609060101010101" charset="-122"/>
                <a:ea typeface="+mj-ea"/>
                <a:cs typeface="楷体" panose="02010609060101010101" charset="-122"/>
              </a:defRPr>
            </a:lvl1pPr>
          </a:lstStyle>
          <a:p>
            <a:pPr marL="12700">
              <a:lnSpc>
                <a:spcPct val="100000"/>
              </a:lnSpc>
              <a:spcBef>
                <a:spcPts val="100"/>
              </a:spcBef>
            </a:pPr>
            <a:r>
              <a:rPr sz="3600" b="1" spc="1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在经济领域的成就</a:t>
            </a:r>
            <a:endParaRPr sz="4850">
              <a:latin typeface="宋体" panose="02010600030101010101" pitchFamily="2" charset="-122"/>
              <a:cs typeface="宋体" panose="02010600030101010101" pitchFamily="2" charset="-122"/>
            </a:endParaRPr>
          </a:p>
        </p:txBody>
      </p:sp>
      <p:sp>
        <p:nvSpPr>
          <p:cNvPr id="5" name="object 5"/>
          <p:cNvSpPr txBox="1"/>
          <p:nvPr/>
        </p:nvSpPr>
        <p:spPr>
          <a:xfrm>
            <a:off x="1346200" y="2067560"/>
            <a:ext cx="6831965" cy="2101850"/>
          </a:xfrm>
          <a:prstGeom prst="rect">
            <a:avLst/>
          </a:prstGeom>
        </p:spPr>
        <p:txBody>
          <a:bodyPr vert="horz" wrap="square" lIns="0" tIns="178435" rIns="0" bIns="0" rtlCol="0">
            <a:spAutoFit/>
          </a:bodyPr>
          <a:lstStyle/>
          <a:p>
            <a:pPr marL="12700" defTabSz="914400">
              <a:lnSpc>
                <a:spcPct val="150000"/>
              </a:lnSpc>
              <a:spcBef>
                <a:spcPts val="1405"/>
              </a:spcBef>
              <a:buClr>
                <a:srgbClr val="CB0065"/>
              </a:buClr>
              <a:buSzPct val="71000"/>
              <a:buFont typeface="Wingdings" panose="05000000000000000000"/>
              <a:tabLst>
                <a:tab pos="395605" algn="l"/>
              </a:tabLst>
            </a:pPr>
            <a:r>
              <a:rPr sz="2400" b="1" spc="7" dirty="0">
                <a:solidFill>
                  <a:schemeClr val="tx1"/>
                </a:solidFill>
                <a:latin typeface="微软雅黑" panose="020B0503020204020204" pitchFamily="34" charset="-122"/>
                <a:cs typeface="微软雅黑" panose="020B0503020204020204" pitchFamily="34" charset="-122"/>
              </a:rPr>
              <a:t>1859</a:t>
            </a:r>
            <a:r>
              <a:rPr sz="2400" b="1" spc="-225" dirty="0">
                <a:solidFill>
                  <a:schemeClr val="tx1"/>
                </a:solidFill>
                <a:latin typeface="微软雅黑" panose="020B0503020204020204" pitchFamily="34" charset="-122"/>
                <a:cs typeface="微软雅黑" panose="020B0503020204020204" pitchFamily="34" charset="-122"/>
              </a:rPr>
              <a:t> </a:t>
            </a:r>
            <a:r>
              <a:rPr sz="2400" spc="25" dirty="0">
                <a:solidFill>
                  <a:schemeClr val="tx1"/>
                </a:solidFill>
                <a:latin typeface="微软雅黑" panose="020B0503020204020204" pitchFamily="34" charset="-122"/>
                <a:cs typeface="微软雅黑" panose="020B0503020204020204" pitchFamily="34" charset="-122"/>
              </a:rPr>
              <a:t>年出版了《政治经济学批判》</a:t>
            </a:r>
            <a:endParaRPr sz="2400">
              <a:solidFill>
                <a:schemeClr val="tx1"/>
              </a:solidFill>
              <a:latin typeface="微软雅黑" panose="020B0503020204020204" pitchFamily="34" charset="-122"/>
              <a:cs typeface="微软雅黑" panose="020B0503020204020204" pitchFamily="34" charset="-122"/>
            </a:endParaRPr>
          </a:p>
          <a:p>
            <a:pPr marL="12700" marR="5080" defTabSz="914400">
              <a:lnSpc>
                <a:spcPct val="150000"/>
              </a:lnSpc>
              <a:spcBef>
                <a:spcPts val="805"/>
              </a:spcBef>
              <a:buClr>
                <a:srgbClr val="CB0065"/>
              </a:buClr>
              <a:buSzPct val="71000"/>
              <a:buFont typeface="Wingdings" panose="05000000000000000000"/>
              <a:tabLst>
                <a:tab pos="395605" algn="l"/>
              </a:tabLst>
            </a:pPr>
            <a:r>
              <a:rPr sz="2400" b="1" spc="7" dirty="0">
                <a:solidFill>
                  <a:schemeClr val="tx1"/>
                </a:solidFill>
                <a:latin typeface="微软雅黑" panose="020B0503020204020204" pitchFamily="34" charset="-122"/>
                <a:cs typeface="微软雅黑" panose="020B0503020204020204" pitchFamily="34" charset="-122"/>
              </a:rPr>
              <a:t>1865</a:t>
            </a:r>
            <a:r>
              <a:rPr sz="2400" b="1" spc="-307" baseline="2000" dirty="0">
                <a:solidFill>
                  <a:schemeClr val="tx1"/>
                </a:solidFill>
                <a:latin typeface="微软雅黑" panose="020B0503020204020204" pitchFamily="34" charset="-122"/>
                <a:cs typeface="微软雅黑" panose="020B0503020204020204" pitchFamily="34" charset="-122"/>
              </a:rPr>
              <a:t> </a:t>
            </a:r>
            <a:r>
              <a:rPr sz="2400" spc="25" dirty="0">
                <a:solidFill>
                  <a:schemeClr val="tx1"/>
                </a:solidFill>
                <a:latin typeface="微软雅黑" panose="020B0503020204020204" pitchFamily="34" charset="-122"/>
                <a:cs typeface="微软雅黑" panose="020B0503020204020204" pitchFamily="34" charset="-122"/>
              </a:rPr>
              <a:t>年完成了《资本论》三大卷的一大堆草稿。</a:t>
            </a:r>
            <a:endParaRPr sz="2400">
              <a:solidFill>
                <a:schemeClr val="tx1"/>
              </a:solidFill>
              <a:latin typeface="微软雅黑" panose="020B0503020204020204" pitchFamily="34" charset="-122"/>
              <a:cs typeface="微软雅黑" panose="020B0503020204020204" pitchFamily="34" charset="-122"/>
            </a:endParaRPr>
          </a:p>
          <a:p>
            <a:pPr marL="12700" defTabSz="914400">
              <a:lnSpc>
                <a:spcPct val="150000"/>
              </a:lnSpc>
              <a:spcBef>
                <a:spcPts val="1235"/>
              </a:spcBef>
              <a:buClr>
                <a:srgbClr val="CB0065"/>
              </a:buClr>
              <a:buSzPct val="71000"/>
              <a:buFont typeface="Wingdings" panose="05000000000000000000"/>
              <a:tabLst>
                <a:tab pos="395605" algn="l"/>
              </a:tabLst>
            </a:pPr>
            <a:r>
              <a:rPr sz="2400" b="1" spc="7" dirty="0">
                <a:solidFill>
                  <a:schemeClr val="tx1"/>
                </a:solidFill>
                <a:latin typeface="微软雅黑" panose="020B0503020204020204" pitchFamily="34" charset="-122"/>
                <a:cs typeface="微软雅黑" panose="020B0503020204020204" pitchFamily="34" charset="-122"/>
              </a:rPr>
              <a:t>1867</a:t>
            </a:r>
            <a:r>
              <a:rPr sz="2400" b="1" spc="-225" dirty="0">
                <a:solidFill>
                  <a:schemeClr val="tx1"/>
                </a:solidFill>
                <a:latin typeface="微软雅黑" panose="020B0503020204020204" pitchFamily="34" charset="-122"/>
                <a:cs typeface="微软雅黑" panose="020B0503020204020204" pitchFamily="34" charset="-122"/>
              </a:rPr>
              <a:t> </a:t>
            </a:r>
            <a:r>
              <a:rPr sz="2400" spc="85" dirty="0">
                <a:solidFill>
                  <a:schemeClr val="tx1"/>
                </a:solidFill>
                <a:latin typeface="微软雅黑" panose="020B0503020204020204" pitchFamily="34" charset="-122"/>
                <a:cs typeface="微软雅黑" panose="020B0503020204020204" pitchFamily="34" charset="-122"/>
              </a:rPr>
              <a:t>年</a:t>
            </a:r>
            <a:r>
              <a:rPr sz="2400" b="1" spc="225" dirty="0">
                <a:solidFill>
                  <a:schemeClr val="tx1"/>
                </a:solidFill>
                <a:latin typeface="微软雅黑" panose="020B0503020204020204" pitchFamily="34" charset="-122"/>
                <a:cs typeface="微软雅黑" panose="020B0503020204020204" pitchFamily="34" charset="-122"/>
              </a:rPr>
              <a:t>9</a:t>
            </a:r>
            <a:r>
              <a:rPr sz="2400" spc="25" dirty="0">
                <a:solidFill>
                  <a:schemeClr val="tx1"/>
                </a:solidFill>
                <a:latin typeface="微软雅黑" panose="020B0503020204020204" pitchFamily="34" charset="-122"/>
                <a:cs typeface="微软雅黑" panose="020B0503020204020204" pitchFamily="34" charset="-122"/>
              </a:rPr>
              <a:t>月《资本论》</a:t>
            </a:r>
            <a:r>
              <a:rPr sz="2400" spc="160" dirty="0">
                <a:solidFill>
                  <a:schemeClr val="tx1"/>
                </a:solidFill>
                <a:latin typeface="微软雅黑" panose="020B0503020204020204" pitchFamily="34" charset="-122"/>
                <a:cs typeface="微软雅黑" panose="020B0503020204020204" pitchFamily="34" charset="-122"/>
              </a:rPr>
              <a:t>第</a:t>
            </a:r>
            <a:r>
              <a:rPr sz="2400" b="1" spc="322" dirty="0">
                <a:solidFill>
                  <a:schemeClr val="tx1"/>
                </a:solidFill>
                <a:latin typeface="微软雅黑" panose="020B0503020204020204" pitchFamily="34" charset="-122"/>
                <a:cs typeface="微软雅黑" panose="020B0503020204020204" pitchFamily="34" charset="-122"/>
              </a:rPr>
              <a:t>1</a:t>
            </a:r>
            <a:r>
              <a:rPr sz="2400" spc="25" dirty="0">
                <a:solidFill>
                  <a:schemeClr val="tx1"/>
                </a:solidFill>
                <a:latin typeface="微软雅黑" panose="020B0503020204020204" pitchFamily="34" charset="-122"/>
                <a:cs typeface="微软雅黑" panose="020B0503020204020204" pitchFamily="34" charset="-122"/>
              </a:rPr>
              <a:t>卷出版。</a:t>
            </a:r>
          </a:p>
        </p:txBody>
      </p:sp>
      <p:pic>
        <p:nvPicPr>
          <p:cNvPr id="25617" name="Picture 21"/>
          <p:cNvPicPr>
            <a:picLocks noChangeAspect="1" noChangeArrowheads="1"/>
          </p:cNvPicPr>
          <p:nvPr/>
        </p:nvPicPr>
        <p:blipFill>
          <a:blip r:embed="rId3" cstate="print"/>
          <a:srcRect/>
          <a:stretch>
            <a:fillRect/>
          </a:stretch>
        </p:blipFill>
        <p:spPr bwMode="auto">
          <a:xfrm>
            <a:off x="7991058" y="1593493"/>
            <a:ext cx="3168352" cy="3672408"/>
          </a:xfrm>
          <a:prstGeom prst="rect">
            <a:avLst/>
          </a:prstGeom>
          <a:noFill/>
          <a:ln w="9525">
            <a:noFill/>
            <a:miter lim="800000"/>
            <a:headEnd/>
            <a:tailEnd/>
          </a:ln>
        </p:spPr>
      </p:pic>
      <p:sp>
        <p:nvSpPr>
          <p:cNvPr id="2" name="矩形 1"/>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8" name="文本框 7"/>
          <p:cNvSpPr txBox="1"/>
          <p:nvPr/>
        </p:nvSpPr>
        <p:spPr>
          <a:xfrm>
            <a:off x="-136187" y="7023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（二）马克思主义的创立</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Tree>
  </p:cSld>
  <p:clrMapOvr>
    <a:masterClrMapping/>
  </p:clrMapOvr>
  <p:transition>
    <p:blinds/>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448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（三）马克思主义的发展</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6592286" y="2510867"/>
            <a:ext cx="3458210" cy="829945"/>
          </a:xfrm>
          <a:prstGeom prst="rect">
            <a:avLst/>
          </a:prstGeom>
          <a:noFill/>
        </p:spPr>
        <p:txBody>
          <a:bodyPr wrap="square" rtlCol="0">
            <a:spAutoFit/>
          </a:bodyPr>
          <a:lstStyle/>
          <a:p>
            <a:r>
              <a:rPr lang="zh-CN" altLang="en-US" sz="4800" b="1">
                <a:solidFill>
                  <a:schemeClr val="bg1"/>
                </a:solidFill>
                <a:latin typeface="微软雅黑" panose="020B0503020204020204" pitchFamily="34" charset="-122"/>
                <a:ea typeface="微软雅黑" panose="020B0503020204020204" pitchFamily="34" charset="-122"/>
              </a:rPr>
              <a:t>列宁主义</a:t>
            </a:r>
          </a:p>
        </p:txBody>
      </p:sp>
      <p:sp>
        <p:nvSpPr>
          <p:cNvPr id="9" name="Rectangle 2"/>
          <p:cNvSpPr>
            <a:spLocks noGrp="1" noChangeArrowheads="1"/>
          </p:cNvSpPr>
          <p:nvPr/>
        </p:nvSpPr>
        <p:spPr bwMode="auto">
          <a:xfrm>
            <a:off x="4648869" y="1367867"/>
            <a:ext cx="5110163" cy="2084388"/>
          </a:xfrm>
          <a:prstGeom prst="rect">
            <a:avLst/>
          </a:prstGeom>
          <a:solidFill>
            <a:srgbClr val="FFFFFF"/>
          </a:solidFill>
          <a:ln>
            <a:solidFill>
              <a:srgbClr val="CC0000"/>
            </a:solid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457200" algn="l" defTabSz="914400" rtl="0" eaLnBrk="1" latinLnBrk="0" hangingPunct="1">
              <a:lnSpc>
                <a:spcPct val="150000"/>
              </a:lnSpc>
              <a:spcBef>
                <a:spcPct val="0"/>
              </a:spcBef>
              <a:spcAft>
                <a:spcPct val="0"/>
              </a:spcAft>
              <a:buClrTx/>
              <a:buSzTx/>
              <a:buFontTx/>
              <a:buNone/>
              <a:defRPr/>
            </a:pPr>
            <a:r>
              <a:rPr kumimoji="0" lang="en-US" altLang="zh-CN" sz="1600" i="0" u="none" strike="noStrike" kern="0" cap="none" spc="0" normalizeH="0" baseline="0" noProof="0" smtClean="0">
                <a:ln>
                  <a:noFill/>
                </a:ln>
                <a:solidFill>
                  <a:srgbClr val="000000"/>
                </a:solidFill>
                <a:effectLst/>
                <a:uLnTx/>
                <a:uFillTx/>
                <a:latin typeface="华文中宋" panose="02010600040101010101" charset="-122"/>
                <a:ea typeface="华文中宋" panose="02010600040101010101" charset="-122"/>
                <a:cs typeface="宋体" panose="02010600030101010101" pitchFamily="2" charset="-122"/>
              </a:rPr>
              <a:t>  </a:t>
            </a:r>
            <a:r>
              <a:rPr kumimoji="0" lang="zh-CN" sz="1600" i="0" u="none" strike="noStrike" kern="0" cap="none" spc="0" normalizeH="0" baseline="0" noProof="0" smtClean="0">
                <a:ln>
                  <a:noFill/>
                </a:ln>
                <a:solidFill>
                  <a:srgbClr val="000000"/>
                </a:solidFill>
                <a:effectLst/>
                <a:uLnTx/>
                <a:uFillTx/>
                <a:latin typeface="华文中宋" panose="02010600040101010101" charset="-122"/>
                <a:ea typeface="华文中宋" panose="02010600040101010101" charset="-122"/>
                <a:cs typeface="宋体" panose="02010600030101010101" pitchFamily="2" charset="-122"/>
              </a:rPr>
              <a:t>十月社会主义革命后，列宁在对经济相对落后国家无产阶级革命胜利后如何向社会主义过渡和如何建设社会主义经济问题的探索上，进一步发展了马克思主义</a:t>
            </a:r>
            <a:r>
              <a:rPr kumimoji="0" lang="zh-CN" sz="1600" i="0" u="none" strike="noStrike" kern="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a:t>
            </a:r>
          </a:p>
        </p:txBody>
      </p:sp>
      <p:pic>
        <p:nvPicPr>
          <p:cNvPr id="10" name="Picture 3" descr="列宁"/>
          <p:cNvPicPr>
            <a:picLocks noChangeAspect="1"/>
          </p:cNvPicPr>
          <p:nvPr/>
        </p:nvPicPr>
        <p:blipFill>
          <a:blip r:embed="rId4" cstate="print"/>
          <a:stretch>
            <a:fillRect/>
          </a:stretch>
        </p:blipFill>
        <p:spPr>
          <a:xfrm>
            <a:off x="2777206" y="1363422"/>
            <a:ext cx="1654175" cy="2089150"/>
          </a:xfrm>
          <a:prstGeom prst="rect">
            <a:avLst/>
          </a:prstGeom>
          <a:noFill/>
          <a:ln w="9525">
            <a:noFill/>
          </a:ln>
        </p:spPr>
      </p:pic>
      <p:pic>
        <p:nvPicPr>
          <p:cNvPr id="11" name="Picture 4" descr="斯大林"/>
          <p:cNvPicPr>
            <a:picLocks noChangeAspect="1"/>
          </p:cNvPicPr>
          <p:nvPr/>
        </p:nvPicPr>
        <p:blipFill>
          <a:blip r:embed="rId5" cstate="print"/>
          <a:stretch>
            <a:fillRect/>
          </a:stretch>
        </p:blipFill>
        <p:spPr>
          <a:xfrm>
            <a:off x="8105491" y="3783407"/>
            <a:ext cx="1654175" cy="2016125"/>
          </a:xfrm>
          <a:prstGeom prst="rect">
            <a:avLst/>
          </a:prstGeom>
          <a:noFill/>
          <a:ln w="9525">
            <a:noFill/>
          </a:ln>
        </p:spPr>
      </p:pic>
      <p:sp>
        <p:nvSpPr>
          <p:cNvPr id="12" name="Rectangle 5"/>
          <p:cNvSpPr>
            <a:spLocks noChangeArrowheads="1"/>
          </p:cNvSpPr>
          <p:nvPr/>
        </p:nvSpPr>
        <p:spPr bwMode="auto">
          <a:xfrm>
            <a:off x="2776889" y="3783407"/>
            <a:ext cx="5040313" cy="2016125"/>
          </a:xfrm>
          <a:prstGeom prst="rect">
            <a:avLst/>
          </a:prstGeom>
          <a:solidFill>
            <a:srgbClr val="FFFFFF"/>
          </a:solidFill>
          <a:ln w="9525" cap="flat" cmpd="sng">
            <a:solidFill>
              <a:srgbClr val="FF0000"/>
            </a:solidFill>
            <a:miter lim="800000"/>
          </a:ln>
          <a:effectLst/>
        </p:spPr>
        <p:txBody>
          <a:bodyPr anchor="ctr" anchorCtr="0"/>
          <a:lstStyle/>
          <a:p>
            <a:pPr marL="0" marR="0" lvl="0" indent="457200" algn="just" defTabSz="914400" rtl="0" eaLnBrk="1" latinLnBrk="0" hangingPunct="1">
              <a:lnSpc>
                <a:spcPct val="150000"/>
              </a:lnSpc>
              <a:spcBef>
                <a:spcPct val="0"/>
              </a:spcBef>
              <a:spcAft>
                <a:spcPct val="0"/>
              </a:spcAft>
              <a:buClrTx/>
              <a:buSzTx/>
              <a:buFontTx/>
              <a:buNone/>
              <a:defRPr/>
            </a:pPr>
            <a:r>
              <a:rPr kumimoji="0" lang="zh-CN" sz="1600" i="0" u="none" strike="noStrike" kern="1200" cap="none" spc="0" normalizeH="0" baseline="0" noProof="0">
                <a:ln>
                  <a:noFill/>
                </a:ln>
                <a:solidFill>
                  <a:srgbClr val="000000"/>
                </a:solidFill>
                <a:effectLst/>
                <a:uLnTx/>
                <a:uFillTx/>
                <a:latin typeface="华文中宋" panose="02010600040101010101" charset="-122"/>
                <a:ea typeface="华文中宋" panose="02010600040101010101" charset="-122"/>
                <a:cs typeface="宋体" panose="02010600030101010101" pitchFamily="2" charset="-122"/>
              </a:rPr>
              <a:t>斯大林在领导苏联社会主义建设中，对社会主义经济建设的许多重要问题作了探索，也为社会主义政治经济学的发展作出了一定贡献。</a:t>
            </a:r>
          </a:p>
        </p:txBody>
      </p:sp>
    </p:spTree>
    <p:custDataLst>
      <p:tags r:id="rId1"/>
    </p:custDataLst>
  </p:cSld>
  <p:clrMapOvr>
    <a:masterClrMapping/>
  </p:clrMapOvr>
  <p:transition>
    <p:blinds/>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448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（三）马克思主义的发展</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84993" name="object 3"/>
          <p:cNvSpPr>
            <a:spLocks noChangeArrowheads="1"/>
          </p:cNvSpPr>
          <p:nvPr/>
        </p:nvSpPr>
        <p:spPr bwMode="auto">
          <a:xfrm>
            <a:off x="724853" y="1419860"/>
            <a:ext cx="2654300" cy="252095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84994" name="object 4"/>
          <p:cNvSpPr>
            <a:spLocks noChangeArrowheads="1"/>
          </p:cNvSpPr>
          <p:nvPr/>
        </p:nvSpPr>
        <p:spPr bwMode="auto">
          <a:xfrm>
            <a:off x="3518853" y="1734820"/>
            <a:ext cx="3265487" cy="1890713"/>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84995" name="object 5"/>
          <p:cNvSpPr>
            <a:spLocks noChangeArrowheads="1"/>
          </p:cNvSpPr>
          <p:nvPr/>
        </p:nvSpPr>
        <p:spPr bwMode="auto">
          <a:xfrm>
            <a:off x="6997700" y="2299335"/>
            <a:ext cx="3168650" cy="2089150"/>
          </a:xfrm>
          <a:prstGeom prst="rect">
            <a:avLst/>
          </a:prstGeom>
          <a:blipFill dpi="0" rotWithShape="1">
            <a:blip r:embed="rId6"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6" name="object 6"/>
          <p:cNvSpPr txBox="1"/>
          <p:nvPr/>
        </p:nvSpPr>
        <p:spPr>
          <a:xfrm>
            <a:off x="10281285" y="2974975"/>
            <a:ext cx="1250950" cy="738505"/>
          </a:xfrm>
          <a:prstGeom prst="rect">
            <a:avLst/>
          </a:prstGeom>
        </p:spPr>
        <p:txBody>
          <a:bodyPr lIns="0" tIns="0" rIns="0" bIns="0">
            <a:spAutoFit/>
          </a:bodyPr>
          <a:lstStyle/>
          <a:p>
            <a:pPr marL="12700"/>
            <a:r>
              <a:rPr lang="zh-CN" altLang="en-US" sz="2400" dirty="0">
                <a:solidFill>
                  <a:schemeClr val="tx1"/>
                </a:solidFill>
                <a:latin typeface="微软雅黑" panose="020B0503020204020204" pitchFamily="34" charset="-122"/>
                <a:ea typeface="微软雅黑" panose="020B0503020204020204" pitchFamily="34" charset="-122"/>
              </a:rPr>
              <a:t>三个代表重要思想</a:t>
            </a:r>
          </a:p>
        </p:txBody>
      </p:sp>
      <p:sp>
        <p:nvSpPr>
          <p:cNvPr id="84997" name="object 7"/>
          <p:cNvSpPr>
            <a:spLocks noChangeArrowheads="1"/>
          </p:cNvSpPr>
          <p:nvPr/>
        </p:nvSpPr>
        <p:spPr bwMode="auto">
          <a:xfrm>
            <a:off x="6324600" y="4634230"/>
            <a:ext cx="3370263" cy="1682750"/>
          </a:xfrm>
          <a:prstGeom prst="rect">
            <a:avLst/>
          </a:prstGeom>
          <a:blipFill dpi="0" rotWithShape="1">
            <a:blip r:embed="rId7"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84998" name="object 8"/>
          <p:cNvSpPr txBox="1">
            <a:spLocks noChangeArrowheads="1"/>
          </p:cNvSpPr>
          <p:nvPr/>
        </p:nvSpPr>
        <p:spPr bwMode="auto">
          <a:xfrm>
            <a:off x="5854700" y="4765993"/>
            <a:ext cx="330200" cy="1516380"/>
          </a:xfrm>
          <a:prstGeom prst="rect">
            <a:avLst/>
          </a:prstGeom>
          <a:noFill/>
          <a:ln w="9525">
            <a:noFill/>
            <a:miter lim="800000"/>
          </a:ln>
        </p:spPr>
        <p:txBody>
          <a:bodyPr lIns="0" tIns="0" rIns="0" bIns="0">
            <a:spAutoFit/>
          </a:bodyPr>
          <a:lstStyle/>
          <a:p>
            <a:pPr marL="12700" algn="l">
              <a:lnSpc>
                <a:spcPts val="2365"/>
              </a:lnSpc>
            </a:pPr>
            <a:r>
              <a:rPr lang="zh-CN" altLang="en-US" sz="2400">
                <a:solidFill>
                  <a:schemeClr val="tx1"/>
                </a:solidFill>
                <a:latin typeface="微软雅黑" panose="020B0503020204020204" pitchFamily="34" charset="-122"/>
                <a:ea typeface="微软雅黑" panose="020B0503020204020204" pitchFamily="34" charset="-122"/>
              </a:rPr>
              <a:t>科学发展观</a:t>
            </a:r>
          </a:p>
        </p:txBody>
      </p:sp>
      <p:sp>
        <p:nvSpPr>
          <p:cNvPr id="12" name="文本框 11"/>
          <p:cNvSpPr txBox="1"/>
          <p:nvPr/>
        </p:nvSpPr>
        <p:spPr>
          <a:xfrm>
            <a:off x="1120140" y="3982085"/>
            <a:ext cx="2066925" cy="460375"/>
          </a:xfrm>
          <a:prstGeom prst="rect">
            <a:avLst/>
          </a:prstGeom>
          <a:noFill/>
        </p:spPr>
        <p:txBody>
          <a:bodyPr>
            <a:spAutoFit/>
          </a:bodyPr>
          <a:lstStyle/>
          <a:p>
            <a:r>
              <a:rPr lang="zh-CN" altLang="en-US" sz="2400">
                <a:solidFill>
                  <a:schemeClr val="tx1"/>
                </a:solidFill>
                <a:latin typeface="微软雅黑" panose="020B0503020204020204" pitchFamily="34" charset="-122"/>
                <a:ea typeface="微软雅黑" panose="020B0503020204020204" pitchFamily="34" charset="-122"/>
                <a:sym typeface="+mn-ea"/>
              </a:rPr>
              <a:t>毛泽东思想</a:t>
            </a:r>
          </a:p>
        </p:txBody>
      </p:sp>
      <p:sp>
        <p:nvSpPr>
          <p:cNvPr id="85002" name="文本框 12"/>
          <p:cNvSpPr txBox="1">
            <a:spLocks noChangeArrowheads="1"/>
          </p:cNvSpPr>
          <p:nvPr/>
        </p:nvSpPr>
        <p:spPr bwMode="auto">
          <a:xfrm>
            <a:off x="4371975" y="3713163"/>
            <a:ext cx="1797050" cy="460375"/>
          </a:xfrm>
          <a:prstGeom prst="rect">
            <a:avLst/>
          </a:prstGeom>
          <a:noFill/>
          <a:ln w="9525">
            <a:noFill/>
            <a:miter lim="800000"/>
          </a:ln>
        </p:spPr>
        <p:txBody>
          <a:bodyPr>
            <a:spAutoFit/>
          </a:bodyPr>
          <a:lstStyle/>
          <a:p>
            <a:r>
              <a:rPr lang="zh-CN" altLang="zh-CN" sz="2400">
                <a:solidFill>
                  <a:schemeClr val="tx1"/>
                </a:solidFill>
                <a:latin typeface="Calibri" panose="020F0502020204030204" pitchFamily="34" charset="0"/>
                <a:ea typeface="微软雅黑" panose="020B0503020204020204" pitchFamily="34" charset="-122"/>
              </a:rPr>
              <a:t>邓小平理论</a:t>
            </a:r>
          </a:p>
        </p:txBody>
      </p:sp>
      <p:sp>
        <p:nvSpPr>
          <p:cNvPr id="85003" name="文本框 15"/>
          <p:cNvSpPr txBox="1">
            <a:spLocks noChangeArrowheads="1"/>
          </p:cNvSpPr>
          <p:nvPr/>
        </p:nvSpPr>
        <p:spPr bwMode="auto">
          <a:xfrm>
            <a:off x="863600" y="801688"/>
            <a:ext cx="5989638" cy="521970"/>
          </a:xfrm>
          <a:prstGeom prst="rect">
            <a:avLst/>
          </a:prstGeom>
          <a:noFill/>
          <a:ln w="9525">
            <a:noFill/>
            <a:miter lim="800000"/>
          </a:ln>
        </p:spPr>
        <p:txBody>
          <a:bodyPr>
            <a:spAutoFit/>
          </a:bodyPr>
          <a:lstStyle/>
          <a:p>
            <a:pPr marL="469900" indent="-457200">
              <a:buFont typeface="Wingdings" panose="05000000000000000000" charset="0"/>
              <a:buChar char="l"/>
            </a:pPr>
            <a:r>
              <a:rPr lang="zh-CN" altLang="en-US" sz="2800" b="1">
                <a:solidFill>
                  <a:srgbClr val="FF0000"/>
                </a:solidFill>
                <a:ea typeface="微软雅黑" panose="020B0503020204020204" pitchFamily="34" charset="-122"/>
                <a:cs typeface="Arial" panose="020B0604020202020204" pitchFamily="34" charset="0"/>
              </a:rPr>
              <a:t>马克思主义中国化的发展历程</a:t>
            </a:r>
          </a:p>
        </p:txBody>
      </p:sp>
      <p:pic>
        <p:nvPicPr>
          <p:cNvPr id="2" name="图片 1" descr="timg"/>
          <p:cNvPicPr>
            <a:picLocks noChangeAspect="1"/>
          </p:cNvPicPr>
          <p:nvPr/>
        </p:nvPicPr>
        <p:blipFill>
          <a:blip r:embed="rId8" cstate="print"/>
          <a:stretch>
            <a:fillRect/>
          </a:stretch>
        </p:blipFill>
        <p:spPr>
          <a:xfrm>
            <a:off x="2929255" y="4364355"/>
            <a:ext cx="2706370" cy="2222500"/>
          </a:xfrm>
          <a:prstGeom prst="rect">
            <a:avLst/>
          </a:prstGeom>
        </p:spPr>
      </p:pic>
      <p:sp>
        <p:nvSpPr>
          <p:cNvPr id="10" name="文本框 9"/>
          <p:cNvSpPr txBox="1"/>
          <p:nvPr/>
        </p:nvSpPr>
        <p:spPr>
          <a:xfrm>
            <a:off x="1125220" y="4442460"/>
            <a:ext cx="1659890" cy="2279015"/>
          </a:xfrm>
          <a:prstGeom prst="rect">
            <a:avLst/>
          </a:prstGeom>
          <a:noFill/>
        </p:spPr>
        <p:txBody>
          <a:bodyPr vert="eaVert" wrap="square" rtlCol="0">
            <a:spAutoFit/>
          </a:bodyPr>
          <a:lstStyle/>
          <a:p>
            <a:pPr algn="ctr"/>
            <a:r>
              <a:rPr lang="zh-CN" altLang="en-US" sz="2400" dirty="0">
                <a:cs typeface="Arial" panose="020B0604020202020204" pitchFamily="34" charset="0"/>
                <a:sym typeface="+mn-ea"/>
              </a:rPr>
              <a:t>习近平新时代中国特色社会主义思想</a:t>
            </a:r>
            <a:endParaRPr lang="zh-CN" altLang="en-US" sz="2400" dirty="0">
              <a:solidFill>
                <a:schemeClr val="tx1"/>
              </a:solidFill>
              <a:cs typeface="Arial" panose="020B0604020202020204" pitchFamily="34" charset="0"/>
              <a:sym typeface="+mn-ea"/>
            </a:endParaRPr>
          </a:p>
          <a:p>
            <a:pPr algn="ctr"/>
            <a:endParaRPr lang="zh-CN" altLang="en-US" sz="2400" dirty="0"/>
          </a:p>
        </p:txBody>
      </p:sp>
    </p:spTree>
    <p:custDataLst>
      <p:tags r:id="rId1"/>
    </p:custDataLst>
  </p:cSld>
  <p:clrMapOvr>
    <a:masterClrMapping/>
  </p:clrMapOvr>
  <p:transition>
    <p:blinds/>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9448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6" name="文本框 15"/>
          <p:cNvSpPr txBox="1"/>
          <p:nvPr/>
        </p:nvSpPr>
        <p:spPr>
          <a:xfrm>
            <a:off x="-139519" y="71507"/>
            <a:ext cx="5212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（三）马克思主义的发展</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3" name="object 3"/>
          <p:cNvSpPr/>
          <p:nvPr/>
        </p:nvSpPr>
        <p:spPr>
          <a:xfrm>
            <a:off x="1057275" y="2457979"/>
            <a:ext cx="10077449" cy="2808621"/>
          </a:xfrm>
          <a:prstGeom prst="rect">
            <a:avLst/>
          </a:prstGeom>
          <a:blipFill>
            <a:blip r:embed="rId4" cstate="print"/>
            <a:stretch>
              <a:fillRect/>
            </a:stretch>
          </a:blipFill>
        </p:spPr>
        <p:txBody>
          <a:bodyPr wrap="square" lIns="0" tIns="0" rIns="0" bIns="0" rtlCol="0"/>
          <a:lstStyle/>
          <a:p>
            <a:endParaRPr/>
          </a:p>
        </p:txBody>
      </p:sp>
      <p:sp>
        <p:nvSpPr>
          <p:cNvPr id="4" name="object 4"/>
          <p:cNvSpPr/>
          <p:nvPr/>
        </p:nvSpPr>
        <p:spPr>
          <a:xfrm>
            <a:off x="1057275" y="2635275"/>
            <a:ext cx="10077449" cy="2239425"/>
          </a:xfrm>
          <a:prstGeom prst="rect">
            <a:avLst/>
          </a:prstGeom>
          <a:blipFill>
            <a:blip r:embed="rId5" cstate="print"/>
            <a:stretch>
              <a:fillRect/>
            </a:stretch>
          </a:blipFill>
        </p:spPr>
        <p:txBody>
          <a:bodyPr wrap="square" lIns="0" tIns="0" rIns="0" bIns="0" rtlCol="0"/>
          <a:lstStyle/>
          <a:p>
            <a:endParaRPr/>
          </a:p>
        </p:txBody>
      </p:sp>
      <p:sp>
        <p:nvSpPr>
          <p:cNvPr id="14" name="object 12"/>
          <p:cNvSpPr txBox="1">
            <a:spLocks noGrp="1"/>
          </p:cNvSpPr>
          <p:nvPr/>
        </p:nvSpPr>
        <p:spPr>
          <a:xfrm>
            <a:off x="2947670" y="1120775"/>
            <a:ext cx="6584950" cy="509270"/>
          </a:xfrm>
          <a:prstGeom prst="rect">
            <a:avLst/>
          </a:prstGeom>
        </p:spPr>
        <p:txBody>
          <a:bodyPr vert="horz" wrap="square" lIns="0" tIns="17145" rIns="0" bIns="0" rtlCol="0">
            <a:spAutoFit/>
          </a:bodyPr>
          <a:lstStyle>
            <a:lvl1pPr>
              <a:defRPr sz="2050" b="0" i="0">
                <a:solidFill>
                  <a:srgbClr val="001313"/>
                </a:solidFill>
                <a:latin typeface="楷体" panose="02010609060101010101" charset="-122"/>
                <a:ea typeface="+mj-ea"/>
                <a:cs typeface="楷体" panose="02010609060101010101" charset="-122"/>
              </a:defRPr>
            </a:lvl1pPr>
          </a:lstStyle>
          <a:p>
            <a:pPr marL="12700">
              <a:lnSpc>
                <a:spcPct val="100000"/>
              </a:lnSpc>
              <a:spcBef>
                <a:spcPts val="135"/>
              </a:spcBef>
            </a:pPr>
            <a:r>
              <a:rPr sz="3200" b="1" spc="3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Light"/>
              </a:rPr>
              <a:t>习近平新时代中国特色社会主义思想</a:t>
            </a:r>
          </a:p>
        </p:txBody>
      </p:sp>
      <p:sp>
        <p:nvSpPr>
          <p:cNvPr id="27" name="文本框 26"/>
          <p:cNvSpPr txBox="1"/>
          <p:nvPr/>
        </p:nvSpPr>
        <p:spPr>
          <a:xfrm>
            <a:off x="4220845" y="2007870"/>
            <a:ext cx="7020560" cy="3969385"/>
          </a:xfrm>
          <a:prstGeom prst="rect">
            <a:avLst/>
          </a:prstGeom>
          <a:noFill/>
        </p:spPr>
        <p:txBody>
          <a:bodyPr wrap="square" rtlCol="0">
            <a:spAutoFit/>
          </a:bodyPr>
          <a:lstStyle/>
          <a:p>
            <a:pPr>
              <a:lnSpc>
                <a:spcPct val="150000"/>
              </a:lnSpc>
            </a:pPr>
            <a:r>
              <a:rPr lang="zh-CN" altLang="en-US" sz="2400" dirty="0"/>
              <a:t>习近平新时代中国特色社会主义思想是马克思主义中国化最新理论成果，是党和人民实践经验和集体智慧的结晶，是中国特色社会主义理论体系的重要组成部分，是全党全国人民为实现中华民族伟大复兴而奋斗的行动指南。这一思想是21世纪的马克思主义、当代中国的马克思主义，为马克思主义的发展作出了时代性、原创性贡献。</a:t>
            </a:r>
          </a:p>
        </p:txBody>
      </p:sp>
    </p:spTree>
    <p:custDataLst>
      <p:tags r:id="rId1"/>
    </p:custDataLst>
  </p:cSld>
  <p:clrMapOvr>
    <a:masterClrMapping/>
  </p:clrMapOvr>
  <p:transition>
    <p:blinds/>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object 6"/>
          <p:cNvSpPr/>
          <p:nvPr/>
        </p:nvSpPr>
        <p:spPr bwMode="auto">
          <a:xfrm>
            <a:off x="9777413" y="3740150"/>
            <a:ext cx="1543050" cy="1544638"/>
          </a:xfrm>
          <a:custGeom>
            <a:avLst/>
            <a:gdLst/>
            <a:ahLst/>
            <a:cxnLst>
              <a:cxn ang="0">
                <a:pos x="722382" y="1518"/>
              </a:cxn>
              <a:cxn ang="0">
                <a:pos x="627363" y="13395"/>
              </a:cxn>
              <a:cxn ang="0">
                <a:pos x="536288" y="36456"/>
              </a:cxn>
              <a:cxn ang="0">
                <a:pos x="449880" y="69977"/>
              </a:cxn>
              <a:cxn ang="0">
                <a:pos x="368861" y="113237"/>
              </a:cxn>
              <a:cxn ang="0">
                <a:pos x="293955" y="165510"/>
              </a:cxn>
              <a:cxn ang="0">
                <a:pos x="225885" y="226075"/>
              </a:cxn>
              <a:cxn ang="0">
                <a:pos x="165374" y="294209"/>
              </a:cxn>
              <a:cxn ang="0">
                <a:pos x="113145" y="369187"/>
              </a:cxn>
              <a:cxn ang="0">
                <a:pos x="69922" y="450287"/>
              </a:cxn>
              <a:cxn ang="0">
                <a:pos x="36428" y="536785"/>
              </a:cxn>
              <a:cxn ang="0">
                <a:pos x="13385" y="627959"/>
              </a:cxn>
              <a:cxn ang="0">
                <a:pos x="1517" y="723086"/>
              </a:cxn>
              <a:cxn ang="0">
                <a:pos x="1517" y="820725"/>
              </a:cxn>
              <a:cxn ang="0">
                <a:pos x="13385" y="915852"/>
              </a:cxn>
              <a:cxn ang="0">
                <a:pos x="36428" y="1007026"/>
              </a:cxn>
              <a:cxn ang="0">
                <a:pos x="69922" y="1093524"/>
              </a:cxn>
              <a:cxn ang="0">
                <a:pos x="113145" y="1174624"/>
              </a:cxn>
              <a:cxn ang="0">
                <a:pos x="165374" y="1249602"/>
              </a:cxn>
              <a:cxn ang="0">
                <a:pos x="225885" y="1317736"/>
              </a:cxn>
              <a:cxn ang="0">
                <a:pos x="293955" y="1378301"/>
              </a:cxn>
              <a:cxn ang="0">
                <a:pos x="368861" y="1430574"/>
              </a:cxn>
              <a:cxn ang="0">
                <a:pos x="449880" y="1473834"/>
              </a:cxn>
              <a:cxn ang="0">
                <a:pos x="536288" y="1507355"/>
              </a:cxn>
              <a:cxn ang="0">
                <a:pos x="627363" y="1530416"/>
              </a:cxn>
              <a:cxn ang="0">
                <a:pos x="722382" y="1542293"/>
              </a:cxn>
              <a:cxn ang="0">
                <a:pos x="819905" y="1542293"/>
              </a:cxn>
              <a:cxn ang="0">
                <a:pos x="914924" y="1530416"/>
              </a:cxn>
              <a:cxn ang="0">
                <a:pos x="1005999" y="1507355"/>
              </a:cxn>
              <a:cxn ang="0">
                <a:pos x="1092407" y="1473834"/>
              </a:cxn>
              <a:cxn ang="0">
                <a:pos x="1173426" y="1430574"/>
              </a:cxn>
              <a:cxn ang="0">
                <a:pos x="1248332" y="1378301"/>
              </a:cxn>
              <a:cxn ang="0">
                <a:pos x="1316402" y="1317736"/>
              </a:cxn>
              <a:cxn ang="0">
                <a:pos x="1376913" y="1249602"/>
              </a:cxn>
              <a:cxn ang="0">
                <a:pos x="1429142" y="1174624"/>
              </a:cxn>
              <a:cxn ang="0">
                <a:pos x="1472365" y="1093524"/>
              </a:cxn>
              <a:cxn ang="0">
                <a:pos x="1505859" y="1007026"/>
              </a:cxn>
              <a:cxn ang="0">
                <a:pos x="1528902" y="915852"/>
              </a:cxn>
              <a:cxn ang="0">
                <a:pos x="1540770" y="820725"/>
              </a:cxn>
              <a:cxn ang="0">
                <a:pos x="1540770" y="723086"/>
              </a:cxn>
              <a:cxn ang="0">
                <a:pos x="1528902" y="627959"/>
              </a:cxn>
              <a:cxn ang="0">
                <a:pos x="1505859" y="536785"/>
              </a:cxn>
              <a:cxn ang="0">
                <a:pos x="1472365" y="450287"/>
              </a:cxn>
              <a:cxn ang="0">
                <a:pos x="1429142" y="369187"/>
              </a:cxn>
              <a:cxn ang="0">
                <a:pos x="1376913" y="294209"/>
              </a:cxn>
              <a:cxn ang="0">
                <a:pos x="1316402" y="226075"/>
              </a:cxn>
              <a:cxn ang="0">
                <a:pos x="1248332" y="165510"/>
              </a:cxn>
              <a:cxn ang="0">
                <a:pos x="1173426" y="113237"/>
              </a:cxn>
              <a:cxn ang="0">
                <a:pos x="1092407" y="69977"/>
              </a:cxn>
              <a:cxn ang="0">
                <a:pos x="1005999" y="36456"/>
              </a:cxn>
              <a:cxn ang="0">
                <a:pos x="914924" y="13395"/>
              </a:cxn>
              <a:cxn ang="0">
                <a:pos x="819905" y="1518"/>
              </a:cxn>
            </a:cxnLst>
            <a:rect l="0" t="0" r="r" b="b"/>
            <a:pathLst>
              <a:path w="1542415" h="1544320">
                <a:moveTo>
                  <a:pt x="771144" y="0"/>
                </a:moveTo>
                <a:lnTo>
                  <a:pt x="722382" y="1518"/>
                </a:lnTo>
                <a:lnTo>
                  <a:pt x="674425" y="6013"/>
                </a:lnTo>
                <a:lnTo>
                  <a:pt x="627363" y="13395"/>
                </a:lnTo>
                <a:lnTo>
                  <a:pt x="581288" y="23573"/>
                </a:lnTo>
                <a:lnTo>
                  <a:pt x="536288" y="36456"/>
                </a:lnTo>
                <a:lnTo>
                  <a:pt x="492455" y="51954"/>
                </a:lnTo>
                <a:lnTo>
                  <a:pt x="449880" y="69977"/>
                </a:lnTo>
                <a:lnTo>
                  <a:pt x="408651" y="90435"/>
                </a:lnTo>
                <a:lnTo>
                  <a:pt x="368861" y="113237"/>
                </a:lnTo>
                <a:lnTo>
                  <a:pt x="330599" y="138292"/>
                </a:lnTo>
                <a:lnTo>
                  <a:pt x="293955" y="165510"/>
                </a:lnTo>
                <a:lnTo>
                  <a:pt x="259020" y="194802"/>
                </a:lnTo>
                <a:lnTo>
                  <a:pt x="225885" y="226075"/>
                </a:lnTo>
                <a:lnTo>
                  <a:pt x="194639" y="259241"/>
                </a:lnTo>
                <a:lnTo>
                  <a:pt x="165374" y="294209"/>
                </a:lnTo>
                <a:lnTo>
                  <a:pt x="138179" y="330887"/>
                </a:lnTo>
                <a:lnTo>
                  <a:pt x="113145" y="369187"/>
                </a:lnTo>
                <a:lnTo>
                  <a:pt x="90363" y="409017"/>
                </a:lnTo>
                <a:lnTo>
                  <a:pt x="69922" y="450287"/>
                </a:lnTo>
                <a:lnTo>
                  <a:pt x="51914" y="492906"/>
                </a:lnTo>
                <a:lnTo>
                  <a:pt x="36428" y="536785"/>
                </a:lnTo>
                <a:lnTo>
                  <a:pt x="23555" y="581833"/>
                </a:lnTo>
                <a:lnTo>
                  <a:pt x="13385" y="627959"/>
                </a:lnTo>
                <a:lnTo>
                  <a:pt x="6009" y="675074"/>
                </a:lnTo>
                <a:lnTo>
                  <a:pt x="1517" y="723086"/>
                </a:lnTo>
                <a:lnTo>
                  <a:pt x="0" y="771905"/>
                </a:lnTo>
                <a:lnTo>
                  <a:pt x="1517" y="820725"/>
                </a:lnTo>
                <a:lnTo>
                  <a:pt x="6009" y="868737"/>
                </a:lnTo>
                <a:lnTo>
                  <a:pt x="13385" y="915852"/>
                </a:lnTo>
                <a:lnTo>
                  <a:pt x="23555" y="961978"/>
                </a:lnTo>
                <a:lnTo>
                  <a:pt x="36428" y="1007026"/>
                </a:lnTo>
                <a:lnTo>
                  <a:pt x="51914" y="1050905"/>
                </a:lnTo>
                <a:lnTo>
                  <a:pt x="69922" y="1093524"/>
                </a:lnTo>
                <a:lnTo>
                  <a:pt x="90363" y="1134794"/>
                </a:lnTo>
                <a:lnTo>
                  <a:pt x="113145" y="1174624"/>
                </a:lnTo>
                <a:lnTo>
                  <a:pt x="138179" y="1212924"/>
                </a:lnTo>
                <a:lnTo>
                  <a:pt x="165374" y="1249602"/>
                </a:lnTo>
                <a:lnTo>
                  <a:pt x="194639" y="1284570"/>
                </a:lnTo>
                <a:lnTo>
                  <a:pt x="225885" y="1317736"/>
                </a:lnTo>
                <a:lnTo>
                  <a:pt x="259020" y="1349009"/>
                </a:lnTo>
                <a:lnTo>
                  <a:pt x="293955" y="1378301"/>
                </a:lnTo>
                <a:lnTo>
                  <a:pt x="330599" y="1405519"/>
                </a:lnTo>
                <a:lnTo>
                  <a:pt x="368861" y="1430574"/>
                </a:lnTo>
                <a:lnTo>
                  <a:pt x="408651" y="1453376"/>
                </a:lnTo>
                <a:lnTo>
                  <a:pt x="449880" y="1473834"/>
                </a:lnTo>
                <a:lnTo>
                  <a:pt x="492455" y="1491857"/>
                </a:lnTo>
                <a:lnTo>
                  <a:pt x="536288" y="1507355"/>
                </a:lnTo>
                <a:lnTo>
                  <a:pt x="581288" y="1520238"/>
                </a:lnTo>
                <a:lnTo>
                  <a:pt x="627363" y="1530416"/>
                </a:lnTo>
                <a:lnTo>
                  <a:pt x="674425" y="1537798"/>
                </a:lnTo>
                <a:lnTo>
                  <a:pt x="722382" y="1542293"/>
                </a:lnTo>
                <a:lnTo>
                  <a:pt x="771144" y="1543811"/>
                </a:lnTo>
                <a:lnTo>
                  <a:pt x="819905" y="1542293"/>
                </a:lnTo>
                <a:lnTo>
                  <a:pt x="867862" y="1537798"/>
                </a:lnTo>
                <a:lnTo>
                  <a:pt x="914924" y="1530416"/>
                </a:lnTo>
                <a:lnTo>
                  <a:pt x="960999" y="1520238"/>
                </a:lnTo>
                <a:lnTo>
                  <a:pt x="1005999" y="1507355"/>
                </a:lnTo>
                <a:lnTo>
                  <a:pt x="1049832" y="1491857"/>
                </a:lnTo>
                <a:lnTo>
                  <a:pt x="1092407" y="1473834"/>
                </a:lnTo>
                <a:lnTo>
                  <a:pt x="1133636" y="1453376"/>
                </a:lnTo>
                <a:lnTo>
                  <a:pt x="1173426" y="1430574"/>
                </a:lnTo>
                <a:lnTo>
                  <a:pt x="1211688" y="1405519"/>
                </a:lnTo>
                <a:lnTo>
                  <a:pt x="1248332" y="1378301"/>
                </a:lnTo>
                <a:lnTo>
                  <a:pt x="1283267" y="1349009"/>
                </a:lnTo>
                <a:lnTo>
                  <a:pt x="1316402" y="1317736"/>
                </a:lnTo>
                <a:lnTo>
                  <a:pt x="1347648" y="1284570"/>
                </a:lnTo>
                <a:lnTo>
                  <a:pt x="1376913" y="1249602"/>
                </a:lnTo>
                <a:lnTo>
                  <a:pt x="1404108" y="1212924"/>
                </a:lnTo>
                <a:lnTo>
                  <a:pt x="1429142" y="1174624"/>
                </a:lnTo>
                <a:lnTo>
                  <a:pt x="1451924" y="1134794"/>
                </a:lnTo>
                <a:lnTo>
                  <a:pt x="1472365" y="1093524"/>
                </a:lnTo>
                <a:lnTo>
                  <a:pt x="1490373" y="1050905"/>
                </a:lnTo>
                <a:lnTo>
                  <a:pt x="1505859" y="1007026"/>
                </a:lnTo>
                <a:lnTo>
                  <a:pt x="1518732" y="961978"/>
                </a:lnTo>
                <a:lnTo>
                  <a:pt x="1528902" y="915852"/>
                </a:lnTo>
                <a:lnTo>
                  <a:pt x="1536278" y="868737"/>
                </a:lnTo>
                <a:lnTo>
                  <a:pt x="1540770" y="820725"/>
                </a:lnTo>
                <a:lnTo>
                  <a:pt x="1542288" y="771905"/>
                </a:lnTo>
                <a:lnTo>
                  <a:pt x="1540770" y="723086"/>
                </a:lnTo>
                <a:lnTo>
                  <a:pt x="1536278" y="675074"/>
                </a:lnTo>
                <a:lnTo>
                  <a:pt x="1528902" y="627959"/>
                </a:lnTo>
                <a:lnTo>
                  <a:pt x="1518732" y="581833"/>
                </a:lnTo>
                <a:lnTo>
                  <a:pt x="1505859" y="536785"/>
                </a:lnTo>
                <a:lnTo>
                  <a:pt x="1490373" y="492906"/>
                </a:lnTo>
                <a:lnTo>
                  <a:pt x="1472365" y="450287"/>
                </a:lnTo>
                <a:lnTo>
                  <a:pt x="1451924" y="409017"/>
                </a:lnTo>
                <a:lnTo>
                  <a:pt x="1429142" y="369187"/>
                </a:lnTo>
                <a:lnTo>
                  <a:pt x="1404108" y="330887"/>
                </a:lnTo>
                <a:lnTo>
                  <a:pt x="1376913" y="294209"/>
                </a:lnTo>
                <a:lnTo>
                  <a:pt x="1347648" y="259241"/>
                </a:lnTo>
                <a:lnTo>
                  <a:pt x="1316402" y="226075"/>
                </a:lnTo>
                <a:lnTo>
                  <a:pt x="1283267" y="194802"/>
                </a:lnTo>
                <a:lnTo>
                  <a:pt x="1248332" y="165510"/>
                </a:lnTo>
                <a:lnTo>
                  <a:pt x="1211688" y="138292"/>
                </a:lnTo>
                <a:lnTo>
                  <a:pt x="1173426" y="113237"/>
                </a:lnTo>
                <a:lnTo>
                  <a:pt x="1133636" y="90435"/>
                </a:lnTo>
                <a:lnTo>
                  <a:pt x="1092407" y="69977"/>
                </a:lnTo>
                <a:lnTo>
                  <a:pt x="1049832" y="51954"/>
                </a:lnTo>
                <a:lnTo>
                  <a:pt x="1005999" y="36456"/>
                </a:lnTo>
                <a:lnTo>
                  <a:pt x="960999" y="23573"/>
                </a:lnTo>
                <a:lnTo>
                  <a:pt x="914924" y="13395"/>
                </a:lnTo>
                <a:lnTo>
                  <a:pt x="867862" y="6013"/>
                </a:lnTo>
                <a:lnTo>
                  <a:pt x="819905" y="1518"/>
                </a:lnTo>
                <a:lnTo>
                  <a:pt x="771144" y="0"/>
                </a:lnTo>
                <a:close/>
              </a:path>
            </a:pathLst>
          </a:custGeom>
          <a:solidFill>
            <a:srgbClr val="278696"/>
          </a:solidFill>
          <a:ln w="9525">
            <a:noFill/>
            <a:round/>
          </a:ln>
        </p:spPr>
        <p:txBody>
          <a:bodyPr lIns="0" tIns="0" rIns="0" bIns="0"/>
          <a:lstStyle/>
          <a:p>
            <a:endParaRPr lang="zh-CN" altLang="en-US"/>
          </a:p>
        </p:txBody>
      </p:sp>
      <p:sp>
        <p:nvSpPr>
          <p:cNvPr id="16390" name="object 7"/>
          <p:cNvSpPr/>
          <p:nvPr/>
        </p:nvSpPr>
        <p:spPr bwMode="auto">
          <a:xfrm>
            <a:off x="9799638" y="5022850"/>
            <a:ext cx="1023937" cy="1023938"/>
          </a:xfrm>
          <a:custGeom>
            <a:avLst/>
            <a:gdLst/>
            <a:ahLst/>
            <a:cxnLst>
              <a:cxn ang="0">
                <a:pos x="465452" y="2090"/>
              </a:cxn>
              <a:cxn ang="0">
                <a:pos x="375928" y="18268"/>
              </a:cxn>
              <a:cxn ang="0">
                <a:pos x="292543" y="49240"/>
              </a:cxn>
              <a:cxn ang="0">
                <a:pos x="216742" y="93559"/>
              </a:cxn>
              <a:cxn ang="0">
                <a:pos x="149971" y="149780"/>
              </a:cxn>
              <a:cxn ang="0">
                <a:pos x="93674" y="216458"/>
              </a:cxn>
              <a:cxn ang="0">
                <a:pos x="49299" y="292146"/>
              </a:cxn>
              <a:cxn ang="0">
                <a:pos x="18289" y="375399"/>
              </a:cxn>
              <a:cxn ang="0">
                <a:pos x="2092" y="464772"/>
              </a:cxn>
              <a:cxn ang="0">
                <a:pos x="2092" y="557840"/>
              </a:cxn>
              <a:cxn ang="0">
                <a:pos x="18289" y="647226"/>
              </a:cxn>
              <a:cxn ang="0">
                <a:pos x="49299" y="730485"/>
              </a:cxn>
              <a:cxn ang="0">
                <a:pos x="93674" y="806173"/>
              </a:cxn>
              <a:cxn ang="0">
                <a:pos x="149971" y="872847"/>
              </a:cxn>
              <a:cxn ang="0">
                <a:pos x="216742" y="929062"/>
              </a:cxn>
              <a:cxn ang="0">
                <a:pos x="292543" y="973374"/>
              </a:cxn>
              <a:cxn ang="0">
                <a:pos x="375928" y="1004339"/>
              </a:cxn>
              <a:cxn ang="0">
                <a:pos x="465452" y="1020514"/>
              </a:cxn>
              <a:cxn ang="0">
                <a:pos x="558675" y="1020514"/>
              </a:cxn>
              <a:cxn ang="0">
                <a:pos x="648199" y="1004339"/>
              </a:cxn>
              <a:cxn ang="0">
                <a:pos x="731584" y="973374"/>
              </a:cxn>
              <a:cxn ang="0">
                <a:pos x="807385" y="929062"/>
              </a:cxn>
              <a:cxn ang="0">
                <a:pos x="874156" y="872847"/>
              </a:cxn>
              <a:cxn ang="0">
                <a:pos x="930453" y="806173"/>
              </a:cxn>
              <a:cxn ang="0">
                <a:pos x="974828" y="730485"/>
              </a:cxn>
              <a:cxn ang="0">
                <a:pos x="1005838" y="647226"/>
              </a:cxn>
              <a:cxn ang="0">
                <a:pos x="1022035" y="557840"/>
              </a:cxn>
              <a:cxn ang="0">
                <a:pos x="1022035" y="464772"/>
              </a:cxn>
              <a:cxn ang="0">
                <a:pos x="1005838" y="375399"/>
              </a:cxn>
              <a:cxn ang="0">
                <a:pos x="974828" y="292146"/>
              </a:cxn>
              <a:cxn ang="0">
                <a:pos x="930453" y="216458"/>
              </a:cxn>
              <a:cxn ang="0">
                <a:pos x="874156" y="149780"/>
              </a:cxn>
              <a:cxn ang="0">
                <a:pos x="807385" y="93559"/>
              </a:cxn>
              <a:cxn ang="0">
                <a:pos x="731584" y="49240"/>
              </a:cxn>
              <a:cxn ang="0">
                <a:pos x="648199" y="18268"/>
              </a:cxn>
              <a:cxn ang="0">
                <a:pos x="558675" y="2090"/>
              </a:cxn>
            </a:cxnLst>
            <a:rect l="0" t="0" r="r" b="b"/>
            <a:pathLst>
              <a:path w="1024254" h="1022985">
                <a:moveTo>
                  <a:pt x="512063" y="0"/>
                </a:moveTo>
                <a:lnTo>
                  <a:pt x="465452" y="2090"/>
                </a:lnTo>
                <a:lnTo>
                  <a:pt x="420013" y="8239"/>
                </a:lnTo>
                <a:lnTo>
                  <a:pt x="375928" y="18268"/>
                </a:lnTo>
                <a:lnTo>
                  <a:pt x="333378" y="31995"/>
                </a:lnTo>
                <a:lnTo>
                  <a:pt x="292543" y="49240"/>
                </a:lnTo>
                <a:lnTo>
                  <a:pt x="253604" y="69821"/>
                </a:lnTo>
                <a:lnTo>
                  <a:pt x="216742" y="93559"/>
                </a:lnTo>
                <a:lnTo>
                  <a:pt x="182137" y="120272"/>
                </a:lnTo>
                <a:lnTo>
                  <a:pt x="149971" y="149780"/>
                </a:lnTo>
                <a:lnTo>
                  <a:pt x="120423" y="181902"/>
                </a:lnTo>
                <a:lnTo>
                  <a:pt x="93674" y="216458"/>
                </a:lnTo>
                <a:lnTo>
                  <a:pt x="69906" y="253266"/>
                </a:lnTo>
                <a:lnTo>
                  <a:pt x="49299" y="292146"/>
                </a:lnTo>
                <a:lnTo>
                  <a:pt x="32033" y="332917"/>
                </a:lnTo>
                <a:lnTo>
                  <a:pt x="18289" y="375399"/>
                </a:lnTo>
                <a:lnTo>
                  <a:pt x="8249" y="419411"/>
                </a:lnTo>
                <a:lnTo>
                  <a:pt x="2092" y="464772"/>
                </a:lnTo>
                <a:lnTo>
                  <a:pt x="0" y="511302"/>
                </a:lnTo>
                <a:lnTo>
                  <a:pt x="2092" y="557840"/>
                </a:lnTo>
                <a:lnTo>
                  <a:pt x="8249" y="603209"/>
                </a:lnTo>
                <a:lnTo>
                  <a:pt x="18289" y="647226"/>
                </a:lnTo>
                <a:lnTo>
                  <a:pt x="32033" y="689711"/>
                </a:lnTo>
                <a:lnTo>
                  <a:pt x="49299" y="730485"/>
                </a:lnTo>
                <a:lnTo>
                  <a:pt x="69906" y="769366"/>
                </a:lnTo>
                <a:lnTo>
                  <a:pt x="93674" y="806173"/>
                </a:lnTo>
                <a:lnTo>
                  <a:pt x="120423" y="840727"/>
                </a:lnTo>
                <a:lnTo>
                  <a:pt x="149971" y="872847"/>
                </a:lnTo>
                <a:lnTo>
                  <a:pt x="182137" y="902352"/>
                </a:lnTo>
                <a:lnTo>
                  <a:pt x="216742" y="929062"/>
                </a:lnTo>
                <a:lnTo>
                  <a:pt x="253604" y="952796"/>
                </a:lnTo>
                <a:lnTo>
                  <a:pt x="292543" y="973374"/>
                </a:lnTo>
                <a:lnTo>
                  <a:pt x="333378" y="990615"/>
                </a:lnTo>
                <a:lnTo>
                  <a:pt x="375928" y="1004339"/>
                </a:lnTo>
                <a:lnTo>
                  <a:pt x="420013" y="1014366"/>
                </a:lnTo>
                <a:lnTo>
                  <a:pt x="465452" y="1020514"/>
                </a:lnTo>
                <a:lnTo>
                  <a:pt x="512063" y="1022604"/>
                </a:lnTo>
                <a:lnTo>
                  <a:pt x="558675" y="1020514"/>
                </a:lnTo>
                <a:lnTo>
                  <a:pt x="604114" y="1014366"/>
                </a:lnTo>
                <a:lnTo>
                  <a:pt x="648199" y="1004339"/>
                </a:lnTo>
                <a:lnTo>
                  <a:pt x="690749" y="990615"/>
                </a:lnTo>
                <a:lnTo>
                  <a:pt x="731584" y="973374"/>
                </a:lnTo>
                <a:lnTo>
                  <a:pt x="770523" y="952796"/>
                </a:lnTo>
                <a:lnTo>
                  <a:pt x="807385" y="929062"/>
                </a:lnTo>
                <a:lnTo>
                  <a:pt x="841990" y="902352"/>
                </a:lnTo>
                <a:lnTo>
                  <a:pt x="874156" y="872847"/>
                </a:lnTo>
                <a:lnTo>
                  <a:pt x="903704" y="840727"/>
                </a:lnTo>
                <a:lnTo>
                  <a:pt x="930453" y="806173"/>
                </a:lnTo>
                <a:lnTo>
                  <a:pt x="954221" y="769366"/>
                </a:lnTo>
                <a:lnTo>
                  <a:pt x="974828" y="730485"/>
                </a:lnTo>
                <a:lnTo>
                  <a:pt x="992094" y="689711"/>
                </a:lnTo>
                <a:lnTo>
                  <a:pt x="1005838" y="647226"/>
                </a:lnTo>
                <a:lnTo>
                  <a:pt x="1015878" y="603209"/>
                </a:lnTo>
                <a:lnTo>
                  <a:pt x="1022035" y="557840"/>
                </a:lnTo>
                <a:lnTo>
                  <a:pt x="1024127" y="511302"/>
                </a:lnTo>
                <a:lnTo>
                  <a:pt x="1022035" y="464772"/>
                </a:lnTo>
                <a:lnTo>
                  <a:pt x="1015878" y="419411"/>
                </a:lnTo>
                <a:lnTo>
                  <a:pt x="1005838" y="375399"/>
                </a:lnTo>
                <a:lnTo>
                  <a:pt x="992094" y="332917"/>
                </a:lnTo>
                <a:lnTo>
                  <a:pt x="974828" y="292146"/>
                </a:lnTo>
                <a:lnTo>
                  <a:pt x="954221" y="253266"/>
                </a:lnTo>
                <a:lnTo>
                  <a:pt x="930453" y="216458"/>
                </a:lnTo>
                <a:lnTo>
                  <a:pt x="903704" y="181902"/>
                </a:lnTo>
                <a:lnTo>
                  <a:pt x="874156" y="149780"/>
                </a:lnTo>
                <a:lnTo>
                  <a:pt x="841990" y="120272"/>
                </a:lnTo>
                <a:lnTo>
                  <a:pt x="807385" y="93559"/>
                </a:lnTo>
                <a:lnTo>
                  <a:pt x="770523" y="69821"/>
                </a:lnTo>
                <a:lnTo>
                  <a:pt x="731584" y="49240"/>
                </a:lnTo>
                <a:lnTo>
                  <a:pt x="690749" y="31995"/>
                </a:lnTo>
                <a:lnTo>
                  <a:pt x="648199" y="18268"/>
                </a:lnTo>
                <a:lnTo>
                  <a:pt x="604114" y="8239"/>
                </a:lnTo>
                <a:lnTo>
                  <a:pt x="558675" y="2090"/>
                </a:lnTo>
                <a:lnTo>
                  <a:pt x="512063" y="0"/>
                </a:lnTo>
                <a:close/>
              </a:path>
            </a:pathLst>
          </a:custGeom>
          <a:solidFill>
            <a:srgbClr val="E6AE00"/>
          </a:solidFill>
          <a:ln w="9525">
            <a:noFill/>
            <a:round/>
          </a:ln>
        </p:spPr>
        <p:txBody>
          <a:bodyPr lIns="0" tIns="0" rIns="0" bIns="0"/>
          <a:lstStyle/>
          <a:p>
            <a:endParaRPr lang="zh-CN" altLang="en-US"/>
          </a:p>
        </p:txBody>
      </p:sp>
      <p:sp>
        <p:nvSpPr>
          <p:cNvPr id="16391" name="object 8"/>
          <p:cNvSpPr/>
          <p:nvPr/>
        </p:nvSpPr>
        <p:spPr bwMode="auto">
          <a:xfrm>
            <a:off x="10875963" y="3689350"/>
            <a:ext cx="471487" cy="469900"/>
          </a:xfrm>
          <a:custGeom>
            <a:avLst/>
            <a:gdLst/>
            <a:ahLst/>
            <a:cxnLst>
              <a:cxn ang="0">
                <a:pos x="236219" y="0"/>
              </a:cxn>
              <a:cxn ang="0">
                <a:pos x="188622" y="4766"/>
              </a:cxn>
              <a:cxn ang="0">
                <a:pos x="144285" y="18436"/>
              </a:cxn>
              <a:cxn ang="0">
                <a:pos x="104161" y="40069"/>
              </a:cxn>
              <a:cxn ang="0">
                <a:pos x="69199" y="68722"/>
              </a:cxn>
              <a:cxn ang="0">
                <a:pos x="40351" y="103454"/>
              </a:cxn>
              <a:cxn ang="0">
                <a:pos x="18567" y="143321"/>
              </a:cxn>
              <a:cxn ang="0">
                <a:pos x="4800" y="187382"/>
              </a:cxn>
              <a:cxn ang="0">
                <a:pos x="0" y="234696"/>
              </a:cxn>
              <a:cxn ang="0">
                <a:pos x="4800" y="282009"/>
              </a:cxn>
              <a:cxn ang="0">
                <a:pos x="18567" y="326070"/>
              </a:cxn>
              <a:cxn ang="0">
                <a:pos x="40351" y="365937"/>
              </a:cxn>
              <a:cxn ang="0">
                <a:pos x="69199" y="400669"/>
              </a:cxn>
              <a:cxn ang="0">
                <a:pos x="104161" y="429322"/>
              </a:cxn>
              <a:cxn ang="0">
                <a:pos x="144285" y="450955"/>
              </a:cxn>
              <a:cxn ang="0">
                <a:pos x="188622" y="464625"/>
              </a:cxn>
              <a:cxn ang="0">
                <a:pos x="236219" y="469392"/>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6"/>
              </a:cxn>
              <a:cxn ang="0">
                <a:pos x="467639" y="187382"/>
              </a:cxn>
              <a:cxn ang="0">
                <a:pos x="453872" y="143321"/>
              </a:cxn>
              <a:cxn ang="0">
                <a:pos x="432088" y="103454"/>
              </a:cxn>
              <a:cxn ang="0">
                <a:pos x="403240" y="68722"/>
              </a:cxn>
              <a:cxn ang="0">
                <a:pos x="368278" y="40069"/>
              </a:cxn>
              <a:cxn ang="0">
                <a:pos x="328154" y="18436"/>
              </a:cxn>
              <a:cxn ang="0">
                <a:pos x="283817" y="4766"/>
              </a:cxn>
              <a:cxn ang="0">
                <a:pos x="236219" y="0"/>
              </a:cxn>
            </a:cxnLst>
            <a:rect l="0" t="0" r="r" b="b"/>
            <a:pathLst>
              <a:path w="472440" h="469900">
                <a:moveTo>
                  <a:pt x="236219" y="0"/>
                </a:moveTo>
                <a:lnTo>
                  <a:pt x="188622" y="4766"/>
                </a:lnTo>
                <a:lnTo>
                  <a:pt x="144285" y="18436"/>
                </a:lnTo>
                <a:lnTo>
                  <a:pt x="104161" y="40069"/>
                </a:lnTo>
                <a:lnTo>
                  <a:pt x="69199" y="68722"/>
                </a:lnTo>
                <a:lnTo>
                  <a:pt x="40351" y="103454"/>
                </a:lnTo>
                <a:lnTo>
                  <a:pt x="18567" y="143321"/>
                </a:lnTo>
                <a:lnTo>
                  <a:pt x="4800" y="187382"/>
                </a:lnTo>
                <a:lnTo>
                  <a:pt x="0" y="234696"/>
                </a:lnTo>
                <a:lnTo>
                  <a:pt x="4800" y="282009"/>
                </a:lnTo>
                <a:lnTo>
                  <a:pt x="18567" y="326070"/>
                </a:lnTo>
                <a:lnTo>
                  <a:pt x="40351" y="365937"/>
                </a:lnTo>
                <a:lnTo>
                  <a:pt x="69199" y="400669"/>
                </a:lnTo>
                <a:lnTo>
                  <a:pt x="104161" y="429322"/>
                </a:lnTo>
                <a:lnTo>
                  <a:pt x="144285" y="450955"/>
                </a:lnTo>
                <a:lnTo>
                  <a:pt x="188622" y="464625"/>
                </a:lnTo>
                <a:lnTo>
                  <a:pt x="236219" y="469392"/>
                </a:lnTo>
                <a:lnTo>
                  <a:pt x="283817" y="464625"/>
                </a:lnTo>
                <a:lnTo>
                  <a:pt x="328154" y="450955"/>
                </a:lnTo>
                <a:lnTo>
                  <a:pt x="368278" y="429322"/>
                </a:lnTo>
                <a:lnTo>
                  <a:pt x="403240" y="400669"/>
                </a:lnTo>
                <a:lnTo>
                  <a:pt x="432088" y="365937"/>
                </a:lnTo>
                <a:lnTo>
                  <a:pt x="453872" y="326070"/>
                </a:lnTo>
                <a:lnTo>
                  <a:pt x="467639" y="282009"/>
                </a:lnTo>
                <a:lnTo>
                  <a:pt x="472439" y="234696"/>
                </a:lnTo>
                <a:lnTo>
                  <a:pt x="467639" y="187382"/>
                </a:lnTo>
                <a:lnTo>
                  <a:pt x="453872" y="143321"/>
                </a:lnTo>
                <a:lnTo>
                  <a:pt x="432088" y="103454"/>
                </a:lnTo>
                <a:lnTo>
                  <a:pt x="403240" y="68722"/>
                </a:lnTo>
                <a:lnTo>
                  <a:pt x="368278" y="40069"/>
                </a:lnTo>
                <a:lnTo>
                  <a:pt x="328154" y="18436"/>
                </a:lnTo>
                <a:lnTo>
                  <a:pt x="283817" y="4766"/>
                </a:lnTo>
                <a:lnTo>
                  <a:pt x="236219" y="0"/>
                </a:lnTo>
                <a:close/>
              </a:path>
            </a:pathLst>
          </a:custGeom>
          <a:solidFill>
            <a:srgbClr val="427441"/>
          </a:solidFill>
          <a:ln w="9525">
            <a:noFill/>
            <a:round/>
          </a:ln>
        </p:spPr>
        <p:txBody>
          <a:bodyPr lIns="0" tIns="0" rIns="0" bIns="0"/>
          <a:lstStyle/>
          <a:p>
            <a:endParaRPr lang="zh-CN" altLang="en-US"/>
          </a:p>
        </p:txBody>
      </p:sp>
      <p:sp>
        <p:nvSpPr>
          <p:cNvPr id="16392" name="object 9"/>
          <p:cNvSpPr/>
          <p:nvPr/>
        </p:nvSpPr>
        <p:spPr bwMode="auto">
          <a:xfrm>
            <a:off x="9261475" y="4348163"/>
            <a:ext cx="714375" cy="714375"/>
          </a:xfrm>
          <a:custGeom>
            <a:avLst/>
            <a:gdLst/>
            <a:ahLst/>
            <a:cxnLst>
              <a:cxn ang="0">
                <a:pos x="357377" y="0"/>
              </a:cxn>
              <a:cxn ang="0">
                <a:pos x="308887" y="3262"/>
              </a:cxn>
              <a:cxn ang="0">
                <a:pos x="262378" y="12767"/>
              </a:cxn>
              <a:cxn ang="0">
                <a:pos x="218277" y="28086"/>
              </a:cxn>
              <a:cxn ang="0">
                <a:pos x="177009" y="48796"/>
              </a:cxn>
              <a:cxn ang="0">
                <a:pos x="139001" y="74469"/>
              </a:cxn>
              <a:cxn ang="0">
                <a:pos x="104679" y="104679"/>
              </a:cxn>
              <a:cxn ang="0">
                <a:pos x="74469" y="139001"/>
              </a:cxn>
              <a:cxn ang="0">
                <a:pos x="48796" y="177009"/>
              </a:cxn>
              <a:cxn ang="0">
                <a:pos x="28086" y="218277"/>
              </a:cxn>
              <a:cxn ang="0">
                <a:pos x="12767" y="262378"/>
              </a:cxn>
              <a:cxn ang="0">
                <a:pos x="3262" y="308887"/>
              </a:cxn>
              <a:cxn ang="0">
                <a:pos x="0" y="357377"/>
              </a:cxn>
              <a:cxn ang="0">
                <a:pos x="3262" y="405868"/>
              </a:cxn>
              <a:cxn ang="0">
                <a:pos x="12767" y="452377"/>
              </a:cxn>
              <a:cxn ang="0">
                <a:pos x="28086" y="496478"/>
              </a:cxn>
              <a:cxn ang="0">
                <a:pos x="48796" y="537746"/>
              </a:cxn>
              <a:cxn ang="0">
                <a:pos x="74469" y="575754"/>
              </a:cxn>
              <a:cxn ang="0">
                <a:pos x="104679" y="610076"/>
              </a:cxn>
              <a:cxn ang="0">
                <a:pos x="139001" y="640286"/>
              </a:cxn>
              <a:cxn ang="0">
                <a:pos x="177009" y="665959"/>
              </a:cxn>
              <a:cxn ang="0">
                <a:pos x="218277" y="686669"/>
              </a:cxn>
              <a:cxn ang="0">
                <a:pos x="262378" y="701988"/>
              </a:cxn>
              <a:cxn ang="0">
                <a:pos x="308887" y="711493"/>
              </a:cxn>
              <a:cxn ang="0">
                <a:pos x="357377" y="714755"/>
              </a:cxn>
              <a:cxn ang="0">
                <a:pos x="405868" y="711493"/>
              </a:cxn>
              <a:cxn ang="0">
                <a:pos x="452377" y="701988"/>
              </a:cxn>
              <a:cxn ang="0">
                <a:pos x="496478" y="686669"/>
              </a:cxn>
              <a:cxn ang="0">
                <a:pos x="537746" y="665959"/>
              </a:cxn>
              <a:cxn ang="0">
                <a:pos x="575754" y="640286"/>
              </a:cxn>
              <a:cxn ang="0">
                <a:pos x="610076" y="610076"/>
              </a:cxn>
              <a:cxn ang="0">
                <a:pos x="640286" y="575754"/>
              </a:cxn>
              <a:cxn ang="0">
                <a:pos x="665959" y="537746"/>
              </a:cxn>
              <a:cxn ang="0">
                <a:pos x="686669" y="496478"/>
              </a:cxn>
              <a:cxn ang="0">
                <a:pos x="701988" y="452377"/>
              </a:cxn>
              <a:cxn ang="0">
                <a:pos x="711493" y="405868"/>
              </a:cxn>
              <a:cxn ang="0">
                <a:pos x="714755" y="357377"/>
              </a:cxn>
              <a:cxn ang="0">
                <a:pos x="711493" y="308887"/>
              </a:cxn>
              <a:cxn ang="0">
                <a:pos x="701988" y="262378"/>
              </a:cxn>
              <a:cxn ang="0">
                <a:pos x="686669" y="218277"/>
              </a:cxn>
              <a:cxn ang="0">
                <a:pos x="665959" y="177009"/>
              </a:cxn>
              <a:cxn ang="0">
                <a:pos x="640286" y="139001"/>
              </a:cxn>
              <a:cxn ang="0">
                <a:pos x="610076" y="104679"/>
              </a:cxn>
              <a:cxn ang="0">
                <a:pos x="575754" y="74469"/>
              </a:cxn>
              <a:cxn ang="0">
                <a:pos x="537746" y="48796"/>
              </a:cxn>
              <a:cxn ang="0">
                <a:pos x="496478" y="28086"/>
              </a:cxn>
              <a:cxn ang="0">
                <a:pos x="452377" y="12767"/>
              </a:cxn>
              <a:cxn ang="0">
                <a:pos x="405868" y="3262"/>
              </a:cxn>
              <a:cxn ang="0">
                <a:pos x="357377" y="0"/>
              </a:cxn>
            </a:cxnLst>
            <a:rect l="0" t="0" r="r" b="b"/>
            <a:pathLst>
              <a:path w="715009" h="715010">
                <a:moveTo>
                  <a:pt x="357377" y="0"/>
                </a:moveTo>
                <a:lnTo>
                  <a:pt x="308887" y="3262"/>
                </a:lnTo>
                <a:lnTo>
                  <a:pt x="262378" y="12767"/>
                </a:lnTo>
                <a:lnTo>
                  <a:pt x="218277" y="28086"/>
                </a:lnTo>
                <a:lnTo>
                  <a:pt x="177009" y="48796"/>
                </a:lnTo>
                <a:lnTo>
                  <a:pt x="139001" y="74469"/>
                </a:lnTo>
                <a:lnTo>
                  <a:pt x="104679" y="104679"/>
                </a:lnTo>
                <a:lnTo>
                  <a:pt x="74469" y="139001"/>
                </a:lnTo>
                <a:lnTo>
                  <a:pt x="48796" y="177009"/>
                </a:lnTo>
                <a:lnTo>
                  <a:pt x="28086" y="218277"/>
                </a:lnTo>
                <a:lnTo>
                  <a:pt x="12767" y="262378"/>
                </a:lnTo>
                <a:lnTo>
                  <a:pt x="3262" y="308887"/>
                </a:lnTo>
                <a:lnTo>
                  <a:pt x="0" y="357377"/>
                </a:lnTo>
                <a:lnTo>
                  <a:pt x="3262" y="405868"/>
                </a:lnTo>
                <a:lnTo>
                  <a:pt x="12767" y="452377"/>
                </a:lnTo>
                <a:lnTo>
                  <a:pt x="28086" y="496478"/>
                </a:lnTo>
                <a:lnTo>
                  <a:pt x="48796" y="537746"/>
                </a:lnTo>
                <a:lnTo>
                  <a:pt x="74469" y="575754"/>
                </a:lnTo>
                <a:lnTo>
                  <a:pt x="104679" y="610076"/>
                </a:lnTo>
                <a:lnTo>
                  <a:pt x="139001" y="640286"/>
                </a:lnTo>
                <a:lnTo>
                  <a:pt x="177009" y="665959"/>
                </a:lnTo>
                <a:lnTo>
                  <a:pt x="218277" y="686669"/>
                </a:lnTo>
                <a:lnTo>
                  <a:pt x="262378" y="701988"/>
                </a:lnTo>
                <a:lnTo>
                  <a:pt x="308887" y="711493"/>
                </a:lnTo>
                <a:lnTo>
                  <a:pt x="357377" y="714755"/>
                </a:lnTo>
                <a:lnTo>
                  <a:pt x="405868" y="711493"/>
                </a:lnTo>
                <a:lnTo>
                  <a:pt x="452377" y="701988"/>
                </a:lnTo>
                <a:lnTo>
                  <a:pt x="496478" y="686669"/>
                </a:lnTo>
                <a:lnTo>
                  <a:pt x="537746" y="665959"/>
                </a:lnTo>
                <a:lnTo>
                  <a:pt x="575754" y="640286"/>
                </a:lnTo>
                <a:lnTo>
                  <a:pt x="610076" y="610076"/>
                </a:lnTo>
                <a:lnTo>
                  <a:pt x="640286" y="575754"/>
                </a:lnTo>
                <a:lnTo>
                  <a:pt x="665959" y="537746"/>
                </a:lnTo>
                <a:lnTo>
                  <a:pt x="686669" y="496478"/>
                </a:lnTo>
                <a:lnTo>
                  <a:pt x="701988" y="452377"/>
                </a:lnTo>
                <a:lnTo>
                  <a:pt x="711493" y="405868"/>
                </a:lnTo>
                <a:lnTo>
                  <a:pt x="714755" y="357377"/>
                </a:lnTo>
                <a:lnTo>
                  <a:pt x="711493" y="308887"/>
                </a:lnTo>
                <a:lnTo>
                  <a:pt x="701988" y="262378"/>
                </a:lnTo>
                <a:lnTo>
                  <a:pt x="686669" y="218277"/>
                </a:lnTo>
                <a:lnTo>
                  <a:pt x="665959" y="177009"/>
                </a:lnTo>
                <a:lnTo>
                  <a:pt x="640286" y="139001"/>
                </a:lnTo>
                <a:lnTo>
                  <a:pt x="610076" y="104679"/>
                </a:lnTo>
                <a:lnTo>
                  <a:pt x="575754" y="74469"/>
                </a:lnTo>
                <a:lnTo>
                  <a:pt x="537746" y="48796"/>
                </a:lnTo>
                <a:lnTo>
                  <a:pt x="496478" y="28086"/>
                </a:lnTo>
                <a:lnTo>
                  <a:pt x="452377" y="12767"/>
                </a:lnTo>
                <a:lnTo>
                  <a:pt x="405868" y="3262"/>
                </a:lnTo>
                <a:lnTo>
                  <a:pt x="357377" y="0"/>
                </a:lnTo>
                <a:close/>
              </a:path>
            </a:pathLst>
          </a:custGeom>
          <a:solidFill>
            <a:srgbClr val="093E44"/>
          </a:solidFill>
          <a:ln w="9525">
            <a:noFill/>
            <a:round/>
          </a:ln>
        </p:spPr>
        <p:txBody>
          <a:bodyPr lIns="0" tIns="0" rIns="0" bIns="0"/>
          <a:lstStyle/>
          <a:p>
            <a:endParaRPr lang="zh-CN" altLang="en-US"/>
          </a:p>
        </p:txBody>
      </p:sp>
      <p:sp>
        <p:nvSpPr>
          <p:cNvPr id="16393" name="object 10"/>
          <p:cNvSpPr/>
          <p:nvPr/>
        </p:nvSpPr>
        <p:spPr bwMode="auto">
          <a:xfrm>
            <a:off x="8435975" y="6346825"/>
            <a:ext cx="1268413" cy="511175"/>
          </a:xfrm>
          <a:custGeom>
            <a:avLst/>
            <a:gdLst/>
            <a:ahLst/>
            <a:cxnLst>
              <a:cxn ang="0">
                <a:pos x="633617" y="0"/>
              </a:cxn>
              <a:cxn ang="0">
                <a:pos x="585221" y="1778"/>
              </a:cxn>
              <a:cxn ang="0">
                <a:pos x="537791" y="7030"/>
              </a:cxn>
              <a:cxn ang="0">
                <a:pos x="491453" y="15631"/>
              </a:cxn>
              <a:cxn ang="0">
                <a:pos x="446331" y="27454"/>
              </a:cxn>
              <a:cxn ang="0">
                <a:pos x="402552" y="42375"/>
              </a:cxn>
              <a:cxn ang="0">
                <a:pos x="360240" y="60268"/>
              </a:cxn>
              <a:cxn ang="0">
                <a:pos x="319521" y="81008"/>
              </a:cxn>
              <a:cxn ang="0">
                <a:pos x="280521" y="104470"/>
              </a:cxn>
              <a:cxn ang="0">
                <a:pos x="243364" y="130527"/>
              </a:cxn>
              <a:cxn ang="0">
                <a:pos x="208177" y="159055"/>
              </a:cxn>
              <a:cxn ang="0">
                <a:pos x="175084" y="189928"/>
              </a:cxn>
              <a:cxn ang="0">
                <a:pos x="144210" y="223021"/>
              </a:cxn>
              <a:cxn ang="0">
                <a:pos x="115683" y="258209"/>
              </a:cxn>
              <a:cxn ang="0">
                <a:pos x="89625" y="295365"/>
              </a:cxn>
              <a:cxn ang="0">
                <a:pos x="66164" y="334366"/>
              </a:cxn>
              <a:cxn ang="0">
                <a:pos x="45424" y="375084"/>
              </a:cxn>
              <a:cxn ang="0">
                <a:pos x="27531" y="417396"/>
              </a:cxn>
              <a:cxn ang="0">
                <a:pos x="12610" y="461176"/>
              </a:cxn>
              <a:cxn ang="0">
                <a:pos x="787" y="506297"/>
              </a:cxn>
              <a:cxn ang="0">
                <a:pos x="0" y="510538"/>
              </a:cxn>
              <a:cxn ang="0">
                <a:pos x="1267235" y="510538"/>
              </a:cxn>
              <a:cxn ang="0">
                <a:pos x="1254624" y="461176"/>
              </a:cxn>
              <a:cxn ang="0">
                <a:pos x="1239703" y="417396"/>
              </a:cxn>
              <a:cxn ang="0">
                <a:pos x="1221810" y="375084"/>
              </a:cxn>
              <a:cxn ang="0">
                <a:pos x="1201070" y="334366"/>
              </a:cxn>
              <a:cxn ang="0">
                <a:pos x="1177609" y="295365"/>
              </a:cxn>
              <a:cxn ang="0">
                <a:pos x="1151552" y="258209"/>
              </a:cxn>
              <a:cxn ang="0">
                <a:pos x="1123024" y="223021"/>
              </a:cxn>
              <a:cxn ang="0">
                <a:pos x="1092151" y="189928"/>
              </a:cxn>
              <a:cxn ang="0">
                <a:pos x="1059058" y="159055"/>
              </a:cxn>
              <a:cxn ang="0">
                <a:pos x="1023870" y="130527"/>
              </a:cxn>
              <a:cxn ang="0">
                <a:pos x="986713" y="104470"/>
              </a:cxn>
              <a:cxn ang="0">
                <a:pos x="947713" y="81008"/>
              </a:cxn>
              <a:cxn ang="0">
                <a:pos x="906994" y="60268"/>
              </a:cxn>
              <a:cxn ang="0">
                <a:pos x="864682" y="42375"/>
              </a:cxn>
              <a:cxn ang="0">
                <a:pos x="820903" y="27454"/>
              </a:cxn>
              <a:cxn ang="0">
                <a:pos x="775782" y="15631"/>
              </a:cxn>
              <a:cxn ang="0">
                <a:pos x="729443" y="7030"/>
              </a:cxn>
              <a:cxn ang="0">
                <a:pos x="682013" y="1778"/>
              </a:cxn>
              <a:cxn ang="0">
                <a:pos x="633617" y="0"/>
              </a:cxn>
            </a:cxnLst>
            <a:rect l="0" t="0" r="r" b="b"/>
            <a:pathLst>
              <a:path w="1267459" h="510540">
                <a:moveTo>
                  <a:pt x="633617" y="0"/>
                </a:moveTo>
                <a:lnTo>
                  <a:pt x="585221" y="1778"/>
                </a:lnTo>
                <a:lnTo>
                  <a:pt x="537791" y="7030"/>
                </a:lnTo>
                <a:lnTo>
                  <a:pt x="491453" y="15631"/>
                </a:lnTo>
                <a:lnTo>
                  <a:pt x="446331" y="27454"/>
                </a:lnTo>
                <a:lnTo>
                  <a:pt x="402552" y="42375"/>
                </a:lnTo>
                <a:lnTo>
                  <a:pt x="360240" y="60268"/>
                </a:lnTo>
                <a:lnTo>
                  <a:pt x="319521" y="81008"/>
                </a:lnTo>
                <a:lnTo>
                  <a:pt x="280521" y="104470"/>
                </a:lnTo>
                <a:lnTo>
                  <a:pt x="243364" y="130527"/>
                </a:lnTo>
                <a:lnTo>
                  <a:pt x="208177" y="159055"/>
                </a:lnTo>
                <a:lnTo>
                  <a:pt x="175084" y="189928"/>
                </a:lnTo>
                <a:lnTo>
                  <a:pt x="144210" y="223021"/>
                </a:lnTo>
                <a:lnTo>
                  <a:pt x="115683" y="258209"/>
                </a:lnTo>
                <a:lnTo>
                  <a:pt x="89625" y="295365"/>
                </a:lnTo>
                <a:lnTo>
                  <a:pt x="66164" y="334366"/>
                </a:lnTo>
                <a:lnTo>
                  <a:pt x="45424" y="375084"/>
                </a:lnTo>
                <a:lnTo>
                  <a:pt x="27531" y="417396"/>
                </a:lnTo>
                <a:lnTo>
                  <a:pt x="12610" y="461176"/>
                </a:lnTo>
                <a:lnTo>
                  <a:pt x="787" y="506297"/>
                </a:lnTo>
                <a:lnTo>
                  <a:pt x="0" y="510538"/>
                </a:lnTo>
                <a:lnTo>
                  <a:pt x="1267235" y="510538"/>
                </a:lnTo>
                <a:lnTo>
                  <a:pt x="1254624" y="461176"/>
                </a:lnTo>
                <a:lnTo>
                  <a:pt x="1239703" y="417396"/>
                </a:lnTo>
                <a:lnTo>
                  <a:pt x="1221810" y="375084"/>
                </a:lnTo>
                <a:lnTo>
                  <a:pt x="1201070" y="334366"/>
                </a:lnTo>
                <a:lnTo>
                  <a:pt x="1177609" y="295365"/>
                </a:lnTo>
                <a:lnTo>
                  <a:pt x="1151552" y="258209"/>
                </a:lnTo>
                <a:lnTo>
                  <a:pt x="1123024" y="223021"/>
                </a:lnTo>
                <a:lnTo>
                  <a:pt x="1092151" y="189928"/>
                </a:lnTo>
                <a:lnTo>
                  <a:pt x="1059058" y="159055"/>
                </a:lnTo>
                <a:lnTo>
                  <a:pt x="1023870" y="130527"/>
                </a:lnTo>
                <a:lnTo>
                  <a:pt x="986713" y="104470"/>
                </a:lnTo>
                <a:lnTo>
                  <a:pt x="947713" y="81008"/>
                </a:lnTo>
                <a:lnTo>
                  <a:pt x="906994" y="60268"/>
                </a:lnTo>
                <a:lnTo>
                  <a:pt x="864682" y="42375"/>
                </a:lnTo>
                <a:lnTo>
                  <a:pt x="820903" y="27454"/>
                </a:lnTo>
                <a:lnTo>
                  <a:pt x="775782" y="15631"/>
                </a:lnTo>
                <a:lnTo>
                  <a:pt x="729443" y="7030"/>
                </a:lnTo>
                <a:lnTo>
                  <a:pt x="682013" y="1778"/>
                </a:lnTo>
                <a:lnTo>
                  <a:pt x="633617" y="0"/>
                </a:lnTo>
                <a:close/>
              </a:path>
            </a:pathLst>
          </a:custGeom>
          <a:solidFill>
            <a:srgbClr val="278696"/>
          </a:solidFill>
          <a:ln w="9525">
            <a:noFill/>
            <a:round/>
          </a:ln>
        </p:spPr>
        <p:txBody>
          <a:bodyPr lIns="0" tIns="0" rIns="0" bIns="0"/>
          <a:lstStyle/>
          <a:p>
            <a:endParaRPr lang="zh-CN" altLang="en-US"/>
          </a:p>
        </p:txBody>
      </p:sp>
      <p:sp>
        <p:nvSpPr>
          <p:cNvPr id="16394" name="object 11"/>
          <p:cNvSpPr/>
          <p:nvPr/>
        </p:nvSpPr>
        <p:spPr bwMode="auto">
          <a:xfrm>
            <a:off x="9423400" y="6357938"/>
            <a:ext cx="552450" cy="500062"/>
          </a:xfrm>
          <a:custGeom>
            <a:avLst/>
            <a:gdLst/>
            <a:ahLst/>
            <a:cxnLst>
              <a:cxn ang="0">
                <a:pos x="276605" y="0"/>
              </a:cxn>
              <a:cxn ang="0">
                <a:pos x="226881" y="4431"/>
              </a:cxn>
              <a:cxn ang="0">
                <a:pos x="180082" y="17209"/>
              </a:cxn>
              <a:cxn ang="0">
                <a:pos x="136990" y="37555"/>
              </a:cxn>
              <a:cxn ang="0">
                <a:pos x="98385" y="64693"/>
              </a:cxn>
              <a:cxn ang="0">
                <a:pos x="65049" y="97847"/>
              </a:cxn>
              <a:cxn ang="0">
                <a:pos x="37761" y="136239"/>
              </a:cxn>
              <a:cxn ang="0">
                <a:pos x="17303" y="179094"/>
              </a:cxn>
              <a:cxn ang="0">
                <a:pos x="4455" y="225633"/>
              </a:cxn>
              <a:cxn ang="0">
                <a:pos x="0" y="275082"/>
              </a:cxn>
              <a:cxn ang="0">
                <a:pos x="4455" y="324528"/>
              </a:cxn>
              <a:cxn ang="0">
                <a:pos x="17303" y="371067"/>
              </a:cxn>
              <a:cxn ang="0">
                <a:pos x="37761" y="413921"/>
              </a:cxn>
              <a:cxn ang="0">
                <a:pos x="65049" y="452313"/>
              </a:cxn>
              <a:cxn ang="0">
                <a:pos x="98385" y="485468"/>
              </a:cxn>
              <a:cxn ang="0">
                <a:pos x="118872" y="499870"/>
              </a:cxn>
              <a:cxn ang="0">
                <a:pos x="434339" y="499870"/>
              </a:cxn>
              <a:cxn ang="0">
                <a:pos x="488162" y="452313"/>
              </a:cxn>
              <a:cxn ang="0">
                <a:pos x="515450" y="413921"/>
              </a:cxn>
              <a:cxn ang="0">
                <a:pos x="535908" y="371067"/>
              </a:cxn>
              <a:cxn ang="0">
                <a:pos x="548756" y="324528"/>
              </a:cxn>
              <a:cxn ang="0">
                <a:pos x="553211" y="275082"/>
              </a:cxn>
              <a:cxn ang="0">
                <a:pos x="548756" y="225633"/>
              </a:cxn>
              <a:cxn ang="0">
                <a:pos x="535908" y="179094"/>
              </a:cxn>
              <a:cxn ang="0">
                <a:pos x="515450" y="136239"/>
              </a:cxn>
              <a:cxn ang="0">
                <a:pos x="488162" y="97847"/>
              </a:cxn>
              <a:cxn ang="0">
                <a:pos x="454826" y="64693"/>
              </a:cxn>
              <a:cxn ang="0">
                <a:pos x="416221" y="37555"/>
              </a:cxn>
              <a:cxn ang="0">
                <a:pos x="373129" y="17209"/>
              </a:cxn>
              <a:cxn ang="0">
                <a:pos x="326330" y="4431"/>
              </a:cxn>
              <a:cxn ang="0">
                <a:pos x="276605" y="0"/>
              </a:cxn>
            </a:cxnLst>
            <a:rect l="0" t="0" r="r" b="b"/>
            <a:pathLst>
              <a:path w="553720" h="500379">
                <a:moveTo>
                  <a:pt x="276605" y="0"/>
                </a:moveTo>
                <a:lnTo>
                  <a:pt x="226881" y="4431"/>
                </a:lnTo>
                <a:lnTo>
                  <a:pt x="180082" y="17209"/>
                </a:lnTo>
                <a:lnTo>
                  <a:pt x="136990" y="37555"/>
                </a:lnTo>
                <a:lnTo>
                  <a:pt x="98385" y="64693"/>
                </a:lnTo>
                <a:lnTo>
                  <a:pt x="65049" y="97847"/>
                </a:lnTo>
                <a:lnTo>
                  <a:pt x="37761" y="136239"/>
                </a:lnTo>
                <a:lnTo>
                  <a:pt x="17303" y="179094"/>
                </a:lnTo>
                <a:lnTo>
                  <a:pt x="4455" y="225633"/>
                </a:lnTo>
                <a:lnTo>
                  <a:pt x="0" y="275082"/>
                </a:lnTo>
                <a:lnTo>
                  <a:pt x="4455" y="324528"/>
                </a:lnTo>
                <a:lnTo>
                  <a:pt x="17303" y="371067"/>
                </a:lnTo>
                <a:lnTo>
                  <a:pt x="37761" y="413921"/>
                </a:lnTo>
                <a:lnTo>
                  <a:pt x="65049" y="452313"/>
                </a:lnTo>
                <a:lnTo>
                  <a:pt x="98385" y="485468"/>
                </a:lnTo>
                <a:lnTo>
                  <a:pt x="118872" y="499870"/>
                </a:lnTo>
                <a:lnTo>
                  <a:pt x="434339" y="499870"/>
                </a:lnTo>
                <a:lnTo>
                  <a:pt x="488162" y="452313"/>
                </a:lnTo>
                <a:lnTo>
                  <a:pt x="515450" y="413921"/>
                </a:lnTo>
                <a:lnTo>
                  <a:pt x="535908" y="371067"/>
                </a:lnTo>
                <a:lnTo>
                  <a:pt x="548756" y="324528"/>
                </a:lnTo>
                <a:lnTo>
                  <a:pt x="553211" y="275082"/>
                </a:lnTo>
                <a:lnTo>
                  <a:pt x="548756" y="225633"/>
                </a:lnTo>
                <a:lnTo>
                  <a:pt x="535908" y="179094"/>
                </a:lnTo>
                <a:lnTo>
                  <a:pt x="515450" y="136239"/>
                </a:lnTo>
                <a:lnTo>
                  <a:pt x="488162" y="97847"/>
                </a:lnTo>
                <a:lnTo>
                  <a:pt x="454826" y="64693"/>
                </a:lnTo>
                <a:lnTo>
                  <a:pt x="416221" y="37555"/>
                </a:lnTo>
                <a:lnTo>
                  <a:pt x="373129" y="17209"/>
                </a:lnTo>
                <a:lnTo>
                  <a:pt x="326330" y="4431"/>
                </a:lnTo>
                <a:lnTo>
                  <a:pt x="276605" y="0"/>
                </a:lnTo>
                <a:close/>
              </a:path>
            </a:pathLst>
          </a:custGeom>
          <a:solidFill>
            <a:srgbClr val="AA454A"/>
          </a:solidFill>
          <a:ln w="9525">
            <a:noFill/>
            <a:round/>
          </a:ln>
        </p:spPr>
        <p:txBody>
          <a:bodyPr lIns="0" tIns="0" rIns="0" bIns="0"/>
          <a:lstStyle/>
          <a:p>
            <a:endParaRPr lang="zh-CN" altLang="en-US"/>
          </a:p>
        </p:txBody>
      </p:sp>
      <p:sp>
        <p:nvSpPr>
          <p:cNvPr id="16395" name="object 12"/>
          <p:cNvSpPr/>
          <p:nvPr/>
        </p:nvSpPr>
        <p:spPr bwMode="auto">
          <a:xfrm>
            <a:off x="7448550" y="379413"/>
            <a:ext cx="427038" cy="425450"/>
          </a:xfrm>
          <a:custGeom>
            <a:avLst/>
            <a:gdLst/>
            <a:ahLst/>
            <a:cxnLst>
              <a:cxn ang="0">
                <a:pos x="213360" y="0"/>
              </a:cxn>
              <a:cxn ang="0">
                <a:pos x="164432" y="5611"/>
              </a:cxn>
              <a:cxn ang="0">
                <a:pos x="119520" y="21598"/>
              </a:cxn>
              <a:cxn ang="0">
                <a:pos x="79905" y="46686"/>
              </a:cxn>
              <a:cxn ang="0">
                <a:pos x="46866" y="79603"/>
              </a:cxn>
              <a:cxn ang="0">
                <a:pos x="21682" y="119076"/>
              </a:cxn>
              <a:cxn ang="0">
                <a:pos x="5633" y="163832"/>
              </a:cxn>
              <a:cxn ang="0">
                <a:pos x="0" y="212598"/>
              </a:cxn>
              <a:cxn ang="0">
                <a:pos x="5633" y="261363"/>
              </a:cxn>
              <a:cxn ang="0">
                <a:pos x="21682" y="306119"/>
              </a:cxn>
              <a:cxn ang="0">
                <a:pos x="46866" y="345592"/>
              </a:cxn>
              <a:cxn ang="0">
                <a:pos x="79905" y="378509"/>
              </a:cxn>
              <a:cxn ang="0">
                <a:pos x="119520" y="403597"/>
              </a:cxn>
              <a:cxn ang="0">
                <a:pos x="164432" y="419584"/>
              </a:cxn>
              <a:cxn ang="0">
                <a:pos x="213360" y="425196"/>
              </a:cxn>
              <a:cxn ang="0">
                <a:pos x="262287" y="419584"/>
              </a:cxn>
              <a:cxn ang="0">
                <a:pos x="307199" y="403597"/>
              </a:cxn>
              <a:cxn ang="0">
                <a:pos x="346814" y="378509"/>
              </a:cxn>
              <a:cxn ang="0">
                <a:pos x="379853" y="345592"/>
              </a:cxn>
              <a:cxn ang="0">
                <a:pos x="405037" y="306119"/>
              </a:cxn>
              <a:cxn ang="0">
                <a:pos x="421086" y="261363"/>
              </a:cxn>
              <a:cxn ang="0">
                <a:pos x="426720" y="212598"/>
              </a:cxn>
              <a:cxn ang="0">
                <a:pos x="421086" y="163832"/>
              </a:cxn>
              <a:cxn ang="0">
                <a:pos x="405037" y="119076"/>
              </a:cxn>
              <a:cxn ang="0">
                <a:pos x="379853" y="79603"/>
              </a:cxn>
              <a:cxn ang="0">
                <a:pos x="346814" y="46686"/>
              </a:cxn>
              <a:cxn ang="0">
                <a:pos x="307199" y="21598"/>
              </a:cxn>
              <a:cxn ang="0">
                <a:pos x="262287" y="5611"/>
              </a:cxn>
              <a:cxn ang="0">
                <a:pos x="213360" y="0"/>
              </a:cxn>
            </a:cxnLst>
            <a:rect l="0" t="0" r="r" b="b"/>
            <a:pathLst>
              <a:path w="426720" h="425450">
                <a:moveTo>
                  <a:pt x="213360" y="0"/>
                </a:moveTo>
                <a:lnTo>
                  <a:pt x="164432" y="5611"/>
                </a:lnTo>
                <a:lnTo>
                  <a:pt x="119520" y="21598"/>
                </a:lnTo>
                <a:lnTo>
                  <a:pt x="79905" y="46686"/>
                </a:lnTo>
                <a:lnTo>
                  <a:pt x="46866" y="79603"/>
                </a:lnTo>
                <a:lnTo>
                  <a:pt x="21682" y="119076"/>
                </a:lnTo>
                <a:lnTo>
                  <a:pt x="5633" y="163832"/>
                </a:lnTo>
                <a:lnTo>
                  <a:pt x="0" y="212598"/>
                </a:lnTo>
                <a:lnTo>
                  <a:pt x="5633" y="261363"/>
                </a:lnTo>
                <a:lnTo>
                  <a:pt x="21682" y="306119"/>
                </a:lnTo>
                <a:lnTo>
                  <a:pt x="46866" y="345592"/>
                </a:lnTo>
                <a:lnTo>
                  <a:pt x="79905" y="378509"/>
                </a:lnTo>
                <a:lnTo>
                  <a:pt x="119520" y="403597"/>
                </a:lnTo>
                <a:lnTo>
                  <a:pt x="164432" y="419584"/>
                </a:lnTo>
                <a:lnTo>
                  <a:pt x="213360" y="425196"/>
                </a:lnTo>
                <a:lnTo>
                  <a:pt x="262287" y="419584"/>
                </a:lnTo>
                <a:lnTo>
                  <a:pt x="307199" y="403597"/>
                </a:lnTo>
                <a:lnTo>
                  <a:pt x="346814" y="378509"/>
                </a:lnTo>
                <a:lnTo>
                  <a:pt x="379853" y="345592"/>
                </a:lnTo>
                <a:lnTo>
                  <a:pt x="405037" y="306119"/>
                </a:lnTo>
                <a:lnTo>
                  <a:pt x="421086" y="261363"/>
                </a:lnTo>
                <a:lnTo>
                  <a:pt x="426720" y="212598"/>
                </a:lnTo>
                <a:lnTo>
                  <a:pt x="421086" y="163832"/>
                </a:lnTo>
                <a:lnTo>
                  <a:pt x="405037" y="119076"/>
                </a:lnTo>
                <a:lnTo>
                  <a:pt x="379853" y="79603"/>
                </a:lnTo>
                <a:lnTo>
                  <a:pt x="346814" y="46686"/>
                </a:lnTo>
                <a:lnTo>
                  <a:pt x="307199" y="21598"/>
                </a:lnTo>
                <a:lnTo>
                  <a:pt x="262287" y="5611"/>
                </a:lnTo>
                <a:lnTo>
                  <a:pt x="213360" y="0"/>
                </a:lnTo>
                <a:close/>
              </a:path>
            </a:pathLst>
          </a:custGeom>
          <a:solidFill>
            <a:srgbClr val="427441"/>
          </a:solidFill>
          <a:ln w="9525">
            <a:noFill/>
            <a:round/>
          </a:ln>
        </p:spPr>
        <p:txBody>
          <a:bodyPr lIns="0" tIns="0" rIns="0" bIns="0"/>
          <a:lstStyle/>
          <a:p>
            <a:endParaRPr lang="zh-CN" altLang="en-US"/>
          </a:p>
        </p:txBody>
      </p:sp>
      <p:sp>
        <p:nvSpPr>
          <p:cNvPr id="16396" name="object 13"/>
          <p:cNvSpPr/>
          <p:nvPr/>
        </p:nvSpPr>
        <p:spPr bwMode="auto">
          <a:xfrm>
            <a:off x="7327900" y="1127125"/>
            <a:ext cx="1320800" cy="1322388"/>
          </a:xfrm>
          <a:custGeom>
            <a:avLst/>
            <a:gdLst/>
            <a:ahLst/>
            <a:cxnLst>
              <a:cxn ang="0">
                <a:pos x="613472" y="1658"/>
              </a:cxn>
              <a:cxn ang="0">
                <a:pos x="521907" y="14593"/>
              </a:cxn>
              <a:cxn ang="0">
                <a:pos x="434818" y="39606"/>
              </a:cxn>
              <a:cxn ang="0">
                <a:pos x="353100" y="75802"/>
              </a:cxn>
              <a:cxn ang="0">
                <a:pos x="277645" y="122287"/>
              </a:cxn>
              <a:cxn ang="0">
                <a:pos x="209350" y="178167"/>
              </a:cxn>
              <a:cxn ang="0">
                <a:pos x="149108" y="242547"/>
              </a:cxn>
              <a:cxn ang="0">
                <a:pos x="97814" y="314534"/>
              </a:cxn>
              <a:cxn ang="0">
                <a:pos x="56362" y="393232"/>
              </a:cxn>
              <a:cxn ang="0">
                <a:pos x="25646" y="477747"/>
              </a:cxn>
              <a:cxn ang="0">
                <a:pos x="6560" y="567186"/>
              </a:cxn>
              <a:cxn ang="0">
                <a:pos x="0" y="660653"/>
              </a:cxn>
              <a:cxn ang="0">
                <a:pos x="6560" y="754121"/>
              </a:cxn>
              <a:cxn ang="0">
                <a:pos x="25646" y="843560"/>
              </a:cxn>
              <a:cxn ang="0">
                <a:pos x="56362" y="928075"/>
              </a:cxn>
              <a:cxn ang="0">
                <a:pos x="97814" y="1006773"/>
              </a:cxn>
              <a:cxn ang="0">
                <a:pos x="149108" y="1078760"/>
              </a:cxn>
              <a:cxn ang="0">
                <a:pos x="209350" y="1143140"/>
              </a:cxn>
              <a:cxn ang="0">
                <a:pos x="277645" y="1199020"/>
              </a:cxn>
              <a:cxn ang="0">
                <a:pos x="353100" y="1245505"/>
              </a:cxn>
              <a:cxn ang="0">
                <a:pos x="434818" y="1281701"/>
              </a:cxn>
              <a:cxn ang="0">
                <a:pos x="521907" y="1306714"/>
              </a:cxn>
              <a:cxn ang="0">
                <a:pos x="613472" y="1319649"/>
              </a:cxn>
              <a:cxn ang="0">
                <a:pos x="707835" y="1319649"/>
              </a:cxn>
              <a:cxn ang="0">
                <a:pos x="799400" y="1306714"/>
              </a:cxn>
              <a:cxn ang="0">
                <a:pos x="886489" y="1281701"/>
              </a:cxn>
              <a:cxn ang="0">
                <a:pos x="968207" y="1245505"/>
              </a:cxn>
              <a:cxn ang="0">
                <a:pos x="1043662" y="1199020"/>
              </a:cxn>
              <a:cxn ang="0">
                <a:pos x="1111957" y="1143140"/>
              </a:cxn>
              <a:cxn ang="0">
                <a:pos x="1172199" y="1078760"/>
              </a:cxn>
              <a:cxn ang="0">
                <a:pos x="1223493" y="1006773"/>
              </a:cxn>
              <a:cxn ang="0">
                <a:pos x="1264945" y="928075"/>
              </a:cxn>
              <a:cxn ang="0">
                <a:pos x="1295661" y="843560"/>
              </a:cxn>
              <a:cxn ang="0">
                <a:pos x="1314747" y="754121"/>
              </a:cxn>
              <a:cxn ang="0">
                <a:pos x="1321307" y="660653"/>
              </a:cxn>
              <a:cxn ang="0">
                <a:pos x="1314747" y="567186"/>
              </a:cxn>
              <a:cxn ang="0">
                <a:pos x="1295661" y="477747"/>
              </a:cxn>
              <a:cxn ang="0">
                <a:pos x="1264945" y="393232"/>
              </a:cxn>
              <a:cxn ang="0">
                <a:pos x="1223493" y="314534"/>
              </a:cxn>
              <a:cxn ang="0">
                <a:pos x="1172199" y="242547"/>
              </a:cxn>
              <a:cxn ang="0">
                <a:pos x="1111957" y="178167"/>
              </a:cxn>
              <a:cxn ang="0">
                <a:pos x="1043662" y="122287"/>
              </a:cxn>
              <a:cxn ang="0">
                <a:pos x="968207" y="75802"/>
              </a:cxn>
              <a:cxn ang="0">
                <a:pos x="886489" y="39606"/>
              </a:cxn>
              <a:cxn ang="0">
                <a:pos x="799400" y="14593"/>
              </a:cxn>
              <a:cxn ang="0">
                <a:pos x="707835" y="1658"/>
              </a:cxn>
            </a:cxnLst>
            <a:rect l="0" t="0" r="r" b="b"/>
            <a:pathLst>
              <a:path w="1321434" h="1321435">
                <a:moveTo>
                  <a:pt x="660653" y="0"/>
                </a:moveTo>
                <a:lnTo>
                  <a:pt x="613472" y="1658"/>
                </a:lnTo>
                <a:lnTo>
                  <a:pt x="567186" y="6560"/>
                </a:lnTo>
                <a:lnTo>
                  <a:pt x="521907" y="14593"/>
                </a:lnTo>
                <a:lnTo>
                  <a:pt x="477747" y="25646"/>
                </a:lnTo>
                <a:lnTo>
                  <a:pt x="434818" y="39606"/>
                </a:lnTo>
                <a:lnTo>
                  <a:pt x="393232" y="56362"/>
                </a:lnTo>
                <a:lnTo>
                  <a:pt x="353100" y="75802"/>
                </a:lnTo>
                <a:lnTo>
                  <a:pt x="314534" y="97814"/>
                </a:lnTo>
                <a:lnTo>
                  <a:pt x="277645" y="122287"/>
                </a:lnTo>
                <a:lnTo>
                  <a:pt x="242547" y="149108"/>
                </a:lnTo>
                <a:lnTo>
                  <a:pt x="209350" y="178167"/>
                </a:lnTo>
                <a:lnTo>
                  <a:pt x="178167" y="209350"/>
                </a:lnTo>
                <a:lnTo>
                  <a:pt x="149108" y="242547"/>
                </a:lnTo>
                <a:lnTo>
                  <a:pt x="122287" y="277645"/>
                </a:lnTo>
                <a:lnTo>
                  <a:pt x="97814" y="314534"/>
                </a:lnTo>
                <a:lnTo>
                  <a:pt x="75802" y="353100"/>
                </a:lnTo>
                <a:lnTo>
                  <a:pt x="56362" y="393232"/>
                </a:lnTo>
                <a:lnTo>
                  <a:pt x="39606" y="434818"/>
                </a:lnTo>
                <a:lnTo>
                  <a:pt x="25646" y="477747"/>
                </a:lnTo>
                <a:lnTo>
                  <a:pt x="14593" y="521907"/>
                </a:lnTo>
                <a:lnTo>
                  <a:pt x="6560" y="567186"/>
                </a:lnTo>
                <a:lnTo>
                  <a:pt x="1658" y="613472"/>
                </a:lnTo>
                <a:lnTo>
                  <a:pt x="0" y="660653"/>
                </a:lnTo>
                <a:lnTo>
                  <a:pt x="1658" y="707835"/>
                </a:lnTo>
                <a:lnTo>
                  <a:pt x="6560" y="754121"/>
                </a:lnTo>
                <a:lnTo>
                  <a:pt x="14593" y="799400"/>
                </a:lnTo>
                <a:lnTo>
                  <a:pt x="25646" y="843560"/>
                </a:lnTo>
                <a:lnTo>
                  <a:pt x="39606" y="886489"/>
                </a:lnTo>
                <a:lnTo>
                  <a:pt x="56362" y="928075"/>
                </a:lnTo>
                <a:lnTo>
                  <a:pt x="75802" y="968207"/>
                </a:lnTo>
                <a:lnTo>
                  <a:pt x="97814" y="1006773"/>
                </a:lnTo>
                <a:lnTo>
                  <a:pt x="122287" y="1043662"/>
                </a:lnTo>
                <a:lnTo>
                  <a:pt x="149108" y="1078760"/>
                </a:lnTo>
                <a:lnTo>
                  <a:pt x="178167" y="1111957"/>
                </a:lnTo>
                <a:lnTo>
                  <a:pt x="209350" y="1143140"/>
                </a:lnTo>
                <a:lnTo>
                  <a:pt x="242547" y="1172199"/>
                </a:lnTo>
                <a:lnTo>
                  <a:pt x="277645" y="1199020"/>
                </a:lnTo>
                <a:lnTo>
                  <a:pt x="314534" y="1223493"/>
                </a:lnTo>
                <a:lnTo>
                  <a:pt x="353100" y="1245505"/>
                </a:lnTo>
                <a:lnTo>
                  <a:pt x="393232" y="1264945"/>
                </a:lnTo>
                <a:lnTo>
                  <a:pt x="434818" y="1281701"/>
                </a:lnTo>
                <a:lnTo>
                  <a:pt x="477747" y="1295661"/>
                </a:lnTo>
                <a:lnTo>
                  <a:pt x="521907" y="1306714"/>
                </a:lnTo>
                <a:lnTo>
                  <a:pt x="567186" y="1314747"/>
                </a:lnTo>
                <a:lnTo>
                  <a:pt x="613472" y="1319649"/>
                </a:lnTo>
                <a:lnTo>
                  <a:pt x="660653" y="1321307"/>
                </a:lnTo>
                <a:lnTo>
                  <a:pt x="707835" y="1319649"/>
                </a:lnTo>
                <a:lnTo>
                  <a:pt x="754121" y="1314747"/>
                </a:lnTo>
                <a:lnTo>
                  <a:pt x="799400" y="1306714"/>
                </a:lnTo>
                <a:lnTo>
                  <a:pt x="843560" y="1295661"/>
                </a:lnTo>
                <a:lnTo>
                  <a:pt x="886489" y="1281701"/>
                </a:lnTo>
                <a:lnTo>
                  <a:pt x="928075" y="1264945"/>
                </a:lnTo>
                <a:lnTo>
                  <a:pt x="968207" y="1245505"/>
                </a:lnTo>
                <a:lnTo>
                  <a:pt x="1006773" y="1223493"/>
                </a:lnTo>
                <a:lnTo>
                  <a:pt x="1043662" y="1199020"/>
                </a:lnTo>
                <a:lnTo>
                  <a:pt x="1078760" y="1172199"/>
                </a:lnTo>
                <a:lnTo>
                  <a:pt x="1111957" y="1143140"/>
                </a:lnTo>
                <a:lnTo>
                  <a:pt x="1143140" y="1111957"/>
                </a:lnTo>
                <a:lnTo>
                  <a:pt x="1172199" y="1078760"/>
                </a:lnTo>
                <a:lnTo>
                  <a:pt x="1199020" y="1043662"/>
                </a:lnTo>
                <a:lnTo>
                  <a:pt x="1223493" y="1006773"/>
                </a:lnTo>
                <a:lnTo>
                  <a:pt x="1245505" y="968207"/>
                </a:lnTo>
                <a:lnTo>
                  <a:pt x="1264945" y="928075"/>
                </a:lnTo>
                <a:lnTo>
                  <a:pt x="1281701" y="886489"/>
                </a:lnTo>
                <a:lnTo>
                  <a:pt x="1295661" y="843560"/>
                </a:lnTo>
                <a:lnTo>
                  <a:pt x="1306714" y="799400"/>
                </a:lnTo>
                <a:lnTo>
                  <a:pt x="1314747" y="754121"/>
                </a:lnTo>
                <a:lnTo>
                  <a:pt x="1319649" y="707835"/>
                </a:lnTo>
                <a:lnTo>
                  <a:pt x="1321307" y="660653"/>
                </a:lnTo>
                <a:lnTo>
                  <a:pt x="1319649" y="613472"/>
                </a:lnTo>
                <a:lnTo>
                  <a:pt x="1314747" y="567186"/>
                </a:lnTo>
                <a:lnTo>
                  <a:pt x="1306714" y="521907"/>
                </a:lnTo>
                <a:lnTo>
                  <a:pt x="1295661" y="477747"/>
                </a:lnTo>
                <a:lnTo>
                  <a:pt x="1281701" y="434818"/>
                </a:lnTo>
                <a:lnTo>
                  <a:pt x="1264945" y="393232"/>
                </a:lnTo>
                <a:lnTo>
                  <a:pt x="1245505" y="353100"/>
                </a:lnTo>
                <a:lnTo>
                  <a:pt x="1223493" y="314534"/>
                </a:lnTo>
                <a:lnTo>
                  <a:pt x="1199020" y="277645"/>
                </a:lnTo>
                <a:lnTo>
                  <a:pt x="1172199" y="242547"/>
                </a:lnTo>
                <a:lnTo>
                  <a:pt x="1143140" y="209350"/>
                </a:lnTo>
                <a:lnTo>
                  <a:pt x="1111957" y="178167"/>
                </a:lnTo>
                <a:lnTo>
                  <a:pt x="1078760" y="149108"/>
                </a:lnTo>
                <a:lnTo>
                  <a:pt x="1043662" y="122287"/>
                </a:lnTo>
                <a:lnTo>
                  <a:pt x="1006773" y="97814"/>
                </a:lnTo>
                <a:lnTo>
                  <a:pt x="968207" y="75802"/>
                </a:lnTo>
                <a:lnTo>
                  <a:pt x="928075" y="56362"/>
                </a:lnTo>
                <a:lnTo>
                  <a:pt x="886489" y="39606"/>
                </a:lnTo>
                <a:lnTo>
                  <a:pt x="843560" y="25646"/>
                </a:lnTo>
                <a:lnTo>
                  <a:pt x="799400" y="14593"/>
                </a:lnTo>
                <a:lnTo>
                  <a:pt x="754121" y="6560"/>
                </a:lnTo>
                <a:lnTo>
                  <a:pt x="707835" y="1658"/>
                </a:lnTo>
                <a:lnTo>
                  <a:pt x="660653" y="0"/>
                </a:lnTo>
                <a:close/>
              </a:path>
            </a:pathLst>
          </a:custGeom>
          <a:solidFill>
            <a:srgbClr val="AA454A"/>
          </a:solidFill>
          <a:ln w="9525">
            <a:noFill/>
            <a:round/>
          </a:ln>
        </p:spPr>
        <p:txBody>
          <a:bodyPr lIns="0" tIns="0" rIns="0" bIns="0"/>
          <a:lstStyle/>
          <a:p>
            <a:endParaRPr lang="zh-CN" altLang="en-US"/>
          </a:p>
        </p:txBody>
      </p:sp>
      <p:sp>
        <p:nvSpPr>
          <p:cNvPr id="16397" name="object 14"/>
          <p:cNvSpPr/>
          <p:nvPr/>
        </p:nvSpPr>
        <p:spPr bwMode="auto">
          <a:xfrm>
            <a:off x="7516813" y="2214563"/>
            <a:ext cx="471487" cy="469900"/>
          </a:xfrm>
          <a:custGeom>
            <a:avLst/>
            <a:gdLst/>
            <a:ahLst/>
            <a:cxnLst>
              <a:cxn ang="0">
                <a:pos x="236220" y="0"/>
              </a:cxn>
              <a:cxn ang="0">
                <a:pos x="188622" y="4766"/>
              </a:cxn>
              <a:cxn ang="0">
                <a:pos x="144285" y="18436"/>
              </a:cxn>
              <a:cxn ang="0">
                <a:pos x="104161" y="40069"/>
              </a:cxn>
              <a:cxn ang="0">
                <a:pos x="69199" y="68722"/>
              </a:cxn>
              <a:cxn ang="0">
                <a:pos x="40351" y="103454"/>
              </a:cxn>
              <a:cxn ang="0">
                <a:pos x="18567" y="143321"/>
              </a:cxn>
              <a:cxn ang="0">
                <a:pos x="4800" y="187382"/>
              </a:cxn>
              <a:cxn ang="0">
                <a:pos x="0" y="234695"/>
              </a:cxn>
              <a:cxn ang="0">
                <a:pos x="4800" y="282009"/>
              </a:cxn>
              <a:cxn ang="0">
                <a:pos x="18567" y="326070"/>
              </a:cxn>
              <a:cxn ang="0">
                <a:pos x="40351" y="365937"/>
              </a:cxn>
              <a:cxn ang="0">
                <a:pos x="69199" y="400669"/>
              </a:cxn>
              <a:cxn ang="0">
                <a:pos x="104161" y="429322"/>
              </a:cxn>
              <a:cxn ang="0">
                <a:pos x="144285" y="450955"/>
              </a:cxn>
              <a:cxn ang="0">
                <a:pos x="188622" y="464625"/>
              </a:cxn>
              <a:cxn ang="0">
                <a:pos x="236220" y="469391"/>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5"/>
              </a:cxn>
              <a:cxn ang="0">
                <a:pos x="467639" y="187382"/>
              </a:cxn>
              <a:cxn ang="0">
                <a:pos x="453872" y="143321"/>
              </a:cxn>
              <a:cxn ang="0">
                <a:pos x="432088" y="103454"/>
              </a:cxn>
              <a:cxn ang="0">
                <a:pos x="403240" y="68722"/>
              </a:cxn>
              <a:cxn ang="0">
                <a:pos x="368278" y="40069"/>
              </a:cxn>
              <a:cxn ang="0">
                <a:pos x="328154" y="18436"/>
              </a:cxn>
              <a:cxn ang="0">
                <a:pos x="283817" y="4766"/>
              </a:cxn>
              <a:cxn ang="0">
                <a:pos x="236220" y="0"/>
              </a:cxn>
            </a:cxnLst>
            <a:rect l="0" t="0" r="r" b="b"/>
            <a:pathLst>
              <a:path w="472440" h="469900">
                <a:moveTo>
                  <a:pt x="236220" y="0"/>
                </a:moveTo>
                <a:lnTo>
                  <a:pt x="188622" y="4766"/>
                </a:lnTo>
                <a:lnTo>
                  <a:pt x="144285" y="18436"/>
                </a:lnTo>
                <a:lnTo>
                  <a:pt x="104161" y="40069"/>
                </a:lnTo>
                <a:lnTo>
                  <a:pt x="69199" y="68722"/>
                </a:lnTo>
                <a:lnTo>
                  <a:pt x="40351" y="103454"/>
                </a:lnTo>
                <a:lnTo>
                  <a:pt x="18567" y="143321"/>
                </a:lnTo>
                <a:lnTo>
                  <a:pt x="4800" y="187382"/>
                </a:lnTo>
                <a:lnTo>
                  <a:pt x="0" y="234695"/>
                </a:lnTo>
                <a:lnTo>
                  <a:pt x="4800" y="282009"/>
                </a:lnTo>
                <a:lnTo>
                  <a:pt x="18567" y="326070"/>
                </a:lnTo>
                <a:lnTo>
                  <a:pt x="40351" y="365937"/>
                </a:lnTo>
                <a:lnTo>
                  <a:pt x="69199" y="400669"/>
                </a:lnTo>
                <a:lnTo>
                  <a:pt x="104161" y="429322"/>
                </a:lnTo>
                <a:lnTo>
                  <a:pt x="144285" y="450955"/>
                </a:lnTo>
                <a:lnTo>
                  <a:pt x="188622" y="464625"/>
                </a:lnTo>
                <a:lnTo>
                  <a:pt x="236220" y="469391"/>
                </a:lnTo>
                <a:lnTo>
                  <a:pt x="283817" y="464625"/>
                </a:lnTo>
                <a:lnTo>
                  <a:pt x="328154" y="450955"/>
                </a:lnTo>
                <a:lnTo>
                  <a:pt x="368278" y="429322"/>
                </a:lnTo>
                <a:lnTo>
                  <a:pt x="403240" y="400669"/>
                </a:lnTo>
                <a:lnTo>
                  <a:pt x="432088" y="365937"/>
                </a:lnTo>
                <a:lnTo>
                  <a:pt x="453872" y="326070"/>
                </a:lnTo>
                <a:lnTo>
                  <a:pt x="467639" y="282009"/>
                </a:lnTo>
                <a:lnTo>
                  <a:pt x="472439" y="234695"/>
                </a:lnTo>
                <a:lnTo>
                  <a:pt x="467639" y="187382"/>
                </a:lnTo>
                <a:lnTo>
                  <a:pt x="453872" y="143321"/>
                </a:lnTo>
                <a:lnTo>
                  <a:pt x="432088" y="103454"/>
                </a:lnTo>
                <a:lnTo>
                  <a:pt x="403240" y="68722"/>
                </a:lnTo>
                <a:lnTo>
                  <a:pt x="368278" y="40069"/>
                </a:lnTo>
                <a:lnTo>
                  <a:pt x="328154" y="18436"/>
                </a:lnTo>
                <a:lnTo>
                  <a:pt x="283817" y="4766"/>
                </a:lnTo>
                <a:lnTo>
                  <a:pt x="236220" y="0"/>
                </a:lnTo>
                <a:close/>
              </a:path>
            </a:pathLst>
          </a:custGeom>
          <a:solidFill>
            <a:srgbClr val="427441"/>
          </a:solidFill>
          <a:ln w="9525">
            <a:noFill/>
            <a:round/>
          </a:ln>
        </p:spPr>
        <p:txBody>
          <a:bodyPr lIns="0" tIns="0" rIns="0" bIns="0"/>
          <a:lstStyle/>
          <a:p>
            <a:endParaRPr lang="zh-CN" altLang="en-US"/>
          </a:p>
        </p:txBody>
      </p:sp>
      <p:sp>
        <p:nvSpPr>
          <p:cNvPr id="16398" name="object 15"/>
          <p:cNvSpPr>
            <a:spLocks noChangeArrowheads="1"/>
          </p:cNvSpPr>
          <p:nvPr/>
        </p:nvSpPr>
        <p:spPr bwMode="auto">
          <a:xfrm>
            <a:off x="7680325" y="1719263"/>
            <a:ext cx="3041650" cy="2971800"/>
          </a:xfrm>
          <a:prstGeom prst="rect">
            <a:avLst/>
          </a:prstGeom>
          <a:blipFill dpi="0" rotWithShape="1">
            <a:blip r:embed="rId2"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16399" name="object 16"/>
          <p:cNvSpPr/>
          <p:nvPr/>
        </p:nvSpPr>
        <p:spPr bwMode="auto">
          <a:xfrm>
            <a:off x="7159625" y="658813"/>
            <a:ext cx="715963" cy="714375"/>
          </a:xfrm>
          <a:custGeom>
            <a:avLst/>
            <a:gdLst/>
            <a:ahLst/>
            <a:cxnLst>
              <a:cxn ang="0">
                <a:pos x="358140" y="0"/>
              </a:cxn>
              <a:cxn ang="0">
                <a:pos x="309554" y="3262"/>
              </a:cxn>
              <a:cxn ang="0">
                <a:pos x="262951" y="12767"/>
              </a:cxn>
              <a:cxn ang="0">
                <a:pos x="218759" y="28086"/>
              </a:cxn>
              <a:cxn ang="0">
                <a:pos x="177404" y="48796"/>
              </a:cxn>
              <a:cxn ang="0">
                <a:pos x="139315" y="74469"/>
              </a:cxn>
              <a:cxn ang="0">
                <a:pos x="104917" y="104679"/>
              </a:cxn>
              <a:cxn ang="0">
                <a:pos x="74640" y="139001"/>
              </a:cxn>
              <a:cxn ang="0">
                <a:pos x="48909" y="177009"/>
              </a:cxn>
              <a:cxn ang="0">
                <a:pos x="28152" y="218277"/>
              </a:cxn>
              <a:cxn ang="0">
                <a:pos x="12797" y="262378"/>
              </a:cxn>
              <a:cxn ang="0">
                <a:pos x="3270" y="308887"/>
              </a:cxn>
              <a:cxn ang="0">
                <a:pos x="0" y="357378"/>
              </a:cxn>
              <a:cxn ang="0">
                <a:pos x="3270" y="405868"/>
              </a:cxn>
              <a:cxn ang="0">
                <a:pos x="12797" y="452377"/>
              </a:cxn>
              <a:cxn ang="0">
                <a:pos x="28152" y="496478"/>
              </a:cxn>
              <a:cxn ang="0">
                <a:pos x="48909" y="537746"/>
              </a:cxn>
              <a:cxn ang="0">
                <a:pos x="74640" y="575754"/>
              </a:cxn>
              <a:cxn ang="0">
                <a:pos x="104917" y="610076"/>
              </a:cxn>
              <a:cxn ang="0">
                <a:pos x="139315" y="640286"/>
              </a:cxn>
              <a:cxn ang="0">
                <a:pos x="177404" y="665959"/>
              </a:cxn>
              <a:cxn ang="0">
                <a:pos x="218759" y="686669"/>
              </a:cxn>
              <a:cxn ang="0">
                <a:pos x="262951" y="701988"/>
              </a:cxn>
              <a:cxn ang="0">
                <a:pos x="309554" y="711493"/>
              </a:cxn>
              <a:cxn ang="0">
                <a:pos x="358140" y="714756"/>
              </a:cxn>
              <a:cxn ang="0">
                <a:pos x="406725" y="711493"/>
              </a:cxn>
              <a:cxn ang="0">
                <a:pos x="453328" y="701988"/>
              </a:cxn>
              <a:cxn ang="0">
                <a:pos x="497520" y="686669"/>
              </a:cxn>
              <a:cxn ang="0">
                <a:pos x="538875" y="665959"/>
              </a:cxn>
              <a:cxn ang="0">
                <a:pos x="576964" y="640286"/>
              </a:cxn>
              <a:cxn ang="0">
                <a:pos x="611362" y="610076"/>
              </a:cxn>
              <a:cxn ang="0">
                <a:pos x="641639" y="575754"/>
              </a:cxn>
              <a:cxn ang="0">
                <a:pos x="667370" y="537746"/>
              </a:cxn>
              <a:cxn ang="0">
                <a:pos x="688127" y="496478"/>
              </a:cxn>
              <a:cxn ang="0">
                <a:pos x="703482" y="452377"/>
              </a:cxn>
              <a:cxn ang="0">
                <a:pos x="713009" y="405868"/>
              </a:cxn>
              <a:cxn ang="0">
                <a:pos x="716279" y="357378"/>
              </a:cxn>
              <a:cxn ang="0">
                <a:pos x="713009" y="308887"/>
              </a:cxn>
              <a:cxn ang="0">
                <a:pos x="703482" y="262378"/>
              </a:cxn>
              <a:cxn ang="0">
                <a:pos x="688127" y="218277"/>
              </a:cxn>
              <a:cxn ang="0">
                <a:pos x="667370" y="177009"/>
              </a:cxn>
              <a:cxn ang="0">
                <a:pos x="641639" y="139001"/>
              </a:cxn>
              <a:cxn ang="0">
                <a:pos x="611362" y="104679"/>
              </a:cxn>
              <a:cxn ang="0">
                <a:pos x="576964" y="74469"/>
              </a:cxn>
              <a:cxn ang="0">
                <a:pos x="538875" y="48796"/>
              </a:cxn>
              <a:cxn ang="0">
                <a:pos x="497520" y="28086"/>
              </a:cxn>
              <a:cxn ang="0">
                <a:pos x="453328" y="12767"/>
              </a:cxn>
              <a:cxn ang="0">
                <a:pos x="406725" y="3262"/>
              </a:cxn>
              <a:cxn ang="0">
                <a:pos x="358140" y="0"/>
              </a:cxn>
            </a:cxnLst>
            <a:rect l="0" t="0" r="r" b="b"/>
            <a:pathLst>
              <a:path w="716279" h="715010">
                <a:moveTo>
                  <a:pt x="358140" y="0"/>
                </a:moveTo>
                <a:lnTo>
                  <a:pt x="309554" y="3262"/>
                </a:lnTo>
                <a:lnTo>
                  <a:pt x="262951" y="12767"/>
                </a:lnTo>
                <a:lnTo>
                  <a:pt x="218759" y="28086"/>
                </a:lnTo>
                <a:lnTo>
                  <a:pt x="177404" y="48796"/>
                </a:lnTo>
                <a:lnTo>
                  <a:pt x="139315" y="74469"/>
                </a:lnTo>
                <a:lnTo>
                  <a:pt x="104917" y="104679"/>
                </a:lnTo>
                <a:lnTo>
                  <a:pt x="74640" y="139001"/>
                </a:lnTo>
                <a:lnTo>
                  <a:pt x="48909" y="177009"/>
                </a:lnTo>
                <a:lnTo>
                  <a:pt x="28152" y="218277"/>
                </a:lnTo>
                <a:lnTo>
                  <a:pt x="12797" y="262378"/>
                </a:lnTo>
                <a:lnTo>
                  <a:pt x="3270" y="308887"/>
                </a:lnTo>
                <a:lnTo>
                  <a:pt x="0" y="357378"/>
                </a:lnTo>
                <a:lnTo>
                  <a:pt x="3270" y="405868"/>
                </a:lnTo>
                <a:lnTo>
                  <a:pt x="12797" y="452377"/>
                </a:lnTo>
                <a:lnTo>
                  <a:pt x="28152" y="496478"/>
                </a:lnTo>
                <a:lnTo>
                  <a:pt x="48909" y="537746"/>
                </a:lnTo>
                <a:lnTo>
                  <a:pt x="74640" y="575754"/>
                </a:lnTo>
                <a:lnTo>
                  <a:pt x="104917" y="610076"/>
                </a:lnTo>
                <a:lnTo>
                  <a:pt x="139315" y="640286"/>
                </a:lnTo>
                <a:lnTo>
                  <a:pt x="177404" y="665959"/>
                </a:lnTo>
                <a:lnTo>
                  <a:pt x="218759" y="686669"/>
                </a:lnTo>
                <a:lnTo>
                  <a:pt x="262951" y="701988"/>
                </a:lnTo>
                <a:lnTo>
                  <a:pt x="309554" y="711493"/>
                </a:lnTo>
                <a:lnTo>
                  <a:pt x="358140" y="714756"/>
                </a:lnTo>
                <a:lnTo>
                  <a:pt x="406725" y="711493"/>
                </a:lnTo>
                <a:lnTo>
                  <a:pt x="453328" y="701988"/>
                </a:lnTo>
                <a:lnTo>
                  <a:pt x="497520" y="686669"/>
                </a:lnTo>
                <a:lnTo>
                  <a:pt x="538875" y="665959"/>
                </a:lnTo>
                <a:lnTo>
                  <a:pt x="576964" y="640286"/>
                </a:lnTo>
                <a:lnTo>
                  <a:pt x="611362" y="610076"/>
                </a:lnTo>
                <a:lnTo>
                  <a:pt x="641639" y="575754"/>
                </a:lnTo>
                <a:lnTo>
                  <a:pt x="667370" y="537746"/>
                </a:lnTo>
                <a:lnTo>
                  <a:pt x="688127" y="496478"/>
                </a:lnTo>
                <a:lnTo>
                  <a:pt x="703482" y="452377"/>
                </a:lnTo>
                <a:lnTo>
                  <a:pt x="713009" y="405868"/>
                </a:lnTo>
                <a:lnTo>
                  <a:pt x="716279" y="357378"/>
                </a:lnTo>
                <a:lnTo>
                  <a:pt x="713009" y="308887"/>
                </a:lnTo>
                <a:lnTo>
                  <a:pt x="703482" y="262378"/>
                </a:lnTo>
                <a:lnTo>
                  <a:pt x="688127" y="218277"/>
                </a:lnTo>
                <a:lnTo>
                  <a:pt x="667370" y="177009"/>
                </a:lnTo>
                <a:lnTo>
                  <a:pt x="641639" y="139001"/>
                </a:lnTo>
                <a:lnTo>
                  <a:pt x="611362" y="104679"/>
                </a:lnTo>
                <a:lnTo>
                  <a:pt x="576964" y="74469"/>
                </a:lnTo>
                <a:lnTo>
                  <a:pt x="538875" y="48796"/>
                </a:lnTo>
                <a:lnTo>
                  <a:pt x="497520" y="28086"/>
                </a:lnTo>
                <a:lnTo>
                  <a:pt x="453328" y="12767"/>
                </a:lnTo>
                <a:lnTo>
                  <a:pt x="406725" y="3262"/>
                </a:lnTo>
                <a:lnTo>
                  <a:pt x="358140" y="0"/>
                </a:lnTo>
                <a:close/>
              </a:path>
            </a:pathLst>
          </a:custGeom>
          <a:solidFill>
            <a:srgbClr val="E6AE00"/>
          </a:solidFill>
          <a:ln w="9525">
            <a:noFill/>
            <a:round/>
          </a:ln>
        </p:spPr>
        <p:txBody>
          <a:bodyPr lIns="0" tIns="0" rIns="0" bIns="0"/>
          <a:lstStyle/>
          <a:p>
            <a:endParaRPr lang="zh-CN" altLang="en-US"/>
          </a:p>
        </p:txBody>
      </p:sp>
      <p:sp>
        <p:nvSpPr>
          <p:cNvPr id="16400" name="object 17"/>
          <p:cNvSpPr/>
          <p:nvPr/>
        </p:nvSpPr>
        <p:spPr bwMode="auto">
          <a:xfrm>
            <a:off x="7934325" y="0"/>
            <a:ext cx="887413" cy="461963"/>
          </a:xfrm>
          <a:custGeom>
            <a:avLst/>
            <a:gdLst/>
            <a:ahLst/>
            <a:cxnLst>
              <a:cxn ang="0">
                <a:pos x="882036" y="0"/>
              </a:cxn>
              <a:cxn ang="0">
                <a:pos x="4931" y="0"/>
              </a:cxn>
              <a:cxn ang="0">
                <a:pos x="2601" y="13052"/>
              </a:cxn>
              <a:cxn ang="0">
                <a:pos x="0" y="57150"/>
              </a:cxn>
              <a:cxn ang="0">
                <a:pos x="2601" y="101247"/>
              </a:cxn>
              <a:cxn ang="0">
                <a:pos x="10226" y="143966"/>
              </a:cxn>
              <a:cxn ang="0">
                <a:pos x="22603" y="185062"/>
              </a:cxn>
              <a:cxn ang="0">
                <a:pos x="39464" y="224286"/>
              </a:cxn>
              <a:cxn ang="0">
                <a:pos x="60536" y="261394"/>
              </a:cxn>
              <a:cxn ang="0">
                <a:pos x="85551" y="296137"/>
              </a:cxn>
              <a:cxn ang="0">
                <a:pos x="114237" y="328270"/>
              </a:cxn>
              <a:cxn ang="0">
                <a:pos x="146325" y="357546"/>
              </a:cxn>
              <a:cxn ang="0">
                <a:pos x="181544" y="383718"/>
              </a:cxn>
              <a:cxn ang="0">
                <a:pos x="219625" y="406541"/>
              </a:cxn>
              <a:cxn ang="0">
                <a:pos x="260296" y="425766"/>
              </a:cxn>
              <a:cxn ang="0">
                <a:pos x="303288" y="441149"/>
              </a:cxn>
              <a:cxn ang="0">
                <a:pos x="348330" y="452441"/>
              </a:cxn>
              <a:cxn ang="0">
                <a:pos x="395152" y="459398"/>
              </a:cxn>
              <a:cxn ang="0">
                <a:pos x="443483" y="461772"/>
              </a:cxn>
              <a:cxn ang="0">
                <a:pos x="491815" y="459398"/>
              </a:cxn>
              <a:cxn ang="0">
                <a:pos x="538637" y="452441"/>
              </a:cxn>
              <a:cxn ang="0">
                <a:pos x="583679" y="441149"/>
              </a:cxn>
              <a:cxn ang="0">
                <a:pos x="626671" y="425766"/>
              </a:cxn>
              <a:cxn ang="0">
                <a:pos x="667342" y="406541"/>
              </a:cxn>
              <a:cxn ang="0">
                <a:pos x="705423" y="383718"/>
              </a:cxn>
              <a:cxn ang="0">
                <a:pos x="740642" y="357546"/>
              </a:cxn>
              <a:cxn ang="0">
                <a:pos x="772730" y="328270"/>
              </a:cxn>
              <a:cxn ang="0">
                <a:pos x="801416" y="296137"/>
              </a:cxn>
              <a:cxn ang="0">
                <a:pos x="826431" y="261394"/>
              </a:cxn>
              <a:cxn ang="0">
                <a:pos x="847503" y="224286"/>
              </a:cxn>
              <a:cxn ang="0">
                <a:pos x="864364" y="185062"/>
              </a:cxn>
              <a:cxn ang="0">
                <a:pos x="876741" y="143966"/>
              </a:cxn>
              <a:cxn ang="0">
                <a:pos x="884366" y="101247"/>
              </a:cxn>
              <a:cxn ang="0">
                <a:pos x="886967" y="57150"/>
              </a:cxn>
              <a:cxn ang="0">
                <a:pos x="884366" y="13052"/>
              </a:cxn>
              <a:cxn ang="0">
                <a:pos x="882036" y="0"/>
              </a:cxn>
            </a:cxnLst>
            <a:rect l="0" t="0" r="r" b="b"/>
            <a:pathLst>
              <a:path w="887095" h="462280">
                <a:moveTo>
                  <a:pt x="882036" y="0"/>
                </a:moveTo>
                <a:lnTo>
                  <a:pt x="4931" y="0"/>
                </a:lnTo>
                <a:lnTo>
                  <a:pt x="2601" y="13052"/>
                </a:lnTo>
                <a:lnTo>
                  <a:pt x="0" y="57150"/>
                </a:lnTo>
                <a:lnTo>
                  <a:pt x="2601" y="101247"/>
                </a:lnTo>
                <a:lnTo>
                  <a:pt x="10226" y="143966"/>
                </a:lnTo>
                <a:lnTo>
                  <a:pt x="22603" y="185062"/>
                </a:lnTo>
                <a:lnTo>
                  <a:pt x="39464" y="224286"/>
                </a:lnTo>
                <a:lnTo>
                  <a:pt x="60536" y="261394"/>
                </a:lnTo>
                <a:lnTo>
                  <a:pt x="85551" y="296137"/>
                </a:lnTo>
                <a:lnTo>
                  <a:pt x="114237" y="328270"/>
                </a:lnTo>
                <a:lnTo>
                  <a:pt x="146325" y="357546"/>
                </a:lnTo>
                <a:lnTo>
                  <a:pt x="181544" y="383718"/>
                </a:lnTo>
                <a:lnTo>
                  <a:pt x="219625" y="406541"/>
                </a:lnTo>
                <a:lnTo>
                  <a:pt x="260296" y="425766"/>
                </a:lnTo>
                <a:lnTo>
                  <a:pt x="303288" y="441149"/>
                </a:lnTo>
                <a:lnTo>
                  <a:pt x="348330" y="452441"/>
                </a:lnTo>
                <a:lnTo>
                  <a:pt x="395152" y="459398"/>
                </a:lnTo>
                <a:lnTo>
                  <a:pt x="443483" y="461772"/>
                </a:lnTo>
                <a:lnTo>
                  <a:pt x="491815" y="459398"/>
                </a:lnTo>
                <a:lnTo>
                  <a:pt x="538637" y="452441"/>
                </a:lnTo>
                <a:lnTo>
                  <a:pt x="583679" y="441149"/>
                </a:lnTo>
                <a:lnTo>
                  <a:pt x="626671" y="425766"/>
                </a:lnTo>
                <a:lnTo>
                  <a:pt x="667342" y="406541"/>
                </a:lnTo>
                <a:lnTo>
                  <a:pt x="705423" y="383718"/>
                </a:lnTo>
                <a:lnTo>
                  <a:pt x="740642" y="357546"/>
                </a:lnTo>
                <a:lnTo>
                  <a:pt x="772730" y="328270"/>
                </a:lnTo>
                <a:lnTo>
                  <a:pt x="801416" y="296137"/>
                </a:lnTo>
                <a:lnTo>
                  <a:pt x="826431" y="261394"/>
                </a:lnTo>
                <a:lnTo>
                  <a:pt x="847503" y="224286"/>
                </a:lnTo>
                <a:lnTo>
                  <a:pt x="864364" y="185062"/>
                </a:lnTo>
                <a:lnTo>
                  <a:pt x="876741" y="143966"/>
                </a:lnTo>
                <a:lnTo>
                  <a:pt x="884366" y="101247"/>
                </a:lnTo>
                <a:lnTo>
                  <a:pt x="886967" y="57150"/>
                </a:lnTo>
                <a:lnTo>
                  <a:pt x="884366" y="13052"/>
                </a:lnTo>
                <a:lnTo>
                  <a:pt x="882036" y="0"/>
                </a:lnTo>
                <a:close/>
              </a:path>
            </a:pathLst>
          </a:custGeom>
          <a:solidFill>
            <a:srgbClr val="093E44"/>
          </a:solidFill>
          <a:ln w="9525">
            <a:noFill/>
            <a:round/>
          </a:ln>
        </p:spPr>
        <p:txBody>
          <a:bodyPr lIns="0" tIns="0" rIns="0" bIns="0"/>
          <a:lstStyle/>
          <a:p>
            <a:endParaRPr lang="zh-CN" altLang="en-US"/>
          </a:p>
        </p:txBody>
      </p:sp>
      <p:sp>
        <p:nvSpPr>
          <p:cNvPr id="16401" name="object 18"/>
          <p:cNvSpPr/>
          <p:nvPr/>
        </p:nvSpPr>
        <p:spPr bwMode="auto">
          <a:xfrm>
            <a:off x="7189788" y="0"/>
            <a:ext cx="327025" cy="166688"/>
          </a:xfrm>
          <a:custGeom>
            <a:avLst/>
            <a:gdLst/>
            <a:ahLst/>
            <a:cxnLst>
              <a:cxn ang="0">
                <a:pos x="325726" y="0"/>
              </a:cxn>
              <a:cxn ang="0">
                <a:pos x="409" y="0"/>
              </a:cxn>
              <a:cxn ang="0">
                <a:pos x="0" y="3048"/>
              </a:cxn>
              <a:cxn ang="0">
                <a:pos x="5826" y="46392"/>
              </a:cxn>
              <a:cxn ang="0">
                <a:pos x="22267" y="85344"/>
              </a:cxn>
              <a:cxn ang="0">
                <a:pos x="47767" y="118348"/>
              </a:cxn>
              <a:cxn ang="0">
                <a:pos x="80772" y="143848"/>
              </a:cxn>
              <a:cxn ang="0">
                <a:pos x="119723" y="160289"/>
              </a:cxn>
              <a:cxn ang="0">
                <a:pos x="163068" y="166116"/>
              </a:cxn>
              <a:cxn ang="0">
                <a:pos x="206412" y="160289"/>
              </a:cxn>
              <a:cxn ang="0">
                <a:pos x="245364" y="143848"/>
              </a:cxn>
              <a:cxn ang="0">
                <a:pos x="278368" y="118348"/>
              </a:cxn>
              <a:cxn ang="0">
                <a:pos x="303868" y="85344"/>
              </a:cxn>
              <a:cxn ang="0">
                <a:pos x="320309" y="46392"/>
              </a:cxn>
              <a:cxn ang="0">
                <a:pos x="326136" y="3048"/>
              </a:cxn>
              <a:cxn ang="0">
                <a:pos x="325726" y="0"/>
              </a:cxn>
            </a:cxnLst>
            <a:rect l="0" t="0" r="r" b="b"/>
            <a:pathLst>
              <a:path w="326390" h="166370">
                <a:moveTo>
                  <a:pt x="325726" y="0"/>
                </a:moveTo>
                <a:lnTo>
                  <a:pt x="409" y="0"/>
                </a:lnTo>
                <a:lnTo>
                  <a:pt x="0" y="3048"/>
                </a:lnTo>
                <a:lnTo>
                  <a:pt x="5826" y="46392"/>
                </a:lnTo>
                <a:lnTo>
                  <a:pt x="22267" y="85344"/>
                </a:lnTo>
                <a:lnTo>
                  <a:pt x="47767" y="118348"/>
                </a:lnTo>
                <a:lnTo>
                  <a:pt x="80772" y="143848"/>
                </a:lnTo>
                <a:lnTo>
                  <a:pt x="119723" y="160289"/>
                </a:lnTo>
                <a:lnTo>
                  <a:pt x="163068" y="166116"/>
                </a:lnTo>
                <a:lnTo>
                  <a:pt x="206412" y="160289"/>
                </a:lnTo>
                <a:lnTo>
                  <a:pt x="245364" y="143848"/>
                </a:lnTo>
                <a:lnTo>
                  <a:pt x="278368" y="118348"/>
                </a:lnTo>
                <a:lnTo>
                  <a:pt x="303868" y="85344"/>
                </a:lnTo>
                <a:lnTo>
                  <a:pt x="320309" y="46392"/>
                </a:lnTo>
                <a:lnTo>
                  <a:pt x="326136" y="3048"/>
                </a:lnTo>
                <a:lnTo>
                  <a:pt x="325726" y="0"/>
                </a:lnTo>
                <a:close/>
              </a:path>
            </a:pathLst>
          </a:custGeom>
          <a:solidFill>
            <a:srgbClr val="AA454A"/>
          </a:solidFill>
          <a:ln w="9525">
            <a:noFill/>
            <a:round/>
          </a:ln>
        </p:spPr>
        <p:txBody>
          <a:bodyPr lIns="0" tIns="0" rIns="0" bIns="0"/>
          <a:lstStyle/>
          <a:p>
            <a:endParaRPr lang="zh-CN" altLang="en-US"/>
          </a:p>
        </p:txBody>
      </p:sp>
      <p:sp>
        <p:nvSpPr>
          <p:cNvPr id="16402" name="object 20"/>
          <p:cNvSpPr>
            <a:spLocks noGrp="1"/>
          </p:cNvSpPr>
          <p:nvPr>
            <p:ph type="title"/>
          </p:nvPr>
        </p:nvSpPr>
        <p:spPr>
          <a:xfrm>
            <a:off x="-38100" y="77788"/>
            <a:ext cx="10985500" cy="553720"/>
          </a:xfrm>
        </p:spPr>
        <p:txBody>
          <a:bodyPr>
            <a:normAutofit fontScale="90000"/>
          </a:bodyPr>
          <a:lstStyle/>
          <a:p>
            <a:pPr algn="l" eaLnBrk="1" hangingPunct="1">
              <a:tabLst>
                <a:tab pos="1200150" algn="l"/>
              </a:tabLst>
            </a:pPr>
            <a:r>
              <a:rPr lang="zh-CN" altLang="en-US" sz="36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二、马克思主义的鲜明特征</a:t>
            </a:r>
          </a:p>
        </p:txBody>
      </p:sp>
      <p:sp>
        <p:nvSpPr>
          <p:cNvPr id="21" name="object 21"/>
          <p:cNvSpPr txBox="1"/>
          <p:nvPr/>
        </p:nvSpPr>
        <p:spPr>
          <a:xfrm>
            <a:off x="1078230" y="1563688"/>
            <a:ext cx="6203950" cy="4085590"/>
          </a:xfrm>
          <a:prstGeom prst="rect">
            <a:avLst/>
          </a:prstGeom>
        </p:spPr>
        <p:txBody>
          <a:bodyPr lIns="0" tIns="0" rIns="0" bIns="0">
            <a:spAutoFit/>
          </a:bodyPr>
          <a:lstStyle/>
          <a:p>
            <a:pPr marL="12700" eaLnBrk="1" fontAlgn="auto" latinLnBrk="0" hangingPunct="1">
              <a:lnSpc>
                <a:spcPct val="150000"/>
              </a:lnSpc>
              <a:spcBef>
                <a:spcPts val="0"/>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（一）科学性</a:t>
            </a:r>
            <a:endParaRPr sz="3200" b="1">
              <a:latin typeface="微软雅黑" panose="020B0503020204020204" pitchFamily="34" charset="-122"/>
              <a:ea typeface="微软雅黑" panose="020B0503020204020204" pitchFamily="34" charset="-122"/>
              <a:cs typeface="微软雅黑" panose="020B0503020204020204" pitchFamily="34" charset="-122"/>
            </a:endParaRPr>
          </a:p>
          <a:p>
            <a:pPr marL="12700" eaLnBrk="1" fontAlgn="auto" latinLnBrk="0" hangingPunct="1">
              <a:lnSpc>
                <a:spcPct val="150000"/>
              </a:lnSpc>
              <a:spcBef>
                <a:spcPts val="765"/>
              </a:spcBef>
              <a:spcAft>
                <a:spcPts val="0"/>
              </a:spcAft>
              <a:defRPr/>
            </a:pPr>
            <a:r>
              <a:rPr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a:t>
            </a: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革命性</a:t>
            </a:r>
          </a:p>
          <a:p>
            <a:pPr marL="12700" eaLnBrk="1" fontAlgn="auto" latinLnBrk="0" hangingPunct="1">
              <a:lnSpc>
                <a:spcPct val="150000"/>
              </a:lnSpc>
              <a:spcBef>
                <a:spcPts val="765"/>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（三）实践性</a:t>
            </a:r>
          </a:p>
          <a:p>
            <a:pPr marL="12700" eaLnBrk="1" fontAlgn="auto" latinLnBrk="0" hangingPunct="1">
              <a:lnSpc>
                <a:spcPct val="150000"/>
              </a:lnSpc>
              <a:spcBef>
                <a:spcPts val="765"/>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（四）人民性</a:t>
            </a:r>
          </a:p>
          <a:p>
            <a:pPr marL="12700" eaLnBrk="1" fontAlgn="auto" latinLnBrk="0" hangingPunct="1">
              <a:lnSpc>
                <a:spcPct val="150000"/>
              </a:lnSpc>
              <a:spcBef>
                <a:spcPts val="765"/>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（五）发展性</a:t>
            </a:r>
          </a:p>
        </p:txBody>
      </p:sp>
    </p:spTree>
  </p:cSld>
  <p:clrMapOvr>
    <a:masterClrMapping/>
  </p:clrMapOvr>
  <p:transition>
    <p:blinds/>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0" y="0"/>
            <a:ext cx="705675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7" name="文本框 6"/>
          <p:cNvSpPr txBox="1"/>
          <p:nvPr/>
        </p:nvSpPr>
        <p:spPr>
          <a:xfrm>
            <a:off x="137341" y="71507"/>
            <a:ext cx="5669280" cy="645160"/>
          </a:xfrm>
          <a:prstGeom prst="rect">
            <a:avLst/>
          </a:prstGeom>
          <a:noFill/>
        </p:spPr>
        <p:txBody>
          <a:bodyPr wrap="none">
            <a:spAutoFit/>
          </a:bodyPr>
          <a:lstStyle/>
          <a:p>
            <a:pPr marR="0" defTabSz="914400" eaLnBrk="1" fontAlgn="auto" hangingPunct="1">
              <a:buClrTx/>
              <a:buSzTx/>
              <a:buFontTx/>
              <a:buNone/>
              <a:defRPr/>
            </a:pPr>
            <a:r>
              <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二、马克思主义的鲜明特征</a:t>
            </a:r>
          </a:p>
        </p:txBody>
      </p:sp>
      <p:sp>
        <p:nvSpPr>
          <p:cNvPr id="5" name="矩形 4"/>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1269" name="文本框 2"/>
          <p:cNvSpPr txBox="1"/>
          <p:nvPr/>
        </p:nvSpPr>
        <p:spPr>
          <a:xfrm>
            <a:off x="593725" y="4946650"/>
            <a:ext cx="11004550" cy="1641475"/>
          </a:xfrm>
          <a:prstGeom prst="rect">
            <a:avLst/>
          </a:prstGeom>
          <a:noFill/>
          <a:ln w="9525">
            <a:noFill/>
          </a:ln>
        </p:spPr>
        <p:txBody>
          <a:bodyPr>
            <a:spAutoFit/>
          </a:bodyPr>
          <a:lstStyle/>
          <a:p>
            <a:pPr eaLnBrk="1" hangingPunct="1">
              <a:lnSpc>
                <a:spcPct val="120000"/>
              </a:lnSpc>
            </a:pPr>
            <a:r>
              <a:rPr lang="en-US" altLang="zh-CN" sz="2800" dirty="0">
                <a:latin typeface="微软雅黑" panose="020B0503020204020204" pitchFamily="34" charset="-122"/>
                <a:sym typeface="黑体" panose="02010609060101010101" pitchFamily="49" charset="-122"/>
              </a:rPr>
              <a:t>5</a:t>
            </a:r>
            <a:r>
              <a:rPr lang="zh-CN" altLang="en-US" sz="2800" dirty="0">
                <a:latin typeface="微软雅黑" panose="020B0503020204020204" pitchFamily="34" charset="-122"/>
                <a:sym typeface="黑体" panose="02010609060101010101" pitchFamily="49" charset="-122"/>
              </a:rPr>
              <a:t>月</a:t>
            </a:r>
            <a:r>
              <a:rPr lang="en-US" altLang="zh-CN" sz="2800" dirty="0">
                <a:latin typeface="微软雅黑" panose="020B0503020204020204" pitchFamily="34" charset="-122"/>
                <a:sym typeface="黑体" panose="02010609060101010101" pitchFamily="49" charset="-122"/>
              </a:rPr>
              <a:t>4</a:t>
            </a:r>
            <a:r>
              <a:rPr lang="zh-CN" altLang="en-US" sz="2800" dirty="0">
                <a:latin typeface="微软雅黑" panose="020B0503020204020204" pitchFamily="34" charset="-122"/>
                <a:sym typeface="黑体" panose="02010609060101010101" pitchFamily="49" charset="-122"/>
              </a:rPr>
              <a:t>日纪念马克思诞辰</a:t>
            </a:r>
            <a:r>
              <a:rPr lang="en-US" altLang="zh-CN" sz="2800" dirty="0">
                <a:latin typeface="微软雅黑" panose="020B0503020204020204" pitchFamily="34" charset="-122"/>
                <a:sym typeface="黑体" panose="02010609060101010101" pitchFamily="49" charset="-122"/>
              </a:rPr>
              <a:t>200</a:t>
            </a:r>
            <a:r>
              <a:rPr lang="zh-CN" altLang="en-US" sz="2800" dirty="0">
                <a:latin typeface="微软雅黑" panose="020B0503020204020204" pitchFamily="34" charset="-122"/>
                <a:sym typeface="黑体" panose="02010609060101010101" pitchFamily="49" charset="-122"/>
              </a:rPr>
              <a:t>周年大会在人民大会堂举行，习近平总书记发表重要讲话，他指出马克思主义是科学的理论、人民的理论、实践的理论和不断发展的开放的理论。</a:t>
            </a:r>
            <a:endParaRPr lang="zh-CN" altLang="en-US" sz="2800" dirty="0">
              <a:latin typeface="微软雅黑" panose="020B0503020204020204" pitchFamily="34" charset="-122"/>
            </a:endParaRPr>
          </a:p>
        </p:txBody>
      </p:sp>
      <p:pic>
        <p:nvPicPr>
          <p:cNvPr id="8" name="图片 7" descr="微信图片_20180506135636_爱奇艺.jpg"/>
          <p:cNvPicPr>
            <a:picLocks noChangeAspect="1"/>
          </p:cNvPicPr>
          <p:nvPr/>
        </p:nvPicPr>
        <p:blipFill>
          <a:blip r:embed="rId3" cstate="print"/>
          <a:stretch>
            <a:fillRect/>
          </a:stretch>
        </p:blipFill>
        <p:spPr>
          <a:xfrm>
            <a:off x="2471738" y="981075"/>
            <a:ext cx="7246938" cy="3965575"/>
          </a:xfrm>
          <a:prstGeom prst="rect">
            <a:avLst/>
          </a:prstGeom>
          <a:effectLst>
            <a:outerShdw blurRad="50800" dist="38100" dir="2700000" algn="tl" rotWithShape="0">
              <a:prstClr val="black">
                <a:alpha val="100000"/>
              </a:prstClr>
            </a:outerShdw>
          </a:effectLst>
        </p:spPr>
      </p:pic>
    </p:spTree>
    <p:custDataLst>
      <p:tags r:id="rId1"/>
    </p:custDataLst>
  </p:cSld>
  <p:clrMapOvr>
    <a:masterClrMapping/>
  </p:clrMapOvr>
  <p:transition>
    <p:blinds/>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59130" y="2028825"/>
            <a:ext cx="10955020" cy="2952750"/>
            <a:chOff x="1038" y="3195"/>
            <a:chExt cx="17252" cy="4650"/>
          </a:xfrm>
        </p:grpSpPr>
        <p:pic>
          <p:nvPicPr>
            <p:cNvPr id="3" name="图片 2" descr="微信图片_20180506140621"/>
            <p:cNvPicPr>
              <a:picLocks noChangeAspect="1"/>
            </p:cNvPicPr>
            <p:nvPr/>
          </p:nvPicPr>
          <p:blipFill>
            <a:blip r:embed="rId4" cstate="print"/>
            <a:stretch>
              <a:fillRect/>
            </a:stretch>
          </p:blipFill>
          <p:spPr>
            <a:xfrm>
              <a:off x="1038" y="3195"/>
              <a:ext cx="3798" cy="4650"/>
            </a:xfrm>
            <a:prstGeom prst="rect">
              <a:avLst/>
            </a:prstGeom>
            <a:effectLst>
              <a:outerShdw blurRad="50800" dist="50800" dir="2700000" algn="tl" rotWithShape="0">
                <a:prstClr val="black">
                  <a:alpha val="100000"/>
                </a:prstClr>
              </a:outerShdw>
            </a:effectLst>
          </p:spPr>
        </p:pic>
        <p:grpSp>
          <p:nvGrpSpPr>
            <p:cNvPr id="14343" name="组合 36"/>
            <p:cNvGrpSpPr/>
            <p:nvPr/>
          </p:nvGrpSpPr>
          <p:grpSpPr>
            <a:xfrm>
              <a:off x="5328" y="3726"/>
              <a:ext cx="12007" cy="1844"/>
              <a:chOff x="3509" y="4091"/>
              <a:chExt cx="13455" cy="1845"/>
            </a:xfrm>
          </p:grpSpPr>
          <p:sp>
            <p:nvSpPr>
              <p:cNvPr id="14354" name="文本框 1"/>
              <p:cNvSpPr txBox="1"/>
              <p:nvPr/>
            </p:nvSpPr>
            <p:spPr>
              <a:xfrm>
                <a:off x="3531" y="4111"/>
                <a:ext cx="13433" cy="1825"/>
              </a:xfrm>
              <a:prstGeom prst="rect">
                <a:avLst/>
              </a:prstGeom>
              <a:noFill/>
              <a:ln w="9525">
                <a:noFill/>
              </a:ln>
            </p:spPr>
            <p:txBody>
              <a:bodyPr/>
              <a:lstStyle/>
              <a:p>
                <a:pPr algn="just" eaLnBrk="1" hangingPunct="1">
                  <a:lnSpc>
                    <a:spcPct val="120000"/>
                  </a:lnSpc>
                  <a:spcBef>
                    <a:spcPts val="1000"/>
                  </a:spcBef>
                  <a:buFont typeface="Arial" panose="020B0604020202020204" pitchFamily="34" charset="0"/>
                  <a:buNone/>
                </a:pPr>
                <a:r>
                  <a:rPr lang="zh-CN" altLang="en-US" sz="2800" dirty="0">
                    <a:latin typeface="微软雅黑" panose="020B0503020204020204" pitchFamily="34" charset="-122"/>
                    <a:sym typeface="黑体" panose="02010609060101010101" pitchFamily="49" charset="-122"/>
                  </a:rPr>
                  <a:t>辩证法不崇拜任何东西，按其本质来说，它是批判的和革命的。</a:t>
                </a:r>
                <a:endParaRPr lang="zh-CN" altLang="en-US" sz="2800" dirty="0">
                  <a:latin typeface="微软雅黑" panose="020B0503020204020204" pitchFamily="34" charset="-122"/>
                </a:endParaRPr>
              </a:p>
              <a:p>
                <a:pPr algn="r" eaLnBrk="1" hangingPunct="1">
                  <a:lnSpc>
                    <a:spcPct val="120000"/>
                  </a:lnSpc>
                  <a:spcBef>
                    <a:spcPts val="1000"/>
                  </a:spcBef>
                  <a:buFont typeface="Arial" panose="020B0604020202020204" pitchFamily="34" charset="0"/>
                  <a:buNone/>
                </a:pPr>
                <a:endParaRPr lang="zh-CN" altLang="en-US" sz="2800" dirty="0">
                  <a:latin typeface="微软雅黑" panose="020B0503020204020204" pitchFamily="34" charset="-122"/>
                </a:endParaRPr>
              </a:p>
            </p:txBody>
          </p:sp>
          <p:grpSp>
            <p:nvGrpSpPr>
              <p:cNvPr id="14353" name="组合 37"/>
              <p:cNvGrpSpPr/>
              <p:nvPr/>
            </p:nvGrpSpPr>
            <p:grpSpPr>
              <a:xfrm>
                <a:off x="3509" y="4091"/>
                <a:ext cx="13244" cy="1843"/>
                <a:chOff x="3509" y="4091"/>
                <a:chExt cx="13244" cy="1843"/>
              </a:xfrm>
            </p:grpSpPr>
            <p:sp>
              <p:nvSpPr>
                <p:cNvPr id="42" name="Line 6"/>
                <p:cNvSpPr>
                  <a:spLocks noChangeShapeType="1"/>
                </p:cNvSpPr>
                <p:nvPr/>
              </p:nvSpPr>
              <p:spPr bwMode="auto">
                <a:xfrm flipV="1">
                  <a:off x="3509" y="4091"/>
                  <a:ext cx="13244" cy="19"/>
                </a:xfrm>
                <a:prstGeom prst="line">
                  <a:avLst/>
                </a:prstGeom>
                <a:noFill/>
                <a:ln w="25400" cap="flat" cmpd="sng">
                  <a:solidFill>
                    <a:schemeClr val="accent3"/>
                  </a:solidFill>
                  <a:prstDash val="solid"/>
                  <a:round/>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 sz="2000" b="0" i="0" u="none" strike="noStrike" kern="1200" cap="none" spc="0" normalizeH="0" baseline="0" noProof="0">
                    <a:ln>
                      <a:noFill/>
                    </a:ln>
                    <a:solidFill>
                      <a:srgbClr val="000000"/>
                    </a:solidFill>
                    <a:effectLst>
                      <a:outerShdw blurRad="38100" dist="38100" dir="2700000" algn="tl">
                        <a:srgbClr val="DDDDDD"/>
                      </a:outerShdw>
                    </a:effectLst>
                    <a:uLnTx/>
                    <a:uFillTx/>
                    <a:latin typeface="+mn-lt"/>
                    <a:ea typeface="MS PGothic" panose="020B0600070205080204" charset="-128"/>
                    <a:cs typeface="+mn-cs"/>
                    <a:sym typeface="Gill Sans" charset="0"/>
                  </a:endParaRPr>
                </a:p>
              </p:txBody>
            </p:sp>
            <p:sp>
              <p:nvSpPr>
                <p:cNvPr id="43" name="Line 6"/>
                <p:cNvSpPr>
                  <a:spLocks noChangeShapeType="1"/>
                </p:cNvSpPr>
                <p:nvPr/>
              </p:nvSpPr>
              <p:spPr bwMode="auto">
                <a:xfrm flipV="1">
                  <a:off x="3548" y="5911"/>
                  <a:ext cx="13204" cy="23"/>
                </a:xfrm>
                <a:prstGeom prst="line">
                  <a:avLst/>
                </a:prstGeom>
                <a:noFill/>
                <a:ln w="25400" cap="flat" cmpd="sng">
                  <a:solidFill>
                    <a:schemeClr val="accent3"/>
                  </a:solidFill>
                  <a:prstDash val="solid"/>
                  <a:round/>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 sz="2000" b="0" i="0" u="none" strike="noStrike" kern="1200" cap="none" spc="0" normalizeH="0" baseline="0" noProof="0">
                    <a:ln>
                      <a:noFill/>
                    </a:ln>
                    <a:solidFill>
                      <a:srgbClr val="000000"/>
                    </a:solidFill>
                    <a:effectLst>
                      <a:outerShdw blurRad="38100" dist="38100" dir="2700000" algn="tl">
                        <a:srgbClr val="DDDDDD"/>
                      </a:outerShdw>
                    </a:effectLst>
                    <a:uLnTx/>
                    <a:uFillTx/>
                    <a:latin typeface="+mn-lt"/>
                    <a:ea typeface="MS PGothic" panose="020B0600070205080204" charset="-128"/>
                    <a:cs typeface="+mn-cs"/>
                    <a:sym typeface="Gill Sans" charset="0"/>
                  </a:endParaRPr>
                </a:p>
              </p:txBody>
            </p:sp>
          </p:grpSp>
        </p:grpSp>
        <p:sp>
          <p:nvSpPr>
            <p:cNvPr id="14344" name="文本框 3"/>
            <p:cNvSpPr txBox="1"/>
            <p:nvPr/>
          </p:nvSpPr>
          <p:spPr>
            <a:xfrm>
              <a:off x="15110" y="5918"/>
              <a:ext cx="3180" cy="1162"/>
            </a:xfrm>
            <a:prstGeom prst="rect">
              <a:avLst/>
            </a:prstGeom>
            <a:noFill/>
            <a:ln w="9525">
              <a:noFill/>
            </a:ln>
          </p:spPr>
          <p:txBody>
            <a:bodyPr wrap="none">
              <a:spAutoFit/>
            </a:bodyPr>
            <a:lstStyle/>
            <a:p>
              <a:pPr marL="342900" indent="-342900" algn="r" eaLnBrk="1" hangingPunct="1">
                <a:lnSpc>
                  <a:spcPct val="150000"/>
                </a:lnSpc>
                <a:spcBef>
                  <a:spcPct val="20000"/>
                </a:spcBef>
              </a:pP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马克思</a:t>
              </a:r>
            </a:p>
          </p:txBody>
        </p:sp>
      </p:grpSp>
      <p:sp>
        <p:nvSpPr>
          <p:cNvPr id="6" name="任意多边形 5"/>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5" name="标题 4"/>
          <p:cNvSpPr>
            <a:spLocks noGrp="1"/>
          </p:cNvSpPr>
          <p:nvPr>
            <p:ph type="title" idx="4294967295"/>
          </p:nvPr>
        </p:nvSpPr>
        <p:spPr bwMode="auto">
          <a:xfrm>
            <a:off x="-142875" y="-2721"/>
            <a:ext cx="3932238" cy="772341"/>
          </a:xfrm>
          <a:ln>
            <a:miter lim="800000"/>
          </a:ln>
          <a:effectLst/>
          <a:scene3d>
            <a:camera prst="orthographicFront"/>
            <a:lightRig rig="balanced" dir="t"/>
          </a:scene3d>
          <a:sp3d prstMaterial="plastic"/>
        </p:spPr>
        <p:txBody>
          <a:bodyPr vert="horz" wrap="square" lIns="91440" tIns="45720" rIns="91440" bIns="45720" numCol="1" anchor="ctr" anchorCtr="0" compatLnSpc="1">
            <a:no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4000" b="1" i="0" u="none" strike="noStrike"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uLnTx/>
                <a:uFillTx/>
                <a:latin typeface="微软雅黑" panose="020B0503020204020204" pitchFamily="34" charset="-122"/>
                <a:ea typeface="微软雅黑" panose="020B0503020204020204" pitchFamily="34" charset="-122"/>
                <a:cs typeface="+mj-cs"/>
              </a:rPr>
              <a:t>（二）革命性</a:t>
            </a:r>
          </a:p>
        </p:txBody>
      </p:sp>
      <p:sp>
        <p:nvSpPr>
          <p:cNvPr id="14340" name="文本占位符 6"/>
          <p:cNvSpPr>
            <a:spLocks noGrp="1"/>
          </p:cNvSpPr>
          <p:nvPr>
            <p:ph type="body" sz="half" idx="4294967295"/>
          </p:nvPr>
        </p:nvSpPr>
        <p:spPr>
          <a:xfrm>
            <a:off x="766763" y="1157288"/>
            <a:ext cx="11033125" cy="649287"/>
          </a:xfrm>
        </p:spPr>
        <p:txBody>
          <a:bodyPr vert="horz" wrap="square" lIns="91440" tIns="45720" rIns="91440" bIns="45720" anchor="t"/>
          <a:lstStyle>
            <a:lvl1pPr lvl="0">
              <a:defRPr sz="2000"/>
            </a:lvl1pPr>
            <a:lvl2pPr lvl="1">
              <a:defRPr sz="1800"/>
            </a:lvl2pPr>
            <a:lvl3pPr lvl="2">
              <a:defRPr sz="2000"/>
            </a:lvl3pPr>
            <a:lvl4pPr lvl="3">
              <a:defRPr sz="1800"/>
            </a:lvl4pPr>
            <a:lvl5pPr lvl="4">
              <a:defRPr sz="1800"/>
            </a:lvl5pPr>
          </a:lstStyle>
          <a:p>
            <a:pPr marL="0" lvl="0" indent="0" eaLnBrk="1" hangingPunct="1">
              <a:buNone/>
            </a:pPr>
            <a:r>
              <a:rPr lang="zh-CN" altLang="en-US" sz="2800" dirty="0">
                <a:latin typeface="微软雅黑" panose="020B0503020204020204" pitchFamily="34" charset="-122"/>
                <a:ea typeface="微软雅黑" panose="020B0503020204020204" pitchFamily="34" charset="-122"/>
                <a:sym typeface="黑体" panose="02010609060101010101" pitchFamily="49" charset="-122"/>
              </a:rPr>
              <a:t>辩证的扬弃精神  彻底的批判精神  勇敢的斗争精神  崇高的追求精神</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grpSp>
        <p:nvGrpSpPr>
          <p:cNvPr id="4" name="组合 3"/>
          <p:cNvGrpSpPr/>
          <p:nvPr/>
        </p:nvGrpSpPr>
        <p:grpSpPr>
          <a:xfrm>
            <a:off x="1945005" y="5686425"/>
            <a:ext cx="9168765" cy="550545"/>
            <a:chOff x="3063" y="8955"/>
            <a:chExt cx="14439" cy="867"/>
          </a:xfrm>
        </p:grpSpPr>
        <p:sp>
          <p:nvSpPr>
            <p:cNvPr id="15" name="右箭头 14"/>
            <p:cNvSpPr/>
            <p:nvPr/>
          </p:nvSpPr>
          <p:spPr>
            <a:xfrm>
              <a:off x="13605" y="9048"/>
              <a:ext cx="1590" cy="695"/>
            </a:xfrm>
            <a:prstGeom prst="rightArrow">
              <a:avLst/>
            </a:prstGeom>
            <a:solidFill>
              <a:srgbClr val="BC242A"/>
            </a:solidFill>
            <a:ln>
              <a:noFill/>
            </a:ln>
          </p:spPr>
          <p:style>
            <a:lnRef idx="2">
              <a:schemeClr val="accent6"/>
            </a:lnRef>
            <a:fillRef idx="1">
              <a:schemeClr val="lt1"/>
            </a:fillRef>
            <a:effectRef idx="0">
              <a:schemeClr val="accent6"/>
            </a:effectRef>
            <a:fontRef idx="minor">
              <a:schemeClr val="dk1"/>
            </a:fontRef>
          </p:style>
          <p:txBody>
            <a:bodyPr lIns="91384" tIns="45691" rIns="91384" bIns="45691"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bg1"/>
                </a:solidFill>
                <a:effectLst/>
                <a:uLnTx/>
                <a:uFillTx/>
                <a:latin typeface="+mn-lt"/>
                <a:ea typeface="+mn-ea"/>
                <a:cs typeface="+mn-cs"/>
              </a:endParaRPr>
            </a:p>
          </p:txBody>
        </p:sp>
        <p:sp>
          <p:nvSpPr>
            <p:cNvPr id="14346" name="文本框 3"/>
            <p:cNvSpPr txBox="1"/>
            <p:nvPr/>
          </p:nvSpPr>
          <p:spPr>
            <a:xfrm>
              <a:off x="3063" y="8975"/>
              <a:ext cx="2552" cy="825"/>
            </a:xfrm>
            <a:prstGeom prst="rect">
              <a:avLst/>
            </a:prstGeom>
            <a:noFill/>
            <a:ln w="9525">
              <a:noFill/>
            </a:ln>
          </p:spPr>
          <p:txBody>
            <a:bodyPr wrap="none">
              <a:spAutoFit/>
            </a:bodyPr>
            <a:lstStyle/>
            <a:p>
              <a:pPr eaLnBrk="1" hangingPunct="1"/>
              <a:r>
                <a:rPr lang="zh-CN" altLang="en-US" sz="2800" dirty="0">
                  <a:latin typeface="微软雅黑" panose="020B0503020204020204" pitchFamily="34" charset="-122"/>
                  <a:sym typeface="黑体" panose="02010609060101010101" pitchFamily="49" charset="-122"/>
                </a:rPr>
                <a:t>东亚病夫</a:t>
              </a:r>
            </a:p>
          </p:txBody>
        </p:sp>
        <p:sp>
          <p:nvSpPr>
            <p:cNvPr id="14347" name="文本框 6"/>
            <p:cNvSpPr txBox="1"/>
            <p:nvPr/>
          </p:nvSpPr>
          <p:spPr>
            <a:xfrm>
              <a:off x="7273" y="8998"/>
              <a:ext cx="2320" cy="825"/>
            </a:xfrm>
            <a:prstGeom prst="rect">
              <a:avLst/>
            </a:prstGeom>
            <a:noFill/>
            <a:ln w="9525">
              <a:noFill/>
            </a:ln>
          </p:spPr>
          <p:txBody>
            <a:bodyPr wrap="none">
              <a:spAutoFit/>
            </a:bodyPr>
            <a:lstStyle/>
            <a:p>
              <a:pPr eaLnBrk="1" hangingPunct="1"/>
              <a:r>
                <a:rPr lang="zh-CN" altLang="en-US" sz="2800" dirty="0">
                  <a:latin typeface="微软雅黑" panose="020B0503020204020204" pitchFamily="34" charset="-122"/>
                  <a:sym typeface="黑体" panose="02010609060101010101" pitchFamily="49" charset="-122"/>
                </a:rPr>
                <a:t> 站起来 </a:t>
              </a:r>
            </a:p>
          </p:txBody>
        </p:sp>
        <p:sp>
          <p:nvSpPr>
            <p:cNvPr id="14348" name="文本框 8"/>
            <p:cNvSpPr txBox="1"/>
            <p:nvPr/>
          </p:nvSpPr>
          <p:spPr>
            <a:xfrm>
              <a:off x="11515" y="8955"/>
              <a:ext cx="2155" cy="823"/>
            </a:xfrm>
            <a:prstGeom prst="rect">
              <a:avLst/>
            </a:prstGeom>
            <a:noFill/>
            <a:ln w="9525">
              <a:noFill/>
            </a:ln>
          </p:spPr>
          <p:txBody>
            <a:bodyPr wrap="none">
              <a:spAutoFit/>
            </a:bodyPr>
            <a:lstStyle/>
            <a:p>
              <a:pPr eaLnBrk="1" hangingPunct="1"/>
              <a:r>
                <a:rPr lang="zh-CN" altLang="en-US" sz="2800" dirty="0">
                  <a:latin typeface="微软雅黑" panose="020B0503020204020204" pitchFamily="34" charset="-122"/>
                  <a:sym typeface="黑体" panose="02010609060101010101" pitchFamily="49" charset="-122"/>
                </a:rPr>
                <a:t>富起来 </a:t>
              </a:r>
            </a:p>
          </p:txBody>
        </p:sp>
        <p:sp>
          <p:nvSpPr>
            <p:cNvPr id="14349" name="文本框 9"/>
            <p:cNvSpPr txBox="1"/>
            <p:nvPr/>
          </p:nvSpPr>
          <p:spPr>
            <a:xfrm>
              <a:off x="15348" y="8955"/>
              <a:ext cx="2155" cy="823"/>
            </a:xfrm>
            <a:prstGeom prst="rect">
              <a:avLst/>
            </a:prstGeom>
            <a:noFill/>
            <a:ln w="9525">
              <a:noFill/>
            </a:ln>
          </p:spPr>
          <p:txBody>
            <a:bodyPr wrap="none">
              <a:spAutoFit/>
            </a:bodyPr>
            <a:lstStyle/>
            <a:p>
              <a:pPr eaLnBrk="1" hangingPunct="1"/>
              <a:r>
                <a:rPr lang="zh-CN" altLang="en-US" sz="2800" dirty="0">
                  <a:latin typeface="微软雅黑" panose="020B0503020204020204" pitchFamily="34" charset="-122"/>
                  <a:sym typeface="黑体" panose="02010609060101010101" pitchFamily="49" charset="-122"/>
                </a:rPr>
                <a:t>强起来 </a:t>
              </a:r>
            </a:p>
          </p:txBody>
        </p:sp>
        <p:sp>
          <p:nvSpPr>
            <p:cNvPr id="22" name="右箭头 21"/>
            <p:cNvSpPr/>
            <p:nvPr/>
          </p:nvSpPr>
          <p:spPr>
            <a:xfrm>
              <a:off x="9525" y="9030"/>
              <a:ext cx="1590" cy="695"/>
            </a:xfrm>
            <a:prstGeom prst="rightArrow">
              <a:avLst/>
            </a:prstGeom>
            <a:solidFill>
              <a:srgbClr val="BC242A"/>
            </a:solidFill>
            <a:ln>
              <a:noFill/>
            </a:ln>
          </p:spPr>
          <p:style>
            <a:lnRef idx="2">
              <a:schemeClr val="accent6"/>
            </a:lnRef>
            <a:fillRef idx="1">
              <a:schemeClr val="lt1"/>
            </a:fillRef>
            <a:effectRef idx="0">
              <a:schemeClr val="accent6"/>
            </a:effectRef>
            <a:fontRef idx="minor">
              <a:schemeClr val="dk1"/>
            </a:fontRef>
          </p:style>
          <p:txBody>
            <a:bodyPr lIns="91384" tIns="45691" rIns="91384" bIns="45691"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bg1"/>
                </a:solidFill>
                <a:effectLst/>
                <a:uLnTx/>
                <a:uFillTx/>
                <a:latin typeface="+mn-lt"/>
                <a:ea typeface="+mn-ea"/>
                <a:cs typeface="+mn-cs"/>
              </a:endParaRPr>
            </a:p>
          </p:txBody>
        </p:sp>
        <p:sp>
          <p:nvSpPr>
            <p:cNvPr id="23" name="右箭头 22"/>
            <p:cNvSpPr/>
            <p:nvPr/>
          </p:nvSpPr>
          <p:spPr>
            <a:xfrm>
              <a:off x="5573" y="9055"/>
              <a:ext cx="1590" cy="695"/>
            </a:xfrm>
            <a:prstGeom prst="rightArrow">
              <a:avLst/>
            </a:prstGeom>
            <a:solidFill>
              <a:srgbClr val="BC242A"/>
            </a:solidFill>
            <a:ln>
              <a:noFill/>
            </a:ln>
          </p:spPr>
          <p:style>
            <a:lnRef idx="2">
              <a:schemeClr val="accent6"/>
            </a:lnRef>
            <a:fillRef idx="1">
              <a:schemeClr val="lt1"/>
            </a:fillRef>
            <a:effectRef idx="0">
              <a:schemeClr val="accent6"/>
            </a:effectRef>
            <a:fontRef idx="minor">
              <a:schemeClr val="dk1"/>
            </a:fontRef>
          </p:style>
          <p:txBody>
            <a:bodyPr lIns="91384" tIns="45691" rIns="91384" bIns="45691"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1">
                <a:ln>
                  <a:noFill/>
                </a:ln>
                <a:solidFill>
                  <a:schemeClr val="bg1"/>
                </a:solidFill>
                <a:effectLst/>
                <a:uLnTx/>
                <a:uFillTx/>
                <a:latin typeface="+mn-lt"/>
                <a:ea typeface="+mn-ea"/>
                <a:cs typeface="+mn-cs"/>
              </a:endParaRPr>
            </a:p>
          </p:txBody>
        </p:sp>
      </p:grpSp>
      <p:sp>
        <p:nvSpPr>
          <p:cNvPr id="14352" name="矩形 19"/>
          <p:cNvSpPr/>
          <p:nvPr/>
        </p:nvSpPr>
        <p:spPr>
          <a:xfrm>
            <a:off x="3930650" y="5030788"/>
            <a:ext cx="4851400" cy="523875"/>
          </a:xfrm>
          <a:prstGeom prst="rect">
            <a:avLst/>
          </a:prstGeom>
          <a:noFill/>
          <a:ln w="9525">
            <a:noFill/>
          </a:ln>
        </p:spPr>
        <p:txBody>
          <a:bodyPr wrap="none">
            <a:spAutoFit/>
          </a:bodyPr>
          <a:lstStyle/>
          <a:p>
            <a:r>
              <a:rPr lang="zh-CN" altLang="en-US" sz="2800" dirty="0">
                <a:latin typeface="Arial" panose="020B0604020202020204" pitchFamily="34" charset="0"/>
              </a:rPr>
              <a:t>马克思主义在中国创造的奇迹</a:t>
            </a: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Effect transition="in" filter="fade">
                                      <p:cBhvr>
                                        <p:cTn id="7" dur="500"/>
                                        <p:tgtEl>
                                          <p:spTgt spid="143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52"/>
                                        </p:tgtEl>
                                        <p:attrNameLst>
                                          <p:attrName>style.visibility</p:attrName>
                                        </p:attrNameLst>
                                      </p:cBhvr>
                                      <p:to>
                                        <p:strVal val="visible"/>
                                      </p:to>
                                    </p:set>
                                    <p:animEffect transition="in" filter="wipe(left)">
                                      <p:cBhvr>
                                        <p:cTn id="17" dur="1000"/>
                                        <p:tgtEl>
                                          <p:spTgt spid="14352"/>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P spid="1435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3"/>
          <p:cNvSpPr>
            <a:spLocks noGrp="1" noChangeArrowheads="1"/>
          </p:cNvSpPr>
          <p:nvPr>
            <p:ph type="title"/>
          </p:nvPr>
        </p:nvSpPr>
        <p:spPr>
          <a:xfrm>
            <a:off x="0" y="0"/>
            <a:ext cx="4038600" cy="788988"/>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40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（三）实践性</a:t>
            </a:r>
          </a:p>
        </p:txBody>
      </p:sp>
      <p:sp>
        <p:nvSpPr>
          <p:cNvPr id="6" name="矩形 5"/>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3" name="文本框 2"/>
          <p:cNvSpPr txBox="1"/>
          <p:nvPr/>
        </p:nvSpPr>
        <p:spPr>
          <a:xfrm>
            <a:off x="384175" y="884238"/>
            <a:ext cx="11647488" cy="1125538"/>
          </a:xfrm>
          <a:prstGeom prst="rect">
            <a:avLst/>
          </a:prstGeom>
          <a:noFill/>
        </p:spPr>
        <p:txBody>
          <a:bodyPr>
            <a:spAutoFit/>
          </a:bodyPr>
          <a:lstStyle/>
          <a:p>
            <a:pPr marR="0" defTabSz="914400">
              <a:lnSpc>
                <a:spcPct val="120000"/>
              </a:lnSpc>
              <a:buClrTx/>
              <a:buSzTx/>
              <a:buFontTx/>
              <a:buNone/>
              <a:defRPr/>
            </a:pPr>
            <a:r>
              <a:rPr kumimoji="0" lang="zh-CN" altLang="en-US" sz="2800" kern="100" cap="none" spc="0" normalizeH="0" baseline="0" noProof="1">
                <a:latin typeface="微软雅黑" panose="020B0503020204020204" pitchFamily="34" charset="-122"/>
                <a:ea typeface="微软雅黑" panose="020B0503020204020204" pitchFamily="34" charset="-122"/>
                <a:cs typeface="Times New Roman" panose="02020603050405020304"/>
                <a:sym typeface="+mn-ea"/>
              </a:rPr>
              <a:t>注重改造世界，坚持实践观点，强调理论与实践相统一，共产主义运动是其实践形态。</a:t>
            </a:r>
            <a:endParaRPr kumimoji="0" lang="en-US" altLang="zh-CN" sz="2400" kern="100" cap="none" spc="0" normalizeH="0" baseline="0" noProof="0" dirty="0">
              <a:latin typeface="微软雅黑" panose="020B0503020204020204" pitchFamily="34" charset="-122"/>
              <a:ea typeface="微软雅黑" panose="020B0503020204020204" pitchFamily="34" charset="-122"/>
              <a:cs typeface="Times New Roman" panose="02020603050405020304"/>
              <a:sym typeface="+mn-ea"/>
            </a:endParaRPr>
          </a:p>
        </p:txBody>
      </p:sp>
      <p:grpSp>
        <p:nvGrpSpPr>
          <p:cNvPr id="2" name="组合 1"/>
          <p:cNvGrpSpPr/>
          <p:nvPr/>
        </p:nvGrpSpPr>
        <p:grpSpPr>
          <a:xfrm>
            <a:off x="2713355" y="1635125"/>
            <a:ext cx="5842635" cy="2147570"/>
            <a:chOff x="4273" y="2575"/>
            <a:chExt cx="9201" cy="3382"/>
          </a:xfrm>
        </p:grpSpPr>
        <p:pic>
          <p:nvPicPr>
            <p:cNvPr id="16389" name="Picture 2056" descr="xuan02"/>
            <p:cNvPicPr>
              <a:picLocks noChangeAspect="1"/>
            </p:cNvPicPr>
            <p:nvPr/>
          </p:nvPicPr>
          <p:blipFill>
            <a:blip r:embed="rId4" cstate="print"/>
            <a:stretch>
              <a:fillRect/>
            </a:stretch>
          </p:blipFill>
          <p:spPr>
            <a:xfrm>
              <a:off x="4273" y="2575"/>
              <a:ext cx="2347" cy="3383"/>
            </a:xfrm>
            <a:prstGeom prst="rect">
              <a:avLst/>
            </a:prstGeom>
            <a:noFill/>
            <a:ln w="9525">
              <a:noFill/>
            </a:ln>
          </p:spPr>
        </p:pic>
        <p:sp>
          <p:nvSpPr>
            <p:cNvPr id="9" name="椭圆形标注 8"/>
            <p:cNvSpPr/>
            <p:nvPr/>
          </p:nvSpPr>
          <p:spPr>
            <a:xfrm>
              <a:off x="7870" y="2598"/>
              <a:ext cx="5605" cy="3023"/>
            </a:xfrm>
            <a:prstGeom prst="wedgeEllipseCallout">
              <a:avLst>
                <a:gd name="adj1" fmla="val -67178"/>
                <a:gd name="adj2" fmla="val 30149"/>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20000"/>
                </a:lnSpc>
                <a:spcBef>
                  <a:spcPct val="0"/>
                </a:spcBef>
                <a:spcAft>
                  <a:spcPct val="0"/>
                </a:spcAft>
                <a:buClrTx/>
                <a:buSzTx/>
                <a:buFontTx/>
                <a:buNone/>
                <a:defRPr/>
              </a:pPr>
              <a:endParaRPr kumimoji="0" lang="zh-CN" altLang="en-US" sz="2400" b="1" i="0" u="none" strike="noStrike" kern="1200" cap="none" spc="0" normalizeH="0" baseline="0" noProof="1">
                <a:ln>
                  <a:noFill/>
                </a:ln>
                <a:solidFill>
                  <a:srgbClr val="FFFFFF"/>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6393" name="文本框 1"/>
            <p:cNvSpPr txBox="1"/>
            <p:nvPr/>
          </p:nvSpPr>
          <p:spPr>
            <a:xfrm>
              <a:off x="8390" y="3143"/>
              <a:ext cx="4830" cy="2235"/>
            </a:xfrm>
            <a:prstGeom prst="rect">
              <a:avLst/>
            </a:prstGeom>
            <a:noFill/>
            <a:ln w="9525">
              <a:noFill/>
            </a:ln>
          </p:spPr>
          <p:txBody>
            <a:bodyPr>
              <a:spAutoFit/>
            </a:bodyPr>
            <a:lstStyle/>
            <a:p>
              <a:pPr algn="ctr" eaLnBrk="1" hangingPunct="1">
                <a:lnSpc>
                  <a:spcPct val="120000"/>
                </a:lnSpc>
              </a:pPr>
              <a:r>
                <a:rPr lang="zh-CN" altLang="en-US" sz="2400" b="1" dirty="0">
                  <a:solidFill>
                    <a:srgbClr val="FFFFFF"/>
                  </a:solidFill>
                  <a:latin typeface="微软雅黑" panose="020B0503020204020204" pitchFamily="34" charset="-122"/>
                  <a:sym typeface="黑体" panose="02010609060101010101" pitchFamily="49" charset="-122"/>
                </a:rPr>
                <a:t>哲学家们只是用不同的方式解释世界，而问题在于改变世界。</a:t>
              </a:r>
            </a:p>
          </p:txBody>
        </p:sp>
      </p:grpSp>
      <p:grpSp>
        <p:nvGrpSpPr>
          <p:cNvPr id="8" name="组合 7"/>
          <p:cNvGrpSpPr/>
          <p:nvPr/>
        </p:nvGrpSpPr>
        <p:grpSpPr>
          <a:xfrm>
            <a:off x="231775" y="4367530"/>
            <a:ext cx="11709400" cy="2317750"/>
            <a:chOff x="365" y="6878"/>
            <a:chExt cx="18440" cy="3650"/>
          </a:xfrm>
        </p:grpSpPr>
        <p:pic>
          <p:nvPicPr>
            <p:cNvPr id="16391" name="Picture 4" descr="http://p0.so.qhimgs1.com/bdr/_240_/t01f10f948dc8e6896c.jpg"/>
            <p:cNvPicPr>
              <a:picLocks noChangeAspect="1"/>
            </p:cNvPicPr>
            <p:nvPr/>
          </p:nvPicPr>
          <p:blipFill>
            <a:blip r:embed="rId5" cstate="print"/>
            <a:stretch>
              <a:fillRect/>
            </a:stretch>
          </p:blipFill>
          <p:spPr>
            <a:xfrm>
              <a:off x="365" y="6878"/>
              <a:ext cx="5760" cy="3642"/>
            </a:xfrm>
            <a:prstGeom prst="rect">
              <a:avLst/>
            </a:prstGeom>
            <a:noFill/>
            <a:ln w="9525">
              <a:noFill/>
            </a:ln>
          </p:spPr>
        </p:pic>
        <p:pic>
          <p:nvPicPr>
            <p:cNvPr id="16392" name="Picture 2" descr="D:\2018年5月省教学比赛备课材料\图片\新中国成立高清图片1.jpg"/>
            <p:cNvPicPr>
              <a:picLocks noChangeAspect="1"/>
            </p:cNvPicPr>
            <p:nvPr/>
          </p:nvPicPr>
          <p:blipFill>
            <a:blip r:embed="rId6" cstate="print"/>
            <a:stretch>
              <a:fillRect/>
            </a:stretch>
          </p:blipFill>
          <p:spPr>
            <a:xfrm>
              <a:off x="6298" y="6920"/>
              <a:ext cx="6167" cy="3608"/>
            </a:xfrm>
            <a:prstGeom prst="rect">
              <a:avLst/>
            </a:prstGeom>
            <a:noFill/>
            <a:ln w="9525">
              <a:noFill/>
            </a:ln>
          </p:spPr>
        </p:pic>
        <p:pic>
          <p:nvPicPr>
            <p:cNvPr id="16394" name="图片 10" descr="QQ图片20180606062504.png"/>
            <p:cNvPicPr>
              <a:picLocks noChangeAspect="1"/>
            </p:cNvPicPr>
            <p:nvPr/>
          </p:nvPicPr>
          <p:blipFill>
            <a:blip r:embed="rId7" cstate="print"/>
            <a:stretch>
              <a:fillRect/>
            </a:stretch>
          </p:blipFill>
          <p:spPr>
            <a:xfrm>
              <a:off x="12745" y="6910"/>
              <a:ext cx="6060" cy="3590"/>
            </a:xfrm>
            <a:prstGeom prst="rect">
              <a:avLst/>
            </a:prstGeom>
            <a:noFill/>
            <a:ln w="9525">
              <a:noFill/>
            </a:ln>
          </p:spPr>
        </p:pic>
      </p:grpSp>
      <p:sp>
        <p:nvSpPr>
          <p:cNvPr id="16395" name="矩形 10"/>
          <p:cNvSpPr/>
          <p:nvPr/>
        </p:nvSpPr>
        <p:spPr>
          <a:xfrm>
            <a:off x="176213" y="3783013"/>
            <a:ext cx="11676062" cy="522287"/>
          </a:xfrm>
          <a:prstGeom prst="rect">
            <a:avLst/>
          </a:prstGeom>
          <a:noFill/>
          <a:ln w="9525">
            <a:noFill/>
          </a:ln>
        </p:spPr>
        <p:txBody>
          <a:bodyPr wrap="none">
            <a:spAutoFit/>
          </a:bodyPr>
          <a:lstStyle/>
          <a:p>
            <a:r>
              <a:rPr lang="zh-CN" altLang="en-US" sz="2800" dirty="0">
                <a:latin typeface="Arial" panose="020B0604020202020204" pitchFamily="34" charset="0"/>
              </a:rPr>
              <a:t>习近平总书记说，马克思主义不仅深刻改变了世界，也深刻改变了中国。</a:t>
            </a: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395"/>
                                        </p:tgtEl>
                                        <p:attrNameLst>
                                          <p:attrName>style.visibility</p:attrName>
                                        </p:attrNameLst>
                                      </p:cBhvr>
                                      <p:to>
                                        <p:strVal val="visible"/>
                                      </p:to>
                                    </p:set>
                                    <p:animEffect transition="in" filter="fade">
                                      <p:cBhvr>
                                        <p:cTn id="17" dur="1000"/>
                                        <p:tgtEl>
                                          <p:spTgt spid="16395"/>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39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18435" name="标题 4"/>
          <p:cNvSpPr txBox="1"/>
          <p:nvPr/>
        </p:nvSpPr>
        <p:spPr>
          <a:xfrm>
            <a:off x="0" y="15875"/>
            <a:ext cx="3932238" cy="773113"/>
          </a:xfrm>
          <a:prstGeom prst="rect">
            <a:avLst/>
          </a:prstGeom>
          <a:noFill/>
          <a:ln w="9525">
            <a:noFill/>
          </a:ln>
        </p:spPr>
        <p:txBody>
          <a:bodyPr anchor="ctr"/>
          <a:lstStyle/>
          <a:p>
            <a:pPr algn="ctr" eaLnBrk="1" hangingPunct="1">
              <a:lnSpc>
                <a:spcPct val="9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rPr>
              <a:t>（四）人民性</a:t>
            </a: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3" name="文本框 2"/>
          <p:cNvSpPr txBox="1"/>
          <p:nvPr/>
        </p:nvSpPr>
        <p:spPr>
          <a:xfrm>
            <a:off x="6311900" y="1331913"/>
            <a:ext cx="5316538" cy="2651125"/>
          </a:xfrm>
          <a:prstGeom prst="rect">
            <a:avLst/>
          </a:prstGeom>
          <a:noFill/>
        </p:spPr>
        <p:txBody>
          <a:bodyPr>
            <a:spAutoFit/>
          </a:bodyPr>
          <a:lstStyle/>
          <a:p>
            <a:pPr eaLnBrk="1" hangingPunct="1">
              <a:lnSpc>
                <a:spcPct val="130000"/>
              </a:lnSpc>
              <a:buFont typeface="Wingdings" panose="05000000000000000000" pitchFamily="2" charset="2"/>
              <a:buNone/>
            </a:pPr>
            <a:r>
              <a:rPr lang="en-US" altLang="en-US" sz="3200" dirty="0">
                <a:latin typeface="微软雅黑" panose="020B0503020204020204" pitchFamily="34" charset="-122"/>
                <a:cs typeface="Times New Roman" panose="02020603050405020304" pitchFamily="18" charset="0"/>
                <a:sym typeface="+mn-ea"/>
              </a:rPr>
              <a:t>人民创造历史的理论立场</a:t>
            </a:r>
          </a:p>
          <a:p>
            <a:pPr eaLnBrk="1" hangingPunct="1">
              <a:lnSpc>
                <a:spcPct val="130000"/>
              </a:lnSpc>
              <a:buFont typeface="Wingdings" panose="05000000000000000000" pitchFamily="2" charset="2"/>
              <a:buNone/>
            </a:pPr>
            <a:r>
              <a:rPr lang="zh-CN" altLang="en-US" sz="3200" dirty="0">
                <a:latin typeface="微软雅黑" panose="020B0503020204020204" pitchFamily="34" charset="-122"/>
                <a:cs typeface="Times New Roman" panose="02020603050405020304" pitchFamily="18" charset="0"/>
                <a:sym typeface="+mn-ea"/>
              </a:rPr>
              <a:t>人民利益至上的政治立场</a:t>
            </a:r>
            <a:endParaRPr lang="en-US" altLang="zh-CN" sz="3200" dirty="0">
              <a:latin typeface="微软雅黑" panose="020B0503020204020204" pitchFamily="34" charset="-122"/>
              <a:cs typeface="Times New Roman" panose="02020603050405020304" pitchFamily="18" charset="0"/>
              <a:sym typeface="+mn-ea"/>
            </a:endParaRPr>
          </a:p>
          <a:p>
            <a:pPr eaLnBrk="1" hangingPunct="1">
              <a:lnSpc>
                <a:spcPct val="130000"/>
              </a:lnSpc>
              <a:buFont typeface="Wingdings" panose="05000000000000000000" pitchFamily="2" charset="2"/>
              <a:buNone/>
            </a:pPr>
            <a:r>
              <a:rPr lang="en-US" altLang="en-US" sz="3200" dirty="0">
                <a:latin typeface="微软雅黑" panose="020B0503020204020204" pitchFamily="34" charset="-122"/>
                <a:cs typeface="Times New Roman" panose="02020603050405020304" pitchFamily="18" charset="0"/>
                <a:sym typeface="+mn-ea"/>
              </a:rPr>
              <a:t>阶级解放和人类解放的统一</a:t>
            </a:r>
            <a:endParaRPr lang="en-US" altLang="zh-CN" sz="3200" dirty="0">
              <a:latin typeface="微软雅黑" panose="020B0503020204020204" pitchFamily="34" charset="-122"/>
              <a:cs typeface="Times New Roman" panose="02020603050405020304" pitchFamily="18" charset="0"/>
              <a:sym typeface="+mn-ea"/>
            </a:endParaRPr>
          </a:p>
          <a:p>
            <a:pPr eaLnBrk="1" hangingPunct="1">
              <a:lnSpc>
                <a:spcPct val="130000"/>
              </a:lnSpc>
              <a:buFont typeface="Wingdings" panose="05000000000000000000" pitchFamily="2" charset="2"/>
              <a:buNone/>
            </a:pPr>
            <a:r>
              <a:rPr lang="zh-CN" altLang="en-US" sz="3200" dirty="0">
                <a:latin typeface="微软雅黑" panose="020B0503020204020204" pitchFamily="34" charset="-122"/>
                <a:cs typeface="Times New Roman" panose="02020603050405020304" pitchFamily="18" charset="0"/>
                <a:sym typeface="+mn-ea"/>
              </a:rPr>
              <a:t>注重人自由而全面的发展</a:t>
            </a:r>
            <a:endParaRPr lang="zh-CN" altLang="en-US" sz="3200" dirty="0">
              <a:latin typeface="微软雅黑" panose="020B0503020204020204" pitchFamily="34" charset="-122"/>
              <a:ea typeface="Times New Roman" panose="02020603050405020304" pitchFamily="18" charset="0"/>
              <a:sym typeface="+mn-ea"/>
            </a:endParaRPr>
          </a:p>
        </p:txBody>
      </p:sp>
      <p:grpSp>
        <p:nvGrpSpPr>
          <p:cNvPr id="2" name="组合 1"/>
          <p:cNvGrpSpPr/>
          <p:nvPr/>
        </p:nvGrpSpPr>
        <p:grpSpPr>
          <a:xfrm>
            <a:off x="6156325" y="4399280"/>
            <a:ext cx="5866765" cy="1717040"/>
            <a:chOff x="9695" y="6928"/>
            <a:chExt cx="9239" cy="2704"/>
          </a:xfrm>
        </p:grpSpPr>
        <p:sp>
          <p:nvSpPr>
            <p:cNvPr id="18438" name="矩形 19"/>
            <p:cNvSpPr/>
            <p:nvPr/>
          </p:nvSpPr>
          <p:spPr>
            <a:xfrm>
              <a:off x="9695" y="6928"/>
              <a:ext cx="8763" cy="2450"/>
            </a:xfrm>
            <a:prstGeom prst="rect">
              <a:avLst/>
            </a:prstGeom>
            <a:noFill/>
            <a:ln w="9525">
              <a:noFill/>
            </a:ln>
          </p:spPr>
          <p:txBody>
            <a:bodyPr>
              <a:spAutoFit/>
            </a:bodyPr>
            <a:lstStyle/>
            <a:p>
              <a:pPr eaLnBrk="1" hangingPunct="1">
                <a:lnSpc>
                  <a:spcPct val="120000"/>
                </a:lnSpc>
              </a:pPr>
              <a:r>
                <a:rPr lang="zh-CN" altLang="en-US" sz="2800" dirty="0">
                  <a:latin typeface="Arial" panose="020B0604020202020204" pitchFamily="34" charset="0"/>
                  <a:ea typeface="黑体" panose="02010609060101010101" pitchFamily="49" charset="-122"/>
                </a:rPr>
                <a:t>无产阶级的运动是绝大多数人的、为绝大多数人谋利益的运动。</a:t>
              </a:r>
              <a:r>
                <a:rPr lang="en-US" altLang="zh-CN" sz="2800" dirty="0">
                  <a:latin typeface="Arial" panose="020B0604020202020204" pitchFamily="34" charset="0"/>
                </a:rPr>
                <a:t>              </a:t>
              </a:r>
              <a:endParaRPr lang="zh-CN" altLang="en-US" sz="2800" dirty="0">
                <a:latin typeface="Arial" panose="020B0604020202020204" pitchFamily="34" charset="0"/>
                <a:ea typeface="黑体" panose="02010609060101010101" pitchFamily="49" charset="-122"/>
              </a:endParaRPr>
            </a:p>
            <a:p>
              <a:pPr eaLnBrk="1" hangingPunct="1"/>
              <a:r>
                <a:rPr lang="en-US" altLang="zh-CN" sz="2800" dirty="0">
                  <a:latin typeface="Arial" panose="020B0604020202020204" pitchFamily="34" charset="0"/>
                </a:rPr>
                <a:t>                      </a:t>
              </a:r>
              <a:endParaRPr lang="zh-CN" altLang="en-US" sz="2800" dirty="0">
                <a:latin typeface="Arial" panose="020B0604020202020204" pitchFamily="34" charset="0"/>
                <a:ea typeface="黑体" panose="02010609060101010101" pitchFamily="49" charset="-122"/>
              </a:endParaRPr>
            </a:p>
          </p:txBody>
        </p:sp>
        <p:sp>
          <p:nvSpPr>
            <p:cNvPr id="18439" name="文本框 1"/>
            <p:cNvSpPr txBox="1"/>
            <p:nvPr/>
          </p:nvSpPr>
          <p:spPr>
            <a:xfrm>
              <a:off x="13608" y="8810"/>
              <a:ext cx="5327" cy="823"/>
            </a:xfrm>
            <a:prstGeom prst="rect">
              <a:avLst/>
            </a:prstGeom>
            <a:noFill/>
            <a:ln w="9525">
              <a:noFill/>
            </a:ln>
          </p:spPr>
          <p:txBody>
            <a:bodyPr wrap="none">
              <a:spAutoFit/>
            </a:bodyPr>
            <a:lstStyle/>
            <a:p>
              <a:pPr eaLnBrk="1" hangingPunct="1"/>
              <a:r>
                <a:rPr lang="en-US" altLang="zh-CN" sz="2800" dirty="0">
                  <a:latin typeface="Arial" panose="020B0604020202020204" pitchFamily="34" charset="0"/>
                  <a:sym typeface="黑体" panose="02010609060101010101" pitchFamily="49" charset="-122"/>
                </a:rPr>
                <a:t>——《</a:t>
              </a:r>
              <a:r>
                <a:rPr lang="zh-CN" altLang="en-US" sz="2800" dirty="0">
                  <a:latin typeface="Arial" panose="020B0604020202020204" pitchFamily="34" charset="0"/>
                  <a:ea typeface="黑体" panose="02010609060101010101" pitchFamily="49" charset="-122"/>
                  <a:sym typeface="黑体" panose="02010609060101010101" pitchFamily="49" charset="-122"/>
                </a:rPr>
                <a:t>共产党宣言</a:t>
              </a:r>
              <a:r>
                <a:rPr lang="en-US" altLang="zh-CN" sz="2800" dirty="0">
                  <a:latin typeface="Arial" panose="020B0604020202020204" pitchFamily="34" charset="0"/>
                  <a:sym typeface="黑体" panose="02010609060101010101" pitchFamily="49" charset="-122"/>
                </a:rPr>
                <a:t>》</a:t>
              </a:r>
            </a:p>
          </p:txBody>
        </p:sp>
      </p:grpSp>
      <p:sp>
        <p:nvSpPr>
          <p:cNvPr id="18440" name="AutoShape 10" descr="http://img2.imgtn.bdimg.com/it/u=1477345571,1529658255&amp;fm=27&amp;gp=0.jpg"/>
          <p:cNvSpPr>
            <a:spLocks noChangeAspect="1"/>
          </p:cNvSpPr>
          <p:nvPr/>
        </p:nvSpPr>
        <p:spPr>
          <a:xfrm>
            <a:off x="155575" y="-144462"/>
            <a:ext cx="304800" cy="304800"/>
          </a:xfrm>
          <a:prstGeom prst="rect">
            <a:avLst/>
          </a:prstGeom>
          <a:noFill/>
          <a:ln w="9525">
            <a:noFill/>
          </a:ln>
        </p:spPr>
        <p:txBody>
          <a:bodyPr/>
          <a:lstStyle/>
          <a:p>
            <a:endParaRPr lang="zh-CN" altLang="en-US" dirty="0">
              <a:latin typeface="Arial" panose="020B0604020202020204" pitchFamily="34" charset="0"/>
            </a:endParaRPr>
          </a:p>
        </p:txBody>
      </p:sp>
      <p:sp>
        <p:nvSpPr>
          <p:cNvPr id="18441" name="AutoShape 12" descr="http://img2.imgtn.bdimg.com/it/u=1477345571,1529658255&amp;fm=27&amp;gp=0.jpg"/>
          <p:cNvSpPr>
            <a:spLocks noChangeAspect="1"/>
          </p:cNvSpPr>
          <p:nvPr/>
        </p:nvSpPr>
        <p:spPr>
          <a:xfrm>
            <a:off x="155575" y="-144462"/>
            <a:ext cx="304800" cy="304800"/>
          </a:xfrm>
          <a:prstGeom prst="rect">
            <a:avLst/>
          </a:prstGeom>
          <a:noFill/>
          <a:ln w="9525">
            <a:noFill/>
          </a:ln>
        </p:spPr>
        <p:txBody>
          <a:bodyPr/>
          <a:lstStyle/>
          <a:p>
            <a:endParaRPr lang="zh-CN" altLang="en-US" dirty="0">
              <a:latin typeface="Arial" panose="020B0604020202020204" pitchFamily="34" charset="0"/>
            </a:endParaRPr>
          </a:p>
        </p:txBody>
      </p:sp>
      <p:pic>
        <p:nvPicPr>
          <p:cNvPr id="18442" name="图片 10" descr="timg.jpg"/>
          <p:cNvPicPr>
            <a:picLocks noChangeAspect="1"/>
          </p:cNvPicPr>
          <p:nvPr/>
        </p:nvPicPr>
        <p:blipFill>
          <a:blip r:embed="rId4" cstate="print"/>
          <a:stretch>
            <a:fillRect/>
          </a:stretch>
        </p:blipFill>
        <p:spPr>
          <a:xfrm>
            <a:off x="395288" y="1492250"/>
            <a:ext cx="5459412" cy="3857625"/>
          </a:xfrm>
          <a:prstGeom prst="rect">
            <a:avLst/>
          </a:prstGeom>
          <a:noFill/>
          <a:ln w="9525">
            <a:noFill/>
          </a:ln>
        </p:spPr>
      </p:pic>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000"/>
                                        <p:tgtEl>
                                          <p:spTgt spid="3">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1000"/>
                                        <p:tgtEl>
                                          <p:spTgt spid="3">
                                            <p:txEl>
                                              <p:pRg st="2" end="2"/>
                                            </p:txEl>
                                          </p:spTgt>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10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3" presetClass="entr" presetSubtype="32" fill="hold" nodeType="clickEffect">
                                  <p:stCondLst>
                                    <p:cond delay="0"/>
                                  </p:stCondLst>
                                  <p:childTnLst>
                                    <p:set>
                                      <p:cBhvr>
                                        <p:cTn id="23" dur="1" fill="hold">
                                          <p:stCondLst>
                                            <p:cond delay="0"/>
                                          </p:stCondLst>
                                        </p:cTn>
                                        <p:tgtEl>
                                          <p:spTgt spid="18442"/>
                                        </p:tgtEl>
                                        <p:attrNameLst>
                                          <p:attrName>style.visibility</p:attrName>
                                        </p:attrNameLst>
                                      </p:cBhvr>
                                      <p:to>
                                        <p:strVal val="visible"/>
                                      </p:to>
                                    </p:set>
                                    <p:animEffect transition="in" filter="plus(out)">
                                      <p:cBhvr>
                                        <p:cTn id="24" dur="1000"/>
                                        <p:tgtEl>
                                          <p:spTgt spid="184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pic>
        <p:nvPicPr>
          <p:cNvPr id="24580" name="图片 100354" descr="恩格斯图片"/>
          <p:cNvPicPr>
            <a:picLocks noChangeAspect="1"/>
          </p:cNvPicPr>
          <p:nvPr/>
        </p:nvPicPr>
        <p:blipFill>
          <a:blip r:embed="rId4" cstate="print"/>
          <a:stretch>
            <a:fillRect/>
          </a:stretch>
        </p:blipFill>
        <p:spPr>
          <a:xfrm>
            <a:off x="231775" y="952500"/>
            <a:ext cx="2205038" cy="2492375"/>
          </a:xfrm>
          <a:prstGeom prst="rect">
            <a:avLst/>
          </a:prstGeom>
          <a:noFill/>
          <a:ln w="9525">
            <a:noFill/>
          </a:ln>
        </p:spPr>
      </p:pic>
      <p:sp>
        <p:nvSpPr>
          <p:cNvPr id="24581" name="文本框 1"/>
          <p:cNvSpPr txBox="1"/>
          <p:nvPr/>
        </p:nvSpPr>
        <p:spPr>
          <a:xfrm>
            <a:off x="2616200" y="952500"/>
            <a:ext cx="9032875" cy="1641475"/>
          </a:xfrm>
          <a:prstGeom prst="rect">
            <a:avLst/>
          </a:prstGeom>
          <a:noFill/>
          <a:ln w="9525">
            <a:noFill/>
          </a:ln>
        </p:spPr>
        <p:txBody>
          <a:bodyPr>
            <a:spAutoFit/>
          </a:bodyPr>
          <a:lstStyle/>
          <a:p>
            <a:pPr eaLnBrk="1" hangingPunct="1">
              <a:lnSpc>
                <a:spcPct val="120000"/>
              </a:lnSpc>
              <a:buFont typeface="Wingdings" panose="05000000000000000000" pitchFamily="2" charset="2"/>
              <a:buNone/>
            </a:pPr>
            <a:r>
              <a:rPr lang="zh-CN" altLang="en-US" sz="2800" dirty="0">
                <a:latin typeface="微软雅黑" panose="020B0503020204020204" pitchFamily="34" charset="-122"/>
                <a:sym typeface="黑体" panose="02010609060101010101" pitchFamily="49" charset="-122"/>
              </a:rPr>
              <a:t>我们的理论是发展着的理论，而不是必须背得烂熟并机械地加以重复的教条。</a:t>
            </a:r>
            <a:endParaRPr lang="zh-CN" altLang="en-US" sz="2800" dirty="0">
              <a:latin typeface="微软雅黑" panose="020B0503020204020204" pitchFamily="34" charset="-122"/>
            </a:endParaRPr>
          </a:p>
          <a:p>
            <a:pPr eaLnBrk="1" hangingPunct="1">
              <a:lnSpc>
                <a:spcPct val="120000"/>
              </a:lnSpc>
              <a:buFont typeface="Wingdings" panose="05000000000000000000" pitchFamily="2" charset="2"/>
              <a:buNone/>
            </a:pPr>
            <a:endParaRPr lang="zh-CN" altLang="en-US" sz="2800" dirty="0">
              <a:latin typeface="微软雅黑" panose="020B0503020204020204" pitchFamily="34" charset="-122"/>
              <a:sym typeface="黑体" panose="02010609060101010101" pitchFamily="49" charset="-122"/>
            </a:endParaRPr>
          </a:p>
        </p:txBody>
      </p:sp>
      <p:grpSp>
        <p:nvGrpSpPr>
          <p:cNvPr id="2" name="组合 1"/>
          <p:cNvGrpSpPr/>
          <p:nvPr/>
        </p:nvGrpSpPr>
        <p:grpSpPr>
          <a:xfrm>
            <a:off x="231775" y="3879850"/>
            <a:ext cx="11727815" cy="2691765"/>
            <a:chOff x="365" y="6110"/>
            <a:chExt cx="18469" cy="4239"/>
          </a:xfrm>
        </p:grpSpPr>
        <p:pic>
          <p:nvPicPr>
            <p:cNvPr id="24582" name="图片 5"/>
            <p:cNvPicPr>
              <a:picLocks noChangeAspect="1"/>
            </p:cNvPicPr>
            <p:nvPr/>
          </p:nvPicPr>
          <p:blipFill>
            <a:blip r:embed="rId5" cstate="print"/>
            <a:stretch>
              <a:fillRect/>
            </a:stretch>
          </p:blipFill>
          <p:spPr>
            <a:xfrm>
              <a:off x="12670" y="6333"/>
              <a:ext cx="6165" cy="4017"/>
            </a:xfrm>
            <a:prstGeom prst="rect">
              <a:avLst/>
            </a:prstGeom>
            <a:noFill/>
            <a:ln w="9525">
              <a:noFill/>
            </a:ln>
          </p:spPr>
        </p:pic>
        <p:sp>
          <p:nvSpPr>
            <p:cNvPr id="4" name="圆角矩形标注 3"/>
            <p:cNvSpPr/>
            <p:nvPr/>
          </p:nvSpPr>
          <p:spPr>
            <a:xfrm>
              <a:off x="365" y="6110"/>
              <a:ext cx="11080" cy="2860"/>
            </a:xfrm>
            <a:prstGeom prst="wedgeRoundRectCallout">
              <a:avLst>
                <a:gd name="adj1" fmla="val 60248"/>
                <a:gd name="adj2" fmla="val 4397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l" defTabSz="914400" rtl="0" eaLnBrk="1" fontAlgn="auto" latinLnBrk="0" hangingPunct="1">
                <a:lnSpc>
                  <a:spcPct val="120000"/>
                </a:lnSpc>
                <a:spcBef>
                  <a:spcPct val="0"/>
                </a:spcBef>
                <a:spcAft>
                  <a:spcPct val="0"/>
                </a:spcAft>
                <a:buClrTx/>
                <a:buSzTx/>
                <a:buFontTx/>
                <a:buNone/>
                <a:defRPr/>
              </a:pPr>
              <a:r>
                <a:rPr kumimoji="0" lang="zh-CN" altLang="en-US" sz="2800" b="0" i="0" u="none" strike="noStrike" kern="1200" cap="none" spc="0" normalizeH="0" baseline="0" noProof="1">
                  <a:ln>
                    <a:noFill/>
                  </a:ln>
                  <a:solidFill>
                    <a:schemeClr val="bg1"/>
                  </a:solidFill>
                  <a:effectLst/>
                  <a:uLnTx/>
                  <a:uFillTx/>
                  <a:latin typeface="微软雅黑" panose="020B0503020204020204" pitchFamily="34" charset="-122"/>
                  <a:ea typeface="微软雅黑" panose="020B0503020204020204" pitchFamily="34" charset="-122"/>
                  <a:cs typeface="+mn-cs"/>
                  <a:sym typeface="+mn-ea"/>
                </a:rPr>
                <a:t>马克思主义必定随着时代、实践和科学的发展而不断发展，不可能一成不变，社会主义从来都是在开拓中前进的。</a:t>
              </a:r>
            </a:p>
          </p:txBody>
        </p:sp>
      </p:grpSp>
      <p:sp>
        <p:nvSpPr>
          <p:cNvPr id="24584" name="文本框 2"/>
          <p:cNvSpPr txBox="1"/>
          <p:nvPr/>
        </p:nvSpPr>
        <p:spPr>
          <a:xfrm>
            <a:off x="2616200" y="2092325"/>
            <a:ext cx="9032875" cy="1641475"/>
          </a:xfrm>
          <a:prstGeom prst="rect">
            <a:avLst/>
          </a:prstGeom>
          <a:noFill/>
          <a:ln w="9525">
            <a:noFill/>
          </a:ln>
        </p:spPr>
        <p:txBody>
          <a:bodyPr>
            <a:spAutoFit/>
          </a:bodyPr>
          <a:lstStyle/>
          <a:p>
            <a:pPr eaLnBrk="1" hangingPunct="1">
              <a:lnSpc>
                <a:spcPct val="120000"/>
              </a:lnSpc>
              <a:buFont typeface="Wingdings" panose="05000000000000000000" pitchFamily="2" charset="2"/>
              <a:buNone/>
            </a:pPr>
            <a:r>
              <a:rPr lang="zh-CN" altLang="en-US" sz="2800" dirty="0">
                <a:latin typeface="微软雅黑" panose="020B0503020204020204" pitchFamily="34" charset="-122"/>
                <a:sym typeface="黑体" panose="02010609060101010101" pitchFamily="49" charset="-122"/>
              </a:rPr>
              <a:t>马克思的整个世界观不是教义，而是方法。它提供的不是现成的教条，而是进一步研究的出发点和供这种研究使用的方法。</a:t>
            </a:r>
          </a:p>
        </p:txBody>
      </p:sp>
      <p:sp>
        <p:nvSpPr>
          <p:cNvPr id="24585" name="标题 9"/>
          <p:cNvSpPr>
            <a:spLocks noGrp="1"/>
          </p:cNvSpPr>
          <p:nvPr/>
        </p:nvSpPr>
        <p:spPr>
          <a:xfrm>
            <a:off x="0" y="-41275"/>
            <a:ext cx="4038600" cy="787400"/>
          </a:xfrm>
          <a:prstGeom prst="rect">
            <a:avLst/>
          </a:prstGeom>
          <a:noFill/>
          <a:ln w="9525">
            <a:noFill/>
          </a:ln>
        </p:spPr>
        <p:txBody>
          <a:bodyPr anchor="ctr"/>
          <a:lstStyle/>
          <a:p>
            <a:pPr algn="ctr" eaLnBrk="1" hangingPunct="1">
              <a:lnSpc>
                <a:spcPct val="12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rPr>
              <a:t>（五）发展性</a:t>
            </a: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fade">
                                      <p:cBhvr>
                                        <p:cTn id="7" dur="1000"/>
                                        <p:tgtEl>
                                          <p:spTgt spid="2458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581"/>
                                        </p:tgtEl>
                                        <p:attrNameLst>
                                          <p:attrName>style.visibility</p:attrName>
                                        </p:attrNameLst>
                                      </p:cBhvr>
                                      <p:to>
                                        <p:strVal val="visible"/>
                                      </p:to>
                                    </p:set>
                                    <p:animEffect transition="in" filter="fade">
                                      <p:cBhvr>
                                        <p:cTn id="10" dur="1000"/>
                                        <p:tgtEl>
                                          <p:spTgt spid="2458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584"/>
                                        </p:tgtEl>
                                        <p:attrNameLst>
                                          <p:attrName>style.visibility</p:attrName>
                                        </p:attrNameLst>
                                      </p:cBhvr>
                                      <p:to>
                                        <p:strVal val="visible"/>
                                      </p:to>
                                    </p:set>
                                    <p:animEffect transition="in" filter="fade">
                                      <p:cBhvr>
                                        <p:cTn id="15" dur="1000"/>
                                        <p:tgtEl>
                                          <p:spTgt spid="2458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5399088" cy="788988"/>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5604" name="文本框 8"/>
          <p:cNvSpPr txBox="1"/>
          <p:nvPr/>
        </p:nvSpPr>
        <p:spPr>
          <a:xfrm>
            <a:off x="5372100" y="265113"/>
            <a:ext cx="6584950" cy="520700"/>
          </a:xfrm>
          <a:prstGeom prst="rect">
            <a:avLst/>
          </a:prstGeom>
          <a:noFill/>
          <a:ln w="9525">
            <a:noFill/>
          </a:ln>
        </p:spPr>
        <p:txBody>
          <a:bodyPr wrap="none">
            <a:spAutoFit/>
          </a:bodyPr>
          <a:lstStyle/>
          <a:p>
            <a:pPr eaLnBrk="1" hangingPunct="1">
              <a:buFont typeface="Arial" panose="020B0604020202020204" pitchFamily="34" charset="0"/>
              <a:buNone/>
            </a:pPr>
            <a:r>
              <a:rPr lang="zh-CN" altLang="en-US" sz="2800" dirty="0">
                <a:latin typeface="微软雅黑" panose="020B0503020204020204" pitchFamily="34" charset="-122"/>
                <a:sym typeface="黑体" panose="02010609060101010101" pitchFamily="49" charset="-122"/>
              </a:rPr>
              <a:t>马克思主义</a:t>
            </a:r>
            <a:r>
              <a:rPr lang="zh-CN" altLang="zh-CN" sz="2800" dirty="0">
                <a:latin typeface="微软雅黑" panose="020B0503020204020204" pitchFamily="34" charset="-122"/>
                <a:sym typeface="黑体" panose="02010609060101010101" pitchFamily="49" charset="-122"/>
              </a:rPr>
              <a:t>与中国实际相结合的</a:t>
            </a:r>
            <a:r>
              <a:rPr lang="zh-CN" altLang="en-US" sz="2800" dirty="0">
                <a:latin typeface="微软雅黑" panose="020B0503020204020204" pitchFamily="34" charset="-122"/>
                <a:sym typeface="黑体" panose="02010609060101010101" pitchFamily="49" charset="-122"/>
              </a:rPr>
              <a:t>理论成果</a:t>
            </a:r>
          </a:p>
        </p:txBody>
      </p:sp>
      <p:sp>
        <p:nvSpPr>
          <p:cNvPr id="25605" name="标题 9"/>
          <p:cNvSpPr>
            <a:spLocks noGrp="1"/>
          </p:cNvSpPr>
          <p:nvPr/>
        </p:nvSpPr>
        <p:spPr>
          <a:xfrm>
            <a:off x="0" y="-41275"/>
            <a:ext cx="4038600" cy="787400"/>
          </a:xfrm>
          <a:prstGeom prst="rect">
            <a:avLst/>
          </a:prstGeom>
          <a:noFill/>
          <a:ln w="9525">
            <a:noFill/>
          </a:ln>
        </p:spPr>
        <p:txBody>
          <a:bodyPr anchor="ctr"/>
          <a:lstStyle/>
          <a:p>
            <a:pPr algn="ctr" eaLnBrk="1" hangingPunct="1">
              <a:lnSpc>
                <a:spcPct val="12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rPr>
              <a:t>（五）发展性</a:t>
            </a:r>
          </a:p>
        </p:txBody>
      </p:sp>
      <p:grpSp>
        <p:nvGrpSpPr>
          <p:cNvPr id="25606" name="组合 5"/>
          <p:cNvGrpSpPr/>
          <p:nvPr/>
        </p:nvGrpSpPr>
        <p:grpSpPr>
          <a:xfrm>
            <a:off x="520379" y="2272177"/>
            <a:ext cx="3395666" cy="3362928"/>
            <a:chOff x="681" y="4231"/>
            <a:chExt cx="5348" cy="5295"/>
          </a:xfrm>
        </p:grpSpPr>
        <p:sp>
          <p:nvSpPr>
            <p:cNvPr id="10" name="左大括号 9"/>
            <p:cNvSpPr/>
            <p:nvPr/>
          </p:nvSpPr>
          <p:spPr>
            <a:xfrm>
              <a:off x="5224" y="4231"/>
              <a:ext cx="805" cy="5295"/>
            </a:xfrm>
            <a:prstGeom prst="leftBrace">
              <a:avLst>
                <a:gd name="adj1" fmla="val 21117"/>
                <a:gd name="adj2" fmla="val 50000"/>
              </a:avLst>
            </a:prstGeom>
            <a:ln w="22225"/>
          </p:spPr>
          <p:style>
            <a:lnRef idx="1">
              <a:schemeClr val="accent2"/>
            </a:lnRef>
            <a:fillRef idx="0">
              <a:schemeClr val="accent2"/>
            </a:fillRef>
            <a:effectRef idx="0">
              <a:schemeClr val="accent2"/>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
          <p:nvSpPr>
            <p:cNvPr id="11" name="泪滴形 10"/>
            <p:cNvSpPr/>
            <p:nvPr/>
          </p:nvSpPr>
          <p:spPr>
            <a:xfrm rot="2374540">
              <a:off x="681" y="5137"/>
              <a:ext cx="3828" cy="3827"/>
            </a:xfrm>
            <a:prstGeom prst="teardrop">
              <a:avLst>
                <a:gd name="adj" fmla="val 900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1">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5620" name="文本框 3"/>
            <p:cNvSpPr txBox="1"/>
            <p:nvPr/>
          </p:nvSpPr>
          <p:spPr>
            <a:xfrm>
              <a:off x="1128" y="5714"/>
              <a:ext cx="2802" cy="2761"/>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中国特色社会主义理论体系</a:t>
              </a:r>
            </a:p>
          </p:txBody>
        </p:sp>
      </p:grpSp>
      <p:grpSp>
        <p:nvGrpSpPr>
          <p:cNvPr id="2" name="组合 1"/>
          <p:cNvGrpSpPr/>
          <p:nvPr/>
        </p:nvGrpSpPr>
        <p:grpSpPr>
          <a:xfrm>
            <a:off x="4262755" y="1732280"/>
            <a:ext cx="6695440" cy="764540"/>
            <a:chOff x="6713" y="2728"/>
            <a:chExt cx="10544" cy="1204"/>
          </a:xfrm>
        </p:grpSpPr>
        <p:sp>
          <p:nvSpPr>
            <p:cNvPr id="7" name="圆角矩形 6"/>
            <p:cNvSpPr/>
            <p:nvPr/>
          </p:nvSpPr>
          <p:spPr>
            <a:xfrm>
              <a:off x="6713" y="2728"/>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2" name="文本框 15"/>
            <p:cNvSpPr txBox="1"/>
            <p:nvPr/>
          </p:nvSpPr>
          <p:spPr>
            <a:xfrm>
              <a:off x="6905" y="2800"/>
              <a:ext cx="9893" cy="1015"/>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毛泽东思想</a:t>
              </a:r>
            </a:p>
          </p:txBody>
        </p:sp>
      </p:grpSp>
      <p:grpSp>
        <p:nvGrpSpPr>
          <p:cNvPr id="3" name="组合 2"/>
          <p:cNvGrpSpPr/>
          <p:nvPr/>
        </p:nvGrpSpPr>
        <p:grpSpPr>
          <a:xfrm>
            <a:off x="4262755" y="2647950"/>
            <a:ext cx="6695440" cy="764540"/>
            <a:chOff x="6713" y="4170"/>
            <a:chExt cx="10544" cy="1204"/>
          </a:xfrm>
        </p:grpSpPr>
        <p:sp>
          <p:nvSpPr>
            <p:cNvPr id="12" name="圆角矩形 11"/>
            <p:cNvSpPr/>
            <p:nvPr/>
          </p:nvSpPr>
          <p:spPr>
            <a:xfrm>
              <a:off x="6713" y="4170"/>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3" name="文本框 16"/>
            <p:cNvSpPr txBox="1"/>
            <p:nvPr/>
          </p:nvSpPr>
          <p:spPr>
            <a:xfrm>
              <a:off x="6755" y="4243"/>
              <a:ext cx="9893" cy="1015"/>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邓小平理论</a:t>
              </a:r>
            </a:p>
          </p:txBody>
        </p:sp>
      </p:grpSp>
      <p:grpSp>
        <p:nvGrpSpPr>
          <p:cNvPr id="4" name="组合 3"/>
          <p:cNvGrpSpPr/>
          <p:nvPr/>
        </p:nvGrpSpPr>
        <p:grpSpPr>
          <a:xfrm>
            <a:off x="4262755" y="3564255"/>
            <a:ext cx="6695440" cy="764540"/>
            <a:chOff x="6713" y="5613"/>
            <a:chExt cx="10544" cy="1204"/>
          </a:xfrm>
        </p:grpSpPr>
        <p:sp>
          <p:nvSpPr>
            <p:cNvPr id="13" name="圆角矩形 12"/>
            <p:cNvSpPr/>
            <p:nvPr/>
          </p:nvSpPr>
          <p:spPr>
            <a:xfrm>
              <a:off x="6713" y="5613"/>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4" name="文本框 17"/>
            <p:cNvSpPr txBox="1"/>
            <p:nvPr/>
          </p:nvSpPr>
          <p:spPr>
            <a:xfrm>
              <a:off x="6713" y="5643"/>
              <a:ext cx="9892" cy="1015"/>
            </a:xfrm>
            <a:prstGeom prst="rect">
              <a:avLst/>
            </a:prstGeom>
            <a:noFill/>
            <a:ln w="9525">
              <a:noFill/>
            </a:ln>
          </p:spPr>
          <p:txBody>
            <a:bodyPr>
              <a:spAutoFit/>
            </a:bodyPr>
            <a:lstStyle/>
            <a:p>
              <a:pPr algn="ctr" eaLnBrk="1" hangingPunct="1">
                <a:lnSpc>
                  <a:spcPct val="120000"/>
                </a:lnSpc>
              </a:pPr>
              <a:r>
                <a:rPr lang="en-US" altLang="zh-CN" sz="3000" b="1" dirty="0">
                  <a:solidFill>
                    <a:schemeClr val="bg1"/>
                  </a:solidFill>
                  <a:latin typeface="微软雅黑" panose="020B0503020204020204" pitchFamily="34" charset="-122"/>
                  <a:sym typeface="黑体" panose="02010609060101010101" pitchFamily="49" charset="-122"/>
                </a:rPr>
                <a:t>“</a:t>
              </a:r>
              <a:r>
                <a:rPr lang="zh-CN" altLang="zh-CN" sz="3000" b="1" dirty="0">
                  <a:solidFill>
                    <a:schemeClr val="bg1"/>
                  </a:solidFill>
                  <a:latin typeface="微软雅黑" panose="020B0503020204020204" pitchFamily="34" charset="-122"/>
                  <a:sym typeface="黑体" panose="02010609060101010101" pitchFamily="49" charset="-122"/>
                </a:rPr>
                <a:t>三个代表</a:t>
              </a:r>
              <a:r>
                <a:rPr lang="en-US" altLang="zh-CN" sz="3000" b="1" dirty="0">
                  <a:solidFill>
                    <a:schemeClr val="bg1"/>
                  </a:solidFill>
                  <a:latin typeface="微软雅黑" panose="020B0503020204020204" pitchFamily="34" charset="-122"/>
                  <a:sym typeface="黑体" panose="02010609060101010101" pitchFamily="49" charset="-122"/>
                </a:rPr>
                <a:t>”</a:t>
              </a:r>
              <a:r>
                <a:rPr lang="zh-CN" altLang="en-US" sz="3000" b="1" dirty="0">
                  <a:solidFill>
                    <a:schemeClr val="bg1"/>
                  </a:solidFill>
                  <a:latin typeface="微软雅黑" panose="020B0503020204020204" pitchFamily="34" charset="-122"/>
                  <a:sym typeface="黑体" panose="02010609060101010101" pitchFamily="49" charset="-122"/>
                </a:rPr>
                <a:t>重要思想</a:t>
              </a:r>
            </a:p>
          </p:txBody>
        </p:sp>
      </p:grpSp>
      <p:grpSp>
        <p:nvGrpSpPr>
          <p:cNvPr id="6" name="组合 5"/>
          <p:cNvGrpSpPr/>
          <p:nvPr/>
        </p:nvGrpSpPr>
        <p:grpSpPr>
          <a:xfrm>
            <a:off x="4262755" y="4479925"/>
            <a:ext cx="6695440" cy="764540"/>
            <a:chOff x="6713" y="7055"/>
            <a:chExt cx="10544" cy="1204"/>
          </a:xfrm>
        </p:grpSpPr>
        <p:sp>
          <p:nvSpPr>
            <p:cNvPr id="14" name="圆角矩形 13"/>
            <p:cNvSpPr/>
            <p:nvPr/>
          </p:nvSpPr>
          <p:spPr>
            <a:xfrm>
              <a:off x="6713" y="7055"/>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5" name="文本框 18"/>
            <p:cNvSpPr txBox="1"/>
            <p:nvPr/>
          </p:nvSpPr>
          <p:spPr>
            <a:xfrm>
              <a:off x="6778" y="7190"/>
              <a:ext cx="9892" cy="1018"/>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科学发展观</a:t>
              </a:r>
            </a:p>
          </p:txBody>
        </p:sp>
      </p:grpSp>
      <p:grpSp>
        <p:nvGrpSpPr>
          <p:cNvPr id="9" name="组合 8"/>
          <p:cNvGrpSpPr/>
          <p:nvPr/>
        </p:nvGrpSpPr>
        <p:grpSpPr>
          <a:xfrm>
            <a:off x="4262755" y="5396230"/>
            <a:ext cx="6695440" cy="764540"/>
            <a:chOff x="6713" y="8498"/>
            <a:chExt cx="10544" cy="1204"/>
          </a:xfrm>
        </p:grpSpPr>
        <p:sp>
          <p:nvSpPr>
            <p:cNvPr id="15" name="圆角矩形 14"/>
            <p:cNvSpPr/>
            <p:nvPr/>
          </p:nvSpPr>
          <p:spPr>
            <a:xfrm>
              <a:off x="6713" y="8498"/>
              <a:ext cx="10545" cy="1205"/>
            </a:xfrm>
            <a:prstGeom prst="roundRect">
              <a:avLst/>
            </a:prstGeom>
            <a:solidFill>
              <a:srgbClr val="BC24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5616" name="文本框 19"/>
            <p:cNvSpPr txBox="1"/>
            <p:nvPr/>
          </p:nvSpPr>
          <p:spPr>
            <a:xfrm>
              <a:off x="6755" y="8591"/>
              <a:ext cx="10210" cy="1018"/>
            </a:xfrm>
            <a:prstGeom prst="rect">
              <a:avLst/>
            </a:prstGeom>
            <a:noFill/>
            <a:ln w="9525">
              <a:noFill/>
            </a:ln>
          </p:spPr>
          <p:txBody>
            <a:bodyPr>
              <a:spAutoFit/>
            </a:bodyPr>
            <a:lstStyle/>
            <a:p>
              <a:pPr algn="ctr" eaLnBrk="1" hangingPunct="1">
                <a:lnSpc>
                  <a:spcPct val="120000"/>
                </a:lnSpc>
              </a:pPr>
              <a:r>
                <a:rPr lang="zh-CN" altLang="en-US" sz="3000" b="1" dirty="0">
                  <a:solidFill>
                    <a:schemeClr val="bg1"/>
                  </a:solidFill>
                  <a:latin typeface="微软雅黑" panose="020B0503020204020204" pitchFamily="34" charset="-122"/>
                  <a:sym typeface="黑体" panose="02010609060101010101" pitchFamily="49" charset="-122"/>
                </a:rPr>
                <a:t>习近平新时代中国特色社会主义思想</a:t>
              </a:r>
            </a:p>
          </p:txBody>
        </p:sp>
      </p:grpSp>
      <p:sp>
        <p:nvSpPr>
          <p:cNvPr id="20" name="矩形 19"/>
          <p:cNvSpPr/>
          <p:nvPr/>
        </p:nvSpPr>
        <p:spPr>
          <a:xfrm>
            <a:off x="314325" y="984250"/>
            <a:ext cx="11877675" cy="609600"/>
          </a:xfrm>
          <a:prstGeom prst="rect">
            <a:avLst/>
          </a:prstGeom>
        </p:spPr>
        <p:txBody>
          <a:bodyPr>
            <a:spAutoFit/>
          </a:bodyPr>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zh-CN" altLang="en-US" sz="2800" b="0"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马克思主义发展到不同阶段所解决的时代课题不同，具有鲜明的时代性。</a:t>
            </a: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606"/>
                                        </p:tgtEl>
                                        <p:attrNameLst>
                                          <p:attrName>style.visibility</p:attrName>
                                        </p:attrNameLst>
                                      </p:cBhvr>
                                      <p:to>
                                        <p:strVal val="visible"/>
                                      </p:to>
                                    </p:set>
                                    <p:animEffect transition="in" filter="wipe(left)">
                                      <p:cBhvr>
                                        <p:cTn id="12" dur="1000"/>
                                        <p:tgtEl>
                                          <p:spTgt spid="256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1535487" y="885190"/>
            <a:ext cx="9115281" cy="5736232"/>
            <a:chOff x="2418" y="1106"/>
            <a:chExt cx="14355" cy="9441"/>
          </a:xfrm>
        </p:grpSpPr>
        <p:sp>
          <p:nvSpPr>
            <p:cNvPr id="3" name="object 3"/>
            <p:cNvSpPr/>
            <p:nvPr/>
          </p:nvSpPr>
          <p:spPr>
            <a:xfrm>
              <a:off x="2418" y="4340"/>
              <a:ext cx="14355" cy="2751"/>
            </a:xfrm>
            <a:prstGeom prst="rect">
              <a:avLst/>
            </a:prstGeom>
            <a:blipFill>
              <a:blip r:embed="rId2" cstate="print"/>
              <a:stretch>
                <a:fillRect/>
              </a:stretch>
            </a:blipFill>
          </p:spPr>
          <p:txBody>
            <a:bodyPr wrap="square" lIns="0" tIns="0" rIns="0" bIns="0" rtlCol="0"/>
            <a:lstStyle/>
            <a:p>
              <a:endParaRPr sz="100"/>
            </a:p>
          </p:txBody>
        </p:sp>
        <p:sp>
          <p:nvSpPr>
            <p:cNvPr id="4" name="object 4"/>
            <p:cNvSpPr/>
            <p:nvPr/>
          </p:nvSpPr>
          <p:spPr>
            <a:xfrm>
              <a:off x="2418" y="4580"/>
              <a:ext cx="14355" cy="1941"/>
            </a:xfrm>
            <a:prstGeom prst="rect">
              <a:avLst/>
            </a:prstGeom>
            <a:blipFill>
              <a:blip r:embed="rId3" cstate="print"/>
              <a:stretch>
                <a:fillRect/>
              </a:stretch>
            </a:blipFill>
          </p:spPr>
          <p:txBody>
            <a:bodyPr wrap="square" lIns="0" tIns="0" rIns="0" bIns="0" rtlCol="0"/>
            <a:lstStyle/>
            <a:p>
              <a:endParaRPr sz="100"/>
            </a:p>
          </p:txBody>
        </p:sp>
        <p:sp>
          <p:nvSpPr>
            <p:cNvPr id="5" name="object 5"/>
            <p:cNvSpPr/>
            <p:nvPr/>
          </p:nvSpPr>
          <p:spPr>
            <a:xfrm>
              <a:off x="2418" y="7743"/>
              <a:ext cx="14355" cy="2804"/>
            </a:xfrm>
            <a:prstGeom prst="rect">
              <a:avLst/>
            </a:prstGeom>
            <a:blipFill>
              <a:blip r:embed="rId4" cstate="print"/>
              <a:stretch>
                <a:fillRect/>
              </a:stretch>
            </a:blipFill>
          </p:spPr>
          <p:txBody>
            <a:bodyPr wrap="square" lIns="0" tIns="0" rIns="0" bIns="0" rtlCol="0"/>
            <a:lstStyle/>
            <a:p>
              <a:endParaRPr sz="100"/>
            </a:p>
          </p:txBody>
        </p:sp>
        <p:sp>
          <p:nvSpPr>
            <p:cNvPr id="6" name="object 6"/>
            <p:cNvSpPr/>
            <p:nvPr/>
          </p:nvSpPr>
          <p:spPr>
            <a:xfrm>
              <a:off x="2418" y="7477"/>
              <a:ext cx="14355" cy="3017"/>
            </a:xfrm>
            <a:prstGeom prst="rect">
              <a:avLst/>
            </a:prstGeom>
            <a:blipFill>
              <a:blip r:embed="rId5" cstate="print"/>
              <a:stretch>
                <a:fillRect/>
              </a:stretch>
            </a:blipFill>
          </p:spPr>
          <p:txBody>
            <a:bodyPr wrap="square" lIns="0" tIns="0" rIns="0" bIns="0" rtlCol="0"/>
            <a:lstStyle/>
            <a:p>
              <a:endParaRPr sz="100"/>
            </a:p>
          </p:txBody>
        </p:sp>
        <p:sp>
          <p:nvSpPr>
            <p:cNvPr id="7" name="object 7"/>
            <p:cNvSpPr/>
            <p:nvPr/>
          </p:nvSpPr>
          <p:spPr>
            <a:xfrm>
              <a:off x="2418" y="2014"/>
              <a:ext cx="14355" cy="2751"/>
            </a:xfrm>
            <a:prstGeom prst="rect">
              <a:avLst/>
            </a:prstGeom>
            <a:blipFill>
              <a:blip r:embed="rId6" cstate="print"/>
              <a:stretch>
                <a:fillRect/>
              </a:stretch>
            </a:blipFill>
          </p:spPr>
          <p:txBody>
            <a:bodyPr wrap="square" lIns="0" tIns="0" rIns="0" bIns="0" rtlCol="0"/>
            <a:lstStyle/>
            <a:p>
              <a:endParaRPr sz="100"/>
            </a:p>
          </p:txBody>
        </p:sp>
        <p:sp>
          <p:nvSpPr>
            <p:cNvPr id="8" name="object 8"/>
            <p:cNvSpPr/>
            <p:nvPr/>
          </p:nvSpPr>
          <p:spPr>
            <a:xfrm>
              <a:off x="2418" y="2161"/>
              <a:ext cx="14355" cy="2539"/>
            </a:xfrm>
            <a:prstGeom prst="rect">
              <a:avLst/>
            </a:prstGeom>
            <a:blipFill>
              <a:blip r:embed="rId7" cstate="print"/>
              <a:stretch>
                <a:fillRect/>
              </a:stretch>
            </a:blipFill>
          </p:spPr>
          <p:txBody>
            <a:bodyPr wrap="square" lIns="0" tIns="0" rIns="0" bIns="0" rtlCol="0"/>
            <a:lstStyle/>
            <a:p>
              <a:endParaRPr sz="100"/>
            </a:p>
          </p:txBody>
        </p:sp>
        <p:sp>
          <p:nvSpPr>
            <p:cNvPr id="9" name="object 9"/>
            <p:cNvSpPr/>
            <p:nvPr/>
          </p:nvSpPr>
          <p:spPr>
            <a:xfrm>
              <a:off x="2418" y="2387"/>
              <a:ext cx="14355" cy="3748"/>
            </a:xfrm>
            <a:prstGeom prst="rect">
              <a:avLst/>
            </a:prstGeom>
            <a:blipFill>
              <a:blip r:embed="rId8" cstate="print"/>
              <a:stretch>
                <a:fillRect/>
              </a:stretch>
            </a:blipFill>
          </p:spPr>
          <p:txBody>
            <a:bodyPr wrap="square" lIns="0" tIns="0" rIns="0" bIns="0" rtlCol="0"/>
            <a:lstStyle/>
            <a:p>
              <a:endParaRPr sz="100"/>
            </a:p>
          </p:txBody>
        </p:sp>
        <p:sp>
          <p:nvSpPr>
            <p:cNvPr id="10" name="object 10"/>
            <p:cNvSpPr/>
            <p:nvPr/>
          </p:nvSpPr>
          <p:spPr>
            <a:xfrm>
              <a:off x="2418" y="6175"/>
              <a:ext cx="14355" cy="3748"/>
            </a:xfrm>
            <a:prstGeom prst="rect">
              <a:avLst/>
            </a:prstGeom>
            <a:blipFill>
              <a:blip r:embed="rId9" cstate="print"/>
              <a:stretch>
                <a:fillRect/>
              </a:stretch>
            </a:blipFill>
          </p:spPr>
          <p:txBody>
            <a:bodyPr wrap="square" lIns="0" tIns="0" rIns="0" bIns="0" rtlCol="0"/>
            <a:lstStyle/>
            <a:p>
              <a:endParaRPr sz="100"/>
            </a:p>
          </p:txBody>
        </p:sp>
        <p:sp>
          <p:nvSpPr>
            <p:cNvPr id="11" name="object 11"/>
            <p:cNvSpPr/>
            <p:nvPr/>
          </p:nvSpPr>
          <p:spPr>
            <a:xfrm>
              <a:off x="2418" y="5390"/>
              <a:ext cx="14355" cy="611"/>
            </a:xfrm>
            <a:prstGeom prst="rect">
              <a:avLst/>
            </a:prstGeom>
            <a:blipFill>
              <a:blip r:embed="rId10" cstate="print"/>
              <a:stretch>
                <a:fillRect/>
              </a:stretch>
            </a:blipFill>
          </p:spPr>
          <p:txBody>
            <a:bodyPr wrap="square" lIns="0" tIns="0" rIns="0" bIns="0" rtlCol="0"/>
            <a:lstStyle/>
            <a:p>
              <a:endParaRPr sz="100"/>
            </a:p>
          </p:txBody>
        </p:sp>
        <p:sp>
          <p:nvSpPr>
            <p:cNvPr id="12" name="object 12"/>
            <p:cNvSpPr/>
            <p:nvPr/>
          </p:nvSpPr>
          <p:spPr>
            <a:xfrm>
              <a:off x="2418" y="6281"/>
              <a:ext cx="14355" cy="625"/>
            </a:xfrm>
            <a:prstGeom prst="rect">
              <a:avLst/>
            </a:prstGeom>
            <a:blipFill>
              <a:blip r:embed="rId11" cstate="print"/>
              <a:stretch>
                <a:fillRect/>
              </a:stretch>
            </a:blipFill>
          </p:spPr>
          <p:txBody>
            <a:bodyPr wrap="square" lIns="0" tIns="0" rIns="0" bIns="0" rtlCol="0"/>
            <a:lstStyle/>
            <a:p>
              <a:endParaRPr sz="100"/>
            </a:p>
          </p:txBody>
        </p:sp>
        <p:sp>
          <p:nvSpPr>
            <p:cNvPr id="13" name="object 13"/>
            <p:cNvSpPr/>
            <p:nvPr/>
          </p:nvSpPr>
          <p:spPr>
            <a:xfrm>
              <a:off x="2418" y="4340"/>
              <a:ext cx="14355" cy="3017"/>
            </a:xfrm>
            <a:prstGeom prst="rect">
              <a:avLst/>
            </a:prstGeom>
            <a:blipFill>
              <a:blip r:embed="rId12" cstate="print"/>
              <a:stretch>
                <a:fillRect/>
              </a:stretch>
            </a:blipFill>
          </p:spPr>
          <p:txBody>
            <a:bodyPr wrap="square" lIns="0" tIns="0" rIns="0" bIns="0" rtlCol="0"/>
            <a:lstStyle/>
            <a:p>
              <a:endParaRPr sz="100"/>
            </a:p>
          </p:txBody>
        </p:sp>
        <p:sp>
          <p:nvSpPr>
            <p:cNvPr id="14" name="object 14"/>
            <p:cNvSpPr/>
            <p:nvPr/>
          </p:nvSpPr>
          <p:spPr>
            <a:xfrm>
              <a:off x="2418" y="4580"/>
              <a:ext cx="14355" cy="2206"/>
            </a:xfrm>
            <a:prstGeom prst="rect">
              <a:avLst/>
            </a:prstGeom>
            <a:blipFill>
              <a:blip r:embed="rId13" cstate="print"/>
              <a:stretch>
                <a:fillRect/>
              </a:stretch>
            </a:blipFill>
          </p:spPr>
          <p:txBody>
            <a:bodyPr wrap="square" lIns="0" tIns="0" rIns="0" bIns="0" rtlCol="0"/>
            <a:lstStyle/>
            <a:p>
              <a:endParaRPr sz="100"/>
            </a:p>
          </p:txBody>
        </p:sp>
        <p:sp>
          <p:nvSpPr>
            <p:cNvPr id="24" name="object 24"/>
            <p:cNvSpPr txBox="1"/>
            <p:nvPr/>
          </p:nvSpPr>
          <p:spPr>
            <a:xfrm>
              <a:off x="12818" y="8201"/>
              <a:ext cx="3838" cy="1468"/>
            </a:xfrm>
            <a:prstGeom prst="rect">
              <a:avLst/>
            </a:prstGeom>
          </p:spPr>
          <p:txBody>
            <a:bodyPr vert="horz" wrap="square" lIns="0" tIns="53990" rIns="0" bIns="0" rtlCol="0">
              <a:spAutoFit/>
            </a:bodyPr>
            <a:lstStyle/>
            <a:p>
              <a:pPr marL="198755" indent="-186055">
                <a:lnSpc>
                  <a:spcPct val="100000"/>
                </a:lnSpc>
                <a:spcBef>
                  <a:spcPts val="470"/>
                </a:spcBef>
                <a:buFont typeface="Arial" panose="020B0604020202020204"/>
                <a:buChar char="•"/>
                <a:tabLst>
                  <a:tab pos="199390" algn="l"/>
                </a:tabLst>
              </a:pPr>
              <a:r>
                <a:rPr sz="2800" spc="25" baseline="-25000" dirty="0">
                  <a:solidFill>
                    <a:srgbClr val="000065"/>
                  </a:solidFill>
                  <a:latin typeface="微软雅黑" panose="020B0503020204020204" pitchFamily="34" charset="-122"/>
                  <a:cs typeface="宋体" panose="02010600030101010101" pitchFamily="2" charset="-122"/>
                  <a:sym typeface="+mn-ea"/>
                </a:rPr>
                <a:t>根据新的实践，</a:t>
              </a:r>
              <a:r>
                <a:rPr sz="2800" spc="25" baseline="-25000" dirty="0">
                  <a:solidFill>
                    <a:srgbClr val="000065"/>
                  </a:solidFill>
                  <a:latin typeface="微软雅黑" panose="020B0503020204020204" pitchFamily="34" charset="-122"/>
                  <a:cs typeface="宋体" panose="02010600030101010101" pitchFamily="2" charset="-122"/>
                </a:rPr>
                <a:t>作出科学理论分析，推动党和国家事业</a:t>
              </a:r>
              <a:endParaRPr sz="2800" baseline="-25000">
                <a:latin typeface="微软雅黑" panose="020B0503020204020204" pitchFamily="34" charset="-122"/>
                <a:cs typeface="宋体" panose="02010600030101010101" pitchFamily="2" charset="-122"/>
              </a:endParaRPr>
            </a:p>
          </p:txBody>
        </p:sp>
        <p:sp>
          <p:nvSpPr>
            <p:cNvPr id="25" name="object 25"/>
            <p:cNvSpPr txBox="1"/>
            <p:nvPr/>
          </p:nvSpPr>
          <p:spPr>
            <a:xfrm>
              <a:off x="12818" y="9633"/>
              <a:ext cx="3343" cy="484"/>
            </a:xfrm>
            <a:prstGeom prst="rect">
              <a:avLst/>
            </a:prstGeom>
          </p:spPr>
          <p:txBody>
            <a:bodyPr vert="horz" wrap="square" lIns="0" tIns="14933" rIns="0" bIns="0" rtlCol="0">
              <a:spAutoFit/>
            </a:bodyPr>
            <a:lstStyle/>
            <a:p>
              <a:pPr marL="198755" indent="-186055">
                <a:lnSpc>
                  <a:spcPct val="100000"/>
                </a:lnSpc>
                <a:spcBef>
                  <a:spcPts val="130"/>
                </a:spcBef>
                <a:buFont typeface="Arial" panose="020B0604020202020204"/>
                <a:buChar char="•"/>
                <a:tabLst>
                  <a:tab pos="199390" algn="l"/>
                </a:tabLst>
              </a:pPr>
              <a:r>
                <a:rPr sz="2800" spc="25" baseline="-25000" dirty="0">
                  <a:solidFill>
                    <a:srgbClr val="000065"/>
                  </a:solidFill>
                  <a:latin typeface="微软雅黑" panose="020B0503020204020204" pitchFamily="34" charset="-122"/>
                  <a:cs typeface="宋体" panose="02010600030101010101" pitchFamily="2" charset="-122"/>
                </a:rPr>
                <a:t>发生历史性变革</a:t>
              </a:r>
            </a:p>
          </p:txBody>
        </p:sp>
        <p:sp>
          <p:nvSpPr>
            <p:cNvPr id="26" name="object 26"/>
            <p:cNvSpPr txBox="1"/>
            <p:nvPr/>
          </p:nvSpPr>
          <p:spPr>
            <a:xfrm>
              <a:off x="3211" y="8296"/>
              <a:ext cx="4383" cy="1726"/>
            </a:xfrm>
            <a:prstGeom prst="rect">
              <a:avLst/>
            </a:prstGeom>
          </p:spPr>
          <p:txBody>
            <a:bodyPr vert="horz" wrap="square" lIns="0" tIns="53990" rIns="0" bIns="0" rtlCol="0">
              <a:spAutoFit/>
            </a:bodyPr>
            <a:lstStyle/>
            <a:p>
              <a:pPr marL="264160" indent="-251460">
                <a:lnSpc>
                  <a:spcPct val="100000"/>
                </a:lnSpc>
                <a:spcBef>
                  <a:spcPts val="470"/>
                </a:spcBef>
                <a:buFont typeface="Arial" panose="020B0604020202020204"/>
                <a:buChar char="•"/>
                <a:tabLst>
                  <a:tab pos="264160" algn="l"/>
                  <a:tab pos="264795" algn="l"/>
                </a:tabLst>
              </a:pPr>
              <a:r>
                <a:rPr sz="2800" baseline="-25000" dirty="0">
                  <a:solidFill>
                    <a:srgbClr val="000065"/>
                  </a:solidFill>
                  <a:latin typeface="微软雅黑" panose="020B0503020204020204" pitchFamily="34" charset="-122"/>
                  <a:cs typeface="微软雅黑" panose="020B0503020204020204" pitchFamily="34" charset="-122"/>
                </a:rPr>
                <a:t>既是新时代的</a:t>
              </a:r>
              <a:endParaRPr sz="2800" baseline="-25000">
                <a:latin typeface="微软雅黑" panose="020B0503020204020204" pitchFamily="34" charset="-122"/>
                <a:cs typeface="微软雅黑" panose="020B0503020204020204" pitchFamily="34" charset="-122"/>
              </a:endParaRPr>
            </a:p>
            <a:p>
              <a:pPr marL="264160" marR="5080" indent="-251460">
                <a:lnSpc>
                  <a:spcPts val="2500"/>
                </a:lnSpc>
                <a:spcBef>
                  <a:spcPts val="575"/>
                </a:spcBef>
                <a:buFont typeface="Arial" panose="020B0604020202020204"/>
                <a:buChar char="•"/>
                <a:tabLst>
                  <a:tab pos="264160" algn="l"/>
                  <a:tab pos="264795" algn="l"/>
                </a:tabLst>
              </a:pPr>
              <a:r>
                <a:rPr sz="2800" baseline="-25000" dirty="0">
                  <a:solidFill>
                    <a:srgbClr val="000065"/>
                  </a:solidFill>
                  <a:latin typeface="微软雅黑" panose="020B0503020204020204" pitchFamily="34" charset="-122"/>
                  <a:cs typeface="微软雅黑" panose="020B0503020204020204" pitchFamily="34" charset="-122"/>
                </a:rPr>
                <a:t>必然产物，也是新时代 的指导思想</a:t>
              </a:r>
              <a:endParaRPr sz="2800" baseline="-25000">
                <a:latin typeface="微软雅黑" panose="020B0503020204020204" pitchFamily="34" charset="-122"/>
                <a:cs typeface="微软雅黑" panose="020B0503020204020204" pitchFamily="34" charset="-122"/>
              </a:endParaRPr>
            </a:p>
          </p:txBody>
        </p:sp>
        <p:sp>
          <p:nvSpPr>
            <p:cNvPr id="27" name="object 27"/>
            <p:cNvSpPr txBox="1"/>
            <p:nvPr/>
          </p:nvSpPr>
          <p:spPr>
            <a:xfrm>
              <a:off x="12447" y="2196"/>
              <a:ext cx="3945" cy="1876"/>
            </a:xfrm>
            <a:prstGeom prst="rect">
              <a:avLst/>
            </a:prstGeom>
          </p:spPr>
          <p:txBody>
            <a:bodyPr vert="horz" wrap="square" lIns="0" tIns="21826" rIns="0" bIns="0" rtlCol="0">
              <a:spAutoFit/>
            </a:bodyPr>
            <a:lstStyle/>
            <a:p>
              <a:pPr marL="264160" indent="-251460" algn="l">
                <a:lnSpc>
                  <a:spcPct val="100000"/>
                </a:lnSpc>
                <a:spcBef>
                  <a:spcPts val="3070"/>
                </a:spcBef>
                <a:buFont typeface="Arial" panose="020B0604020202020204"/>
                <a:buChar char="•"/>
                <a:tabLst>
                  <a:tab pos="264160" algn="l"/>
                  <a:tab pos="264795" algn="l"/>
                </a:tabLst>
              </a:pPr>
              <a:r>
                <a:rPr sz="2800" baseline="1000" dirty="0">
                  <a:solidFill>
                    <a:srgbClr val="000065"/>
                  </a:solidFill>
                  <a:latin typeface="微软雅黑" panose="020B0503020204020204" pitchFamily="34" charset="-122"/>
                  <a:cs typeface="微软雅黑" panose="020B0503020204020204" pitchFamily="34" charset="-122"/>
                </a:rPr>
                <a:t>提出了一系列新理念新思想新战略，全面丰富和发展了中国特色社会主义理论体系</a:t>
              </a:r>
            </a:p>
          </p:txBody>
        </p:sp>
        <p:sp>
          <p:nvSpPr>
            <p:cNvPr id="28" name="object 28"/>
            <p:cNvSpPr txBox="1"/>
            <p:nvPr/>
          </p:nvSpPr>
          <p:spPr>
            <a:xfrm>
              <a:off x="2878" y="1106"/>
              <a:ext cx="4155" cy="3222"/>
            </a:xfrm>
            <a:prstGeom prst="rect">
              <a:avLst/>
            </a:prstGeom>
          </p:spPr>
          <p:txBody>
            <a:bodyPr vert="horz" wrap="square" lIns="0" tIns="15508" rIns="0" bIns="0" rtlCol="0">
              <a:spAutoFit/>
            </a:bodyPr>
            <a:lstStyle/>
            <a:p>
              <a:pPr marL="86995">
                <a:lnSpc>
                  <a:spcPct val="100000"/>
                </a:lnSpc>
                <a:spcBef>
                  <a:spcPts val="135"/>
                </a:spcBef>
              </a:pPr>
              <a:endParaRPr sz="2800">
                <a:latin typeface="微软雅黑" panose="020B0503020204020204" pitchFamily="34" charset="-122"/>
                <a:cs typeface="微软雅黑" panose="020B0503020204020204" pitchFamily="34" charset="-122"/>
              </a:endParaRPr>
            </a:p>
            <a:p>
              <a:pPr marL="264160" indent="-251460">
                <a:lnSpc>
                  <a:spcPct val="100000"/>
                </a:lnSpc>
                <a:spcBef>
                  <a:spcPts val="3070"/>
                </a:spcBef>
                <a:buFont typeface="Arial" panose="020B0604020202020204"/>
                <a:buChar char="•"/>
                <a:tabLst>
                  <a:tab pos="264160" algn="l"/>
                  <a:tab pos="264795" algn="l"/>
                </a:tabLst>
              </a:pPr>
              <a:r>
                <a:rPr sz="2800" baseline="1000" dirty="0">
                  <a:solidFill>
                    <a:srgbClr val="000065"/>
                  </a:solidFill>
                  <a:latin typeface="微软雅黑" panose="020B0503020204020204" pitchFamily="34" charset="-122"/>
                  <a:cs typeface="微软雅黑" panose="020B0503020204020204" pitchFamily="34" charset="-122"/>
                </a:rPr>
                <a:t>对马克思列宁主义、毛泽东思想、邓小平理论、“三个代表”重要</a:t>
              </a:r>
              <a:r>
                <a:rPr sz="2800" baseline="1000" dirty="0">
                  <a:solidFill>
                    <a:srgbClr val="000065"/>
                  </a:solidFill>
                  <a:latin typeface="微软雅黑" panose="020B0503020204020204" pitchFamily="34" charset="-122"/>
                  <a:cs typeface="微软雅黑" panose="020B0503020204020204" pitchFamily="34" charset="-122"/>
                  <a:sym typeface="+mn-ea"/>
                </a:rPr>
                <a:t>思想的继承</a:t>
              </a:r>
              <a:endParaRPr sz="2800" baseline="1000">
                <a:latin typeface="微软雅黑" panose="020B0503020204020204" pitchFamily="34" charset="-122"/>
                <a:cs typeface="微软雅黑" panose="020B0503020204020204" pitchFamily="34" charset="-122"/>
              </a:endParaRPr>
            </a:p>
          </p:txBody>
        </p:sp>
        <p:sp>
          <p:nvSpPr>
            <p:cNvPr id="30" name="object 30"/>
            <p:cNvSpPr txBox="1"/>
            <p:nvPr/>
          </p:nvSpPr>
          <p:spPr>
            <a:xfrm>
              <a:off x="7650" y="4322"/>
              <a:ext cx="4964" cy="723"/>
            </a:xfrm>
            <a:prstGeom prst="rect">
              <a:avLst/>
            </a:prstGeom>
          </p:spPr>
          <p:txBody>
            <a:bodyPr vert="horz" wrap="square" lIns="0" tIns="15508" rIns="0" bIns="0" rtlCol="0">
              <a:spAutoFit/>
            </a:bodyPr>
            <a:lstStyle/>
            <a:p>
              <a:pPr marL="12700">
                <a:lnSpc>
                  <a:spcPct val="100000"/>
                </a:lnSpc>
                <a:spcBef>
                  <a:spcPts val="135"/>
                </a:spcBef>
                <a:tabLst>
                  <a:tab pos="1925320" algn="l"/>
                </a:tabLst>
              </a:pPr>
              <a:r>
                <a:rPr sz="2760" b="1" spc="30" dirty="0">
                  <a:solidFill>
                    <a:srgbClr val="FFFFFF"/>
                  </a:solidFill>
                  <a:latin typeface="微软雅黑" panose="020B0503020204020204" pitchFamily="34" charset="-122"/>
                  <a:cs typeface="微软雅黑" panose="020B0503020204020204" pitchFamily="34" charset="-122"/>
                </a:rPr>
                <a:t>继承性	创新性</a:t>
              </a:r>
              <a:endParaRPr sz="2760">
                <a:latin typeface="微软雅黑" panose="020B0503020204020204" pitchFamily="34" charset="-122"/>
                <a:cs typeface="微软雅黑" panose="020B0503020204020204" pitchFamily="34" charset="-122"/>
              </a:endParaRPr>
            </a:p>
          </p:txBody>
        </p:sp>
        <p:sp>
          <p:nvSpPr>
            <p:cNvPr id="31" name="object 31"/>
            <p:cNvSpPr txBox="1"/>
            <p:nvPr/>
          </p:nvSpPr>
          <p:spPr>
            <a:xfrm>
              <a:off x="7650" y="7060"/>
              <a:ext cx="4964" cy="723"/>
            </a:xfrm>
            <a:prstGeom prst="rect">
              <a:avLst/>
            </a:prstGeom>
          </p:spPr>
          <p:txBody>
            <a:bodyPr vert="horz" wrap="square" lIns="0" tIns="15508" rIns="0" bIns="0" rtlCol="0">
              <a:spAutoFit/>
            </a:bodyPr>
            <a:lstStyle/>
            <a:p>
              <a:pPr marL="12700">
                <a:lnSpc>
                  <a:spcPct val="100000"/>
                </a:lnSpc>
                <a:spcBef>
                  <a:spcPts val="135"/>
                </a:spcBef>
                <a:tabLst>
                  <a:tab pos="1925320" algn="l"/>
                </a:tabLst>
              </a:pPr>
              <a:r>
                <a:rPr sz="2760" b="1" spc="30" dirty="0">
                  <a:solidFill>
                    <a:schemeClr val="tx1"/>
                  </a:solidFill>
                  <a:latin typeface="微软雅黑" panose="020B0503020204020204" pitchFamily="34" charset="-122"/>
                  <a:cs typeface="微软雅黑" panose="020B0503020204020204" pitchFamily="34" charset="-122"/>
                </a:rPr>
                <a:t>时代性</a:t>
              </a:r>
              <a:r>
                <a:rPr sz="2760" b="1" spc="30" dirty="0">
                  <a:solidFill>
                    <a:srgbClr val="FFFFFF"/>
                  </a:solidFill>
                  <a:latin typeface="微软雅黑" panose="020B0503020204020204" pitchFamily="34" charset="-122"/>
                  <a:cs typeface="微软雅黑" panose="020B0503020204020204" pitchFamily="34" charset="-122"/>
                </a:rPr>
                <a:t>	</a:t>
              </a:r>
              <a:r>
                <a:rPr sz="2760" b="1" spc="30" dirty="0">
                  <a:solidFill>
                    <a:schemeClr val="tx1"/>
                  </a:solidFill>
                  <a:latin typeface="微软雅黑" panose="020B0503020204020204" pitchFamily="34" charset="-122"/>
                  <a:cs typeface="微软雅黑" panose="020B0503020204020204" pitchFamily="34" charset="-122"/>
                </a:rPr>
                <a:t>科学性</a:t>
              </a:r>
            </a:p>
          </p:txBody>
        </p:sp>
      </p:grpSp>
      <p:sp>
        <p:nvSpPr>
          <p:cNvPr id="37" name="矩形 36"/>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38" name="文本框 37"/>
          <p:cNvSpPr txBox="1"/>
          <p:nvPr/>
        </p:nvSpPr>
        <p:spPr>
          <a:xfrm>
            <a:off x="-139519" y="71507"/>
            <a:ext cx="2926080" cy="645160"/>
          </a:xfrm>
          <a:prstGeom prst="rect">
            <a:avLst/>
          </a:prstGeom>
          <a:noFill/>
        </p:spPr>
        <p:txBody>
          <a:bodyPr wrap="none">
            <a:spAutoFit/>
          </a:bodyPr>
          <a:lstStyle/>
          <a:p>
            <a:pPr marR="0" algn="l" defTabSz="914400" eaLnBrk="1" fontAlgn="auto" hangingPunct="1">
              <a:buClrTx/>
              <a:buSzTx/>
              <a:buFontTx/>
              <a:buNone/>
              <a:defRPr/>
            </a:pPr>
            <a:r>
              <a:rPr lang="zh-CN" altLang="en-US" sz="3600" b="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sym typeface="+mn-ea"/>
              </a:rPr>
              <a:t>（五）发展性</a:t>
            </a:r>
            <a:endParaRPr kumimoji="0" lang="zh-CN" altLang="en-US" sz="3600" b="1" kern="1200" cap="none" spc="0" normalizeH="0" baseline="0"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endParaRPr>
          </a:p>
        </p:txBody>
      </p:sp>
      <p:sp>
        <p:nvSpPr>
          <p:cNvPr id="39" name="object 12"/>
          <p:cNvSpPr txBox="1">
            <a:spLocks noGrp="1"/>
          </p:cNvSpPr>
          <p:nvPr/>
        </p:nvSpPr>
        <p:spPr>
          <a:xfrm>
            <a:off x="2947670" y="861695"/>
            <a:ext cx="6584950" cy="509270"/>
          </a:xfrm>
          <a:prstGeom prst="rect">
            <a:avLst/>
          </a:prstGeom>
        </p:spPr>
        <p:txBody>
          <a:bodyPr vert="horz" wrap="square" lIns="0" tIns="17145" rIns="0" bIns="0" rtlCol="0">
            <a:spAutoFit/>
          </a:bodyPr>
          <a:lstStyle>
            <a:lvl1pPr>
              <a:defRPr sz="2050" b="0" i="0">
                <a:solidFill>
                  <a:srgbClr val="001313"/>
                </a:solidFill>
                <a:latin typeface="楷体" panose="02010609060101010101" charset="-122"/>
                <a:ea typeface="+mj-ea"/>
                <a:cs typeface="楷体" panose="02010609060101010101" charset="-122"/>
              </a:defRPr>
            </a:lvl1pPr>
          </a:lstStyle>
          <a:p>
            <a:pPr marL="12700">
              <a:lnSpc>
                <a:spcPct val="100000"/>
              </a:lnSpc>
              <a:spcBef>
                <a:spcPts val="135"/>
              </a:spcBef>
            </a:pPr>
            <a:r>
              <a:rPr sz="3200" b="1" spc="3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Light"/>
              </a:rPr>
              <a:t>习近平新时代中国特色社会主义思想</a:t>
            </a:r>
          </a:p>
        </p:txBody>
      </p:sp>
    </p:spTree>
  </p:cSld>
  <p:clrMapOvr>
    <a:masterClrMapping/>
  </p:clrMapOvr>
  <p:transition>
    <p:blinds/>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object 6"/>
          <p:cNvSpPr/>
          <p:nvPr/>
        </p:nvSpPr>
        <p:spPr bwMode="auto">
          <a:xfrm>
            <a:off x="9777413" y="3740150"/>
            <a:ext cx="1543050" cy="1544638"/>
          </a:xfrm>
          <a:custGeom>
            <a:avLst/>
            <a:gdLst/>
            <a:ahLst/>
            <a:cxnLst>
              <a:cxn ang="0">
                <a:pos x="722382" y="1518"/>
              </a:cxn>
              <a:cxn ang="0">
                <a:pos x="627363" y="13395"/>
              </a:cxn>
              <a:cxn ang="0">
                <a:pos x="536288" y="36456"/>
              </a:cxn>
              <a:cxn ang="0">
                <a:pos x="449880" y="69977"/>
              </a:cxn>
              <a:cxn ang="0">
                <a:pos x="368861" y="113237"/>
              </a:cxn>
              <a:cxn ang="0">
                <a:pos x="293955" y="165510"/>
              </a:cxn>
              <a:cxn ang="0">
                <a:pos x="225885" y="226075"/>
              </a:cxn>
              <a:cxn ang="0">
                <a:pos x="165374" y="294209"/>
              </a:cxn>
              <a:cxn ang="0">
                <a:pos x="113145" y="369187"/>
              </a:cxn>
              <a:cxn ang="0">
                <a:pos x="69922" y="450287"/>
              </a:cxn>
              <a:cxn ang="0">
                <a:pos x="36428" y="536785"/>
              </a:cxn>
              <a:cxn ang="0">
                <a:pos x="13385" y="627959"/>
              </a:cxn>
              <a:cxn ang="0">
                <a:pos x="1517" y="723086"/>
              </a:cxn>
              <a:cxn ang="0">
                <a:pos x="1517" y="820725"/>
              </a:cxn>
              <a:cxn ang="0">
                <a:pos x="13385" y="915852"/>
              </a:cxn>
              <a:cxn ang="0">
                <a:pos x="36428" y="1007026"/>
              </a:cxn>
              <a:cxn ang="0">
                <a:pos x="69922" y="1093524"/>
              </a:cxn>
              <a:cxn ang="0">
                <a:pos x="113145" y="1174624"/>
              </a:cxn>
              <a:cxn ang="0">
                <a:pos x="165374" y="1249602"/>
              </a:cxn>
              <a:cxn ang="0">
                <a:pos x="225885" y="1317736"/>
              </a:cxn>
              <a:cxn ang="0">
                <a:pos x="293955" y="1378301"/>
              </a:cxn>
              <a:cxn ang="0">
                <a:pos x="368861" y="1430574"/>
              </a:cxn>
              <a:cxn ang="0">
                <a:pos x="449880" y="1473834"/>
              </a:cxn>
              <a:cxn ang="0">
                <a:pos x="536288" y="1507355"/>
              </a:cxn>
              <a:cxn ang="0">
                <a:pos x="627363" y="1530416"/>
              </a:cxn>
              <a:cxn ang="0">
                <a:pos x="722382" y="1542293"/>
              </a:cxn>
              <a:cxn ang="0">
                <a:pos x="819905" y="1542293"/>
              </a:cxn>
              <a:cxn ang="0">
                <a:pos x="914924" y="1530416"/>
              </a:cxn>
              <a:cxn ang="0">
                <a:pos x="1005999" y="1507355"/>
              </a:cxn>
              <a:cxn ang="0">
                <a:pos x="1092407" y="1473834"/>
              </a:cxn>
              <a:cxn ang="0">
                <a:pos x="1173426" y="1430574"/>
              </a:cxn>
              <a:cxn ang="0">
                <a:pos x="1248332" y="1378301"/>
              </a:cxn>
              <a:cxn ang="0">
                <a:pos x="1316402" y="1317736"/>
              </a:cxn>
              <a:cxn ang="0">
                <a:pos x="1376913" y="1249602"/>
              </a:cxn>
              <a:cxn ang="0">
                <a:pos x="1429142" y="1174624"/>
              </a:cxn>
              <a:cxn ang="0">
                <a:pos x="1472365" y="1093524"/>
              </a:cxn>
              <a:cxn ang="0">
                <a:pos x="1505859" y="1007026"/>
              </a:cxn>
              <a:cxn ang="0">
                <a:pos x="1528902" y="915852"/>
              </a:cxn>
              <a:cxn ang="0">
                <a:pos x="1540770" y="820725"/>
              </a:cxn>
              <a:cxn ang="0">
                <a:pos x="1540770" y="723086"/>
              </a:cxn>
              <a:cxn ang="0">
                <a:pos x="1528902" y="627959"/>
              </a:cxn>
              <a:cxn ang="0">
                <a:pos x="1505859" y="536785"/>
              </a:cxn>
              <a:cxn ang="0">
                <a:pos x="1472365" y="450287"/>
              </a:cxn>
              <a:cxn ang="0">
                <a:pos x="1429142" y="369187"/>
              </a:cxn>
              <a:cxn ang="0">
                <a:pos x="1376913" y="294209"/>
              </a:cxn>
              <a:cxn ang="0">
                <a:pos x="1316402" y="226075"/>
              </a:cxn>
              <a:cxn ang="0">
                <a:pos x="1248332" y="165510"/>
              </a:cxn>
              <a:cxn ang="0">
                <a:pos x="1173426" y="113237"/>
              </a:cxn>
              <a:cxn ang="0">
                <a:pos x="1092407" y="69977"/>
              </a:cxn>
              <a:cxn ang="0">
                <a:pos x="1005999" y="36456"/>
              </a:cxn>
              <a:cxn ang="0">
                <a:pos x="914924" y="13395"/>
              </a:cxn>
              <a:cxn ang="0">
                <a:pos x="819905" y="1518"/>
              </a:cxn>
            </a:cxnLst>
            <a:rect l="0" t="0" r="r" b="b"/>
            <a:pathLst>
              <a:path w="1542415" h="1544320">
                <a:moveTo>
                  <a:pt x="771144" y="0"/>
                </a:moveTo>
                <a:lnTo>
                  <a:pt x="722382" y="1518"/>
                </a:lnTo>
                <a:lnTo>
                  <a:pt x="674425" y="6013"/>
                </a:lnTo>
                <a:lnTo>
                  <a:pt x="627363" y="13395"/>
                </a:lnTo>
                <a:lnTo>
                  <a:pt x="581288" y="23573"/>
                </a:lnTo>
                <a:lnTo>
                  <a:pt x="536288" y="36456"/>
                </a:lnTo>
                <a:lnTo>
                  <a:pt x="492455" y="51954"/>
                </a:lnTo>
                <a:lnTo>
                  <a:pt x="449880" y="69977"/>
                </a:lnTo>
                <a:lnTo>
                  <a:pt x="408651" y="90435"/>
                </a:lnTo>
                <a:lnTo>
                  <a:pt x="368861" y="113237"/>
                </a:lnTo>
                <a:lnTo>
                  <a:pt x="330599" y="138292"/>
                </a:lnTo>
                <a:lnTo>
                  <a:pt x="293955" y="165510"/>
                </a:lnTo>
                <a:lnTo>
                  <a:pt x="259020" y="194802"/>
                </a:lnTo>
                <a:lnTo>
                  <a:pt x="225885" y="226075"/>
                </a:lnTo>
                <a:lnTo>
                  <a:pt x="194639" y="259241"/>
                </a:lnTo>
                <a:lnTo>
                  <a:pt x="165374" y="294209"/>
                </a:lnTo>
                <a:lnTo>
                  <a:pt x="138179" y="330887"/>
                </a:lnTo>
                <a:lnTo>
                  <a:pt x="113145" y="369187"/>
                </a:lnTo>
                <a:lnTo>
                  <a:pt x="90363" y="409017"/>
                </a:lnTo>
                <a:lnTo>
                  <a:pt x="69922" y="450287"/>
                </a:lnTo>
                <a:lnTo>
                  <a:pt x="51914" y="492906"/>
                </a:lnTo>
                <a:lnTo>
                  <a:pt x="36428" y="536785"/>
                </a:lnTo>
                <a:lnTo>
                  <a:pt x="23555" y="581833"/>
                </a:lnTo>
                <a:lnTo>
                  <a:pt x="13385" y="627959"/>
                </a:lnTo>
                <a:lnTo>
                  <a:pt x="6009" y="675074"/>
                </a:lnTo>
                <a:lnTo>
                  <a:pt x="1517" y="723086"/>
                </a:lnTo>
                <a:lnTo>
                  <a:pt x="0" y="771905"/>
                </a:lnTo>
                <a:lnTo>
                  <a:pt x="1517" y="820725"/>
                </a:lnTo>
                <a:lnTo>
                  <a:pt x="6009" y="868737"/>
                </a:lnTo>
                <a:lnTo>
                  <a:pt x="13385" y="915852"/>
                </a:lnTo>
                <a:lnTo>
                  <a:pt x="23555" y="961978"/>
                </a:lnTo>
                <a:lnTo>
                  <a:pt x="36428" y="1007026"/>
                </a:lnTo>
                <a:lnTo>
                  <a:pt x="51914" y="1050905"/>
                </a:lnTo>
                <a:lnTo>
                  <a:pt x="69922" y="1093524"/>
                </a:lnTo>
                <a:lnTo>
                  <a:pt x="90363" y="1134794"/>
                </a:lnTo>
                <a:lnTo>
                  <a:pt x="113145" y="1174624"/>
                </a:lnTo>
                <a:lnTo>
                  <a:pt x="138179" y="1212924"/>
                </a:lnTo>
                <a:lnTo>
                  <a:pt x="165374" y="1249602"/>
                </a:lnTo>
                <a:lnTo>
                  <a:pt x="194639" y="1284570"/>
                </a:lnTo>
                <a:lnTo>
                  <a:pt x="225885" y="1317736"/>
                </a:lnTo>
                <a:lnTo>
                  <a:pt x="259020" y="1349009"/>
                </a:lnTo>
                <a:lnTo>
                  <a:pt x="293955" y="1378301"/>
                </a:lnTo>
                <a:lnTo>
                  <a:pt x="330599" y="1405519"/>
                </a:lnTo>
                <a:lnTo>
                  <a:pt x="368861" y="1430574"/>
                </a:lnTo>
                <a:lnTo>
                  <a:pt x="408651" y="1453376"/>
                </a:lnTo>
                <a:lnTo>
                  <a:pt x="449880" y="1473834"/>
                </a:lnTo>
                <a:lnTo>
                  <a:pt x="492455" y="1491857"/>
                </a:lnTo>
                <a:lnTo>
                  <a:pt x="536288" y="1507355"/>
                </a:lnTo>
                <a:lnTo>
                  <a:pt x="581288" y="1520238"/>
                </a:lnTo>
                <a:lnTo>
                  <a:pt x="627363" y="1530416"/>
                </a:lnTo>
                <a:lnTo>
                  <a:pt x="674425" y="1537798"/>
                </a:lnTo>
                <a:lnTo>
                  <a:pt x="722382" y="1542293"/>
                </a:lnTo>
                <a:lnTo>
                  <a:pt x="771144" y="1543811"/>
                </a:lnTo>
                <a:lnTo>
                  <a:pt x="819905" y="1542293"/>
                </a:lnTo>
                <a:lnTo>
                  <a:pt x="867862" y="1537798"/>
                </a:lnTo>
                <a:lnTo>
                  <a:pt x="914924" y="1530416"/>
                </a:lnTo>
                <a:lnTo>
                  <a:pt x="960999" y="1520238"/>
                </a:lnTo>
                <a:lnTo>
                  <a:pt x="1005999" y="1507355"/>
                </a:lnTo>
                <a:lnTo>
                  <a:pt x="1049832" y="1491857"/>
                </a:lnTo>
                <a:lnTo>
                  <a:pt x="1092407" y="1473834"/>
                </a:lnTo>
                <a:lnTo>
                  <a:pt x="1133636" y="1453376"/>
                </a:lnTo>
                <a:lnTo>
                  <a:pt x="1173426" y="1430574"/>
                </a:lnTo>
                <a:lnTo>
                  <a:pt x="1211688" y="1405519"/>
                </a:lnTo>
                <a:lnTo>
                  <a:pt x="1248332" y="1378301"/>
                </a:lnTo>
                <a:lnTo>
                  <a:pt x="1283267" y="1349009"/>
                </a:lnTo>
                <a:lnTo>
                  <a:pt x="1316402" y="1317736"/>
                </a:lnTo>
                <a:lnTo>
                  <a:pt x="1347648" y="1284570"/>
                </a:lnTo>
                <a:lnTo>
                  <a:pt x="1376913" y="1249602"/>
                </a:lnTo>
                <a:lnTo>
                  <a:pt x="1404108" y="1212924"/>
                </a:lnTo>
                <a:lnTo>
                  <a:pt x="1429142" y="1174624"/>
                </a:lnTo>
                <a:lnTo>
                  <a:pt x="1451924" y="1134794"/>
                </a:lnTo>
                <a:lnTo>
                  <a:pt x="1472365" y="1093524"/>
                </a:lnTo>
                <a:lnTo>
                  <a:pt x="1490373" y="1050905"/>
                </a:lnTo>
                <a:lnTo>
                  <a:pt x="1505859" y="1007026"/>
                </a:lnTo>
                <a:lnTo>
                  <a:pt x="1518732" y="961978"/>
                </a:lnTo>
                <a:lnTo>
                  <a:pt x="1528902" y="915852"/>
                </a:lnTo>
                <a:lnTo>
                  <a:pt x="1536278" y="868737"/>
                </a:lnTo>
                <a:lnTo>
                  <a:pt x="1540770" y="820725"/>
                </a:lnTo>
                <a:lnTo>
                  <a:pt x="1542288" y="771905"/>
                </a:lnTo>
                <a:lnTo>
                  <a:pt x="1540770" y="723086"/>
                </a:lnTo>
                <a:lnTo>
                  <a:pt x="1536278" y="675074"/>
                </a:lnTo>
                <a:lnTo>
                  <a:pt x="1528902" y="627959"/>
                </a:lnTo>
                <a:lnTo>
                  <a:pt x="1518732" y="581833"/>
                </a:lnTo>
                <a:lnTo>
                  <a:pt x="1505859" y="536785"/>
                </a:lnTo>
                <a:lnTo>
                  <a:pt x="1490373" y="492906"/>
                </a:lnTo>
                <a:lnTo>
                  <a:pt x="1472365" y="450287"/>
                </a:lnTo>
                <a:lnTo>
                  <a:pt x="1451924" y="409017"/>
                </a:lnTo>
                <a:lnTo>
                  <a:pt x="1429142" y="369187"/>
                </a:lnTo>
                <a:lnTo>
                  <a:pt x="1404108" y="330887"/>
                </a:lnTo>
                <a:lnTo>
                  <a:pt x="1376913" y="294209"/>
                </a:lnTo>
                <a:lnTo>
                  <a:pt x="1347648" y="259241"/>
                </a:lnTo>
                <a:lnTo>
                  <a:pt x="1316402" y="226075"/>
                </a:lnTo>
                <a:lnTo>
                  <a:pt x="1283267" y="194802"/>
                </a:lnTo>
                <a:lnTo>
                  <a:pt x="1248332" y="165510"/>
                </a:lnTo>
                <a:lnTo>
                  <a:pt x="1211688" y="138292"/>
                </a:lnTo>
                <a:lnTo>
                  <a:pt x="1173426" y="113237"/>
                </a:lnTo>
                <a:lnTo>
                  <a:pt x="1133636" y="90435"/>
                </a:lnTo>
                <a:lnTo>
                  <a:pt x="1092407" y="69977"/>
                </a:lnTo>
                <a:lnTo>
                  <a:pt x="1049832" y="51954"/>
                </a:lnTo>
                <a:lnTo>
                  <a:pt x="1005999" y="36456"/>
                </a:lnTo>
                <a:lnTo>
                  <a:pt x="960999" y="23573"/>
                </a:lnTo>
                <a:lnTo>
                  <a:pt x="914924" y="13395"/>
                </a:lnTo>
                <a:lnTo>
                  <a:pt x="867862" y="6013"/>
                </a:lnTo>
                <a:lnTo>
                  <a:pt x="819905" y="1518"/>
                </a:lnTo>
                <a:lnTo>
                  <a:pt x="771144" y="0"/>
                </a:lnTo>
                <a:close/>
              </a:path>
            </a:pathLst>
          </a:custGeom>
          <a:solidFill>
            <a:srgbClr val="278696"/>
          </a:solidFill>
          <a:ln w="9525">
            <a:noFill/>
            <a:round/>
          </a:ln>
        </p:spPr>
        <p:txBody>
          <a:bodyPr lIns="0" tIns="0" rIns="0" bIns="0"/>
          <a:lstStyle/>
          <a:p>
            <a:endParaRPr lang="zh-CN" altLang="en-US"/>
          </a:p>
        </p:txBody>
      </p:sp>
      <p:sp>
        <p:nvSpPr>
          <p:cNvPr id="16390" name="object 7"/>
          <p:cNvSpPr/>
          <p:nvPr/>
        </p:nvSpPr>
        <p:spPr bwMode="auto">
          <a:xfrm>
            <a:off x="9799638" y="5022850"/>
            <a:ext cx="1023937" cy="1023938"/>
          </a:xfrm>
          <a:custGeom>
            <a:avLst/>
            <a:gdLst/>
            <a:ahLst/>
            <a:cxnLst>
              <a:cxn ang="0">
                <a:pos x="465452" y="2090"/>
              </a:cxn>
              <a:cxn ang="0">
                <a:pos x="375928" y="18268"/>
              </a:cxn>
              <a:cxn ang="0">
                <a:pos x="292543" y="49240"/>
              </a:cxn>
              <a:cxn ang="0">
                <a:pos x="216742" y="93559"/>
              </a:cxn>
              <a:cxn ang="0">
                <a:pos x="149971" y="149780"/>
              </a:cxn>
              <a:cxn ang="0">
                <a:pos x="93674" y="216458"/>
              </a:cxn>
              <a:cxn ang="0">
                <a:pos x="49299" y="292146"/>
              </a:cxn>
              <a:cxn ang="0">
                <a:pos x="18289" y="375399"/>
              </a:cxn>
              <a:cxn ang="0">
                <a:pos x="2092" y="464772"/>
              </a:cxn>
              <a:cxn ang="0">
                <a:pos x="2092" y="557840"/>
              </a:cxn>
              <a:cxn ang="0">
                <a:pos x="18289" y="647226"/>
              </a:cxn>
              <a:cxn ang="0">
                <a:pos x="49299" y="730485"/>
              </a:cxn>
              <a:cxn ang="0">
                <a:pos x="93674" y="806173"/>
              </a:cxn>
              <a:cxn ang="0">
                <a:pos x="149971" y="872847"/>
              </a:cxn>
              <a:cxn ang="0">
                <a:pos x="216742" y="929062"/>
              </a:cxn>
              <a:cxn ang="0">
                <a:pos x="292543" y="973374"/>
              </a:cxn>
              <a:cxn ang="0">
                <a:pos x="375928" y="1004339"/>
              </a:cxn>
              <a:cxn ang="0">
                <a:pos x="465452" y="1020514"/>
              </a:cxn>
              <a:cxn ang="0">
                <a:pos x="558675" y="1020514"/>
              </a:cxn>
              <a:cxn ang="0">
                <a:pos x="648199" y="1004339"/>
              </a:cxn>
              <a:cxn ang="0">
                <a:pos x="731584" y="973374"/>
              </a:cxn>
              <a:cxn ang="0">
                <a:pos x="807385" y="929062"/>
              </a:cxn>
              <a:cxn ang="0">
                <a:pos x="874156" y="872847"/>
              </a:cxn>
              <a:cxn ang="0">
                <a:pos x="930453" y="806173"/>
              </a:cxn>
              <a:cxn ang="0">
                <a:pos x="974828" y="730485"/>
              </a:cxn>
              <a:cxn ang="0">
                <a:pos x="1005838" y="647226"/>
              </a:cxn>
              <a:cxn ang="0">
                <a:pos x="1022035" y="557840"/>
              </a:cxn>
              <a:cxn ang="0">
                <a:pos x="1022035" y="464772"/>
              </a:cxn>
              <a:cxn ang="0">
                <a:pos x="1005838" y="375399"/>
              </a:cxn>
              <a:cxn ang="0">
                <a:pos x="974828" y="292146"/>
              </a:cxn>
              <a:cxn ang="0">
                <a:pos x="930453" y="216458"/>
              </a:cxn>
              <a:cxn ang="0">
                <a:pos x="874156" y="149780"/>
              </a:cxn>
              <a:cxn ang="0">
                <a:pos x="807385" y="93559"/>
              </a:cxn>
              <a:cxn ang="0">
                <a:pos x="731584" y="49240"/>
              </a:cxn>
              <a:cxn ang="0">
                <a:pos x="648199" y="18268"/>
              </a:cxn>
              <a:cxn ang="0">
                <a:pos x="558675" y="2090"/>
              </a:cxn>
            </a:cxnLst>
            <a:rect l="0" t="0" r="r" b="b"/>
            <a:pathLst>
              <a:path w="1024254" h="1022985">
                <a:moveTo>
                  <a:pt x="512063" y="0"/>
                </a:moveTo>
                <a:lnTo>
                  <a:pt x="465452" y="2090"/>
                </a:lnTo>
                <a:lnTo>
                  <a:pt x="420013" y="8239"/>
                </a:lnTo>
                <a:lnTo>
                  <a:pt x="375928" y="18268"/>
                </a:lnTo>
                <a:lnTo>
                  <a:pt x="333378" y="31995"/>
                </a:lnTo>
                <a:lnTo>
                  <a:pt x="292543" y="49240"/>
                </a:lnTo>
                <a:lnTo>
                  <a:pt x="253604" y="69821"/>
                </a:lnTo>
                <a:lnTo>
                  <a:pt x="216742" y="93559"/>
                </a:lnTo>
                <a:lnTo>
                  <a:pt x="182137" y="120272"/>
                </a:lnTo>
                <a:lnTo>
                  <a:pt x="149971" y="149780"/>
                </a:lnTo>
                <a:lnTo>
                  <a:pt x="120423" y="181902"/>
                </a:lnTo>
                <a:lnTo>
                  <a:pt x="93674" y="216458"/>
                </a:lnTo>
                <a:lnTo>
                  <a:pt x="69906" y="253266"/>
                </a:lnTo>
                <a:lnTo>
                  <a:pt x="49299" y="292146"/>
                </a:lnTo>
                <a:lnTo>
                  <a:pt x="32033" y="332917"/>
                </a:lnTo>
                <a:lnTo>
                  <a:pt x="18289" y="375399"/>
                </a:lnTo>
                <a:lnTo>
                  <a:pt x="8249" y="419411"/>
                </a:lnTo>
                <a:lnTo>
                  <a:pt x="2092" y="464772"/>
                </a:lnTo>
                <a:lnTo>
                  <a:pt x="0" y="511302"/>
                </a:lnTo>
                <a:lnTo>
                  <a:pt x="2092" y="557840"/>
                </a:lnTo>
                <a:lnTo>
                  <a:pt x="8249" y="603209"/>
                </a:lnTo>
                <a:lnTo>
                  <a:pt x="18289" y="647226"/>
                </a:lnTo>
                <a:lnTo>
                  <a:pt x="32033" y="689711"/>
                </a:lnTo>
                <a:lnTo>
                  <a:pt x="49299" y="730485"/>
                </a:lnTo>
                <a:lnTo>
                  <a:pt x="69906" y="769366"/>
                </a:lnTo>
                <a:lnTo>
                  <a:pt x="93674" y="806173"/>
                </a:lnTo>
                <a:lnTo>
                  <a:pt x="120423" y="840727"/>
                </a:lnTo>
                <a:lnTo>
                  <a:pt x="149971" y="872847"/>
                </a:lnTo>
                <a:lnTo>
                  <a:pt x="182137" y="902352"/>
                </a:lnTo>
                <a:lnTo>
                  <a:pt x="216742" y="929062"/>
                </a:lnTo>
                <a:lnTo>
                  <a:pt x="253604" y="952796"/>
                </a:lnTo>
                <a:lnTo>
                  <a:pt x="292543" y="973374"/>
                </a:lnTo>
                <a:lnTo>
                  <a:pt x="333378" y="990615"/>
                </a:lnTo>
                <a:lnTo>
                  <a:pt x="375928" y="1004339"/>
                </a:lnTo>
                <a:lnTo>
                  <a:pt x="420013" y="1014366"/>
                </a:lnTo>
                <a:lnTo>
                  <a:pt x="465452" y="1020514"/>
                </a:lnTo>
                <a:lnTo>
                  <a:pt x="512063" y="1022604"/>
                </a:lnTo>
                <a:lnTo>
                  <a:pt x="558675" y="1020514"/>
                </a:lnTo>
                <a:lnTo>
                  <a:pt x="604114" y="1014366"/>
                </a:lnTo>
                <a:lnTo>
                  <a:pt x="648199" y="1004339"/>
                </a:lnTo>
                <a:lnTo>
                  <a:pt x="690749" y="990615"/>
                </a:lnTo>
                <a:lnTo>
                  <a:pt x="731584" y="973374"/>
                </a:lnTo>
                <a:lnTo>
                  <a:pt x="770523" y="952796"/>
                </a:lnTo>
                <a:lnTo>
                  <a:pt x="807385" y="929062"/>
                </a:lnTo>
                <a:lnTo>
                  <a:pt x="841990" y="902352"/>
                </a:lnTo>
                <a:lnTo>
                  <a:pt x="874156" y="872847"/>
                </a:lnTo>
                <a:lnTo>
                  <a:pt x="903704" y="840727"/>
                </a:lnTo>
                <a:lnTo>
                  <a:pt x="930453" y="806173"/>
                </a:lnTo>
                <a:lnTo>
                  <a:pt x="954221" y="769366"/>
                </a:lnTo>
                <a:lnTo>
                  <a:pt x="974828" y="730485"/>
                </a:lnTo>
                <a:lnTo>
                  <a:pt x="992094" y="689711"/>
                </a:lnTo>
                <a:lnTo>
                  <a:pt x="1005838" y="647226"/>
                </a:lnTo>
                <a:lnTo>
                  <a:pt x="1015878" y="603209"/>
                </a:lnTo>
                <a:lnTo>
                  <a:pt x="1022035" y="557840"/>
                </a:lnTo>
                <a:lnTo>
                  <a:pt x="1024127" y="511302"/>
                </a:lnTo>
                <a:lnTo>
                  <a:pt x="1022035" y="464772"/>
                </a:lnTo>
                <a:lnTo>
                  <a:pt x="1015878" y="419411"/>
                </a:lnTo>
                <a:lnTo>
                  <a:pt x="1005838" y="375399"/>
                </a:lnTo>
                <a:lnTo>
                  <a:pt x="992094" y="332917"/>
                </a:lnTo>
                <a:lnTo>
                  <a:pt x="974828" y="292146"/>
                </a:lnTo>
                <a:lnTo>
                  <a:pt x="954221" y="253266"/>
                </a:lnTo>
                <a:lnTo>
                  <a:pt x="930453" y="216458"/>
                </a:lnTo>
                <a:lnTo>
                  <a:pt x="903704" y="181902"/>
                </a:lnTo>
                <a:lnTo>
                  <a:pt x="874156" y="149780"/>
                </a:lnTo>
                <a:lnTo>
                  <a:pt x="841990" y="120272"/>
                </a:lnTo>
                <a:lnTo>
                  <a:pt x="807385" y="93559"/>
                </a:lnTo>
                <a:lnTo>
                  <a:pt x="770523" y="69821"/>
                </a:lnTo>
                <a:lnTo>
                  <a:pt x="731584" y="49240"/>
                </a:lnTo>
                <a:lnTo>
                  <a:pt x="690749" y="31995"/>
                </a:lnTo>
                <a:lnTo>
                  <a:pt x="648199" y="18268"/>
                </a:lnTo>
                <a:lnTo>
                  <a:pt x="604114" y="8239"/>
                </a:lnTo>
                <a:lnTo>
                  <a:pt x="558675" y="2090"/>
                </a:lnTo>
                <a:lnTo>
                  <a:pt x="512063" y="0"/>
                </a:lnTo>
                <a:close/>
              </a:path>
            </a:pathLst>
          </a:custGeom>
          <a:solidFill>
            <a:srgbClr val="E6AE00"/>
          </a:solidFill>
          <a:ln w="9525">
            <a:noFill/>
            <a:round/>
          </a:ln>
        </p:spPr>
        <p:txBody>
          <a:bodyPr lIns="0" tIns="0" rIns="0" bIns="0"/>
          <a:lstStyle/>
          <a:p>
            <a:endParaRPr lang="zh-CN" altLang="en-US"/>
          </a:p>
        </p:txBody>
      </p:sp>
      <p:sp>
        <p:nvSpPr>
          <p:cNvPr id="16391" name="object 8"/>
          <p:cNvSpPr/>
          <p:nvPr/>
        </p:nvSpPr>
        <p:spPr bwMode="auto">
          <a:xfrm>
            <a:off x="10875963" y="3689350"/>
            <a:ext cx="471487" cy="469900"/>
          </a:xfrm>
          <a:custGeom>
            <a:avLst/>
            <a:gdLst/>
            <a:ahLst/>
            <a:cxnLst>
              <a:cxn ang="0">
                <a:pos x="236219" y="0"/>
              </a:cxn>
              <a:cxn ang="0">
                <a:pos x="188622" y="4766"/>
              </a:cxn>
              <a:cxn ang="0">
                <a:pos x="144285" y="18436"/>
              </a:cxn>
              <a:cxn ang="0">
                <a:pos x="104161" y="40069"/>
              </a:cxn>
              <a:cxn ang="0">
                <a:pos x="69199" y="68722"/>
              </a:cxn>
              <a:cxn ang="0">
                <a:pos x="40351" y="103454"/>
              </a:cxn>
              <a:cxn ang="0">
                <a:pos x="18567" y="143321"/>
              </a:cxn>
              <a:cxn ang="0">
                <a:pos x="4800" y="187382"/>
              </a:cxn>
              <a:cxn ang="0">
                <a:pos x="0" y="234696"/>
              </a:cxn>
              <a:cxn ang="0">
                <a:pos x="4800" y="282009"/>
              </a:cxn>
              <a:cxn ang="0">
                <a:pos x="18567" y="326070"/>
              </a:cxn>
              <a:cxn ang="0">
                <a:pos x="40351" y="365937"/>
              </a:cxn>
              <a:cxn ang="0">
                <a:pos x="69199" y="400669"/>
              </a:cxn>
              <a:cxn ang="0">
                <a:pos x="104161" y="429322"/>
              </a:cxn>
              <a:cxn ang="0">
                <a:pos x="144285" y="450955"/>
              </a:cxn>
              <a:cxn ang="0">
                <a:pos x="188622" y="464625"/>
              </a:cxn>
              <a:cxn ang="0">
                <a:pos x="236219" y="469392"/>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6"/>
              </a:cxn>
              <a:cxn ang="0">
                <a:pos x="467639" y="187382"/>
              </a:cxn>
              <a:cxn ang="0">
                <a:pos x="453872" y="143321"/>
              </a:cxn>
              <a:cxn ang="0">
                <a:pos x="432088" y="103454"/>
              </a:cxn>
              <a:cxn ang="0">
                <a:pos x="403240" y="68722"/>
              </a:cxn>
              <a:cxn ang="0">
                <a:pos x="368278" y="40069"/>
              </a:cxn>
              <a:cxn ang="0">
                <a:pos x="328154" y="18436"/>
              </a:cxn>
              <a:cxn ang="0">
                <a:pos x="283817" y="4766"/>
              </a:cxn>
              <a:cxn ang="0">
                <a:pos x="236219" y="0"/>
              </a:cxn>
            </a:cxnLst>
            <a:rect l="0" t="0" r="r" b="b"/>
            <a:pathLst>
              <a:path w="472440" h="469900">
                <a:moveTo>
                  <a:pt x="236219" y="0"/>
                </a:moveTo>
                <a:lnTo>
                  <a:pt x="188622" y="4766"/>
                </a:lnTo>
                <a:lnTo>
                  <a:pt x="144285" y="18436"/>
                </a:lnTo>
                <a:lnTo>
                  <a:pt x="104161" y="40069"/>
                </a:lnTo>
                <a:lnTo>
                  <a:pt x="69199" y="68722"/>
                </a:lnTo>
                <a:lnTo>
                  <a:pt x="40351" y="103454"/>
                </a:lnTo>
                <a:lnTo>
                  <a:pt x="18567" y="143321"/>
                </a:lnTo>
                <a:lnTo>
                  <a:pt x="4800" y="187382"/>
                </a:lnTo>
                <a:lnTo>
                  <a:pt x="0" y="234696"/>
                </a:lnTo>
                <a:lnTo>
                  <a:pt x="4800" y="282009"/>
                </a:lnTo>
                <a:lnTo>
                  <a:pt x="18567" y="326070"/>
                </a:lnTo>
                <a:lnTo>
                  <a:pt x="40351" y="365937"/>
                </a:lnTo>
                <a:lnTo>
                  <a:pt x="69199" y="400669"/>
                </a:lnTo>
                <a:lnTo>
                  <a:pt x="104161" y="429322"/>
                </a:lnTo>
                <a:lnTo>
                  <a:pt x="144285" y="450955"/>
                </a:lnTo>
                <a:lnTo>
                  <a:pt x="188622" y="464625"/>
                </a:lnTo>
                <a:lnTo>
                  <a:pt x="236219" y="469392"/>
                </a:lnTo>
                <a:lnTo>
                  <a:pt x="283817" y="464625"/>
                </a:lnTo>
                <a:lnTo>
                  <a:pt x="328154" y="450955"/>
                </a:lnTo>
                <a:lnTo>
                  <a:pt x="368278" y="429322"/>
                </a:lnTo>
                <a:lnTo>
                  <a:pt x="403240" y="400669"/>
                </a:lnTo>
                <a:lnTo>
                  <a:pt x="432088" y="365937"/>
                </a:lnTo>
                <a:lnTo>
                  <a:pt x="453872" y="326070"/>
                </a:lnTo>
                <a:lnTo>
                  <a:pt x="467639" y="282009"/>
                </a:lnTo>
                <a:lnTo>
                  <a:pt x="472439" y="234696"/>
                </a:lnTo>
                <a:lnTo>
                  <a:pt x="467639" y="187382"/>
                </a:lnTo>
                <a:lnTo>
                  <a:pt x="453872" y="143321"/>
                </a:lnTo>
                <a:lnTo>
                  <a:pt x="432088" y="103454"/>
                </a:lnTo>
                <a:lnTo>
                  <a:pt x="403240" y="68722"/>
                </a:lnTo>
                <a:lnTo>
                  <a:pt x="368278" y="40069"/>
                </a:lnTo>
                <a:lnTo>
                  <a:pt x="328154" y="18436"/>
                </a:lnTo>
                <a:lnTo>
                  <a:pt x="283817" y="4766"/>
                </a:lnTo>
                <a:lnTo>
                  <a:pt x="236219" y="0"/>
                </a:lnTo>
                <a:close/>
              </a:path>
            </a:pathLst>
          </a:custGeom>
          <a:solidFill>
            <a:srgbClr val="427441"/>
          </a:solidFill>
          <a:ln w="9525">
            <a:noFill/>
            <a:round/>
          </a:ln>
        </p:spPr>
        <p:txBody>
          <a:bodyPr lIns="0" tIns="0" rIns="0" bIns="0"/>
          <a:lstStyle/>
          <a:p>
            <a:endParaRPr lang="zh-CN" altLang="en-US"/>
          </a:p>
        </p:txBody>
      </p:sp>
      <p:sp>
        <p:nvSpPr>
          <p:cNvPr id="16392" name="object 9"/>
          <p:cNvSpPr/>
          <p:nvPr/>
        </p:nvSpPr>
        <p:spPr bwMode="auto">
          <a:xfrm>
            <a:off x="9261475" y="4348163"/>
            <a:ext cx="714375" cy="714375"/>
          </a:xfrm>
          <a:custGeom>
            <a:avLst/>
            <a:gdLst/>
            <a:ahLst/>
            <a:cxnLst>
              <a:cxn ang="0">
                <a:pos x="357377" y="0"/>
              </a:cxn>
              <a:cxn ang="0">
                <a:pos x="308887" y="3262"/>
              </a:cxn>
              <a:cxn ang="0">
                <a:pos x="262378" y="12767"/>
              </a:cxn>
              <a:cxn ang="0">
                <a:pos x="218277" y="28086"/>
              </a:cxn>
              <a:cxn ang="0">
                <a:pos x="177009" y="48796"/>
              </a:cxn>
              <a:cxn ang="0">
                <a:pos x="139001" y="74469"/>
              </a:cxn>
              <a:cxn ang="0">
                <a:pos x="104679" y="104679"/>
              </a:cxn>
              <a:cxn ang="0">
                <a:pos x="74469" y="139001"/>
              </a:cxn>
              <a:cxn ang="0">
                <a:pos x="48796" y="177009"/>
              </a:cxn>
              <a:cxn ang="0">
                <a:pos x="28086" y="218277"/>
              </a:cxn>
              <a:cxn ang="0">
                <a:pos x="12767" y="262378"/>
              </a:cxn>
              <a:cxn ang="0">
                <a:pos x="3262" y="308887"/>
              </a:cxn>
              <a:cxn ang="0">
                <a:pos x="0" y="357377"/>
              </a:cxn>
              <a:cxn ang="0">
                <a:pos x="3262" y="405868"/>
              </a:cxn>
              <a:cxn ang="0">
                <a:pos x="12767" y="452377"/>
              </a:cxn>
              <a:cxn ang="0">
                <a:pos x="28086" y="496478"/>
              </a:cxn>
              <a:cxn ang="0">
                <a:pos x="48796" y="537746"/>
              </a:cxn>
              <a:cxn ang="0">
                <a:pos x="74469" y="575754"/>
              </a:cxn>
              <a:cxn ang="0">
                <a:pos x="104679" y="610076"/>
              </a:cxn>
              <a:cxn ang="0">
                <a:pos x="139001" y="640286"/>
              </a:cxn>
              <a:cxn ang="0">
                <a:pos x="177009" y="665959"/>
              </a:cxn>
              <a:cxn ang="0">
                <a:pos x="218277" y="686669"/>
              </a:cxn>
              <a:cxn ang="0">
                <a:pos x="262378" y="701988"/>
              </a:cxn>
              <a:cxn ang="0">
                <a:pos x="308887" y="711493"/>
              </a:cxn>
              <a:cxn ang="0">
                <a:pos x="357377" y="714755"/>
              </a:cxn>
              <a:cxn ang="0">
                <a:pos x="405868" y="711493"/>
              </a:cxn>
              <a:cxn ang="0">
                <a:pos x="452377" y="701988"/>
              </a:cxn>
              <a:cxn ang="0">
                <a:pos x="496478" y="686669"/>
              </a:cxn>
              <a:cxn ang="0">
                <a:pos x="537746" y="665959"/>
              </a:cxn>
              <a:cxn ang="0">
                <a:pos x="575754" y="640286"/>
              </a:cxn>
              <a:cxn ang="0">
                <a:pos x="610076" y="610076"/>
              </a:cxn>
              <a:cxn ang="0">
                <a:pos x="640286" y="575754"/>
              </a:cxn>
              <a:cxn ang="0">
                <a:pos x="665959" y="537746"/>
              </a:cxn>
              <a:cxn ang="0">
                <a:pos x="686669" y="496478"/>
              </a:cxn>
              <a:cxn ang="0">
                <a:pos x="701988" y="452377"/>
              </a:cxn>
              <a:cxn ang="0">
                <a:pos x="711493" y="405868"/>
              </a:cxn>
              <a:cxn ang="0">
                <a:pos x="714755" y="357377"/>
              </a:cxn>
              <a:cxn ang="0">
                <a:pos x="711493" y="308887"/>
              </a:cxn>
              <a:cxn ang="0">
                <a:pos x="701988" y="262378"/>
              </a:cxn>
              <a:cxn ang="0">
                <a:pos x="686669" y="218277"/>
              </a:cxn>
              <a:cxn ang="0">
                <a:pos x="665959" y="177009"/>
              </a:cxn>
              <a:cxn ang="0">
                <a:pos x="640286" y="139001"/>
              </a:cxn>
              <a:cxn ang="0">
                <a:pos x="610076" y="104679"/>
              </a:cxn>
              <a:cxn ang="0">
                <a:pos x="575754" y="74469"/>
              </a:cxn>
              <a:cxn ang="0">
                <a:pos x="537746" y="48796"/>
              </a:cxn>
              <a:cxn ang="0">
                <a:pos x="496478" y="28086"/>
              </a:cxn>
              <a:cxn ang="0">
                <a:pos x="452377" y="12767"/>
              </a:cxn>
              <a:cxn ang="0">
                <a:pos x="405868" y="3262"/>
              </a:cxn>
              <a:cxn ang="0">
                <a:pos x="357377" y="0"/>
              </a:cxn>
            </a:cxnLst>
            <a:rect l="0" t="0" r="r" b="b"/>
            <a:pathLst>
              <a:path w="715009" h="715010">
                <a:moveTo>
                  <a:pt x="357377" y="0"/>
                </a:moveTo>
                <a:lnTo>
                  <a:pt x="308887" y="3262"/>
                </a:lnTo>
                <a:lnTo>
                  <a:pt x="262378" y="12767"/>
                </a:lnTo>
                <a:lnTo>
                  <a:pt x="218277" y="28086"/>
                </a:lnTo>
                <a:lnTo>
                  <a:pt x="177009" y="48796"/>
                </a:lnTo>
                <a:lnTo>
                  <a:pt x="139001" y="74469"/>
                </a:lnTo>
                <a:lnTo>
                  <a:pt x="104679" y="104679"/>
                </a:lnTo>
                <a:lnTo>
                  <a:pt x="74469" y="139001"/>
                </a:lnTo>
                <a:lnTo>
                  <a:pt x="48796" y="177009"/>
                </a:lnTo>
                <a:lnTo>
                  <a:pt x="28086" y="218277"/>
                </a:lnTo>
                <a:lnTo>
                  <a:pt x="12767" y="262378"/>
                </a:lnTo>
                <a:lnTo>
                  <a:pt x="3262" y="308887"/>
                </a:lnTo>
                <a:lnTo>
                  <a:pt x="0" y="357377"/>
                </a:lnTo>
                <a:lnTo>
                  <a:pt x="3262" y="405868"/>
                </a:lnTo>
                <a:lnTo>
                  <a:pt x="12767" y="452377"/>
                </a:lnTo>
                <a:lnTo>
                  <a:pt x="28086" y="496478"/>
                </a:lnTo>
                <a:lnTo>
                  <a:pt x="48796" y="537746"/>
                </a:lnTo>
                <a:lnTo>
                  <a:pt x="74469" y="575754"/>
                </a:lnTo>
                <a:lnTo>
                  <a:pt x="104679" y="610076"/>
                </a:lnTo>
                <a:lnTo>
                  <a:pt x="139001" y="640286"/>
                </a:lnTo>
                <a:lnTo>
                  <a:pt x="177009" y="665959"/>
                </a:lnTo>
                <a:lnTo>
                  <a:pt x="218277" y="686669"/>
                </a:lnTo>
                <a:lnTo>
                  <a:pt x="262378" y="701988"/>
                </a:lnTo>
                <a:lnTo>
                  <a:pt x="308887" y="711493"/>
                </a:lnTo>
                <a:lnTo>
                  <a:pt x="357377" y="714755"/>
                </a:lnTo>
                <a:lnTo>
                  <a:pt x="405868" y="711493"/>
                </a:lnTo>
                <a:lnTo>
                  <a:pt x="452377" y="701988"/>
                </a:lnTo>
                <a:lnTo>
                  <a:pt x="496478" y="686669"/>
                </a:lnTo>
                <a:lnTo>
                  <a:pt x="537746" y="665959"/>
                </a:lnTo>
                <a:lnTo>
                  <a:pt x="575754" y="640286"/>
                </a:lnTo>
                <a:lnTo>
                  <a:pt x="610076" y="610076"/>
                </a:lnTo>
                <a:lnTo>
                  <a:pt x="640286" y="575754"/>
                </a:lnTo>
                <a:lnTo>
                  <a:pt x="665959" y="537746"/>
                </a:lnTo>
                <a:lnTo>
                  <a:pt x="686669" y="496478"/>
                </a:lnTo>
                <a:lnTo>
                  <a:pt x="701988" y="452377"/>
                </a:lnTo>
                <a:lnTo>
                  <a:pt x="711493" y="405868"/>
                </a:lnTo>
                <a:lnTo>
                  <a:pt x="714755" y="357377"/>
                </a:lnTo>
                <a:lnTo>
                  <a:pt x="711493" y="308887"/>
                </a:lnTo>
                <a:lnTo>
                  <a:pt x="701988" y="262378"/>
                </a:lnTo>
                <a:lnTo>
                  <a:pt x="686669" y="218277"/>
                </a:lnTo>
                <a:lnTo>
                  <a:pt x="665959" y="177009"/>
                </a:lnTo>
                <a:lnTo>
                  <a:pt x="640286" y="139001"/>
                </a:lnTo>
                <a:lnTo>
                  <a:pt x="610076" y="104679"/>
                </a:lnTo>
                <a:lnTo>
                  <a:pt x="575754" y="74469"/>
                </a:lnTo>
                <a:lnTo>
                  <a:pt x="537746" y="48796"/>
                </a:lnTo>
                <a:lnTo>
                  <a:pt x="496478" y="28086"/>
                </a:lnTo>
                <a:lnTo>
                  <a:pt x="452377" y="12767"/>
                </a:lnTo>
                <a:lnTo>
                  <a:pt x="405868" y="3262"/>
                </a:lnTo>
                <a:lnTo>
                  <a:pt x="357377" y="0"/>
                </a:lnTo>
                <a:close/>
              </a:path>
            </a:pathLst>
          </a:custGeom>
          <a:solidFill>
            <a:srgbClr val="093E44"/>
          </a:solidFill>
          <a:ln w="9525">
            <a:noFill/>
            <a:round/>
          </a:ln>
        </p:spPr>
        <p:txBody>
          <a:bodyPr lIns="0" tIns="0" rIns="0" bIns="0"/>
          <a:lstStyle/>
          <a:p>
            <a:endParaRPr lang="zh-CN" altLang="en-US"/>
          </a:p>
        </p:txBody>
      </p:sp>
      <p:sp>
        <p:nvSpPr>
          <p:cNvPr id="16393" name="object 10"/>
          <p:cNvSpPr/>
          <p:nvPr/>
        </p:nvSpPr>
        <p:spPr bwMode="auto">
          <a:xfrm>
            <a:off x="8435975" y="6346825"/>
            <a:ext cx="1268413" cy="511175"/>
          </a:xfrm>
          <a:custGeom>
            <a:avLst/>
            <a:gdLst/>
            <a:ahLst/>
            <a:cxnLst>
              <a:cxn ang="0">
                <a:pos x="633617" y="0"/>
              </a:cxn>
              <a:cxn ang="0">
                <a:pos x="585221" y="1778"/>
              </a:cxn>
              <a:cxn ang="0">
                <a:pos x="537791" y="7030"/>
              </a:cxn>
              <a:cxn ang="0">
                <a:pos x="491453" y="15631"/>
              </a:cxn>
              <a:cxn ang="0">
                <a:pos x="446331" y="27454"/>
              </a:cxn>
              <a:cxn ang="0">
                <a:pos x="402552" y="42375"/>
              </a:cxn>
              <a:cxn ang="0">
                <a:pos x="360240" y="60268"/>
              </a:cxn>
              <a:cxn ang="0">
                <a:pos x="319521" y="81008"/>
              </a:cxn>
              <a:cxn ang="0">
                <a:pos x="280521" y="104470"/>
              </a:cxn>
              <a:cxn ang="0">
                <a:pos x="243364" y="130527"/>
              </a:cxn>
              <a:cxn ang="0">
                <a:pos x="208177" y="159055"/>
              </a:cxn>
              <a:cxn ang="0">
                <a:pos x="175084" y="189928"/>
              </a:cxn>
              <a:cxn ang="0">
                <a:pos x="144210" y="223021"/>
              </a:cxn>
              <a:cxn ang="0">
                <a:pos x="115683" y="258209"/>
              </a:cxn>
              <a:cxn ang="0">
                <a:pos x="89625" y="295365"/>
              </a:cxn>
              <a:cxn ang="0">
                <a:pos x="66164" y="334366"/>
              </a:cxn>
              <a:cxn ang="0">
                <a:pos x="45424" y="375084"/>
              </a:cxn>
              <a:cxn ang="0">
                <a:pos x="27531" y="417396"/>
              </a:cxn>
              <a:cxn ang="0">
                <a:pos x="12610" y="461176"/>
              </a:cxn>
              <a:cxn ang="0">
                <a:pos x="787" y="506297"/>
              </a:cxn>
              <a:cxn ang="0">
                <a:pos x="0" y="510538"/>
              </a:cxn>
              <a:cxn ang="0">
                <a:pos x="1267235" y="510538"/>
              </a:cxn>
              <a:cxn ang="0">
                <a:pos x="1254624" y="461176"/>
              </a:cxn>
              <a:cxn ang="0">
                <a:pos x="1239703" y="417396"/>
              </a:cxn>
              <a:cxn ang="0">
                <a:pos x="1221810" y="375084"/>
              </a:cxn>
              <a:cxn ang="0">
                <a:pos x="1201070" y="334366"/>
              </a:cxn>
              <a:cxn ang="0">
                <a:pos x="1177609" y="295365"/>
              </a:cxn>
              <a:cxn ang="0">
                <a:pos x="1151552" y="258209"/>
              </a:cxn>
              <a:cxn ang="0">
                <a:pos x="1123024" y="223021"/>
              </a:cxn>
              <a:cxn ang="0">
                <a:pos x="1092151" y="189928"/>
              </a:cxn>
              <a:cxn ang="0">
                <a:pos x="1059058" y="159055"/>
              </a:cxn>
              <a:cxn ang="0">
                <a:pos x="1023870" y="130527"/>
              </a:cxn>
              <a:cxn ang="0">
                <a:pos x="986713" y="104470"/>
              </a:cxn>
              <a:cxn ang="0">
                <a:pos x="947713" y="81008"/>
              </a:cxn>
              <a:cxn ang="0">
                <a:pos x="906994" y="60268"/>
              </a:cxn>
              <a:cxn ang="0">
                <a:pos x="864682" y="42375"/>
              </a:cxn>
              <a:cxn ang="0">
                <a:pos x="820903" y="27454"/>
              </a:cxn>
              <a:cxn ang="0">
                <a:pos x="775782" y="15631"/>
              </a:cxn>
              <a:cxn ang="0">
                <a:pos x="729443" y="7030"/>
              </a:cxn>
              <a:cxn ang="0">
                <a:pos x="682013" y="1778"/>
              </a:cxn>
              <a:cxn ang="0">
                <a:pos x="633617" y="0"/>
              </a:cxn>
            </a:cxnLst>
            <a:rect l="0" t="0" r="r" b="b"/>
            <a:pathLst>
              <a:path w="1267459" h="510540">
                <a:moveTo>
                  <a:pt x="633617" y="0"/>
                </a:moveTo>
                <a:lnTo>
                  <a:pt x="585221" y="1778"/>
                </a:lnTo>
                <a:lnTo>
                  <a:pt x="537791" y="7030"/>
                </a:lnTo>
                <a:lnTo>
                  <a:pt x="491453" y="15631"/>
                </a:lnTo>
                <a:lnTo>
                  <a:pt x="446331" y="27454"/>
                </a:lnTo>
                <a:lnTo>
                  <a:pt x="402552" y="42375"/>
                </a:lnTo>
                <a:lnTo>
                  <a:pt x="360240" y="60268"/>
                </a:lnTo>
                <a:lnTo>
                  <a:pt x="319521" y="81008"/>
                </a:lnTo>
                <a:lnTo>
                  <a:pt x="280521" y="104470"/>
                </a:lnTo>
                <a:lnTo>
                  <a:pt x="243364" y="130527"/>
                </a:lnTo>
                <a:lnTo>
                  <a:pt x="208177" y="159055"/>
                </a:lnTo>
                <a:lnTo>
                  <a:pt x="175084" y="189928"/>
                </a:lnTo>
                <a:lnTo>
                  <a:pt x="144210" y="223021"/>
                </a:lnTo>
                <a:lnTo>
                  <a:pt x="115683" y="258209"/>
                </a:lnTo>
                <a:lnTo>
                  <a:pt x="89625" y="295365"/>
                </a:lnTo>
                <a:lnTo>
                  <a:pt x="66164" y="334366"/>
                </a:lnTo>
                <a:lnTo>
                  <a:pt x="45424" y="375084"/>
                </a:lnTo>
                <a:lnTo>
                  <a:pt x="27531" y="417396"/>
                </a:lnTo>
                <a:lnTo>
                  <a:pt x="12610" y="461176"/>
                </a:lnTo>
                <a:lnTo>
                  <a:pt x="787" y="506297"/>
                </a:lnTo>
                <a:lnTo>
                  <a:pt x="0" y="510538"/>
                </a:lnTo>
                <a:lnTo>
                  <a:pt x="1267235" y="510538"/>
                </a:lnTo>
                <a:lnTo>
                  <a:pt x="1254624" y="461176"/>
                </a:lnTo>
                <a:lnTo>
                  <a:pt x="1239703" y="417396"/>
                </a:lnTo>
                <a:lnTo>
                  <a:pt x="1221810" y="375084"/>
                </a:lnTo>
                <a:lnTo>
                  <a:pt x="1201070" y="334366"/>
                </a:lnTo>
                <a:lnTo>
                  <a:pt x="1177609" y="295365"/>
                </a:lnTo>
                <a:lnTo>
                  <a:pt x="1151552" y="258209"/>
                </a:lnTo>
                <a:lnTo>
                  <a:pt x="1123024" y="223021"/>
                </a:lnTo>
                <a:lnTo>
                  <a:pt x="1092151" y="189928"/>
                </a:lnTo>
                <a:lnTo>
                  <a:pt x="1059058" y="159055"/>
                </a:lnTo>
                <a:lnTo>
                  <a:pt x="1023870" y="130527"/>
                </a:lnTo>
                <a:lnTo>
                  <a:pt x="986713" y="104470"/>
                </a:lnTo>
                <a:lnTo>
                  <a:pt x="947713" y="81008"/>
                </a:lnTo>
                <a:lnTo>
                  <a:pt x="906994" y="60268"/>
                </a:lnTo>
                <a:lnTo>
                  <a:pt x="864682" y="42375"/>
                </a:lnTo>
                <a:lnTo>
                  <a:pt x="820903" y="27454"/>
                </a:lnTo>
                <a:lnTo>
                  <a:pt x="775782" y="15631"/>
                </a:lnTo>
                <a:lnTo>
                  <a:pt x="729443" y="7030"/>
                </a:lnTo>
                <a:lnTo>
                  <a:pt x="682013" y="1778"/>
                </a:lnTo>
                <a:lnTo>
                  <a:pt x="633617" y="0"/>
                </a:lnTo>
                <a:close/>
              </a:path>
            </a:pathLst>
          </a:custGeom>
          <a:solidFill>
            <a:srgbClr val="278696"/>
          </a:solidFill>
          <a:ln w="9525">
            <a:noFill/>
            <a:round/>
          </a:ln>
        </p:spPr>
        <p:txBody>
          <a:bodyPr lIns="0" tIns="0" rIns="0" bIns="0"/>
          <a:lstStyle/>
          <a:p>
            <a:endParaRPr lang="zh-CN" altLang="en-US"/>
          </a:p>
        </p:txBody>
      </p:sp>
      <p:sp>
        <p:nvSpPr>
          <p:cNvPr id="16394" name="object 11"/>
          <p:cNvSpPr/>
          <p:nvPr/>
        </p:nvSpPr>
        <p:spPr bwMode="auto">
          <a:xfrm>
            <a:off x="9423400" y="6357938"/>
            <a:ext cx="552450" cy="500062"/>
          </a:xfrm>
          <a:custGeom>
            <a:avLst/>
            <a:gdLst/>
            <a:ahLst/>
            <a:cxnLst>
              <a:cxn ang="0">
                <a:pos x="276605" y="0"/>
              </a:cxn>
              <a:cxn ang="0">
                <a:pos x="226881" y="4431"/>
              </a:cxn>
              <a:cxn ang="0">
                <a:pos x="180082" y="17209"/>
              </a:cxn>
              <a:cxn ang="0">
                <a:pos x="136990" y="37555"/>
              </a:cxn>
              <a:cxn ang="0">
                <a:pos x="98385" y="64693"/>
              </a:cxn>
              <a:cxn ang="0">
                <a:pos x="65049" y="97847"/>
              </a:cxn>
              <a:cxn ang="0">
                <a:pos x="37761" y="136239"/>
              </a:cxn>
              <a:cxn ang="0">
                <a:pos x="17303" y="179094"/>
              </a:cxn>
              <a:cxn ang="0">
                <a:pos x="4455" y="225633"/>
              </a:cxn>
              <a:cxn ang="0">
                <a:pos x="0" y="275082"/>
              </a:cxn>
              <a:cxn ang="0">
                <a:pos x="4455" y="324528"/>
              </a:cxn>
              <a:cxn ang="0">
                <a:pos x="17303" y="371067"/>
              </a:cxn>
              <a:cxn ang="0">
                <a:pos x="37761" y="413921"/>
              </a:cxn>
              <a:cxn ang="0">
                <a:pos x="65049" y="452313"/>
              </a:cxn>
              <a:cxn ang="0">
                <a:pos x="98385" y="485468"/>
              </a:cxn>
              <a:cxn ang="0">
                <a:pos x="118872" y="499870"/>
              </a:cxn>
              <a:cxn ang="0">
                <a:pos x="434339" y="499870"/>
              </a:cxn>
              <a:cxn ang="0">
                <a:pos x="488162" y="452313"/>
              </a:cxn>
              <a:cxn ang="0">
                <a:pos x="515450" y="413921"/>
              </a:cxn>
              <a:cxn ang="0">
                <a:pos x="535908" y="371067"/>
              </a:cxn>
              <a:cxn ang="0">
                <a:pos x="548756" y="324528"/>
              </a:cxn>
              <a:cxn ang="0">
                <a:pos x="553211" y="275082"/>
              </a:cxn>
              <a:cxn ang="0">
                <a:pos x="548756" y="225633"/>
              </a:cxn>
              <a:cxn ang="0">
                <a:pos x="535908" y="179094"/>
              </a:cxn>
              <a:cxn ang="0">
                <a:pos x="515450" y="136239"/>
              </a:cxn>
              <a:cxn ang="0">
                <a:pos x="488162" y="97847"/>
              </a:cxn>
              <a:cxn ang="0">
                <a:pos x="454826" y="64693"/>
              </a:cxn>
              <a:cxn ang="0">
                <a:pos x="416221" y="37555"/>
              </a:cxn>
              <a:cxn ang="0">
                <a:pos x="373129" y="17209"/>
              </a:cxn>
              <a:cxn ang="0">
                <a:pos x="326330" y="4431"/>
              </a:cxn>
              <a:cxn ang="0">
                <a:pos x="276605" y="0"/>
              </a:cxn>
            </a:cxnLst>
            <a:rect l="0" t="0" r="r" b="b"/>
            <a:pathLst>
              <a:path w="553720" h="500379">
                <a:moveTo>
                  <a:pt x="276605" y="0"/>
                </a:moveTo>
                <a:lnTo>
                  <a:pt x="226881" y="4431"/>
                </a:lnTo>
                <a:lnTo>
                  <a:pt x="180082" y="17209"/>
                </a:lnTo>
                <a:lnTo>
                  <a:pt x="136990" y="37555"/>
                </a:lnTo>
                <a:lnTo>
                  <a:pt x="98385" y="64693"/>
                </a:lnTo>
                <a:lnTo>
                  <a:pt x="65049" y="97847"/>
                </a:lnTo>
                <a:lnTo>
                  <a:pt x="37761" y="136239"/>
                </a:lnTo>
                <a:lnTo>
                  <a:pt x="17303" y="179094"/>
                </a:lnTo>
                <a:lnTo>
                  <a:pt x="4455" y="225633"/>
                </a:lnTo>
                <a:lnTo>
                  <a:pt x="0" y="275082"/>
                </a:lnTo>
                <a:lnTo>
                  <a:pt x="4455" y="324528"/>
                </a:lnTo>
                <a:lnTo>
                  <a:pt x="17303" y="371067"/>
                </a:lnTo>
                <a:lnTo>
                  <a:pt x="37761" y="413921"/>
                </a:lnTo>
                <a:lnTo>
                  <a:pt x="65049" y="452313"/>
                </a:lnTo>
                <a:lnTo>
                  <a:pt x="98385" y="485468"/>
                </a:lnTo>
                <a:lnTo>
                  <a:pt x="118872" y="499870"/>
                </a:lnTo>
                <a:lnTo>
                  <a:pt x="434339" y="499870"/>
                </a:lnTo>
                <a:lnTo>
                  <a:pt x="488162" y="452313"/>
                </a:lnTo>
                <a:lnTo>
                  <a:pt x="515450" y="413921"/>
                </a:lnTo>
                <a:lnTo>
                  <a:pt x="535908" y="371067"/>
                </a:lnTo>
                <a:lnTo>
                  <a:pt x="548756" y="324528"/>
                </a:lnTo>
                <a:lnTo>
                  <a:pt x="553211" y="275082"/>
                </a:lnTo>
                <a:lnTo>
                  <a:pt x="548756" y="225633"/>
                </a:lnTo>
                <a:lnTo>
                  <a:pt x="535908" y="179094"/>
                </a:lnTo>
                <a:lnTo>
                  <a:pt x="515450" y="136239"/>
                </a:lnTo>
                <a:lnTo>
                  <a:pt x="488162" y="97847"/>
                </a:lnTo>
                <a:lnTo>
                  <a:pt x="454826" y="64693"/>
                </a:lnTo>
                <a:lnTo>
                  <a:pt x="416221" y="37555"/>
                </a:lnTo>
                <a:lnTo>
                  <a:pt x="373129" y="17209"/>
                </a:lnTo>
                <a:lnTo>
                  <a:pt x="326330" y="4431"/>
                </a:lnTo>
                <a:lnTo>
                  <a:pt x="276605" y="0"/>
                </a:lnTo>
                <a:close/>
              </a:path>
            </a:pathLst>
          </a:custGeom>
          <a:solidFill>
            <a:srgbClr val="AA454A"/>
          </a:solidFill>
          <a:ln w="9525">
            <a:noFill/>
            <a:round/>
          </a:ln>
        </p:spPr>
        <p:txBody>
          <a:bodyPr lIns="0" tIns="0" rIns="0" bIns="0"/>
          <a:lstStyle/>
          <a:p>
            <a:endParaRPr lang="zh-CN" altLang="en-US"/>
          </a:p>
        </p:txBody>
      </p:sp>
      <p:sp>
        <p:nvSpPr>
          <p:cNvPr id="16395" name="object 12"/>
          <p:cNvSpPr/>
          <p:nvPr/>
        </p:nvSpPr>
        <p:spPr bwMode="auto">
          <a:xfrm>
            <a:off x="7448550" y="379413"/>
            <a:ext cx="427038" cy="425450"/>
          </a:xfrm>
          <a:custGeom>
            <a:avLst/>
            <a:gdLst/>
            <a:ahLst/>
            <a:cxnLst>
              <a:cxn ang="0">
                <a:pos x="213360" y="0"/>
              </a:cxn>
              <a:cxn ang="0">
                <a:pos x="164432" y="5611"/>
              </a:cxn>
              <a:cxn ang="0">
                <a:pos x="119520" y="21598"/>
              </a:cxn>
              <a:cxn ang="0">
                <a:pos x="79905" y="46686"/>
              </a:cxn>
              <a:cxn ang="0">
                <a:pos x="46866" y="79603"/>
              </a:cxn>
              <a:cxn ang="0">
                <a:pos x="21682" y="119076"/>
              </a:cxn>
              <a:cxn ang="0">
                <a:pos x="5633" y="163832"/>
              </a:cxn>
              <a:cxn ang="0">
                <a:pos x="0" y="212598"/>
              </a:cxn>
              <a:cxn ang="0">
                <a:pos x="5633" y="261363"/>
              </a:cxn>
              <a:cxn ang="0">
                <a:pos x="21682" y="306119"/>
              </a:cxn>
              <a:cxn ang="0">
                <a:pos x="46866" y="345592"/>
              </a:cxn>
              <a:cxn ang="0">
                <a:pos x="79905" y="378509"/>
              </a:cxn>
              <a:cxn ang="0">
                <a:pos x="119520" y="403597"/>
              </a:cxn>
              <a:cxn ang="0">
                <a:pos x="164432" y="419584"/>
              </a:cxn>
              <a:cxn ang="0">
                <a:pos x="213360" y="425196"/>
              </a:cxn>
              <a:cxn ang="0">
                <a:pos x="262287" y="419584"/>
              </a:cxn>
              <a:cxn ang="0">
                <a:pos x="307199" y="403597"/>
              </a:cxn>
              <a:cxn ang="0">
                <a:pos x="346814" y="378509"/>
              </a:cxn>
              <a:cxn ang="0">
                <a:pos x="379853" y="345592"/>
              </a:cxn>
              <a:cxn ang="0">
                <a:pos x="405037" y="306119"/>
              </a:cxn>
              <a:cxn ang="0">
                <a:pos x="421086" y="261363"/>
              </a:cxn>
              <a:cxn ang="0">
                <a:pos x="426720" y="212598"/>
              </a:cxn>
              <a:cxn ang="0">
                <a:pos x="421086" y="163832"/>
              </a:cxn>
              <a:cxn ang="0">
                <a:pos x="405037" y="119076"/>
              </a:cxn>
              <a:cxn ang="0">
                <a:pos x="379853" y="79603"/>
              </a:cxn>
              <a:cxn ang="0">
                <a:pos x="346814" y="46686"/>
              </a:cxn>
              <a:cxn ang="0">
                <a:pos x="307199" y="21598"/>
              </a:cxn>
              <a:cxn ang="0">
                <a:pos x="262287" y="5611"/>
              </a:cxn>
              <a:cxn ang="0">
                <a:pos x="213360" y="0"/>
              </a:cxn>
            </a:cxnLst>
            <a:rect l="0" t="0" r="r" b="b"/>
            <a:pathLst>
              <a:path w="426720" h="425450">
                <a:moveTo>
                  <a:pt x="213360" y="0"/>
                </a:moveTo>
                <a:lnTo>
                  <a:pt x="164432" y="5611"/>
                </a:lnTo>
                <a:lnTo>
                  <a:pt x="119520" y="21598"/>
                </a:lnTo>
                <a:lnTo>
                  <a:pt x="79905" y="46686"/>
                </a:lnTo>
                <a:lnTo>
                  <a:pt x="46866" y="79603"/>
                </a:lnTo>
                <a:lnTo>
                  <a:pt x="21682" y="119076"/>
                </a:lnTo>
                <a:lnTo>
                  <a:pt x="5633" y="163832"/>
                </a:lnTo>
                <a:lnTo>
                  <a:pt x="0" y="212598"/>
                </a:lnTo>
                <a:lnTo>
                  <a:pt x="5633" y="261363"/>
                </a:lnTo>
                <a:lnTo>
                  <a:pt x="21682" y="306119"/>
                </a:lnTo>
                <a:lnTo>
                  <a:pt x="46866" y="345592"/>
                </a:lnTo>
                <a:lnTo>
                  <a:pt x="79905" y="378509"/>
                </a:lnTo>
                <a:lnTo>
                  <a:pt x="119520" y="403597"/>
                </a:lnTo>
                <a:lnTo>
                  <a:pt x="164432" y="419584"/>
                </a:lnTo>
                <a:lnTo>
                  <a:pt x="213360" y="425196"/>
                </a:lnTo>
                <a:lnTo>
                  <a:pt x="262287" y="419584"/>
                </a:lnTo>
                <a:lnTo>
                  <a:pt x="307199" y="403597"/>
                </a:lnTo>
                <a:lnTo>
                  <a:pt x="346814" y="378509"/>
                </a:lnTo>
                <a:lnTo>
                  <a:pt x="379853" y="345592"/>
                </a:lnTo>
                <a:lnTo>
                  <a:pt x="405037" y="306119"/>
                </a:lnTo>
                <a:lnTo>
                  <a:pt x="421086" y="261363"/>
                </a:lnTo>
                <a:lnTo>
                  <a:pt x="426720" y="212598"/>
                </a:lnTo>
                <a:lnTo>
                  <a:pt x="421086" y="163832"/>
                </a:lnTo>
                <a:lnTo>
                  <a:pt x="405037" y="119076"/>
                </a:lnTo>
                <a:lnTo>
                  <a:pt x="379853" y="79603"/>
                </a:lnTo>
                <a:lnTo>
                  <a:pt x="346814" y="46686"/>
                </a:lnTo>
                <a:lnTo>
                  <a:pt x="307199" y="21598"/>
                </a:lnTo>
                <a:lnTo>
                  <a:pt x="262287" y="5611"/>
                </a:lnTo>
                <a:lnTo>
                  <a:pt x="213360" y="0"/>
                </a:lnTo>
                <a:close/>
              </a:path>
            </a:pathLst>
          </a:custGeom>
          <a:solidFill>
            <a:srgbClr val="427441"/>
          </a:solidFill>
          <a:ln w="9525">
            <a:noFill/>
            <a:round/>
          </a:ln>
        </p:spPr>
        <p:txBody>
          <a:bodyPr lIns="0" tIns="0" rIns="0" bIns="0"/>
          <a:lstStyle/>
          <a:p>
            <a:endParaRPr lang="zh-CN" altLang="en-US"/>
          </a:p>
        </p:txBody>
      </p:sp>
      <p:sp>
        <p:nvSpPr>
          <p:cNvPr id="16396" name="object 13"/>
          <p:cNvSpPr/>
          <p:nvPr/>
        </p:nvSpPr>
        <p:spPr bwMode="auto">
          <a:xfrm>
            <a:off x="7327900" y="1127125"/>
            <a:ext cx="1320800" cy="1322388"/>
          </a:xfrm>
          <a:custGeom>
            <a:avLst/>
            <a:gdLst/>
            <a:ahLst/>
            <a:cxnLst>
              <a:cxn ang="0">
                <a:pos x="613472" y="1658"/>
              </a:cxn>
              <a:cxn ang="0">
                <a:pos x="521907" y="14593"/>
              </a:cxn>
              <a:cxn ang="0">
                <a:pos x="434818" y="39606"/>
              </a:cxn>
              <a:cxn ang="0">
                <a:pos x="353100" y="75802"/>
              </a:cxn>
              <a:cxn ang="0">
                <a:pos x="277645" y="122287"/>
              </a:cxn>
              <a:cxn ang="0">
                <a:pos x="209350" y="178167"/>
              </a:cxn>
              <a:cxn ang="0">
                <a:pos x="149108" y="242547"/>
              </a:cxn>
              <a:cxn ang="0">
                <a:pos x="97814" y="314534"/>
              </a:cxn>
              <a:cxn ang="0">
                <a:pos x="56362" y="393232"/>
              </a:cxn>
              <a:cxn ang="0">
                <a:pos x="25646" y="477747"/>
              </a:cxn>
              <a:cxn ang="0">
                <a:pos x="6560" y="567186"/>
              </a:cxn>
              <a:cxn ang="0">
                <a:pos x="0" y="660653"/>
              </a:cxn>
              <a:cxn ang="0">
                <a:pos x="6560" y="754121"/>
              </a:cxn>
              <a:cxn ang="0">
                <a:pos x="25646" y="843560"/>
              </a:cxn>
              <a:cxn ang="0">
                <a:pos x="56362" y="928075"/>
              </a:cxn>
              <a:cxn ang="0">
                <a:pos x="97814" y="1006773"/>
              </a:cxn>
              <a:cxn ang="0">
                <a:pos x="149108" y="1078760"/>
              </a:cxn>
              <a:cxn ang="0">
                <a:pos x="209350" y="1143140"/>
              </a:cxn>
              <a:cxn ang="0">
                <a:pos x="277645" y="1199020"/>
              </a:cxn>
              <a:cxn ang="0">
                <a:pos x="353100" y="1245505"/>
              </a:cxn>
              <a:cxn ang="0">
                <a:pos x="434818" y="1281701"/>
              </a:cxn>
              <a:cxn ang="0">
                <a:pos x="521907" y="1306714"/>
              </a:cxn>
              <a:cxn ang="0">
                <a:pos x="613472" y="1319649"/>
              </a:cxn>
              <a:cxn ang="0">
                <a:pos x="707835" y="1319649"/>
              </a:cxn>
              <a:cxn ang="0">
                <a:pos x="799400" y="1306714"/>
              </a:cxn>
              <a:cxn ang="0">
                <a:pos x="886489" y="1281701"/>
              </a:cxn>
              <a:cxn ang="0">
                <a:pos x="968207" y="1245505"/>
              </a:cxn>
              <a:cxn ang="0">
                <a:pos x="1043662" y="1199020"/>
              </a:cxn>
              <a:cxn ang="0">
                <a:pos x="1111957" y="1143140"/>
              </a:cxn>
              <a:cxn ang="0">
                <a:pos x="1172199" y="1078760"/>
              </a:cxn>
              <a:cxn ang="0">
                <a:pos x="1223493" y="1006773"/>
              </a:cxn>
              <a:cxn ang="0">
                <a:pos x="1264945" y="928075"/>
              </a:cxn>
              <a:cxn ang="0">
                <a:pos x="1295661" y="843560"/>
              </a:cxn>
              <a:cxn ang="0">
                <a:pos x="1314747" y="754121"/>
              </a:cxn>
              <a:cxn ang="0">
                <a:pos x="1321307" y="660653"/>
              </a:cxn>
              <a:cxn ang="0">
                <a:pos x="1314747" y="567186"/>
              </a:cxn>
              <a:cxn ang="0">
                <a:pos x="1295661" y="477747"/>
              </a:cxn>
              <a:cxn ang="0">
                <a:pos x="1264945" y="393232"/>
              </a:cxn>
              <a:cxn ang="0">
                <a:pos x="1223493" y="314534"/>
              </a:cxn>
              <a:cxn ang="0">
                <a:pos x="1172199" y="242547"/>
              </a:cxn>
              <a:cxn ang="0">
                <a:pos x="1111957" y="178167"/>
              </a:cxn>
              <a:cxn ang="0">
                <a:pos x="1043662" y="122287"/>
              </a:cxn>
              <a:cxn ang="0">
                <a:pos x="968207" y="75802"/>
              </a:cxn>
              <a:cxn ang="0">
                <a:pos x="886489" y="39606"/>
              </a:cxn>
              <a:cxn ang="0">
                <a:pos x="799400" y="14593"/>
              </a:cxn>
              <a:cxn ang="0">
                <a:pos x="707835" y="1658"/>
              </a:cxn>
            </a:cxnLst>
            <a:rect l="0" t="0" r="r" b="b"/>
            <a:pathLst>
              <a:path w="1321434" h="1321435">
                <a:moveTo>
                  <a:pt x="660653" y="0"/>
                </a:moveTo>
                <a:lnTo>
                  <a:pt x="613472" y="1658"/>
                </a:lnTo>
                <a:lnTo>
                  <a:pt x="567186" y="6560"/>
                </a:lnTo>
                <a:lnTo>
                  <a:pt x="521907" y="14593"/>
                </a:lnTo>
                <a:lnTo>
                  <a:pt x="477747" y="25646"/>
                </a:lnTo>
                <a:lnTo>
                  <a:pt x="434818" y="39606"/>
                </a:lnTo>
                <a:lnTo>
                  <a:pt x="393232" y="56362"/>
                </a:lnTo>
                <a:lnTo>
                  <a:pt x="353100" y="75802"/>
                </a:lnTo>
                <a:lnTo>
                  <a:pt x="314534" y="97814"/>
                </a:lnTo>
                <a:lnTo>
                  <a:pt x="277645" y="122287"/>
                </a:lnTo>
                <a:lnTo>
                  <a:pt x="242547" y="149108"/>
                </a:lnTo>
                <a:lnTo>
                  <a:pt x="209350" y="178167"/>
                </a:lnTo>
                <a:lnTo>
                  <a:pt x="178167" y="209350"/>
                </a:lnTo>
                <a:lnTo>
                  <a:pt x="149108" y="242547"/>
                </a:lnTo>
                <a:lnTo>
                  <a:pt x="122287" y="277645"/>
                </a:lnTo>
                <a:lnTo>
                  <a:pt x="97814" y="314534"/>
                </a:lnTo>
                <a:lnTo>
                  <a:pt x="75802" y="353100"/>
                </a:lnTo>
                <a:lnTo>
                  <a:pt x="56362" y="393232"/>
                </a:lnTo>
                <a:lnTo>
                  <a:pt x="39606" y="434818"/>
                </a:lnTo>
                <a:lnTo>
                  <a:pt x="25646" y="477747"/>
                </a:lnTo>
                <a:lnTo>
                  <a:pt x="14593" y="521907"/>
                </a:lnTo>
                <a:lnTo>
                  <a:pt x="6560" y="567186"/>
                </a:lnTo>
                <a:lnTo>
                  <a:pt x="1658" y="613472"/>
                </a:lnTo>
                <a:lnTo>
                  <a:pt x="0" y="660653"/>
                </a:lnTo>
                <a:lnTo>
                  <a:pt x="1658" y="707835"/>
                </a:lnTo>
                <a:lnTo>
                  <a:pt x="6560" y="754121"/>
                </a:lnTo>
                <a:lnTo>
                  <a:pt x="14593" y="799400"/>
                </a:lnTo>
                <a:lnTo>
                  <a:pt x="25646" y="843560"/>
                </a:lnTo>
                <a:lnTo>
                  <a:pt x="39606" y="886489"/>
                </a:lnTo>
                <a:lnTo>
                  <a:pt x="56362" y="928075"/>
                </a:lnTo>
                <a:lnTo>
                  <a:pt x="75802" y="968207"/>
                </a:lnTo>
                <a:lnTo>
                  <a:pt x="97814" y="1006773"/>
                </a:lnTo>
                <a:lnTo>
                  <a:pt x="122287" y="1043662"/>
                </a:lnTo>
                <a:lnTo>
                  <a:pt x="149108" y="1078760"/>
                </a:lnTo>
                <a:lnTo>
                  <a:pt x="178167" y="1111957"/>
                </a:lnTo>
                <a:lnTo>
                  <a:pt x="209350" y="1143140"/>
                </a:lnTo>
                <a:lnTo>
                  <a:pt x="242547" y="1172199"/>
                </a:lnTo>
                <a:lnTo>
                  <a:pt x="277645" y="1199020"/>
                </a:lnTo>
                <a:lnTo>
                  <a:pt x="314534" y="1223493"/>
                </a:lnTo>
                <a:lnTo>
                  <a:pt x="353100" y="1245505"/>
                </a:lnTo>
                <a:lnTo>
                  <a:pt x="393232" y="1264945"/>
                </a:lnTo>
                <a:lnTo>
                  <a:pt x="434818" y="1281701"/>
                </a:lnTo>
                <a:lnTo>
                  <a:pt x="477747" y="1295661"/>
                </a:lnTo>
                <a:lnTo>
                  <a:pt x="521907" y="1306714"/>
                </a:lnTo>
                <a:lnTo>
                  <a:pt x="567186" y="1314747"/>
                </a:lnTo>
                <a:lnTo>
                  <a:pt x="613472" y="1319649"/>
                </a:lnTo>
                <a:lnTo>
                  <a:pt x="660653" y="1321307"/>
                </a:lnTo>
                <a:lnTo>
                  <a:pt x="707835" y="1319649"/>
                </a:lnTo>
                <a:lnTo>
                  <a:pt x="754121" y="1314747"/>
                </a:lnTo>
                <a:lnTo>
                  <a:pt x="799400" y="1306714"/>
                </a:lnTo>
                <a:lnTo>
                  <a:pt x="843560" y="1295661"/>
                </a:lnTo>
                <a:lnTo>
                  <a:pt x="886489" y="1281701"/>
                </a:lnTo>
                <a:lnTo>
                  <a:pt x="928075" y="1264945"/>
                </a:lnTo>
                <a:lnTo>
                  <a:pt x="968207" y="1245505"/>
                </a:lnTo>
                <a:lnTo>
                  <a:pt x="1006773" y="1223493"/>
                </a:lnTo>
                <a:lnTo>
                  <a:pt x="1043662" y="1199020"/>
                </a:lnTo>
                <a:lnTo>
                  <a:pt x="1078760" y="1172199"/>
                </a:lnTo>
                <a:lnTo>
                  <a:pt x="1111957" y="1143140"/>
                </a:lnTo>
                <a:lnTo>
                  <a:pt x="1143140" y="1111957"/>
                </a:lnTo>
                <a:lnTo>
                  <a:pt x="1172199" y="1078760"/>
                </a:lnTo>
                <a:lnTo>
                  <a:pt x="1199020" y="1043662"/>
                </a:lnTo>
                <a:lnTo>
                  <a:pt x="1223493" y="1006773"/>
                </a:lnTo>
                <a:lnTo>
                  <a:pt x="1245505" y="968207"/>
                </a:lnTo>
                <a:lnTo>
                  <a:pt x="1264945" y="928075"/>
                </a:lnTo>
                <a:lnTo>
                  <a:pt x="1281701" y="886489"/>
                </a:lnTo>
                <a:lnTo>
                  <a:pt x="1295661" y="843560"/>
                </a:lnTo>
                <a:lnTo>
                  <a:pt x="1306714" y="799400"/>
                </a:lnTo>
                <a:lnTo>
                  <a:pt x="1314747" y="754121"/>
                </a:lnTo>
                <a:lnTo>
                  <a:pt x="1319649" y="707835"/>
                </a:lnTo>
                <a:lnTo>
                  <a:pt x="1321307" y="660653"/>
                </a:lnTo>
                <a:lnTo>
                  <a:pt x="1319649" y="613472"/>
                </a:lnTo>
                <a:lnTo>
                  <a:pt x="1314747" y="567186"/>
                </a:lnTo>
                <a:lnTo>
                  <a:pt x="1306714" y="521907"/>
                </a:lnTo>
                <a:lnTo>
                  <a:pt x="1295661" y="477747"/>
                </a:lnTo>
                <a:lnTo>
                  <a:pt x="1281701" y="434818"/>
                </a:lnTo>
                <a:lnTo>
                  <a:pt x="1264945" y="393232"/>
                </a:lnTo>
                <a:lnTo>
                  <a:pt x="1245505" y="353100"/>
                </a:lnTo>
                <a:lnTo>
                  <a:pt x="1223493" y="314534"/>
                </a:lnTo>
                <a:lnTo>
                  <a:pt x="1199020" y="277645"/>
                </a:lnTo>
                <a:lnTo>
                  <a:pt x="1172199" y="242547"/>
                </a:lnTo>
                <a:lnTo>
                  <a:pt x="1143140" y="209350"/>
                </a:lnTo>
                <a:lnTo>
                  <a:pt x="1111957" y="178167"/>
                </a:lnTo>
                <a:lnTo>
                  <a:pt x="1078760" y="149108"/>
                </a:lnTo>
                <a:lnTo>
                  <a:pt x="1043662" y="122287"/>
                </a:lnTo>
                <a:lnTo>
                  <a:pt x="1006773" y="97814"/>
                </a:lnTo>
                <a:lnTo>
                  <a:pt x="968207" y="75802"/>
                </a:lnTo>
                <a:lnTo>
                  <a:pt x="928075" y="56362"/>
                </a:lnTo>
                <a:lnTo>
                  <a:pt x="886489" y="39606"/>
                </a:lnTo>
                <a:lnTo>
                  <a:pt x="843560" y="25646"/>
                </a:lnTo>
                <a:lnTo>
                  <a:pt x="799400" y="14593"/>
                </a:lnTo>
                <a:lnTo>
                  <a:pt x="754121" y="6560"/>
                </a:lnTo>
                <a:lnTo>
                  <a:pt x="707835" y="1658"/>
                </a:lnTo>
                <a:lnTo>
                  <a:pt x="660653" y="0"/>
                </a:lnTo>
                <a:close/>
              </a:path>
            </a:pathLst>
          </a:custGeom>
          <a:solidFill>
            <a:srgbClr val="AA454A"/>
          </a:solidFill>
          <a:ln w="9525">
            <a:noFill/>
            <a:round/>
          </a:ln>
        </p:spPr>
        <p:txBody>
          <a:bodyPr lIns="0" tIns="0" rIns="0" bIns="0"/>
          <a:lstStyle/>
          <a:p>
            <a:endParaRPr lang="zh-CN" altLang="en-US"/>
          </a:p>
        </p:txBody>
      </p:sp>
      <p:sp>
        <p:nvSpPr>
          <p:cNvPr id="16397" name="object 14"/>
          <p:cNvSpPr/>
          <p:nvPr/>
        </p:nvSpPr>
        <p:spPr bwMode="auto">
          <a:xfrm>
            <a:off x="7516813" y="2214563"/>
            <a:ext cx="471487" cy="469900"/>
          </a:xfrm>
          <a:custGeom>
            <a:avLst/>
            <a:gdLst/>
            <a:ahLst/>
            <a:cxnLst>
              <a:cxn ang="0">
                <a:pos x="236220" y="0"/>
              </a:cxn>
              <a:cxn ang="0">
                <a:pos x="188622" y="4766"/>
              </a:cxn>
              <a:cxn ang="0">
                <a:pos x="144285" y="18436"/>
              </a:cxn>
              <a:cxn ang="0">
                <a:pos x="104161" y="40069"/>
              </a:cxn>
              <a:cxn ang="0">
                <a:pos x="69199" y="68722"/>
              </a:cxn>
              <a:cxn ang="0">
                <a:pos x="40351" y="103454"/>
              </a:cxn>
              <a:cxn ang="0">
                <a:pos x="18567" y="143321"/>
              </a:cxn>
              <a:cxn ang="0">
                <a:pos x="4800" y="187382"/>
              </a:cxn>
              <a:cxn ang="0">
                <a:pos x="0" y="234695"/>
              </a:cxn>
              <a:cxn ang="0">
                <a:pos x="4800" y="282009"/>
              </a:cxn>
              <a:cxn ang="0">
                <a:pos x="18567" y="326070"/>
              </a:cxn>
              <a:cxn ang="0">
                <a:pos x="40351" y="365937"/>
              </a:cxn>
              <a:cxn ang="0">
                <a:pos x="69199" y="400669"/>
              </a:cxn>
              <a:cxn ang="0">
                <a:pos x="104161" y="429322"/>
              </a:cxn>
              <a:cxn ang="0">
                <a:pos x="144285" y="450955"/>
              </a:cxn>
              <a:cxn ang="0">
                <a:pos x="188622" y="464625"/>
              </a:cxn>
              <a:cxn ang="0">
                <a:pos x="236220" y="469391"/>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5"/>
              </a:cxn>
              <a:cxn ang="0">
                <a:pos x="467639" y="187382"/>
              </a:cxn>
              <a:cxn ang="0">
                <a:pos x="453872" y="143321"/>
              </a:cxn>
              <a:cxn ang="0">
                <a:pos x="432088" y="103454"/>
              </a:cxn>
              <a:cxn ang="0">
                <a:pos x="403240" y="68722"/>
              </a:cxn>
              <a:cxn ang="0">
                <a:pos x="368278" y="40069"/>
              </a:cxn>
              <a:cxn ang="0">
                <a:pos x="328154" y="18436"/>
              </a:cxn>
              <a:cxn ang="0">
                <a:pos x="283817" y="4766"/>
              </a:cxn>
              <a:cxn ang="0">
                <a:pos x="236220" y="0"/>
              </a:cxn>
            </a:cxnLst>
            <a:rect l="0" t="0" r="r" b="b"/>
            <a:pathLst>
              <a:path w="472440" h="469900">
                <a:moveTo>
                  <a:pt x="236220" y="0"/>
                </a:moveTo>
                <a:lnTo>
                  <a:pt x="188622" y="4766"/>
                </a:lnTo>
                <a:lnTo>
                  <a:pt x="144285" y="18436"/>
                </a:lnTo>
                <a:lnTo>
                  <a:pt x="104161" y="40069"/>
                </a:lnTo>
                <a:lnTo>
                  <a:pt x="69199" y="68722"/>
                </a:lnTo>
                <a:lnTo>
                  <a:pt x="40351" y="103454"/>
                </a:lnTo>
                <a:lnTo>
                  <a:pt x="18567" y="143321"/>
                </a:lnTo>
                <a:lnTo>
                  <a:pt x="4800" y="187382"/>
                </a:lnTo>
                <a:lnTo>
                  <a:pt x="0" y="234695"/>
                </a:lnTo>
                <a:lnTo>
                  <a:pt x="4800" y="282009"/>
                </a:lnTo>
                <a:lnTo>
                  <a:pt x="18567" y="326070"/>
                </a:lnTo>
                <a:lnTo>
                  <a:pt x="40351" y="365937"/>
                </a:lnTo>
                <a:lnTo>
                  <a:pt x="69199" y="400669"/>
                </a:lnTo>
                <a:lnTo>
                  <a:pt x="104161" y="429322"/>
                </a:lnTo>
                <a:lnTo>
                  <a:pt x="144285" y="450955"/>
                </a:lnTo>
                <a:lnTo>
                  <a:pt x="188622" y="464625"/>
                </a:lnTo>
                <a:lnTo>
                  <a:pt x="236220" y="469391"/>
                </a:lnTo>
                <a:lnTo>
                  <a:pt x="283817" y="464625"/>
                </a:lnTo>
                <a:lnTo>
                  <a:pt x="328154" y="450955"/>
                </a:lnTo>
                <a:lnTo>
                  <a:pt x="368278" y="429322"/>
                </a:lnTo>
                <a:lnTo>
                  <a:pt x="403240" y="400669"/>
                </a:lnTo>
                <a:lnTo>
                  <a:pt x="432088" y="365937"/>
                </a:lnTo>
                <a:lnTo>
                  <a:pt x="453872" y="326070"/>
                </a:lnTo>
                <a:lnTo>
                  <a:pt x="467639" y="282009"/>
                </a:lnTo>
                <a:lnTo>
                  <a:pt x="472439" y="234695"/>
                </a:lnTo>
                <a:lnTo>
                  <a:pt x="467639" y="187382"/>
                </a:lnTo>
                <a:lnTo>
                  <a:pt x="453872" y="143321"/>
                </a:lnTo>
                <a:lnTo>
                  <a:pt x="432088" y="103454"/>
                </a:lnTo>
                <a:lnTo>
                  <a:pt x="403240" y="68722"/>
                </a:lnTo>
                <a:lnTo>
                  <a:pt x="368278" y="40069"/>
                </a:lnTo>
                <a:lnTo>
                  <a:pt x="328154" y="18436"/>
                </a:lnTo>
                <a:lnTo>
                  <a:pt x="283817" y="4766"/>
                </a:lnTo>
                <a:lnTo>
                  <a:pt x="236220" y="0"/>
                </a:lnTo>
                <a:close/>
              </a:path>
            </a:pathLst>
          </a:custGeom>
          <a:solidFill>
            <a:srgbClr val="427441"/>
          </a:solidFill>
          <a:ln w="9525">
            <a:noFill/>
            <a:round/>
          </a:ln>
        </p:spPr>
        <p:txBody>
          <a:bodyPr lIns="0" tIns="0" rIns="0" bIns="0"/>
          <a:lstStyle/>
          <a:p>
            <a:endParaRPr lang="zh-CN" altLang="en-US"/>
          </a:p>
        </p:txBody>
      </p:sp>
      <p:sp>
        <p:nvSpPr>
          <p:cNvPr id="16398" name="object 15"/>
          <p:cNvSpPr>
            <a:spLocks noChangeArrowheads="1"/>
          </p:cNvSpPr>
          <p:nvPr/>
        </p:nvSpPr>
        <p:spPr bwMode="auto">
          <a:xfrm>
            <a:off x="7680325" y="1719263"/>
            <a:ext cx="3041650" cy="2971800"/>
          </a:xfrm>
          <a:prstGeom prst="rect">
            <a:avLst/>
          </a:prstGeom>
          <a:blipFill dpi="0" rotWithShape="1">
            <a:blip r:embed="rId2"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16399" name="object 16"/>
          <p:cNvSpPr/>
          <p:nvPr/>
        </p:nvSpPr>
        <p:spPr bwMode="auto">
          <a:xfrm>
            <a:off x="7159625" y="658813"/>
            <a:ext cx="715963" cy="714375"/>
          </a:xfrm>
          <a:custGeom>
            <a:avLst/>
            <a:gdLst/>
            <a:ahLst/>
            <a:cxnLst>
              <a:cxn ang="0">
                <a:pos x="358140" y="0"/>
              </a:cxn>
              <a:cxn ang="0">
                <a:pos x="309554" y="3262"/>
              </a:cxn>
              <a:cxn ang="0">
                <a:pos x="262951" y="12767"/>
              </a:cxn>
              <a:cxn ang="0">
                <a:pos x="218759" y="28086"/>
              </a:cxn>
              <a:cxn ang="0">
                <a:pos x="177404" y="48796"/>
              </a:cxn>
              <a:cxn ang="0">
                <a:pos x="139315" y="74469"/>
              </a:cxn>
              <a:cxn ang="0">
                <a:pos x="104917" y="104679"/>
              </a:cxn>
              <a:cxn ang="0">
                <a:pos x="74640" y="139001"/>
              </a:cxn>
              <a:cxn ang="0">
                <a:pos x="48909" y="177009"/>
              </a:cxn>
              <a:cxn ang="0">
                <a:pos x="28152" y="218277"/>
              </a:cxn>
              <a:cxn ang="0">
                <a:pos x="12797" y="262378"/>
              </a:cxn>
              <a:cxn ang="0">
                <a:pos x="3270" y="308887"/>
              </a:cxn>
              <a:cxn ang="0">
                <a:pos x="0" y="357378"/>
              </a:cxn>
              <a:cxn ang="0">
                <a:pos x="3270" y="405868"/>
              </a:cxn>
              <a:cxn ang="0">
                <a:pos x="12797" y="452377"/>
              </a:cxn>
              <a:cxn ang="0">
                <a:pos x="28152" y="496478"/>
              </a:cxn>
              <a:cxn ang="0">
                <a:pos x="48909" y="537746"/>
              </a:cxn>
              <a:cxn ang="0">
                <a:pos x="74640" y="575754"/>
              </a:cxn>
              <a:cxn ang="0">
                <a:pos x="104917" y="610076"/>
              </a:cxn>
              <a:cxn ang="0">
                <a:pos x="139315" y="640286"/>
              </a:cxn>
              <a:cxn ang="0">
                <a:pos x="177404" y="665959"/>
              </a:cxn>
              <a:cxn ang="0">
                <a:pos x="218759" y="686669"/>
              </a:cxn>
              <a:cxn ang="0">
                <a:pos x="262951" y="701988"/>
              </a:cxn>
              <a:cxn ang="0">
                <a:pos x="309554" y="711493"/>
              </a:cxn>
              <a:cxn ang="0">
                <a:pos x="358140" y="714756"/>
              </a:cxn>
              <a:cxn ang="0">
                <a:pos x="406725" y="711493"/>
              </a:cxn>
              <a:cxn ang="0">
                <a:pos x="453328" y="701988"/>
              </a:cxn>
              <a:cxn ang="0">
                <a:pos x="497520" y="686669"/>
              </a:cxn>
              <a:cxn ang="0">
                <a:pos x="538875" y="665959"/>
              </a:cxn>
              <a:cxn ang="0">
                <a:pos x="576964" y="640286"/>
              </a:cxn>
              <a:cxn ang="0">
                <a:pos x="611362" y="610076"/>
              </a:cxn>
              <a:cxn ang="0">
                <a:pos x="641639" y="575754"/>
              </a:cxn>
              <a:cxn ang="0">
                <a:pos x="667370" y="537746"/>
              </a:cxn>
              <a:cxn ang="0">
                <a:pos x="688127" y="496478"/>
              </a:cxn>
              <a:cxn ang="0">
                <a:pos x="703482" y="452377"/>
              </a:cxn>
              <a:cxn ang="0">
                <a:pos x="713009" y="405868"/>
              </a:cxn>
              <a:cxn ang="0">
                <a:pos x="716279" y="357378"/>
              </a:cxn>
              <a:cxn ang="0">
                <a:pos x="713009" y="308887"/>
              </a:cxn>
              <a:cxn ang="0">
                <a:pos x="703482" y="262378"/>
              </a:cxn>
              <a:cxn ang="0">
                <a:pos x="688127" y="218277"/>
              </a:cxn>
              <a:cxn ang="0">
                <a:pos x="667370" y="177009"/>
              </a:cxn>
              <a:cxn ang="0">
                <a:pos x="641639" y="139001"/>
              </a:cxn>
              <a:cxn ang="0">
                <a:pos x="611362" y="104679"/>
              </a:cxn>
              <a:cxn ang="0">
                <a:pos x="576964" y="74469"/>
              </a:cxn>
              <a:cxn ang="0">
                <a:pos x="538875" y="48796"/>
              </a:cxn>
              <a:cxn ang="0">
                <a:pos x="497520" y="28086"/>
              </a:cxn>
              <a:cxn ang="0">
                <a:pos x="453328" y="12767"/>
              </a:cxn>
              <a:cxn ang="0">
                <a:pos x="406725" y="3262"/>
              </a:cxn>
              <a:cxn ang="0">
                <a:pos x="358140" y="0"/>
              </a:cxn>
            </a:cxnLst>
            <a:rect l="0" t="0" r="r" b="b"/>
            <a:pathLst>
              <a:path w="716279" h="715010">
                <a:moveTo>
                  <a:pt x="358140" y="0"/>
                </a:moveTo>
                <a:lnTo>
                  <a:pt x="309554" y="3262"/>
                </a:lnTo>
                <a:lnTo>
                  <a:pt x="262951" y="12767"/>
                </a:lnTo>
                <a:lnTo>
                  <a:pt x="218759" y="28086"/>
                </a:lnTo>
                <a:lnTo>
                  <a:pt x="177404" y="48796"/>
                </a:lnTo>
                <a:lnTo>
                  <a:pt x="139315" y="74469"/>
                </a:lnTo>
                <a:lnTo>
                  <a:pt x="104917" y="104679"/>
                </a:lnTo>
                <a:lnTo>
                  <a:pt x="74640" y="139001"/>
                </a:lnTo>
                <a:lnTo>
                  <a:pt x="48909" y="177009"/>
                </a:lnTo>
                <a:lnTo>
                  <a:pt x="28152" y="218277"/>
                </a:lnTo>
                <a:lnTo>
                  <a:pt x="12797" y="262378"/>
                </a:lnTo>
                <a:lnTo>
                  <a:pt x="3270" y="308887"/>
                </a:lnTo>
                <a:lnTo>
                  <a:pt x="0" y="357378"/>
                </a:lnTo>
                <a:lnTo>
                  <a:pt x="3270" y="405868"/>
                </a:lnTo>
                <a:lnTo>
                  <a:pt x="12797" y="452377"/>
                </a:lnTo>
                <a:lnTo>
                  <a:pt x="28152" y="496478"/>
                </a:lnTo>
                <a:lnTo>
                  <a:pt x="48909" y="537746"/>
                </a:lnTo>
                <a:lnTo>
                  <a:pt x="74640" y="575754"/>
                </a:lnTo>
                <a:lnTo>
                  <a:pt x="104917" y="610076"/>
                </a:lnTo>
                <a:lnTo>
                  <a:pt x="139315" y="640286"/>
                </a:lnTo>
                <a:lnTo>
                  <a:pt x="177404" y="665959"/>
                </a:lnTo>
                <a:lnTo>
                  <a:pt x="218759" y="686669"/>
                </a:lnTo>
                <a:lnTo>
                  <a:pt x="262951" y="701988"/>
                </a:lnTo>
                <a:lnTo>
                  <a:pt x="309554" y="711493"/>
                </a:lnTo>
                <a:lnTo>
                  <a:pt x="358140" y="714756"/>
                </a:lnTo>
                <a:lnTo>
                  <a:pt x="406725" y="711493"/>
                </a:lnTo>
                <a:lnTo>
                  <a:pt x="453328" y="701988"/>
                </a:lnTo>
                <a:lnTo>
                  <a:pt x="497520" y="686669"/>
                </a:lnTo>
                <a:lnTo>
                  <a:pt x="538875" y="665959"/>
                </a:lnTo>
                <a:lnTo>
                  <a:pt x="576964" y="640286"/>
                </a:lnTo>
                <a:lnTo>
                  <a:pt x="611362" y="610076"/>
                </a:lnTo>
                <a:lnTo>
                  <a:pt x="641639" y="575754"/>
                </a:lnTo>
                <a:lnTo>
                  <a:pt x="667370" y="537746"/>
                </a:lnTo>
                <a:lnTo>
                  <a:pt x="688127" y="496478"/>
                </a:lnTo>
                <a:lnTo>
                  <a:pt x="703482" y="452377"/>
                </a:lnTo>
                <a:lnTo>
                  <a:pt x="713009" y="405868"/>
                </a:lnTo>
                <a:lnTo>
                  <a:pt x="716279" y="357378"/>
                </a:lnTo>
                <a:lnTo>
                  <a:pt x="713009" y="308887"/>
                </a:lnTo>
                <a:lnTo>
                  <a:pt x="703482" y="262378"/>
                </a:lnTo>
                <a:lnTo>
                  <a:pt x="688127" y="218277"/>
                </a:lnTo>
                <a:lnTo>
                  <a:pt x="667370" y="177009"/>
                </a:lnTo>
                <a:lnTo>
                  <a:pt x="641639" y="139001"/>
                </a:lnTo>
                <a:lnTo>
                  <a:pt x="611362" y="104679"/>
                </a:lnTo>
                <a:lnTo>
                  <a:pt x="576964" y="74469"/>
                </a:lnTo>
                <a:lnTo>
                  <a:pt x="538875" y="48796"/>
                </a:lnTo>
                <a:lnTo>
                  <a:pt x="497520" y="28086"/>
                </a:lnTo>
                <a:lnTo>
                  <a:pt x="453328" y="12767"/>
                </a:lnTo>
                <a:lnTo>
                  <a:pt x="406725" y="3262"/>
                </a:lnTo>
                <a:lnTo>
                  <a:pt x="358140" y="0"/>
                </a:lnTo>
                <a:close/>
              </a:path>
            </a:pathLst>
          </a:custGeom>
          <a:solidFill>
            <a:srgbClr val="E6AE00"/>
          </a:solidFill>
          <a:ln w="9525">
            <a:noFill/>
            <a:round/>
          </a:ln>
        </p:spPr>
        <p:txBody>
          <a:bodyPr lIns="0" tIns="0" rIns="0" bIns="0"/>
          <a:lstStyle/>
          <a:p>
            <a:endParaRPr lang="zh-CN" altLang="en-US"/>
          </a:p>
        </p:txBody>
      </p:sp>
      <p:sp>
        <p:nvSpPr>
          <p:cNvPr id="16400" name="object 17"/>
          <p:cNvSpPr/>
          <p:nvPr/>
        </p:nvSpPr>
        <p:spPr bwMode="auto">
          <a:xfrm>
            <a:off x="7934325" y="0"/>
            <a:ext cx="887413" cy="461963"/>
          </a:xfrm>
          <a:custGeom>
            <a:avLst/>
            <a:gdLst/>
            <a:ahLst/>
            <a:cxnLst>
              <a:cxn ang="0">
                <a:pos x="882036" y="0"/>
              </a:cxn>
              <a:cxn ang="0">
                <a:pos x="4931" y="0"/>
              </a:cxn>
              <a:cxn ang="0">
                <a:pos x="2601" y="13052"/>
              </a:cxn>
              <a:cxn ang="0">
                <a:pos x="0" y="57150"/>
              </a:cxn>
              <a:cxn ang="0">
                <a:pos x="2601" y="101247"/>
              </a:cxn>
              <a:cxn ang="0">
                <a:pos x="10226" y="143966"/>
              </a:cxn>
              <a:cxn ang="0">
                <a:pos x="22603" y="185062"/>
              </a:cxn>
              <a:cxn ang="0">
                <a:pos x="39464" y="224286"/>
              </a:cxn>
              <a:cxn ang="0">
                <a:pos x="60536" y="261394"/>
              </a:cxn>
              <a:cxn ang="0">
                <a:pos x="85551" y="296137"/>
              </a:cxn>
              <a:cxn ang="0">
                <a:pos x="114237" y="328270"/>
              </a:cxn>
              <a:cxn ang="0">
                <a:pos x="146325" y="357546"/>
              </a:cxn>
              <a:cxn ang="0">
                <a:pos x="181544" y="383718"/>
              </a:cxn>
              <a:cxn ang="0">
                <a:pos x="219625" y="406541"/>
              </a:cxn>
              <a:cxn ang="0">
                <a:pos x="260296" y="425766"/>
              </a:cxn>
              <a:cxn ang="0">
                <a:pos x="303288" y="441149"/>
              </a:cxn>
              <a:cxn ang="0">
                <a:pos x="348330" y="452441"/>
              </a:cxn>
              <a:cxn ang="0">
                <a:pos x="395152" y="459398"/>
              </a:cxn>
              <a:cxn ang="0">
                <a:pos x="443483" y="461772"/>
              </a:cxn>
              <a:cxn ang="0">
                <a:pos x="491815" y="459398"/>
              </a:cxn>
              <a:cxn ang="0">
                <a:pos x="538637" y="452441"/>
              </a:cxn>
              <a:cxn ang="0">
                <a:pos x="583679" y="441149"/>
              </a:cxn>
              <a:cxn ang="0">
                <a:pos x="626671" y="425766"/>
              </a:cxn>
              <a:cxn ang="0">
                <a:pos x="667342" y="406541"/>
              </a:cxn>
              <a:cxn ang="0">
                <a:pos x="705423" y="383718"/>
              </a:cxn>
              <a:cxn ang="0">
                <a:pos x="740642" y="357546"/>
              </a:cxn>
              <a:cxn ang="0">
                <a:pos x="772730" y="328270"/>
              </a:cxn>
              <a:cxn ang="0">
                <a:pos x="801416" y="296137"/>
              </a:cxn>
              <a:cxn ang="0">
                <a:pos x="826431" y="261394"/>
              </a:cxn>
              <a:cxn ang="0">
                <a:pos x="847503" y="224286"/>
              </a:cxn>
              <a:cxn ang="0">
                <a:pos x="864364" y="185062"/>
              </a:cxn>
              <a:cxn ang="0">
                <a:pos x="876741" y="143966"/>
              </a:cxn>
              <a:cxn ang="0">
                <a:pos x="884366" y="101247"/>
              </a:cxn>
              <a:cxn ang="0">
                <a:pos x="886967" y="57150"/>
              </a:cxn>
              <a:cxn ang="0">
                <a:pos x="884366" y="13052"/>
              </a:cxn>
              <a:cxn ang="0">
                <a:pos x="882036" y="0"/>
              </a:cxn>
            </a:cxnLst>
            <a:rect l="0" t="0" r="r" b="b"/>
            <a:pathLst>
              <a:path w="887095" h="462280">
                <a:moveTo>
                  <a:pt x="882036" y="0"/>
                </a:moveTo>
                <a:lnTo>
                  <a:pt x="4931" y="0"/>
                </a:lnTo>
                <a:lnTo>
                  <a:pt x="2601" y="13052"/>
                </a:lnTo>
                <a:lnTo>
                  <a:pt x="0" y="57150"/>
                </a:lnTo>
                <a:lnTo>
                  <a:pt x="2601" y="101247"/>
                </a:lnTo>
                <a:lnTo>
                  <a:pt x="10226" y="143966"/>
                </a:lnTo>
                <a:lnTo>
                  <a:pt x="22603" y="185062"/>
                </a:lnTo>
                <a:lnTo>
                  <a:pt x="39464" y="224286"/>
                </a:lnTo>
                <a:lnTo>
                  <a:pt x="60536" y="261394"/>
                </a:lnTo>
                <a:lnTo>
                  <a:pt x="85551" y="296137"/>
                </a:lnTo>
                <a:lnTo>
                  <a:pt x="114237" y="328270"/>
                </a:lnTo>
                <a:lnTo>
                  <a:pt x="146325" y="357546"/>
                </a:lnTo>
                <a:lnTo>
                  <a:pt x="181544" y="383718"/>
                </a:lnTo>
                <a:lnTo>
                  <a:pt x="219625" y="406541"/>
                </a:lnTo>
                <a:lnTo>
                  <a:pt x="260296" y="425766"/>
                </a:lnTo>
                <a:lnTo>
                  <a:pt x="303288" y="441149"/>
                </a:lnTo>
                <a:lnTo>
                  <a:pt x="348330" y="452441"/>
                </a:lnTo>
                <a:lnTo>
                  <a:pt x="395152" y="459398"/>
                </a:lnTo>
                <a:lnTo>
                  <a:pt x="443483" y="461772"/>
                </a:lnTo>
                <a:lnTo>
                  <a:pt x="491815" y="459398"/>
                </a:lnTo>
                <a:lnTo>
                  <a:pt x="538637" y="452441"/>
                </a:lnTo>
                <a:lnTo>
                  <a:pt x="583679" y="441149"/>
                </a:lnTo>
                <a:lnTo>
                  <a:pt x="626671" y="425766"/>
                </a:lnTo>
                <a:lnTo>
                  <a:pt x="667342" y="406541"/>
                </a:lnTo>
                <a:lnTo>
                  <a:pt x="705423" y="383718"/>
                </a:lnTo>
                <a:lnTo>
                  <a:pt x="740642" y="357546"/>
                </a:lnTo>
                <a:lnTo>
                  <a:pt x="772730" y="328270"/>
                </a:lnTo>
                <a:lnTo>
                  <a:pt x="801416" y="296137"/>
                </a:lnTo>
                <a:lnTo>
                  <a:pt x="826431" y="261394"/>
                </a:lnTo>
                <a:lnTo>
                  <a:pt x="847503" y="224286"/>
                </a:lnTo>
                <a:lnTo>
                  <a:pt x="864364" y="185062"/>
                </a:lnTo>
                <a:lnTo>
                  <a:pt x="876741" y="143966"/>
                </a:lnTo>
                <a:lnTo>
                  <a:pt x="884366" y="101247"/>
                </a:lnTo>
                <a:lnTo>
                  <a:pt x="886967" y="57150"/>
                </a:lnTo>
                <a:lnTo>
                  <a:pt x="884366" y="13052"/>
                </a:lnTo>
                <a:lnTo>
                  <a:pt x="882036" y="0"/>
                </a:lnTo>
                <a:close/>
              </a:path>
            </a:pathLst>
          </a:custGeom>
          <a:solidFill>
            <a:srgbClr val="093E44"/>
          </a:solidFill>
          <a:ln w="9525">
            <a:noFill/>
            <a:round/>
          </a:ln>
        </p:spPr>
        <p:txBody>
          <a:bodyPr lIns="0" tIns="0" rIns="0" bIns="0"/>
          <a:lstStyle/>
          <a:p>
            <a:endParaRPr lang="zh-CN" altLang="en-US"/>
          </a:p>
        </p:txBody>
      </p:sp>
      <p:sp>
        <p:nvSpPr>
          <p:cNvPr id="16401" name="object 18"/>
          <p:cNvSpPr/>
          <p:nvPr/>
        </p:nvSpPr>
        <p:spPr bwMode="auto">
          <a:xfrm>
            <a:off x="7189788" y="0"/>
            <a:ext cx="327025" cy="166688"/>
          </a:xfrm>
          <a:custGeom>
            <a:avLst/>
            <a:gdLst/>
            <a:ahLst/>
            <a:cxnLst>
              <a:cxn ang="0">
                <a:pos x="325726" y="0"/>
              </a:cxn>
              <a:cxn ang="0">
                <a:pos x="409" y="0"/>
              </a:cxn>
              <a:cxn ang="0">
                <a:pos x="0" y="3048"/>
              </a:cxn>
              <a:cxn ang="0">
                <a:pos x="5826" y="46392"/>
              </a:cxn>
              <a:cxn ang="0">
                <a:pos x="22267" y="85344"/>
              </a:cxn>
              <a:cxn ang="0">
                <a:pos x="47767" y="118348"/>
              </a:cxn>
              <a:cxn ang="0">
                <a:pos x="80772" y="143848"/>
              </a:cxn>
              <a:cxn ang="0">
                <a:pos x="119723" y="160289"/>
              </a:cxn>
              <a:cxn ang="0">
                <a:pos x="163068" y="166116"/>
              </a:cxn>
              <a:cxn ang="0">
                <a:pos x="206412" y="160289"/>
              </a:cxn>
              <a:cxn ang="0">
                <a:pos x="245364" y="143848"/>
              </a:cxn>
              <a:cxn ang="0">
                <a:pos x="278368" y="118348"/>
              </a:cxn>
              <a:cxn ang="0">
                <a:pos x="303868" y="85344"/>
              </a:cxn>
              <a:cxn ang="0">
                <a:pos x="320309" y="46392"/>
              </a:cxn>
              <a:cxn ang="0">
                <a:pos x="326136" y="3048"/>
              </a:cxn>
              <a:cxn ang="0">
                <a:pos x="325726" y="0"/>
              </a:cxn>
            </a:cxnLst>
            <a:rect l="0" t="0" r="r" b="b"/>
            <a:pathLst>
              <a:path w="326390" h="166370">
                <a:moveTo>
                  <a:pt x="325726" y="0"/>
                </a:moveTo>
                <a:lnTo>
                  <a:pt x="409" y="0"/>
                </a:lnTo>
                <a:lnTo>
                  <a:pt x="0" y="3048"/>
                </a:lnTo>
                <a:lnTo>
                  <a:pt x="5826" y="46392"/>
                </a:lnTo>
                <a:lnTo>
                  <a:pt x="22267" y="85344"/>
                </a:lnTo>
                <a:lnTo>
                  <a:pt x="47767" y="118348"/>
                </a:lnTo>
                <a:lnTo>
                  <a:pt x="80772" y="143848"/>
                </a:lnTo>
                <a:lnTo>
                  <a:pt x="119723" y="160289"/>
                </a:lnTo>
                <a:lnTo>
                  <a:pt x="163068" y="166116"/>
                </a:lnTo>
                <a:lnTo>
                  <a:pt x="206412" y="160289"/>
                </a:lnTo>
                <a:lnTo>
                  <a:pt x="245364" y="143848"/>
                </a:lnTo>
                <a:lnTo>
                  <a:pt x="278368" y="118348"/>
                </a:lnTo>
                <a:lnTo>
                  <a:pt x="303868" y="85344"/>
                </a:lnTo>
                <a:lnTo>
                  <a:pt x="320309" y="46392"/>
                </a:lnTo>
                <a:lnTo>
                  <a:pt x="326136" y="3048"/>
                </a:lnTo>
                <a:lnTo>
                  <a:pt x="325726" y="0"/>
                </a:lnTo>
                <a:close/>
              </a:path>
            </a:pathLst>
          </a:custGeom>
          <a:solidFill>
            <a:srgbClr val="AA454A"/>
          </a:solidFill>
          <a:ln w="9525">
            <a:noFill/>
            <a:round/>
          </a:ln>
        </p:spPr>
        <p:txBody>
          <a:bodyPr lIns="0" tIns="0" rIns="0" bIns="0"/>
          <a:lstStyle/>
          <a:p>
            <a:endParaRPr lang="zh-CN" altLang="en-US"/>
          </a:p>
        </p:txBody>
      </p:sp>
      <p:sp>
        <p:nvSpPr>
          <p:cNvPr id="16402" name="object 20"/>
          <p:cNvSpPr>
            <a:spLocks noGrp="1"/>
          </p:cNvSpPr>
          <p:nvPr>
            <p:ph type="title"/>
          </p:nvPr>
        </p:nvSpPr>
        <p:spPr>
          <a:xfrm>
            <a:off x="-38100" y="77788"/>
            <a:ext cx="10985500" cy="553720"/>
          </a:xfrm>
        </p:spPr>
        <p:txBody>
          <a:bodyPr>
            <a:normAutofit fontScale="90000"/>
          </a:bodyPr>
          <a:lstStyle/>
          <a:p>
            <a:pPr algn="l" eaLnBrk="1" hangingPunct="1">
              <a:tabLst>
                <a:tab pos="1200150" algn="l"/>
              </a:tabLst>
            </a:pPr>
            <a:r>
              <a:rPr lang="zh-CN" altLang="en-US" sz="36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三、马克思主义的当代价值</a:t>
            </a:r>
          </a:p>
        </p:txBody>
      </p:sp>
      <p:sp>
        <p:nvSpPr>
          <p:cNvPr id="21" name="object 21"/>
          <p:cNvSpPr txBox="1"/>
          <p:nvPr/>
        </p:nvSpPr>
        <p:spPr>
          <a:xfrm>
            <a:off x="601345" y="2338705"/>
            <a:ext cx="6680835" cy="2411730"/>
          </a:xfrm>
          <a:prstGeom prst="rect">
            <a:avLst/>
          </a:prstGeom>
        </p:spPr>
        <p:txBody>
          <a:bodyPr wrap="square" lIns="0" tIns="0" rIns="0" bIns="0">
            <a:spAutoFit/>
          </a:bodyPr>
          <a:lstStyle/>
          <a:p>
            <a:pPr marL="12700" eaLnBrk="1" fontAlgn="auto" latinLnBrk="0" hangingPunct="1">
              <a:lnSpc>
                <a:spcPct val="150000"/>
              </a:lnSpc>
              <a:spcBef>
                <a:spcPts val="0"/>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（一）观察当代世界变化的认识工具</a:t>
            </a:r>
          </a:p>
          <a:p>
            <a:pPr marL="12700" eaLnBrk="1" fontAlgn="auto" latinLnBrk="0" hangingPunct="1">
              <a:lnSpc>
                <a:spcPct val="150000"/>
              </a:lnSpc>
              <a:spcBef>
                <a:spcPts val="765"/>
              </a:spcBef>
              <a:spcAft>
                <a:spcPts val="0"/>
              </a:spcAft>
              <a:defRPr/>
            </a:pPr>
            <a:r>
              <a:rPr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a:t>
            </a: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指引当代中国发展的行动指南</a:t>
            </a:r>
          </a:p>
          <a:p>
            <a:pPr marL="12700" eaLnBrk="1" fontAlgn="auto" latinLnBrk="0" hangingPunct="1">
              <a:lnSpc>
                <a:spcPct val="150000"/>
              </a:lnSpc>
              <a:spcBef>
                <a:spcPts val="765"/>
              </a:spcBef>
              <a:spcAft>
                <a:spcPts val="0"/>
              </a:spcAft>
              <a:defRPr/>
            </a:pPr>
            <a:r>
              <a:rPr lang="zh-CN"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（三）引领人类社会进步的科学真理</a:t>
            </a:r>
          </a:p>
        </p:txBody>
      </p:sp>
    </p:spTree>
  </p:cSld>
  <p:clrMapOvr>
    <a:masterClrMapping/>
  </p:clrMapOvr>
  <p:transition>
    <p:blinds/>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83159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 name="标题 4"/>
          <p:cNvSpPr/>
          <p:nvPr/>
        </p:nvSpPr>
        <p:spPr>
          <a:xfrm>
            <a:off x="0" y="635"/>
            <a:ext cx="7617460" cy="788670"/>
          </a:xfrm>
          <a:prstGeom prst="rect">
            <a:avLst/>
          </a:prstGeom>
          <a:noFill/>
          <a:ln w="9525">
            <a:noFill/>
          </a:ln>
        </p:spPr>
        <p:txBody>
          <a:bodyPr anchor="ctr">
            <a:normAutofit/>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algn="ctr" defTabSz="914400" eaLnBrk="1" hangingPunct="1"/>
            <a:r>
              <a:rPr lang="zh-CN" altLang="en-US" sz="3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（一）观察当代世界变化的认识工具</a:t>
            </a:r>
          </a:p>
        </p:txBody>
      </p:sp>
      <p:sp>
        <p:nvSpPr>
          <p:cNvPr id="6" name="文本框 5"/>
          <p:cNvSpPr txBox="1"/>
          <p:nvPr/>
        </p:nvSpPr>
        <p:spPr>
          <a:xfrm>
            <a:off x="1180465" y="1833880"/>
            <a:ext cx="9920605" cy="2030095"/>
          </a:xfrm>
          <a:prstGeom prst="rect">
            <a:avLst/>
          </a:prstGeom>
          <a:noFill/>
        </p:spPr>
        <p:txBody>
          <a:bodyPr wrap="square" rtlCol="0">
            <a:spAutoFit/>
          </a:bodyPr>
          <a:lstStyle/>
          <a:p>
            <a:pPr marL="457200" indent="-457200">
              <a:lnSpc>
                <a:spcPct val="150000"/>
              </a:lnSpc>
              <a:buFont typeface="Wingdings" panose="05000000000000000000" charset="0"/>
              <a:buChar char="l"/>
            </a:pPr>
            <a:r>
              <a:rPr lang="zh-CN" altLang="en-US" sz="2800"/>
              <a:t>马克思主义给予我们观察当代世界的宏大视野。</a:t>
            </a:r>
          </a:p>
          <a:p>
            <a:pPr marL="457200" indent="-457200">
              <a:lnSpc>
                <a:spcPct val="150000"/>
              </a:lnSpc>
              <a:buFont typeface="Wingdings" panose="05000000000000000000" charset="0"/>
              <a:buChar char="l"/>
            </a:pPr>
            <a:r>
              <a:rPr lang="zh-CN" altLang="en-US" sz="2800"/>
              <a:t>马克思主义给予我们透视时代风云的锐利目光。</a:t>
            </a:r>
          </a:p>
          <a:p>
            <a:pPr marL="457200" indent="-457200">
              <a:lnSpc>
                <a:spcPct val="150000"/>
              </a:lnSpc>
              <a:buFont typeface="Wingdings" panose="05000000000000000000" charset="0"/>
              <a:buChar char="l"/>
            </a:pPr>
            <a:r>
              <a:rPr lang="zh-CN" altLang="en-US" sz="2800"/>
              <a:t>马克思主义给予我们展望未来世界的长远眼光和战略定力。</a:t>
            </a:r>
          </a:p>
        </p:txBody>
      </p:sp>
    </p:spTree>
    <p:custDataLst>
      <p:tags r:id="rId1"/>
    </p:custDataLst>
  </p:cSld>
  <p:clrMapOvr>
    <a:masterClrMapping/>
  </p:clrMapOvr>
  <p:transition>
    <p:blinds/>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83159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 name="标题 4"/>
          <p:cNvSpPr/>
          <p:nvPr/>
        </p:nvSpPr>
        <p:spPr>
          <a:xfrm>
            <a:off x="0" y="635"/>
            <a:ext cx="7617460" cy="788670"/>
          </a:xfrm>
          <a:prstGeom prst="rect">
            <a:avLst/>
          </a:prstGeom>
          <a:noFill/>
          <a:ln w="9525">
            <a:noFill/>
          </a:ln>
        </p:spPr>
        <p:txBody>
          <a:bodyPr anchor="ctr">
            <a:normAutofit/>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algn="ctr" defTabSz="914400" eaLnBrk="1" hangingPunct="1"/>
            <a:r>
              <a:rPr lang="zh-CN" altLang="en-US" sz="3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（二）指引当代中国发展的行动指南</a:t>
            </a:r>
          </a:p>
        </p:txBody>
      </p:sp>
      <p:sp>
        <p:nvSpPr>
          <p:cNvPr id="6" name="文本框 5"/>
          <p:cNvSpPr txBox="1"/>
          <p:nvPr/>
        </p:nvSpPr>
        <p:spPr>
          <a:xfrm>
            <a:off x="1180465" y="1833880"/>
            <a:ext cx="9920605" cy="2030095"/>
          </a:xfrm>
          <a:prstGeom prst="rect">
            <a:avLst/>
          </a:prstGeom>
          <a:noFill/>
        </p:spPr>
        <p:txBody>
          <a:bodyPr wrap="square" rtlCol="0">
            <a:spAutoFit/>
          </a:bodyPr>
          <a:lstStyle/>
          <a:p>
            <a:pPr marL="457200" indent="-457200">
              <a:lnSpc>
                <a:spcPct val="150000"/>
              </a:lnSpc>
              <a:buFont typeface="Wingdings" panose="05000000000000000000" charset="0"/>
              <a:buChar char="l"/>
            </a:pPr>
            <a:r>
              <a:rPr lang="zh-CN" altLang="en-US" sz="2800"/>
              <a:t>马克思主义是指引当代中国发展的精神旗帜。</a:t>
            </a:r>
          </a:p>
          <a:p>
            <a:pPr marL="457200" indent="-457200">
              <a:lnSpc>
                <a:spcPct val="150000"/>
              </a:lnSpc>
              <a:buFont typeface="Wingdings" panose="05000000000000000000" charset="0"/>
              <a:buChar char="l"/>
            </a:pPr>
            <a:r>
              <a:rPr lang="zh-CN" altLang="en-US" sz="2800"/>
              <a:t>马克思主义是推动当代中国发展的精神动力。</a:t>
            </a:r>
          </a:p>
          <a:p>
            <a:pPr marL="457200" indent="-457200">
              <a:lnSpc>
                <a:spcPct val="150000"/>
              </a:lnSpc>
              <a:buFont typeface="Wingdings" panose="05000000000000000000" charset="0"/>
              <a:buChar char="l"/>
            </a:pPr>
            <a:r>
              <a:rPr lang="zh-CN" altLang="en-US" sz="2800"/>
              <a:t>马克思主义是引领当代中国实践的行动指南。</a:t>
            </a:r>
          </a:p>
        </p:txBody>
      </p:sp>
    </p:spTree>
    <p:custDataLst>
      <p:tags r:id="rId1"/>
    </p:custDataLst>
  </p:cSld>
  <p:clrMapOvr>
    <a:masterClrMapping/>
  </p:clrMapOvr>
  <p:transition>
    <p:blinds/>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831596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 name="标题 4"/>
          <p:cNvSpPr/>
          <p:nvPr/>
        </p:nvSpPr>
        <p:spPr>
          <a:xfrm>
            <a:off x="0" y="635"/>
            <a:ext cx="7617460" cy="788670"/>
          </a:xfrm>
          <a:prstGeom prst="rect">
            <a:avLst/>
          </a:prstGeom>
          <a:noFill/>
          <a:ln w="9525">
            <a:noFill/>
          </a:ln>
        </p:spPr>
        <p:txBody>
          <a:bodyPr anchor="ctr">
            <a:normAutofit/>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algn="ctr" defTabSz="914400" eaLnBrk="1" hangingPunct="1"/>
            <a:r>
              <a:rPr lang="zh-CN" altLang="en-US" sz="3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（三）引领人类社会进步的科学真理</a:t>
            </a:r>
          </a:p>
        </p:txBody>
      </p:sp>
      <p:sp>
        <p:nvSpPr>
          <p:cNvPr id="6" name="文本框 5"/>
          <p:cNvSpPr txBox="1"/>
          <p:nvPr/>
        </p:nvSpPr>
        <p:spPr>
          <a:xfrm>
            <a:off x="1180465" y="1833880"/>
            <a:ext cx="9920605" cy="3322955"/>
          </a:xfrm>
          <a:prstGeom prst="rect">
            <a:avLst/>
          </a:prstGeom>
          <a:noFill/>
        </p:spPr>
        <p:txBody>
          <a:bodyPr wrap="square" rtlCol="0">
            <a:spAutoFit/>
          </a:bodyPr>
          <a:lstStyle/>
          <a:p>
            <a:pPr marL="457200" indent="-457200">
              <a:lnSpc>
                <a:spcPct val="150000"/>
              </a:lnSpc>
              <a:buFont typeface="Wingdings" panose="05000000000000000000" charset="0"/>
              <a:buChar char="l"/>
            </a:pPr>
            <a:r>
              <a:rPr lang="zh-CN" altLang="en-US" sz="2800"/>
              <a:t>人类历史发展到今天，与马克思所处的时代相比已经发生了巨大而深刻的变化，但从人类历史发展的大视野来看，世界仍然处于马克思主义所指明的从资本主义走向社会主义的大时代。</a:t>
            </a:r>
          </a:p>
          <a:p>
            <a:pPr marL="457200" indent="-457200">
              <a:lnSpc>
                <a:spcPct val="150000"/>
              </a:lnSpc>
              <a:buFont typeface="Wingdings" panose="05000000000000000000" charset="0"/>
              <a:buChar char="l"/>
            </a:pPr>
            <a:r>
              <a:rPr lang="zh-CN" altLang="en-US" sz="2800"/>
              <a:t>人类的未来仍然需要马克思主义的启迪和指引。</a:t>
            </a:r>
          </a:p>
        </p:txBody>
      </p:sp>
    </p:spTree>
    <p:custDataLst>
      <p:tags r:id="rId1"/>
    </p:custDataLst>
  </p:cSld>
  <p:clrMapOvr>
    <a:masterClrMapping/>
  </p:clrMapOvr>
  <p:transition>
    <p:blinds/>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787527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115717" name="object 6"/>
          <p:cNvSpPr/>
          <p:nvPr/>
        </p:nvSpPr>
        <p:spPr bwMode="auto">
          <a:xfrm>
            <a:off x="9777413" y="3740150"/>
            <a:ext cx="1543050" cy="1544638"/>
          </a:xfrm>
          <a:custGeom>
            <a:avLst/>
            <a:gdLst/>
            <a:ahLst/>
            <a:cxnLst>
              <a:cxn ang="0">
                <a:pos x="722382" y="1518"/>
              </a:cxn>
              <a:cxn ang="0">
                <a:pos x="627363" y="13395"/>
              </a:cxn>
              <a:cxn ang="0">
                <a:pos x="536288" y="36456"/>
              </a:cxn>
              <a:cxn ang="0">
                <a:pos x="449880" y="69977"/>
              </a:cxn>
              <a:cxn ang="0">
                <a:pos x="368861" y="113237"/>
              </a:cxn>
              <a:cxn ang="0">
                <a:pos x="293955" y="165510"/>
              </a:cxn>
              <a:cxn ang="0">
                <a:pos x="225885" y="226075"/>
              </a:cxn>
              <a:cxn ang="0">
                <a:pos x="165374" y="294209"/>
              </a:cxn>
              <a:cxn ang="0">
                <a:pos x="113145" y="369187"/>
              </a:cxn>
              <a:cxn ang="0">
                <a:pos x="69922" y="450287"/>
              </a:cxn>
              <a:cxn ang="0">
                <a:pos x="36428" y="536785"/>
              </a:cxn>
              <a:cxn ang="0">
                <a:pos x="13385" y="627959"/>
              </a:cxn>
              <a:cxn ang="0">
                <a:pos x="1517" y="723086"/>
              </a:cxn>
              <a:cxn ang="0">
                <a:pos x="1517" y="820725"/>
              </a:cxn>
              <a:cxn ang="0">
                <a:pos x="13385" y="915852"/>
              </a:cxn>
              <a:cxn ang="0">
                <a:pos x="36428" y="1007026"/>
              </a:cxn>
              <a:cxn ang="0">
                <a:pos x="69922" y="1093524"/>
              </a:cxn>
              <a:cxn ang="0">
                <a:pos x="113145" y="1174624"/>
              </a:cxn>
              <a:cxn ang="0">
                <a:pos x="165374" y="1249602"/>
              </a:cxn>
              <a:cxn ang="0">
                <a:pos x="225885" y="1317736"/>
              </a:cxn>
              <a:cxn ang="0">
                <a:pos x="293955" y="1378301"/>
              </a:cxn>
              <a:cxn ang="0">
                <a:pos x="368861" y="1430574"/>
              </a:cxn>
              <a:cxn ang="0">
                <a:pos x="449880" y="1473834"/>
              </a:cxn>
              <a:cxn ang="0">
                <a:pos x="536288" y="1507355"/>
              </a:cxn>
              <a:cxn ang="0">
                <a:pos x="627363" y="1530416"/>
              </a:cxn>
              <a:cxn ang="0">
                <a:pos x="722382" y="1542293"/>
              </a:cxn>
              <a:cxn ang="0">
                <a:pos x="819905" y="1542293"/>
              </a:cxn>
              <a:cxn ang="0">
                <a:pos x="914924" y="1530416"/>
              </a:cxn>
              <a:cxn ang="0">
                <a:pos x="1005999" y="1507355"/>
              </a:cxn>
              <a:cxn ang="0">
                <a:pos x="1092407" y="1473834"/>
              </a:cxn>
              <a:cxn ang="0">
                <a:pos x="1173426" y="1430574"/>
              </a:cxn>
              <a:cxn ang="0">
                <a:pos x="1248332" y="1378301"/>
              </a:cxn>
              <a:cxn ang="0">
                <a:pos x="1316402" y="1317736"/>
              </a:cxn>
              <a:cxn ang="0">
                <a:pos x="1376913" y="1249602"/>
              </a:cxn>
              <a:cxn ang="0">
                <a:pos x="1429142" y="1174624"/>
              </a:cxn>
              <a:cxn ang="0">
                <a:pos x="1472365" y="1093524"/>
              </a:cxn>
              <a:cxn ang="0">
                <a:pos x="1505859" y="1007026"/>
              </a:cxn>
              <a:cxn ang="0">
                <a:pos x="1528902" y="915852"/>
              </a:cxn>
              <a:cxn ang="0">
                <a:pos x="1540770" y="820725"/>
              </a:cxn>
              <a:cxn ang="0">
                <a:pos x="1540770" y="723086"/>
              </a:cxn>
              <a:cxn ang="0">
                <a:pos x="1528902" y="627959"/>
              </a:cxn>
              <a:cxn ang="0">
                <a:pos x="1505859" y="536785"/>
              </a:cxn>
              <a:cxn ang="0">
                <a:pos x="1472365" y="450287"/>
              </a:cxn>
              <a:cxn ang="0">
                <a:pos x="1429142" y="369187"/>
              </a:cxn>
              <a:cxn ang="0">
                <a:pos x="1376913" y="294209"/>
              </a:cxn>
              <a:cxn ang="0">
                <a:pos x="1316402" y="226075"/>
              </a:cxn>
              <a:cxn ang="0">
                <a:pos x="1248332" y="165510"/>
              </a:cxn>
              <a:cxn ang="0">
                <a:pos x="1173426" y="113237"/>
              </a:cxn>
              <a:cxn ang="0">
                <a:pos x="1092407" y="69977"/>
              </a:cxn>
              <a:cxn ang="0">
                <a:pos x="1005999" y="36456"/>
              </a:cxn>
              <a:cxn ang="0">
                <a:pos x="914924" y="13395"/>
              </a:cxn>
              <a:cxn ang="0">
                <a:pos x="819905" y="1518"/>
              </a:cxn>
            </a:cxnLst>
            <a:rect l="0" t="0" r="r" b="b"/>
            <a:pathLst>
              <a:path w="1542415" h="1544320">
                <a:moveTo>
                  <a:pt x="771144" y="0"/>
                </a:moveTo>
                <a:lnTo>
                  <a:pt x="722382" y="1518"/>
                </a:lnTo>
                <a:lnTo>
                  <a:pt x="674425" y="6013"/>
                </a:lnTo>
                <a:lnTo>
                  <a:pt x="627363" y="13395"/>
                </a:lnTo>
                <a:lnTo>
                  <a:pt x="581288" y="23573"/>
                </a:lnTo>
                <a:lnTo>
                  <a:pt x="536288" y="36456"/>
                </a:lnTo>
                <a:lnTo>
                  <a:pt x="492455" y="51954"/>
                </a:lnTo>
                <a:lnTo>
                  <a:pt x="449880" y="69977"/>
                </a:lnTo>
                <a:lnTo>
                  <a:pt x="408651" y="90435"/>
                </a:lnTo>
                <a:lnTo>
                  <a:pt x="368861" y="113237"/>
                </a:lnTo>
                <a:lnTo>
                  <a:pt x="330599" y="138292"/>
                </a:lnTo>
                <a:lnTo>
                  <a:pt x="293955" y="165510"/>
                </a:lnTo>
                <a:lnTo>
                  <a:pt x="259020" y="194802"/>
                </a:lnTo>
                <a:lnTo>
                  <a:pt x="225885" y="226075"/>
                </a:lnTo>
                <a:lnTo>
                  <a:pt x="194639" y="259241"/>
                </a:lnTo>
                <a:lnTo>
                  <a:pt x="165374" y="294209"/>
                </a:lnTo>
                <a:lnTo>
                  <a:pt x="138179" y="330887"/>
                </a:lnTo>
                <a:lnTo>
                  <a:pt x="113145" y="369187"/>
                </a:lnTo>
                <a:lnTo>
                  <a:pt x="90363" y="409017"/>
                </a:lnTo>
                <a:lnTo>
                  <a:pt x="69922" y="450287"/>
                </a:lnTo>
                <a:lnTo>
                  <a:pt x="51914" y="492906"/>
                </a:lnTo>
                <a:lnTo>
                  <a:pt x="36428" y="536785"/>
                </a:lnTo>
                <a:lnTo>
                  <a:pt x="23555" y="581833"/>
                </a:lnTo>
                <a:lnTo>
                  <a:pt x="13385" y="627959"/>
                </a:lnTo>
                <a:lnTo>
                  <a:pt x="6009" y="675074"/>
                </a:lnTo>
                <a:lnTo>
                  <a:pt x="1517" y="723086"/>
                </a:lnTo>
                <a:lnTo>
                  <a:pt x="0" y="771905"/>
                </a:lnTo>
                <a:lnTo>
                  <a:pt x="1517" y="820725"/>
                </a:lnTo>
                <a:lnTo>
                  <a:pt x="6009" y="868737"/>
                </a:lnTo>
                <a:lnTo>
                  <a:pt x="13385" y="915852"/>
                </a:lnTo>
                <a:lnTo>
                  <a:pt x="23555" y="961978"/>
                </a:lnTo>
                <a:lnTo>
                  <a:pt x="36428" y="1007026"/>
                </a:lnTo>
                <a:lnTo>
                  <a:pt x="51914" y="1050905"/>
                </a:lnTo>
                <a:lnTo>
                  <a:pt x="69922" y="1093524"/>
                </a:lnTo>
                <a:lnTo>
                  <a:pt x="90363" y="1134794"/>
                </a:lnTo>
                <a:lnTo>
                  <a:pt x="113145" y="1174624"/>
                </a:lnTo>
                <a:lnTo>
                  <a:pt x="138179" y="1212924"/>
                </a:lnTo>
                <a:lnTo>
                  <a:pt x="165374" y="1249602"/>
                </a:lnTo>
                <a:lnTo>
                  <a:pt x="194639" y="1284570"/>
                </a:lnTo>
                <a:lnTo>
                  <a:pt x="225885" y="1317736"/>
                </a:lnTo>
                <a:lnTo>
                  <a:pt x="259020" y="1349009"/>
                </a:lnTo>
                <a:lnTo>
                  <a:pt x="293955" y="1378301"/>
                </a:lnTo>
                <a:lnTo>
                  <a:pt x="330599" y="1405519"/>
                </a:lnTo>
                <a:lnTo>
                  <a:pt x="368861" y="1430574"/>
                </a:lnTo>
                <a:lnTo>
                  <a:pt x="408651" y="1453376"/>
                </a:lnTo>
                <a:lnTo>
                  <a:pt x="449880" y="1473834"/>
                </a:lnTo>
                <a:lnTo>
                  <a:pt x="492455" y="1491857"/>
                </a:lnTo>
                <a:lnTo>
                  <a:pt x="536288" y="1507355"/>
                </a:lnTo>
                <a:lnTo>
                  <a:pt x="581288" y="1520238"/>
                </a:lnTo>
                <a:lnTo>
                  <a:pt x="627363" y="1530416"/>
                </a:lnTo>
                <a:lnTo>
                  <a:pt x="674425" y="1537798"/>
                </a:lnTo>
                <a:lnTo>
                  <a:pt x="722382" y="1542293"/>
                </a:lnTo>
                <a:lnTo>
                  <a:pt x="771144" y="1543811"/>
                </a:lnTo>
                <a:lnTo>
                  <a:pt x="819905" y="1542293"/>
                </a:lnTo>
                <a:lnTo>
                  <a:pt x="867862" y="1537798"/>
                </a:lnTo>
                <a:lnTo>
                  <a:pt x="914924" y="1530416"/>
                </a:lnTo>
                <a:lnTo>
                  <a:pt x="960999" y="1520238"/>
                </a:lnTo>
                <a:lnTo>
                  <a:pt x="1005999" y="1507355"/>
                </a:lnTo>
                <a:lnTo>
                  <a:pt x="1049832" y="1491857"/>
                </a:lnTo>
                <a:lnTo>
                  <a:pt x="1092407" y="1473834"/>
                </a:lnTo>
                <a:lnTo>
                  <a:pt x="1133636" y="1453376"/>
                </a:lnTo>
                <a:lnTo>
                  <a:pt x="1173426" y="1430574"/>
                </a:lnTo>
                <a:lnTo>
                  <a:pt x="1211688" y="1405519"/>
                </a:lnTo>
                <a:lnTo>
                  <a:pt x="1248332" y="1378301"/>
                </a:lnTo>
                <a:lnTo>
                  <a:pt x="1283267" y="1349009"/>
                </a:lnTo>
                <a:lnTo>
                  <a:pt x="1316402" y="1317736"/>
                </a:lnTo>
                <a:lnTo>
                  <a:pt x="1347648" y="1284570"/>
                </a:lnTo>
                <a:lnTo>
                  <a:pt x="1376913" y="1249602"/>
                </a:lnTo>
                <a:lnTo>
                  <a:pt x="1404108" y="1212924"/>
                </a:lnTo>
                <a:lnTo>
                  <a:pt x="1429142" y="1174624"/>
                </a:lnTo>
                <a:lnTo>
                  <a:pt x="1451924" y="1134794"/>
                </a:lnTo>
                <a:lnTo>
                  <a:pt x="1472365" y="1093524"/>
                </a:lnTo>
                <a:lnTo>
                  <a:pt x="1490373" y="1050905"/>
                </a:lnTo>
                <a:lnTo>
                  <a:pt x="1505859" y="1007026"/>
                </a:lnTo>
                <a:lnTo>
                  <a:pt x="1518732" y="961978"/>
                </a:lnTo>
                <a:lnTo>
                  <a:pt x="1528902" y="915852"/>
                </a:lnTo>
                <a:lnTo>
                  <a:pt x="1536278" y="868737"/>
                </a:lnTo>
                <a:lnTo>
                  <a:pt x="1540770" y="820725"/>
                </a:lnTo>
                <a:lnTo>
                  <a:pt x="1542288" y="771905"/>
                </a:lnTo>
                <a:lnTo>
                  <a:pt x="1540770" y="723086"/>
                </a:lnTo>
                <a:lnTo>
                  <a:pt x="1536278" y="675074"/>
                </a:lnTo>
                <a:lnTo>
                  <a:pt x="1528902" y="627959"/>
                </a:lnTo>
                <a:lnTo>
                  <a:pt x="1518732" y="581833"/>
                </a:lnTo>
                <a:lnTo>
                  <a:pt x="1505859" y="536785"/>
                </a:lnTo>
                <a:lnTo>
                  <a:pt x="1490373" y="492906"/>
                </a:lnTo>
                <a:lnTo>
                  <a:pt x="1472365" y="450287"/>
                </a:lnTo>
                <a:lnTo>
                  <a:pt x="1451924" y="409017"/>
                </a:lnTo>
                <a:lnTo>
                  <a:pt x="1429142" y="369187"/>
                </a:lnTo>
                <a:lnTo>
                  <a:pt x="1404108" y="330887"/>
                </a:lnTo>
                <a:lnTo>
                  <a:pt x="1376913" y="294209"/>
                </a:lnTo>
                <a:lnTo>
                  <a:pt x="1347648" y="259241"/>
                </a:lnTo>
                <a:lnTo>
                  <a:pt x="1316402" y="226075"/>
                </a:lnTo>
                <a:lnTo>
                  <a:pt x="1283267" y="194802"/>
                </a:lnTo>
                <a:lnTo>
                  <a:pt x="1248332" y="165510"/>
                </a:lnTo>
                <a:lnTo>
                  <a:pt x="1211688" y="138292"/>
                </a:lnTo>
                <a:lnTo>
                  <a:pt x="1173426" y="113237"/>
                </a:lnTo>
                <a:lnTo>
                  <a:pt x="1133636" y="90435"/>
                </a:lnTo>
                <a:lnTo>
                  <a:pt x="1092407" y="69977"/>
                </a:lnTo>
                <a:lnTo>
                  <a:pt x="1049832" y="51954"/>
                </a:lnTo>
                <a:lnTo>
                  <a:pt x="1005999" y="36456"/>
                </a:lnTo>
                <a:lnTo>
                  <a:pt x="960999" y="23573"/>
                </a:lnTo>
                <a:lnTo>
                  <a:pt x="914924" y="13395"/>
                </a:lnTo>
                <a:lnTo>
                  <a:pt x="867862" y="6013"/>
                </a:lnTo>
                <a:lnTo>
                  <a:pt x="819905" y="1518"/>
                </a:lnTo>
                <a:lnTo>
                  <a:pt x="771144" y="0"/>
                </a:lnTo>
                <a:close/>
              </a:path>
            </a:pathLst>
          </a:custGeom>
          <a:solidFill>
            <a:srgbClr val="278696"/>
          </a:solidFill>
          <a:ln w="9525">
            <a:noFill/>
            <a:round/>
          </a:ln>
        </p:spPr>
        <p:txBody>
          <a:bodyPr lIns="0" tIns="0" rIns="0" bIns="0"/>
          <a:lstStyle/>
          <a:p>
            <a:endParaRPr lang="zh-CN" altLang="en-US"/>
          </a:p>
        </p:txBody>
      </p:sp>
      <p:sp>
        <p:nvSpPr>
          <p:cNvPr id="115718" name="object 7"/>
          <p:cNvSpPr/>
          <p:nvPr/>
        </p:nvSpPr>
        <p:spPr bwMode="auto">
          <a:xfrm>
            <a:off x="9799638" y="5022850"/>
            <a:ext cx="1023937" cy="1023938"/>
          </a:xfrm>
          <a:custGeom>
            <a:avLst/>
            <a:gdLst/>
            <a:ahLst/>
            <a:cxnLst>
              <a:cxn ang="0">
                <a:pos x="465452" y="2090"/>
              </a:cxn>
              <a:cxn ang="0">
                <a:pos x="375928" y="18268"/>
              </a:cxn>
              <a:cxn ang="0">
                <a:pos x="292543" y="49240"/>
              </a:cxn>
              <a:cxn ang="0">
                <a:pos x="216742" y="93559"/>
              </a:cxn>
              <a:cxn ang="0">
                <a:pos x="149971" y="149780"/>
              </a:cxn>
              <a:cxn ang="0">
                <a:pos x="93674" y="216458"/>
              </a:cxn>
              <a:cxn ang="0">
                <a:pos x="49299" y="292146"/>
              </a:cxn>
              <a:cxn ang="0">
                <a:pos x="18289" y="375399"/>
              </a:cxn>
              <a:cxn ang="0">
                <a:pos x="2092" y="464772"/>
              </a:cxn>
              <a:cxn ang="0">
                <a:pos x="2092" y="557840"/>
              </a:cxn>
              <a:cxn ang="0">
                <a:pos x="18289" y="647226"/>
              </a:cxn>
              <a:cxn ang="0">
                <a:pos x="49299" y="730485"/>
              </a:cxn>
              <a:cxn ang="0">
                <a:pos x="93674" y="806173"/>
              </a:cxn>
              <a:cxn ang="0">
                <a:pos x="149971" y="872847"/>
              </a:cxn>
              <a:cxn ang="0">
                <a:pos x="216742" y="929062"/>
              </a:cxn>
              <a:cxn ang="0">
                <a:pos x="292543" y="973374"/>
              </a:cxn>
              <a:cxn ang="0">
                <a:pos x="375928" y="1004339"/>
              </a:cxn>
              <a:cxn ang="0">
                <a:pos x="465452" y="1020514"/>
              </a:cxn>
              <a:cxn ang="0">
                <a:pos x="558675" y="1020514"/>
              </a:cxn>
              <a:cxn ang="0">
                <a:pos x="648199" y="1004339"/>
              </a:cxn>
              <a:cxn ang="0">
                <a:pos x="731584" y="973374"/>
              </a:cxn>
              <a:cxn ang="0">
                <a:pos x="807385" y="929062"/>
              </a:cxn>
              <a:cxn ang="0">
                <a:pos x="874156" y="872847"/>
              </a:cxn>
              <a:cxn ang="0">
                <a:pos x="930453" y="806173"/>
              </a:cxn>
              <a:cxn ang="0">
                <a:pos x="974828" y="730485"/>
              </a:cxn>
              <a:cxn ang="0">
                <a:pos x="1005838" y="647226"/>
              </a:cxn>
              <a:cxn ang="0">
                <a:pos x="1022035" y="557840"/>
              </a:cxn>
              <a:cxn ang="0">
                <a:pos x="1022035" y="464772"/>
              </a:cxn>
              <a:cxn ang="0">
                <a:pos x="1005838" y="375399"/>
              </a:cxn>
              <a:cxn ang="0">
                <a:pos x="974828" y="292146"/>
              </a:cxn>
              <a:cxn ang="0">
                <a:pos x="930453" y="216458"/>
              </a:cxn>
              <a:cxn ang="0">
                <a:pos x="874156" y="149780"/>
              </a:cxn>
              <a:cxn ang="0">
                <a:pos x="807385" y="93559"/>
              </a:cxn>
              <a:cxn ang="0">
                <a:pos x="731584" y="49240"/>
              </a:cxn>
              <a:cxn ang="0">
                <a:pos x="648199" y="18268"/>
              </a:cxn>
              <a:cxn ang="0">
                <a:pos x="558675" y="2090"/>
              </a:cxn>
            </a:cxnLst>
            <a:rect l="0" t="0" r="r" b="b"/>
            <a:pathLst>
              <a:path w="1024254" h="1022985">
                <a:moveTo>
                  <a:pt x="512063" y="0"/>
                </a:moveTo>
                <a:lnTo>
                  <a:pt x="465452" y="2090"/>
                </a:lnTo>
                <a:lnTo>
                  <a:pt x="420013" y="8239"/>
                </a:lnTo>
                <a:lnTo>
                  <a:pt x="375928" y="18268"/>
                </a:lnTo>
                <a:lnTo>
                  <a:pt x="333378" y="31995"/>
                </a:lnTo>
                <a:lnTo>
                  <a:pt x="292543" y="49240"/>
                </a:lnTo>
                <a:lnTo>
                  <a:pt x="253604" y="69821"/>
                </a:lnTo>
                <a:lnTo>
                  <a:pt x="216742" y="93559"/>
                </a:lnTo>
                <a:lnTo>
                  <a:pt x="182137" y="120272"/>
                </a:lnTo>
                <a:lnTo>
                  <a:pt x="149971" y="149780"/>
                </a:lnTo>
                <a:lnTo>
                  <a:pt x="120423" y="181902"/>
                </a:lnTo>
                <a:lnTo>
                  <a:pt x="93674" y="216458"/>
                </a:lnTo>
                <a:lnTo>
                  <a:pt x="69906" y="253266"/>
                </a:lnTo>
                <a:lnTo>
                  <a:pt x="49299" y="292146"/>
                </a:lnTo>
                <a:lnTo>
                  <a:pt x="32033" y="332917"/>
                </a:lnTo>
                <a:lnTo>
                  <a:pt x="18289" y="375399"/>
                </a:lnTo>
                <a:lnTo>
                  <a:pt x="8249" y="419411"/>
                </a:lnTo>
                <a:lnTo>
                  <a:pt x="2092" y="464772"/>
                </a:lnTo>
                <a:lnTo>
                  <a:pt x="0" y="511302"/>
                </a:lnTo>
                <a:lnTo>
                  <a:pt x="2092" y="557840"/>
                </a:lnTo>
                <a:lnTo>
                  <a:pt x="8249" y="603209"/>
                </a:lnTo>
                <a:lnTo>
                  <a:pt x="18289" y="647226"/>
                </a:lnTo>
                <a:lnTo>
                  <a:pt x="32033" y="689711"/>
                </a:lnTo>
                <a:lnTo>
                  <a:pt x="49299" y="730485"/>
                </a:lnTo>
                <a:lnTo>
                  <a:pt x="69906" y="769366"/>
                </a:lnTo>
                <a:lnTo>
                  <a:pt x="93674" y="806173"/>
                </a:lnTo>
                <a:lnTo>
                  <a:pt x="120423" y="840727"/>
                </a:lnTo>
                <a:lnTo>
                  <a:pt x="149971" y="872847"/>
                </a:lnTo>
                <a:lnTo>
                  <a:pt x="182137" y="902352"/>
                </a:lnTo>
                <a:lnTo>
                  <a:pt x="216742" y="929062"/>
                </a:lnTo>
                <a:lnTo>
                  <a:pt x="253604" y="952796"/>
                </a:lnTo>
                <a:lnTo>
                  <a:pt x="292543" y="973374"/>
                </a:lnTo>
                <a:lnTo>
                  <a:pt x="333378" y="990615"/>
                </a:lnTo>
                <a:lnTo>
                  <a:pt x="375928" y="1004339"/>
                </a:lnTo>
                <a:lnTo>
                  <a:pt x="420013" y="1014366"/>
                </a:lnTo>
                <a:lnTo>
                  <a:pt x="465452" y="1020514"/>
                </a:lnTo>
                <a:lnTo>
                  <a:pt x="512063" y="1022604"/>
                </a:lnTo>
                <a:lnTo>
                  <a:pt x="558675" y="1020514"/>
                </a:lnTo>
                <a:lnTo>
                  <a:pt x="604114" y="1014366"/>
                </a:lnTo>
                <a:lnTo>
                  <a:pt x="648199" y="1004339"/>
                </a:lnTo>
                <a:lnTo>
                  <a:pt x="690749" y="990615"/>
                </a:lnTo>
                <a:lnTo>
                  <a:pt x="731584" y="973374"/>
                </a:lnTo>
                <a:lnTo>
                  <a:pt x="770523" y="952796"/>
                </a:lnTo>
                <a:lnTo>
                  <a:pt x="807385" y="929062"/>
                </a:lnTo>
                <a:lnTo>
                  <a:pt x="841990" y="902352"/>
                </a:lnTo>
                <a:lnTo>
                  <a:pt x="874156" y="872847"/>
                </a:lnTo>
                <a:lnTo>
                  <a:pt x="903704" y="840727"/>
                </a:lnTo>
                <a:lnTo>
                  <a:pt x="930453" y="806173"/>
                </a:lnTo>
                <a:lnTo>
                  <a:pt x="954221" y="769366"/>
                </a:lnTo>
                <a:lnTo>
                  <a:pt x="974828" y="730485"/>
                </a:lnTo>
                <a:lnTo>
                  <a:pt x="992094" y="689711"/>
                </a:lnTo>
                <a:lnTo>
                  <a:pt x="1005838" y="647226"/>
                </a:lnTo>
                <a:lnTo>
                  <a:pt x="1015878" y="603209"/>
                </a:lnTo>
                <a:lnTo>
                  <a:pt x="1022035" y="557840"/>
                </a:lnTo>
                <a:lnTo>
                  <a:pt x="1024127" y="511302"/>
                </a:lnTo>
                <a:lnTo>
                  <a:pt x="1022035" y="464772"/>
                </a:lnTo>
                <a:lnTo>
                  <a:pt x="1015878" y="419411"/>
                </a:lnTo>
                <a:lnTo>
                  <a:pt x="1005838" y="375399"/>
                </a:lnTo>
                <a:lnTo>
                  <a:pt x="992094" y="332917"/>
                </a:lnTo>
                <a:lnTo>
                  <a:pt x="974828" y="292146"/>
                </a:lnTo>
                <a:lnTo>
                  <a:pt x="954221" y="253266"/>
                </a:lnTo>
                <a:lnTo>
                  <a:pt x="930453" y="216458"/>
                </a:lnTo>
                <a:lnTo>
                  <a:pt x="903704" y="181902"/>
                </a:lnTo>
                <a:lnTo>
                  <a:pt x="874156" y="149780"/>
                </a:lnTo>
                <a:lnTo>
                  <a:pt x="841990" y="120272"/>
                </a:lnTo>
                <a:lnTo>
                  <a:pt x="807385" y="93559"/>
                </a:lnTo>
                <a:lnTo>
                  <a:pt x="770523" y="69821"/>
                </a:lnTo>
                <a:lnTo>
                  <a:pt x="731584" y="49240"/>
                </a:lnTo>
                <a:lnTo>
                  <a:pt x="690749" y="31995"/>
                </a:lnTo>
                <a:lnTo>
                  <a:pt x="648199" y="18268"/>
                </a:lnTo>
                <a:lnTo>
                  <a:pt x="604114" y="8239"/>
                </a:lnTo>
                <a:lnTo>
                  <a:pt x="558675" y="2090"/>
                </a:lnTo>
                <a:lnTo>
                  <a:pt x="512063" y="0"/>
                </a:lnTo>
                <a:close/>
              </a:path>
            </a:pathLst>
          </a:custGeom>
          <a:solidFill>
            <a:srgbClr val="E6AE00"/>
          </a:solidFill>
          <a:ln w="9525">
            <a:noFill/>
            <a:round/>
          </a:ln>
        </p:spPr>
        <p:txBody>
          <a:bodyPr lIns="0" tIns="0" rIns="0" bIns="0"/>
          <a:lstStyle/>
          <a:p>
            <a:endParaRPr lang="zh-CN" altLang="en-US"/>
          </a:p>
        </p:txBody>
      </p:sp>
      <p:sp>
        <p:nvSpPr>
          <p:cNvPr id="115719" name="object 8"/>
          <p:cNvSpPr/>
          <p:nvPr/>
        </p:nvSpPr>
        <p:spPr bwMode="auto">
          <a:xfrm>
            <a:off x="10875963" y="3689350"/>
            <a:ext cx="471487" cy="469900"/>
          </a:xfrm>
          <a:custGeom>
            <a:avLst/>
            <a:gdLst/>
            <a:ahLst/>
            <a:cxnLst>
              <a:cxn ang="0">
                <a:pos x="236219" y="0"/>
              </a:cxn>
              <a:cxn ang="0">
                <a:pos x="188622" y="4766"/>
              </a:cxn>
              <a:cxn ang="0">
                <a:pos x="144285" y="18436"/>
              </a:cxn>
              <a:cxn ang="0">
                <a:pos x="104161" y="40069"/>
              </a:cxn>
              <a:cxn ang="0">
                <a:pos x="69199" y="68722"/>
              </a:cxn>
              <a:cxn ang="0">
                <a:pos x="40351" y="103454"/>
              </a:cxn>
              <a:cxn ang="0">
                <a:pos x="18567" y="143321"/>
              </a:cxn>
              <a:cxn ang="0">
                <a:pos x="4800" y="187382"/>
              </a:cxn>
              <a:cxn ang="0">
                <a:pos x="0" y="234696"/>
              </a:cxn>
              <a:cxn ang="0">
                <a:pos x="4800" y="282009"/>
              </a:cxn>
              <a:cxn ang="0">
                <a:pos x="18567" y="326070"/>
              </a:cxn>
              <a:cxn ang="0">
                <a:pos x="40351" y="365937"/>
              </a:cxn>
              <a:cxn ang="0">
                <a:pos x="69199" y="400669"/>
              </a:cxn>
              <a:cxn ang="0">
                <a:pos x="104161" y="429322"/>
              </a:cxn>
              <a:cxn ang="0">
                <a:pos x="144285" y="450955"/>
              </a:cxn>
              <a:cxn ang="0">
                <a:pos x="188622" y="464625"/>
              </a:cxn>
              <a:cxn ang="0">
                <a:pos x="236219" y="469392"/>
              </a:cxn>
              <a:cxn ang="0">
                <a:pos x="283817" y="464625"/>
              </a:cxn>
              <a:cxn ang="0">
                <a:pos x="328154" y="450955"/>
              </a:cxn>
              <a:cxn ang="0">
                <a:pos x="368278" y="429322"/>
              </a:cxn>
              <a:cxn ang="0">
                <a:pos x="403240" y="400669"/>
              </a:cxn>
              <a:cxn ang="0">
                <a:pos x="432088" y="365937"/>
              </a:cxn>
              <a:cxn ang="0">
                <a:pos x="453872" y="326070"/>
              </a:cxn>
              <a:cxn ang="0">
                <a:pos x="467639" y="282009"/>
              </a:cxn>
              <a:cxn ang="0">
                <a:pos x="472439" y="234696"/>
              </a:cxn>
              <a:cxn ang="0">
                <a:pos x="467639" y="187382"/>
              </a:cxn>
              <a:cxn ang="0">
                <a:pos x="453872" y="143321"/>
              </a:cxn>
              <a:cxn ang="0">
                <a:pos x="432088" y="103454"/>
              </a:cxn>
              <a:cxn ang="0">
                <a:pos x="403240" y="68722"/>
              </a:cxn>
              <a:cxn ang="0">
                <a:pos x="368278" y="40069"/>
              </a:cxn>
              <a:cxn ang="0">
                <a:pos x="328154" y="18436"/>
              </a:cxn>
              <a:cxn ang="0">
                <a:pos x="283817" y="4766"/>
              </a:cxn>
              <a:cxn ang="0">
                <a:pos x="236219" y="0"/>
              </a:cxn>
            </a:cxnLst>
            <a:rect l="0" t="0" r="r" b="b"/>
            <a:pathLst>
              <a:path w="472440" h="469900">
                <a:moveTo>
                  <a:pt x="236219" y="0"/>
                </a:moveTo>
                <a:lnTo>
                  <a:pt x="188622" y="4766"/>
                </a:lnTo>
                <a:lnTo>
                  <a:pt x="144285" y="18436"/>
                </a:lnTo>
                <a:lnTo>
                  <a:pt x="104161" y="40069"/>
                </a:lnTo>
                <a:lnTo>
                  <a:pt x="69199" y="68722"/>
                </a:lnTo>
                <a:lnTo>
                  <a:pt x="40351" y="103454"/>
                </a:lnTo>
                <a:lnTo>
                  <a:pt x="18567" y="143321"/>
                </a:lnTo>
                <a:lnTo>
                  <a:pt x="4800" y="187382"/>
                </a:lnTo>
                <a:lnTo>
                  <a:pt x="0" y="234696"/>
                </a:lnTo>
                <a:lnTo>
                  <a:pt x="4800" y="282009"/>
                </a:lnTo>
                <a:lnTo>
                  <a:pt x="18567" y="326070"/>
                </a:lnTo>
                <a:lnTo>
                  <a:pt x="40351" y="365937"/>
                </a:lnTo>
                <a:lnTo>
                  <a:pt x="69199" y="400669"/>
                </a:lnTo>
                <a:lnTo>
                  <a:pt x="104161" y="429322"/>
                </a:lnTo>
                <a:lnTo>
                  <a:pt x="144285" y="450955"/>
                </a:lnTo>
                <a:lnTo>
                  <a:pt x="188622" y="464625"/>
                </a:lnTo>
                <a:lnTo>
                  <a:pt x="236219" y="469392"/>
                </a:lnTo>
                <a:lnTo>
                  <a:pt x="283817" y="464625"/>
                </a:lnTo>
                <a:lnTo>
                  <a:pt x="328154" y="450955"/>
                </a:lnTo>
                <a:lnTo>
                  <a:pt x="368278" y="429322"/>
                </a:lnTo>
                <a:lnTo>
                  <a:pt x="403240" y="400669"/>
                </a:lnTo>
                <a:lnTo>
                  <a:pt x="432088" y="365937"/>
                </a:lnTo>
                <a:lnTo>
                  <a:pt x="453872" y="326070"/>
                </a:lnTo>
                <a:lnTo>
                  <a:pt x="467639" y="282009"/>
                </a:lnTo>
                <a:lnTo>
                  <a:pt x="472439" y="234696"/>
                </a:lnTo>
                <a:lnTo>
                  <a:pt x="467639" y="187382"/>
                </a:lnTo>
                <a:lnTo>
                  <a:pt x="453872" y="143321"/>
                </a:lnTo>
                <a:lnTo>
                  <a:pt x="432088" y="103454"/>
                </a:lnTo>
                <a:lnTo>
                  <a:pt x="403240" y="68722"/>
                </a:lnTo>
                <a:lnTo>
                  <a:pt x="368278" y="40069"/>
                </a:lnTo>
                <a:lnTo>
                  <a:pt x="328154" y="18436"/>
                </a:lnTo>
                <a:lnTo>
                  <a:pt x="283817" y="4766"/>
                </a:lnTo>
                <a:lnTo>
                  <a:pt x="236219" y="0"/>
                </a:lnTo>
                <a:close/>
              </a:path>
            </a:pathLst>
          </a:custGeom>
          <a:solidFill>
            <a:srgbClr val="427441"/>
          </a:solidFill>
          <a:ln w="9525">
            <a:noFill/>
            <a:round/>
          </a:ln>
        </p:spPr>
        <p:txBody>
          <a:bodyPr lIns="0" tIns="0" rIns="0" bIns="0"/>
          <a:lstStyle/>
          <a:p>
            <a:endParaRPr lang="zh-CN" altLang="en-US"/>
          </a:p>
        </p:txBody>
      </p:sp>
      <p:sp>
        <p:nvSpPr>
          <p:cNvPr id="115720" name="object 9"/>
          <p:cNvSpPr/>
          <p:nvPr/>
        </p:nvSpPr>
        <p:spPr bwMode="auto">
          <a:xfrm>
            <a:off x="9261475" y="4348163"/>
            <a:ext cx="714375" cy="714375"/>
          </a:xfrm>
          <a:custGeom>
            <a:avLst/>
            <a:gdLst/>
            <a:ahLst/>
            <a:cxnLst>
              <a:cxn ang="0">
                <a:pos x="357377" y="0"/>
              </a:cxn>
              <a:cxn ang="0">
                <a:pos x="308887" y="3262"/>
              </a:cxn>
              <a:cxn ang="0">
                <a:pos x="262378" y="12767"/>
              </a:cxn>
              <a:cxn ang="0">
                <a:pos x="218277" y="28086"/>
              </a:cxn>
              <a:cxn ang="0">
                <a:pos x="177009" y="48796"/>
              </a:cxn>
              <a:cxn ang="0">
                <a:pos x="139001" y="74469"/>
              </a:cxn>
              <a:cxn ang="0">
                <a:pos x="104679" y="104679"/>
              </a:cxn>
              <a:cxn ang="0">
                <a:pos x="74469" y="139001"/>
              </a:cxn>
              <a:cxn ang="0">
                <a:pos x="48796" y="177009"/>
              </a:cxn>
              <a:cxn ang="0">
                <a:pos x="28086" y="218277"/>
              </a:cxn>
              <a:cxn ang="0">
                <a:pos x="12767" y="262378"/>
              </a:cxn>
              <a:cxn ang="0">
                <a:pos x="3262" y="308887"/>
              </a:cxn>
              <a:cxn ang="0">
                <a:pos x="0" y="357377"/>
              </a:cxn>
              <a:cxn ang="0">
                <a:pos x="3262" y="405868"/>
              </a:cxn>
              <a:cxn ang="0">
                <a:pos x="12767" y="452377"/>
              </a:cxn>
              <a:cxn ang="0">
                <a:pos x="28086" y="496478"/>
              </a:cxn>
              <a:cxn ang="0">
                <a:pos x="48796" y="537746"/>
              </a:cxn>
              <a:cxn ang="0">
                <a:pos x="74469" y="575754"/>
              </a:cxn>
              <a:cxn ang="0">
                <a:pos x="104679" y="610076"/>
              </a:cxn>
              <a:cxn ang="0">
                <a:pos x="139001" y="640286"/>
              </a:cxn>
              <a:cxn ang="0">
                <a:pos x="177009" y="665959"/>
              </a:cxn>
              <a:cxn ang="0">
                <a:pos x="218277" y="686669"/>
              </a:cxn>
              <a:cxn ang="0">
                <a:pos x="262378" y="701988"/>
              </a:cxn>
              <a:cxn ang="0">
                <a:pos x="308887" y="711493"/>
              </a:cxn>
              <a:cxn ang="0">
                <a:pos x="357377" y="714755"/>
              </a:cxn>
              <a:cxn ang="0">
                <a:pos x="405868" y="711493"/>
              </a:cxn>
              <a:cxn ang="0">
                <a:pos x="452377" y="701988"/>
              </a:cxn>
              <a:cxn ang="0">
                <a:pos x="496478" y="686669"/>
              </a:cxn>
              <a:cxn ang="0">
                <a:pos x="537746" y="665959"/>
              </a:cxn>
              <a:cxn ang="0">
                <a:pos x="575754" y="640286"/>
              </a:cxn>
              <a:cxn ang="0">
                <a:pos x="610076" y="610076"/>
              </a:cxn>
              <a:cxn ang="0">
                <a:pos x="640286" y="575754"/>
              </a:cxn>
              <a:cxn ang="0">
                <a:pos x="665959" y="537746"/>
              </a:cxn>
              <a:cxn ang="0">
                <a:pos x="686669" y="496478"/>
              </a:cxn>
              <a:cxn ang="0">
                <a:pos x="701988" y="452377"/>
              </a:cxn>
              <a:cxn ang="0">
                <a:pos x="711493" y="405868"/>
              </a:cxn>
              <a:cxn ang="0">
                <a:pos x="714755" y="357377"/>
              </a:cxn>
              <a:cxn ang="0">
                <a:pos x="711493" y="308887"/>
              </a:cxn>
              <a:cxn ang="0">
                <a:pos x="701988" y="262378"/>
              </a:cxn>
              <a:cxn ang="0">
                <a:pos x="686669" y="218277"/>
              </a:cxn>
              <a:cxn ang="0">
                <a:pos x="665959" y="177009"/>
              </a:cxn>
              <a:cxn ang="0">
                <a:pos x="640286" y="139001"/>
              </a:cxn>
              <a:cxn ang="0">
                <a:pos x="610076" y="104679"/>
              </a:cxn>
              <a:cxn ang="0">
                <a:pos x="575754" y="74469"/>
              </a:cxn>
              <a:cxn ang="0">
                <a:pos x="537746" y="48796"/>
              </a:cxn>
              <a:cxn ang="0">
                <a:pos x="496478" y="28086"/>
              </a:cxn>
              <a:cxn ang="0">
                <a:pos x="452377" y="12767"/>
              </a:cxn>
              <a:cxn ang="0">
                <a:pos x="405868" y="3262"/>
              </a:cxn>
              <a:cxn ang="0">
                <a:pos x="357377" y="0"/>
              </a:cxn>
            </a:cxnLst>
            <a:rect l="0" t="0" r="r" b="b"/>
            <a:pathLst>
              <a:path w="715009" h="715010">
                <a:moveTo>
                  <a:pt x="357377" y="0"/>
                </a:moveTo>
                <a:lnTo>
                  <a:pt x="308887" y="3262"/>
                </a:lnTo>
                <a:lnTo>
                  <a:pt x="262378" y="12767"/>
                </a:lnTo>
                <a:lnTo>
                  <a:pt x="218277" y="28086"/>
                </a:lnTo>
                <a:lnTo>
                  <a:pt x="177009" y="48796"/>
                </a:lnTo>
                <a:lnTo>
                  <a:pt x="139001" y="74469"/>
                </a:lnTo>
                <a:lnTo>
                  <a:pt x="104679" y="104679"/>
                </a:lnTo>
                <a:lnTo>
                  <a:pt x="74469" y="139001"/>
                </a:lnTo>
                <a:lnTo>
                  <a:pt x="48796" y="177009"/>
                </a:lnTo>
                <a:lnTo>
                  <a:pt x="28086" y="218277"/>
                </a:lnTo>
                <a:lnTo>
                  <a:pt x="12767" y="262378"/>
                </a:lnTo>
                <a:lnTo>
                  <a:pt x="3262" y="308887"/>
                </a:lnTo>
                <a:lnTo>
                  <a:pt x="0" y="357377"/>
                </a:lnTo>
                <a:lnTo>
                  <a:pt x="3262" y="405868"/>
                </a:lnTo>
                <a:lnTo>
                  <a:pt x="12767" y="452377"/>
                </a:lnTo>
                <a:lnTo>
                  <a:pt x="28086" y="496478"/>
                </a:lnTo>
                <a:lnTo>
                  <a:pt x="48796" y="537746"/>
                </a:lnTo>
                <a:lnTo>
                  <a:pt x="74469" y="575754"/>
                </a:lnTo>
                <a:lnTo>
                  <a:pt x="104679" y="610076"/>
                </a:lnTo>
                <a:lnTo>
                  <a:pt x="139001" y="640286"/>
                </a:lnTo>
                <a:lnTo>
                  <a:pt x="177009" y="665959"/>
                </a:lnTo>
                <a:lnTo>
                  <a:pt x="218277" y="686669"/>
                </a:lnTo>
                <a:lnTo>
                  <a:pt x="262378" y="701988"/>
                </a:lnTo>
                <a:lnTo>
                  <a:pt x="308887" y="711493"/>
                </a:lnTo>
                <a:lnTo>
                  <a:pt x="357377" y="714755"/>
                </a:lnTo>
                <a:lnTo>
                  <a:pt x="405868" y="711493"/>
                </a:lnTo>
                <a:lnTo>
                  <a:pt x="452377" y="701988"/>
                </a:lnTo>
                <a:lnTo>
                  <a:pt x="496478" y="686669"/>
                </a:lnTo>
                <a:lnTo>
                  <a:pt x="537746" y="665959"/>
                </a:lnTo>
                <a:lnTo>
                  <a:pt x="575754" y="640286"/>
                </a:lnTo>
                <a:lnTo>
                  <a:pt x="610076" y="610076"/>
                </a:lnTo>
                <a:lnTo>
                  <a:pt x="640286" y="575754"/>
                </a:lnTo>
                <a:lnTo>
                  <a:pt x="665959" y="537746"/>
                </a:lnTo>
                <a:lnTo>
                  <a:pt x="686669" y="496478"/>
                </a:lnTo>
                <a:lnTo>
                  <a:pt x="701988" y="452377"/>
                </a:lnTo>
                <a:lnTo>
                  <a:pt x="711493" y="405868"/>
                </a:lnTo>
                <a:lnTo>
                  <a:pt x="714755" y="357377"/>
                </a:lnTo>
                <a:lnTo>
                  <a:pt x="711493" y="308887"/>
                </a:lnTo>
                <a:lnTo>
                  <a:pt x="701988" y="262378"/>
                </a:lnTo>
                <a:lnTo>
                  <a:pt x="686669" y="218277"/>
                </a:lnTo>
                <a:lnTo>
                  <a:pt x="665959" y="177009"/>
                </a:lnTo>
                <a:lnTo>
                  <a:pt x="640286" y="139001"/>
                </a:lnTo>
                <a:lnTo>
                  <a:pt x="610076" y="104679"/>
                </a:lnTo>
                <a:lnTo>
                  <a:pt x="575754" y="74469"/>
                </a:lnTo>
                <a:lnTo>
                  <a:pt x="537746" y="48796"/>
                </a:lnTo>
                <a:lnTo>
                  <a:pt x="496478" y="28086"/>
                </a:lnTo>
                <a:lnTo>
                  <a:pt x="452377" y="12767"/>
                </a:lnTo>
                <a:lnTo>
                  <a:pt x="405868" y="3262"/>
                </a:lnTo>
                <a:lnTo>
                  <a:pt x="357377" y="0"/>
                </a:lnTo>
                <a:close/>
              </a:path>
            </a:pathLst>
          </a:custGeom>
          <a:solidFill>
            <a:srgbClr val="093E44"/>
          </a:solidFill>
          <a:ln w="9525">
            <a:noFill/>
            <a:round/>
          </a:ln>
        </p:spPr>
        <p:txBody>
          <a:bodyPr lIns="0" tIns="0" rIns="0" bIns="0"/>
          <a:lstStyle/>
          <a:p>
            <a:endParaRPr lang="zh-CN" altLang="en-US"/>
          </a:p>
        </p:txBody>
      </p:sp>
      <p:sp>
        <p:nvSpPr>
          <p:cNvPr id="115721" name="object 10"/>
          <p:cNvSpPr/>
          <p:nvPr/>
        </p:nvSpPr>
        <p:spPr bwMode="auto">
          <a:xfrm>
            <a:off x="8435975" y="6346825"/>
            <a:ext cx="1268413" cy="511175"/>
          </a:xfrm>
          <a:custGeom>
            <a:avLst/>
            <a:gdLst/>
            <a:ahLst/>
            <a:cxnLst>
              <a:cxn ang="0">
                <a:pos x="633617" y="0"/>
              </a:cxn>
              <a:cxn ang="0">
                <a:pos x="585221" y="1778"/>
              </a:cxn>
              <a:cxn ang="0">
                <a:pos x="537791" y="7030"/>
              </a:cxn>
              <a:cxn ang="0">
                <a:pos x="491453" y="15631"/>
              </a:cxn>
              <a:cxn ang="0">
                <a:pos x="446331" y="27454"/>
              </a:cxn>
              <a:cxn ang="0">
                <a:pos x="402552" y="42375"/>
              </a:cxn>
              <a:cxn ang="0">
                <a:pos x="360240" y="60268"/>
              </a:cxn>
              <a:cxn ang="0">
                <a:pos x="319521" y="81008"/>
              </a:cxn>
              <a:cxn ang="0">
                <a:pos x="280521" y="104470"/>
              </a:cxn>
              <a:cxn ang="0">
                <a:pos x="243364" y="130527"/>
              </a:cxn>
              <a:cxn ang="0">
                <a:pos x="208177" y="159055"/>
              </a:cxn>
              <a:cxn ang="0">
                <a:pos x="175084" y="189928"/>
              </a:cxn>
              <a:cxn ang="0">
                <a:pos x="144210" y="223021"/>
              </a:cxn>
              <a:cxn ang="0">
                <a:pos x="115683" y="258209"/>
              </a:cxn>
              <a:cxn ang="0">
                <a:pos x="89625" y="295365"/>
              </a:cxn>
              <a:cxn ang="0">
                <a:pos x="66164" y="334366"/>
              </a:cxn>
              <a:cxn ang="0">
                <a:pos x="45424" y="375084"/>
              </a:cxn>
              <a:cxn ang="0">
                <a:pos x="27531" y="417396"/>
              </a:cxn>
              <a:cxn ang="0">
                <a:pos x="12610" y="461176"/>
              </a:cxn>
              <a:cxn ang="0">
                <a:pos x="787" y="506297"/>
              </a:cxn>
              <a:cxn ang="0">
                <a:pos x="0" y="510538"/>
              </a:cxn>
              <a:cxn ang="0">
                <a:pos x="1267235" y="510538"/>
              </a:cxn>
              <a:cxn ang="0">
                <a:pos x="1254624" y="461176"/>
              </a:cxn>
              <a:cxn ang="0">
                <a:pos x="1239703" y="417396"/>
              </a:cxn>
              <a:cxn ang="0">
                <a:pos x="1221810" y="375084"/>
              </a:cxn>
              <a:cxn ang="0">
                <a:pos x="1201070" y="334366"/>
              </a:cxn>
              <a:cxn ang="0">
                <a:pos x="1177609" y="295365"/>
              </a:cxn>
              <a:cxn ang="0">
                <a:pos x="1151552" y="258209"/>
              </a:cxn>
              <a:cxn ang="0">
                <a:pos x="1123024" y="223021"/>
              </a:cxn>
              <a:cxn ang="0">
                <a:pos x="1092151" y="189928"/>
              </a:cxn>
              <a:cxn ang="0">
                <a:pos x="1059058" y="159055"/>
              </a:cxn>
              <a:cxn ang="0">
                <a:pos x="1023870" y="130527"/>
              </a:cxn>
              <a:cxn ang="0">
                <a:pos x="986713" y="104470"/>
              </a:cxn>
              <a:cxn ang="0">
                <a:pos x="947713" y="81008"/>
              </a:cxn>
              <a:cxn ang="0">
                <a:pos x="906994" y="60268"/>
              </a:cxn>
              <a:cxn ang="0">
                <a:pos x="864682" y="42375"/>
              </a:cxn>
              <a:cxn ang="0">
                <a:pos x="820903" y="27454"/>
              </a:cxn>
              <a:cxn ang="0">
                <a:pos x="775782" y="15631"/>
              </a:cxn>
              <a:cxn ang="0">
                <a:pos x="729443" y="7030"/>
              </a:cxn>
              <a:cxn ang="0">
                <a:pos x="682013" y="1778"/>
              </a:cxn>
              <a:cxn ang="0">
                <a:pos x="633617" y="0"/>
              </a:cxn>
            </a:cxnLst>
            <a:rect l="0" t="0" r="r" b="b"/>
            <a:pathLst>
              <a:path w="1267459" h="510540">
                <a:moveTo>
                  <a:pt x="633617" y="0"/>
                </a:moveTo>
                <a:lnTo>
                  <a:pt x="585221" y="1778"/>
                </a:lnTo>
                <a:lnTo>
                  <a:pt x="537791" y="7030"/>
                </a:lnTo>
                <a:lnTo>
                  <a:pt x="491453" y="15631"/>
                </a:lnTo>
                <a:lnTo>
                  <a:pt x="446331" y="27454"/>
                </a:lnTo>
                <a:lnTo>
                  <a:pt x="402552" y="42375"/>
                </a:lnTo>
                <a:lnTo>
                  <a:pt x="360240" y="60268"/>
                </a:lnTo>
                <a:lnTo>
                  <a:pt x="319521" y="81008"/>
                </a:lnTo>
                <a:lnTo>
                  <a:pt x="280521" y="104470"/>
                </a:lnTo>
                <a:lnTo>
                  <a:pt x="243364" y="130527"/>
                </a:lnTo>
                <a:lnTo>
                  <a:pt x="208177" y="159055"/>
                </a:lnTo>
                <a:lnTo>
                  <a:pt x="175084" y="189928"/>
                </a:lnTo>
                <a:lnTo>
                  <a:pt x="144210" y="223021"/>
                </a:lnTo>
                <a:lnTo>
                  <a:pt x="115683" y="258209"/>
                </a:lnTo>
                <a:lnTo>
                  <a:pt x="89625" y="295365"/>
                </a:lnTo>
                <a:lnTo>
                  <a:pt x="66164" y="334366"/>
                </a:lnTo>
                <a:lnTo>
                  <a:pt x="45424" y="375084"/>
                </a:lnTo>
                <a:lnTo>
                  <a:pt x="27531" y="417396"/>
                </a:lnTo>
                <a:lnTo>
                  <a:pt x="12610" y="461176"/>
                </a:lnTo>
                <a:lnTo>
                  <a:pt x="787" y="506297"/>
                </a:lnTo>
                <a:lnTo>
                  <a:pt x="0" y="510538"/>
                </a:lnTo>
                <a:lnTo>
                  <a:pt x="1267235" y="510538"/>
                </a:lnTo>
                <a:lnTo>
                  <a:pt x="1254624" y="461176"/>
                </a:lnTo>
                <a:lnTo>
                  <a:pt x="1239703" y="417396"/>
                </a:lnTo>
                <a:lnTo>
                  <a:pt x="1221810" y="375084"/>
                </a:lnTo>
                <a:lnTo>
                  <a:pt x="1201070" y="334366"/>
                </a:lnTo>
                <a:lnTo>
                  <a:pt x="1177609" y="295365"/>
                </a:lnTo>
                <a:lnTo>
                  <a:pt x="1151552" y="258209"/>
                </a:lnTo>
                <a:lnTo>
                  <a:pt x="1123024" y="223021"/>
                </a:lnTo>
                <a:lnTo>
                  <a:pt x="1092151" y="189928"/>
                </a:lnTo>
                <a:lnTo>
                  <a:pt x="1059058" y="159055"/>
                </a:lnTo>
                <a:lnTo>
                  <a:pt x="1023870" y="130527"/>
                </a:lnTo>
                <a:lnTo>
                  <a:pt x="986713" y="104470"/>
                </a:lnTo>
                <a:lnTo>
                  <a:pt x="947713" y="81008"/>
                </a:lnTo>
                <a:lnTo>
                  <a:pt x="906994" y="60268"/>
                </a:lnTo>
                <a:lnTo>
                  <a:pt x="864682" y="42375"/>
                </a:lnTo>
                <a:lnTo>
                  <a:pt x="820903" y="27454"/>
                </a:lnTo>
                <a:lnTo>
                  <a:pt x="775782" y="15631"/>
                </a:lnTo>
                <a:lnTo>
                  <a:pt x="729443" y="7030"/>
                </a:lnTo>
                <a:lnTo>
                  <a:pt x="682013" y="1778"/>
                </a:lnTo>
                <a:lnTo>
                  <a:pt x="633617" y="0"/>
                </a:lnTo>
                <a:close/>
              </a:path>
            </a:pathLst>
          </a:custGeom>
          <a:solidFill>
            <a:srgbClr val="278696"/>
          </a:solidFill>
          <a:ln w="9525">
            <a:noFill/>
            <a:round/>
          </a:ln>
        </p:spPr>
        <p:txBody>
          <a:bodyPr lIns="0" tIns="0" rIns="0" bIns="0"/>
          <a:lstStyle/>
          <a:p>
            <a:endParaRPr lang="zh-CN" altLang="en-US"/>
          </a:p>
        </p:txBody>
      </p:sp>
      <p:sp>
        <p:nvSpPr>
          <p:cNvPr id="115722" name="object 11"/>
          <p:cNvSpPr/>
          <p:nvPr/>
        </p:nvSpPr>
        <p:spPr bwMode="auto">
          <a:xfrm>
            <a:off x="9423400" y="6357938"/>
            <a:ext cx="552450" cy="500062"/>
          </a:xfrm>
          <a:custGeom>
            <a:avLst/>
            <a:gdLst/>
            <a:ahLst/>
            <a:cxnLst>
              <a:cxn ang="0">
                <a:pos x="276605" y="0"/>
              </a:cxn>
              <a:cxn ang="0">
                <a:pos x="226881" y="4431"/>
              </a:cxn>
              <a:cxn ang="0">
                <a:pos x="180082" y="17209"/>
              </a:cxn>
              <a:cxn ang="0">
                <a:pos x="136990" y="37555"/>
              </a:cxn>
              <a:cxn ang="0">
                <a:pos x="98385" y="64693"/>
              </a:cxn>
              <a:cxn ang="0">
                <a:pos x="65049" y="97847"/>
              </a:cxn>
              <a:cxn ang="0">
                <a:pos x="37761" y="136239"/>
              </a:cxn>
              <a:cxn ang="0">
                <a:pos x="17303" y="179094"/>
              </a:cxn>
              <a:cxn ang="0">
                <a:pos x="4455" y="225633"/>
              </a:cxn>
              <a:cxn ang="0">
                <a:pos x="0" y="275082"/>
              </a:cxn>
              <a:cxn ang="0">
                <a:pos x="4455" y="324528"/>
              </a:cxn>
              <a:cxn ang="0">
                <a:pos x="17303" y="371067"/>
              </a:cxn>
              <a:cxn ang="0">
                <a:pos x="37761" y="413921"/>
              </a:cxn>
              <a:cxn ang="0">
                <a:pos x="65049" y="452313"/>
              </a:cxn>
              <a:cxn ang="0">
                <a:pos x="98385" y="485468"/>
              </a:cxn>
              <a:cxn ang="0">
                <a:pos x="118872" y="499870"/>
              </a:cxn>
              <a:cxn ang="0">
                <a:pos x="434339" y="499870"/>
              </a:cxn>
              <a:cxn ang="0">
                <a:pos x="488162" y="452313"/>
              </a:cxn>
              <a:cxn ang="0">
                <a:pos x="515450" y="413921"/>
              </a:cxn>
              <a:cxn ang="0">
                <a:pos x="535908" y="371067"/>
              </a:cxn>
              <a:cxn ang="0">
                <a:pos x="548756" y="324528"/>
              </a:cxn>
              <a:cxn ang="0">
                <a:pos x="553211" y="275082"/>
              </a:cxn>
              <a:cxn ang="0">
                <a:pos x="548756" y="225633"/>
              </a:cxn>
              <a:cxn ang="0">
                <a:pos x="535908" y="179094"/>
              </a:cxn>
              <a:cxn ang="0">
                <a:pos x="515450" y="136239"/>
              </a:cxn>
              <a:cxn ang="0">
                <a:pos x="488162" y="97847"/>
              </a:cxn>
              <a:cxn ang="0">
                <a:pos x="454826" y="64693"/>
              </a:cxn>
              <a:cxn ang="0">
                <a:pos x="416221" y="37555"/>
              </a:cxn>
              <a:cxn ang="0">
                <a:pos x="373129" y="17209"/>
              </a:cxn>
              <a:cxn ang="0">
                <a:pos x="326330" y="4431"/>
              </a:cxn>
              <a:cxn ang="0">
                <a:pos x="276605" y="0"/>
              </a:cxn>
            </a:cxnLst>
            <a:rect l="0" t="0" r="r" b="b"/>
            <a:pathLst>
              <a:path w="553720" h="500379">
                <a:moveTo>
                  <a:pt x="276605" y="0"/>
                </a:moveTo>
                <a:lnTo>
                  <a:pt x="226881" y="4431"/>
                </a:lnTo>
                <a:lnTo>
                  <a:pt x="180082" y="17209"/>
                </a:lnTo>
                <a:lnTo>
                  <a:pt x="136990" y="37555"/>
                </a:lnTo>
                <a:lnTo>
                  <a:pt x="98385" y="64693"/>
                </a:lnTo>
                <a:lnTo>
                  <a:pt x="65049" y="97847"/>
                </a:lnTo>
                <a:lnTo>
                  <a:pt x="37761" y="136239"/>
                </a:lnTo>
                <a:lnTo>
                  <a:pt x="17303" y="179094"/>
                </a:lnTo>
                <a:lnTo>
                  <a:pt x="4455" y="225633"/>
                </a:lnTo>
                <a:lnTo>
                  <a:pt x="0" y="275082"/>
                </a:lnTo>
                <a:lnTo>
                  <a:pt x="4455" y="324528"/>
                </a:lnTo>
                <a:lnTo>
                  <a:pt x="17303" y="371067"/>
                </a:lnTo>
                <a:lnTo>
                  <a:pt x="37761" y="413921"/>
                </a:lnTo>
                <a:lnTo>
                  <a:pt x="65049" y="452313"/>
                </a:lnTo>
                <a:lnTo>
                  <a:pt x="98385" y="485468"/>
                </a:lnTo>
                <a:lnTo>
                  <a:pt x="118872" y="499870"/>
                </a:lnTo>
                <a:lnTo>
                  <a:pt x="434339" y="499870"/>
                </a:lnTo>
                <a:lnTo>
                  <a:pt x="488162" y="452313"/>
                </a:lnTo>
                <a:lnTo>
                  <a:pt x="515450" y="413921"/>
                </a:lnTo>
                <a:lnTo>
                  <a:pt x="535908" y="371067"/>
                </a:lnTo>
                <a:lnTo>
                  <a:pt x="548756" y="324528"/>
                </a:lnTo>
                <a:lnTo>
                  <a:pt x="553211" y="275082"/>
                </a:lnTo>
                <a:lnTo>
                  <a:pt x="548756" y="225633"/>
                </a:lnTo>
                <a:lnTo>
                  <a:pt x="535908" y="179094"/>
                </a:lnTo>
                <a:lnTo>
                  <a:pt x="515450" y="136239"/>
                </a:lnTo>
                <a:lnTo>
                  <a:pt x="488162" y="97847"/>
                </a:lnTo>
                <a:lnTo>
                  <a:pt x="454826" y="64693"/>
                </a:lnTo>
                <a:lnTo>
                  <a:pt x="416221" y="37555"/>
                </a:lnTo>
                <a:lnTo>
                  <a:pt x="373129" y="17209"/>
                </a:lnTo>
                <a:lnTo>
                  <a:pt x="326330" y="4431"/>
                </a:lnTo>
                <a:lnTo>
                  <a:pt x="276605" y="0"/>
                </a:lnTo>
                <a:close/>
              </a:path>
            </a:pathLst>
          </a:custGeom>
          <a:solidFill>
            <a:srgbClr val="AA454A"/>
          </a:solidFill>
          <a:ln w="9525">
            <a:noFill/>
            <a:round/>
          </a:ln>
        </p:spPr>
        <p:txBody>
          <a:bodyPr lIns="0" tIns="0" rIns="0" bIns="0"/>
          <a:lstStyle/>
          <a:p>
            <a:endParaRPr lang="zh-CN" altLang="en-US"/>
          </a:p>
        </p:txBody>
      </p:sp>
      <p:sp>
        <p:nvSpPr>
          <p:cNvPr id="115723" name="object 12"/>
          <p:cNvSpPr/>
          <p:nvPr/>
        </p:nvSpPr>
        <p:spPr bwMode="auto">
          <a:xfrm>
            <a:off x="7448550" y="379413"/>
            <a:ext cx="427038" cy="425450"/>
          </a:xfrm>
          <a:custGeom>
            <a:avLst/>
            <a:gdLst/>
            <a:ahLst/>
            <a:cxnLst>
              <a:cxn ang="0">
                <a:pos x="213360" y="0"/>
              </a:cxn>
              <a:cxn ang="0">
                <a:pos x="164432" y="5611"/>
              </a:cxn>
              <a:cxn ang="0">
                <a:pos x="119520" y="21598"/>
              </a:cxn>
              <a:cxn ang="0">
                <a:pos x="79905" y="46686"/>
              </a:cxn>
              <a:cxn ang="0">
                <a:pos x="46866" y="79603"/>
              </a:cxn>
              <a:cxn ang="0">
                <a:pos x="21682" y="119076"/>
              </a:cxn>
              <a:cxn ang="0">
                <a:pos x="5633" y="163832"/>
              </a:cxn>
              <a:cxn ang="0">
                <a:pos x="0" y="212598"/>
              </a:cxn>
              <a:cxn ang="0">
                <a:pos x="5633" y="261363"/>
              </a:cxn>
              <a:cxn ang="0">
                <a:pos x="21682" y="306119"/>
              </a:cxn>
              <a:cxn ang="0">
                <a:pos x="46866" y="345592"/>
              </a:cxn>
              <a:cxn ang="0">
                <a:pos x="79905" y="378509"/>
              </a:cxn>
              <a:cxn ang="0">
                <a:pos x="119520" y="403597"/>
              </a:cxn>
              <a:cxn ang="0">
                <a:pos x="164432" y="419584"/>
              </a:cxn>
              <a:cxn ang="0">
                <a:pos x="213360" y="425196"/>
              </a:cxn>
              <a:cxn ang="0">
                <a:pos x="262287" y="419584"/>
              </a:cxn>
              <a:cxn ang="0">
                <a:pos x="307199" y="403597"/>
              </a:cxn>
              <a:cxn ang="0">
                <a:pos x="346814" y="378509"/>
              </a:cxn>
              <a:cxn ang="0">
                <a:pos x="379853" y="345592"/>
              </a:cxn>
              <a:cxn ang="0">
                <a:pos x="405037" y="306119"/>
              </a:cxn>
              <a:cxn ang="0">
                <a:pos x="421086" y="261363"/>
              </a:cxn>
              <a:cxn ang="0">
                <a:pos x="426720" y="212598"/>
              </a:cxn>
              <a:cxn ang="0">
                <a:pos x="421086" y="163832"/>
              </a:cxn>
              <a:cxn ang="0">
                <a:pos x="405037" y="119076"/>
              </a:cxn>
              <a:cxn ang="0">
                <a:pos x="379853" y="79603"/>
              </a:cxn>
              <a:cxn ang="0">
                <a:pos x="346814" y="46686"/>
              </a:cxn>
              <a:cxn ang="0">
                <a:pos x="307199" y="21598"/>
              </a:cxn>
              <a:cxn ang="0">
                <a:pos x="262287" y="5611"/>
              </a:cxn>
              <a:cxn ang="0">
                <a:pos x="213360" y="0"/>
              </a:cxn>
            </a:cxnLst>
            <a:rect l="0" t="0" r="r" b="b"/>
            <a:pathLst>
              <a:path w="426720" h="425450">
                <a:moveTo>
                  <a:pt x="213360" y="0"/>
                </a:moveTo>
                <a:lnTo>
                  <a:pt x="164432" y="5611"/>
                </a:lnTo>
                <a:lnTo>
                  <a:pt x="119520" y="21598"/>
                </a:lnTo>
                <a:lnTo>
                  <a:pt x="79905" y="46686"/>
                </a:lnTo>
                <a:lnTo>
                  <a:pt x="46866" y="79603"/>
                </a:lnTo>
                <a:lnTo>
                  <a:pt x="21682" y="119076"/>
                </a:lnTo>
                <a:lnTo>
                  <a:pt x="5633" y="163832"/>
                </a:lnTo>
                <a:lnTo>
                  <a:pt x="0" y="212598"/>
                </a:lnTo>
                <a:lnTo>
                  <a:pt x="5633" y="261363"/>
                </a:lnTo>
                <a:lnTo>
                  <a:pt x="21682" y="306119"/>
                </a:lnTo>
                <a:lnTo>
                  <a:pt x="46866" y="345592"/>
                </a:lnTo>
                <a:lnTo>
                  <a:pt x="79905" y="378509"/>
                </a:lnTo>
                <a:lnTo>
                  <a:pt x="119520" y="403597"/>
                </a:lnTo>
                <a:lnTo>
                  <a:pt x="164432" y="419584"/>
                </a:lnTo>
                <a:lnTo>
                  <a:pt x="213360" y="425196"/>
                </a:lnTo>
                <a:lnTo>
                  <a:pt x="262287" y="419584"/>
                </a:lnTo>
                <a:lnTo>
                  <a:pt x="307199" y="403597"/>
                </a:lnTo>
                <a:lnTo>
                  <a:pt x="346814" y="378509"/>
                </a:lnTo>
                <a:lnTo>
                  <a:pt x="379853" y="345592"/>
                </a:lnTo>
                <a:lnTo>
                  <a:pt x="405037" y="306119"/>
                </a:lnTo>
                <a:lnTo>
                  <a:pt x="421086" y="261363"/>
                </a:lnTo>
                <a:lnTo>
                  <a:pt x="426720" y="212598"/>
                </a:lnTo>
                <a:lnTo>
                  <a:pt x="421086" y="163832"/>
                </a:lnTo>
                <a:lnTo>
                  <a:pt x="405037" y="119076"/>
                </a:lnTo>
                <a:lnTo>
                  <a:pt x="379853" y="79603"/>
                </a:lnTo>
                <a:lnTo>
                  <a:pt x="346814" y="46686"/>
                </a:lnTo>
                <a:lnTo>
                  <a:pt x="307199" y="21598"/>
                </a:lnTo>
                <a:lnTo>
                  <a:pt x="262287" y="5611"/>
                </a:lnTo>
                <a:lnTo>
                  <a:pt x="213360" y="0"/>
                </a:lnTo>
                <a:close/>
              </a:path>
            </a:pathLst>
          </a:custGeom>
          <a:solidFill>
            <a:srgbClr val="427441"/>
          </a:solidFill>
          <a:ln w="9525">
            <a:noFill/>
            <a:round/>
          </a:ln>
        </p:spPr>
        <p:txBody>
          <a:bodyPr lIns="0" tIns="0" rIns="0" bIns="0"/>
          <a:lstStyle/>
          <a:p>
            <a:endParaRPr lang="zh-CN" altLang="en-US"/>
          </a:p>
        </p:txBody>
      </p:sp>
      <p:sp>
        <p:nvSpPr>
          <p:cNvPr id="115727" name="object 16"/>
          <p:cNvSpPr/>
          <p:nvPr/>
        </p:nvSpPr>
        <p:spPr bwMode="auto">
          <a:xfrm>
            <a:off x="7159625" y="658813"/>
            <a:ext cx="715963" cy="714375"/>
          </a:xfrm>
          <a:custGeom>
            <a:avLst/>
            <a:gdLst/>
            <a:ahLst/>
            <a:cxnLst>
              <a:cxn ang="0">
                <a:pos x="358140" y="0"/>
              </a:cxn>
              <a:cxn ang="0">
                <a:pos x="309554" y="3262"/>
              </a:cxn>
              <a:cxn ang="0">
                <a:pos x="262951" y="12767"/>
              </a:cxn>
              <a:cxn ang="0">
                <a:pos x="218759" y="28086"/>
              </a:cxn>
              <a:cxn ang="0">
                <a:pos x="177404" y="48796"/>
              </a:cxn>
              <a:cxn ang="0">
                <a:pos x="139315" y="74469"/>
              </a:cxn>
              <a:cxn ang="0">
                <a:pos x="104917" y="104679"/>
              </a:cxn>
              <a:cxn ang="0">
                <a:pos x="74640" y="139001"/>
              </a:cxn>
              <a:cxn ang="0">
                <a:pos x="48909" y="177009"/>
              </a:cxn>
              <a:cxn ang="0">
                <a:pos x="28152" y="218277"/>
              </a:cxn>
              <a:cxn ang="0">
                <a:pos x="12797" y="262378"/>
              </a:cxn>
              <a:cxn ang="0">
                <a:pos x="3270" y="308887"/>
              </a:cxn>
              <a:cxn ang="0">
                <a:pos x="0" y="357378"/>
              </a:cxn>
              <a:cxn ang="0">
                <a:pos x="3270" y="405868"/>
              </a:cxn>
              <a:cxn ang="0">
                <a:pos x="12797" y="452377"/>
              </a:cxn>
              <a:cxn ang="0">
                <a:pos x="28152" y="496478"/>
              </a:cxn>
              <a:cxn ang="0">
                <a:pos x="48909" y="537746"/>
              </a:cxn>
              <a:cxn ang="0">
                <a:pos x="74640" y="575754"/>
              </a:cxn>
              <a:cxn ang="0">
                <a:pos x="104917" y="610076"/>
              </a:cxn>
              <a:cxn ang="0">
                <a:pos x="139315" y="640286"/>
              </a:cxn>
              <a:cxn ang="0">
                <a:pos x="177404" y="665959"/>
              </a:cxn>
              <a:cxn ang="0">
                <a:pos x="218759" y="686669"/>
              </a:cxn>
              <a:cxn ang="0">
                <a:pos x="262951" y="701988"/>
              </a:cxn>
              <a:cxn ang="0">
                <a:pos x="309554" y="711493"/>
              </a:cxn>
              <a:cxn ang="0">
                <a:pos x="358140" y="714756"/>
              </a:cxn>
              <a:cxn ang="0">
                <a:pos x="406725" y="711493"/>
              </a:cxn>
              <a:cxn ang="0">
                <a:pos x="453328" y="701988"/>
              </a:cxn>
              <a:cxn ang="0">
                <a:pos x="497520" y="686669"/>
              </a:cxn>
              <a:cxn ang="0">
                <a:pos x="538875" y="665959"/>
              </a:cxn>
              <a:cxn ang="0">
                <a:pos x="576964" y="640286"/>
              </a:cxn>
              <a:cxn ang="0">
                <a:pos x="611362" y="610076"/>
              </a:cxn>
              <a:cxn ang="0">
                <a:pos x="641639" y="575754"/>
              </a:cxn>
              <a:cxn ang="0">
                <a:pos x="667370" y="537746"/>
              </a:cxn>
              <a:cxn ang="0">
                <a:pos x="688127" y="496478"/>
              </a:cxn>
              <a:cxn ang="0">
                <a:pos x="703482" y="452377"/>
              </a:cxn>
              <a:cxn ang="0">
                <a:pos x="713009" y="405868"/>
              </a:cxn>
              <a:cxn ang="0">
                <a:pos x="716279" y="357378"/>
              </a:cxn>
              <a:cxn ang="0">
                <a:pos x="713009" y="308887"/>
              </a:cxn>
              <a:cxn ang="0">
                <a:pos x="703482" y="262378"/>
              </a:cxn>
              <a:cxn ang="0">
                <a:pos x="688127" y="218277"/>
              </a:cxn>
              <a:cxn ang="0">
                <a:pos x="667370" y="177009"/>
              </a:cxn>
              <a:cxn ang="0">
                <a:pos x="641639" y="139001"/>
              </a:cxn>
              <a:cxn ang="0">
                <a:pos x="611362" y="104679"/>
              </a:cxn>
              <a:cxn ang="0">
                <a:pos x="576964" y="74469"/>
              </a:cxn>
              <a:cxn ang="0">
                <a:pos x="538875" y="48796"/>
              </a:cxn>
              <a:cxn ang="0">
                <a:pos x="497520" y="28086"/>
              </a:cxn>
              <a:cxn ang="0">
                <a:pos x="453328" y="12767"/>
              </a:cxn>
              <a:cxn ang="0">
                <a:pos x="406725" y="3262"/>
              </a:cxn>
              <a:cxn ang="0">
                <a:pos x="358140" y="0"/>
              </a:cxn>
            </a:cxnLst>
            <a:rect l="0" t="0" r="r" b="b"/>
            <a:pathLst>
              <a:path w="716279" h="715010">
                <a:moveTo>
                  <a:pt x="358140" y="0"/>
                </a:moveTo>
                <a:lnTo>
                  <a:pt x="309554" y="3262"/>
                </a:lnTo>
                <a:lnTo>
                  <a:pt x="262951" y="12767"/>
                </a:lnTo>
                <a:lnTo>
                  <a:pt x="218759" y="28086"/>
                </a:lnTo>
                <a:lnTo>
                  <a:pt x="177404" y="48796"/>
                </a:lnTo>
                <a:lnTo>
                  <a:pt x="139315" y="74469"/>
                </a:lnTo>
                <a:lnTo>
                  <a:pt x="104917" y="104679"/>
                </a:lnTo>
                <a:lnTo>
                  <a:pt x="74640" y="139001"/>
                </a:lnTo>
                <a:lnTo>
                  <a:pt x="48909" y="177009"/>
                </a:lnTo>
                <a:lnTo>
                  <a:pt x="28152" y="218277"/>
                </a:lnTo>
                <a:lnTo>
                  <a:pt x="12797" y="262378"/>
                </a:lnTo>
                <a:lnTo>
                  <a:pt x="3270" y="308887"/>
                </a:lnTo>
                <a:lnTo>
                  <a:pt x="0" y="357378"/>
                </a:lnTo>
                <a:lnTo>
                  <a:pt x="3270" y="405868"/>
                </a:lnTo>
                <a:lnTo>
                  <a:pt x="12797" y="452377"/>
                </a:lnTo>
                <a:lnTo>
                  <a:pt x="28152" y="496478"/>
                </a:lnTo>
                <a:lnTo>
                  <a:pt x="48909" y="537746"/>
                </a:lnTo>
                <a:lnTo>
                  <a:pt x="74640" y="575754"/>
                </a:lnTo>
                <a:lnTo>
                  <a:pt x="104917" y="610076"/>
                </a:lnTo>
                <a:lnTo>
                  <a:pt x="139315" y="640286"/>
                </a:lnTo>
                <a:lnTo>
                  <a:pt x="177404" y="665959"/>
                </a:lnTo>
                <a:lnTo>
                  <a:pt x="218759" y="686669"/>
                </a:lnTo>
                <a:lnTo>
                  <a:pt x="262951" y="701988"/>
                </a:lnTo>
                <a:lnTo>
                  <a:pt x="309554" y="711493"/>
                </a:lnTo>
                <a:lnTo>
                  <a:pt x="358140" y="714756"/>
                </a:lnTo>
                <a:lnTo>
                  <a:pt x="406725" y="711493"/>
                </a:lnTo>
                <a:lnTo>
                  <a:pt x="453328" y="701988"/>
                </a:lnTo>
                <a:lnTo>
                  <a:pt x="497520" y="686669"/>
                </a:lnTo>
                <a:lnTo>
                  <a:pt x="538875" y="665959"/>
                </a:lnTo>
                <a:lnTo>
                  <a:pt x="576964" y="640286"/>
                </a:lnTo>
                <a:lnTo>
                  <a:pt x="611362" y="610076"/>
                </a:lnTo>
                <a:lnTo>
                  <a:pt x="641639" y="575754"/>
                </a:lnTo>
                <a:lnTo>
                  <a:pt x="667370" y="537746"/>
                </a:lnTo>
                <a:lnTo>
                  <a:pt x="688127" y="496478"/>
                </a:lnTo>
                <a:lnTo>
                  <a:pt x="703482" y="452377"/>
                </a:lnTo>
                <a:lnTo>
                  <a:pt x="713009" y="405868"/>
                </a:lnTo>
                <a:lnTo>
                  <a:pt x="716279" y="357378"/>
                </a:lnTo>
                <a:lnTo>
                  <a:pt x="713009" y="308887"/>
                </a:lnTo>
                <a:lnTo>
                  <a:pt x="703482" y="262378"/>
                </a:lnTo>
                <a:lnTo>
                  <a:pt x="688127" y="218277"/>
                </a:lnTo>
                <a:lnTo>
                  <a:pt x="667370" y="177009"/>
                </a:lnTo>
                <a:lnTo>
                  <a:pt x="641639" y="139001"/>
                </a:lnTo>
                <a:lnTo>
                  <a:pt x="611362" y="104679"/>
                </a:lnTo>
                <a:lnTo>
                  <a:pt x="576964" y="74469"/>
                </a:lnTo>
                <a:lnTo>
                  <a:pt x="538875" y="48796"/>
                </a:lnTo>
                <a:lnTo>
                  <a:pt x="497520" y="28086"/>
                </a:lnTo>
                <a:lnTo>
                  <a:pt x="453328" y="12767"/>
                </a:lnTo>
                <a:lnTo>
                  <a:pt x="406725" y="3262"/>
                </a:lnTo>
                <a:lnTo>
                  <a:pt x="358140" y="0"/>
                </a:lnTo>
                <a:close/>
              </a:path>
            </a:pathLst>
          </a:custGeom>
          <a:solidFill>
            <a:srgbClr val="E6AE00"/>
          </a:solidFill>
          <a:ln w="9525">
            <a:noFill/>
            <a:round/>
          </a:ln>
        </p:spPr>
        <p:txBody>
          <a:bodyPr lIns="0" tIns="0" rIns="0" bIns="0"/>
          <a:lstStyle/>
          <a:p>
            <a:endParaRPr lang="zh-CN" altLang="en-US"/>
          </a:p>
        </p:txBody>
      </p:sp>
      <p:sp>
        <p:nvSpPr>
          <p:cNvPr id="115728" name="object 17"/>
          <p:cNvSpPr/>
          <p:nvPr/>
        </p:nvSpPr>
        <p:spPr bwMode="auto">
          <a:xfrm>
            <a:off x="7934325" y="0"/>
            <a:ext cx="887413" cy="461963"/>
          </a:xfrm>
          <a:custGeom>
            <a:avLst/>
            <a:gdLst/>
            <a:ahLst/>
            <a:cxnLst>
              <a:cxn ang="0">
                <a:pos x="882036" y="0"/>
              </a:cxn>
              <a:cxn ang="0">
                <a:pos x="4931" y="0"/>
              </a:cxn>
              <a:cxn ang="0">
                <a:pos x="2601" y="13052"/>
              </a:cxn>
              <a:cxn ang="0">
                <a:pos x="0" y="57150"/>
              </a:cxn>
              <a:cxn ang="0">
                <a:pos x="2601" y="101247"/>
              </a:cxn>
              <a:cxn ang="0">
                <a:pos x="10226" y="143966"/>
              </a:cxn>
              <a:cxn ang="0">
                <a:pos x="22603" y="185062"/>
              </a:cxn>
              <a:cxn ang="0">
                <a:pos x="39464" y="224286"/>
              </a:cxn>
              <a:cxn ang="0">
                <a:pos x="60536" y="261394"/>
              </a:cxn>
              <a:cxn ang="0">
                <a:pos x="85551" y="296137"/>
              </a:cxn>
              <a:cxn ang="0">
                <a:pos x="114237" y="328270"/>
              </a:cxn>
              <a:cxn ang="0">
                <a:pos x="146325" y="357546"/>
              </a:cxn>
              <a:cxn ang="0">
                <a:pos x="181544" y="383718"/>
              </a:cxn>
              <a:cxn ang="0">
                <a:pos x="219625" y="406541"/>
              </a:cxn>
              <a:cxn ang="0">
                <a:pos x="260296" y="425766"/>
              </a:cxn>
              <a:cxn ang="0">
                <a:pos x="303288" y="441149"/>
              </a:cxn>
              <a:cxn ang="0">
                <a:pos x="348330" y="452441"/>
              </a:cxn>
              <a:cxn ang="0">
                <a:pos x="395152" y="459398"/>
              </a:cxn>
              <a:cxn ang="0">
                <a:pos x="443483" y="461772"/>
              </a:cxn>
              <a:cxn ang="0">
                <a:pos x="491815" y="459398"/>
              </a:cxn>
              <a:cxn ang="0">
                <a:pos x="538637" y="452441"/>
              </a:cxn>
              <a:cxn ang="0">
                <a:pos x="583679" y="441149"/>
              </a:cxn>
              <a:cxn ang="0">
                <a:pos x="626671" y="425766"/>
              </a:cxn>
              <a:cxn ang="0">
                <a:pos x="667342" y="406541"/>
              </a:cxn>
              <a:cxn ang="0">
                <a:pos x="705423" y="383718"/>
              </a:cxn>
              <a:cxn ang="0">
                <a:pos x="740642" y="357546"/>
              </a:cxn>
              <a:cxn ang="0">
                <a:pos x="772730" y="328270"/>
              </a:cxn>
              <a:cxn ang="0">
                <a:pos x="801416" y="296137"/>
              </a:cxn>
              <a:cxn ang="0">
                <a:pos x="826431" y="261394"/>
              </a:cxn>
              <a:cxn ang="0">
                <a:pos x="847503" y="224286"/>
              </a:cxn>
              <a:cxn ang="0">
                <a:pos x="864364" y="185062"/>
              </a:cxn>
              <a:cxn ang="0">
                <a:pos x="876741" y="143966"/>
              </a:cxn>
              <a:cxn ang="0">
                <a:pos x="884366" y="101247"/>
              </a:cxn>
              <a:cxn ang="0">
                <a:pos x="886967" y="57150"/>
              </a:cxn>
              <a:cxn ang="0">
                <a:pos x="884366" y="13052"/>
              </a:cxn>
              <a:cxn ang="0">
                <a:pos x="882036" y="0"/>
              </a:cxn>
            </a:cxnLst>
            <a:rect l="0" t="0" r="r" b="b"/>
            <a:pathLst>
              <a:path w="887095" h="462280">
                <a:moveTo>
                  <a:pt x="882036" y="0"/>
                </a:moveTo>
                <a:lnTo>
                  <a:pt x="4931" y="0"/>
                </a:lnTo>
                <a:lnTo>
                  <a:pt x="2601" y="13052"/>
                </a:lnTo>
                <a:lnTo>
                  <a:pt x="0" y="57150"/>
                </a:lnTo>
                <a:lnTo>
                  <a:pt x="2601" y="101247"/>
                </a:lnTo>
                <a:lnTo>
                  <a:pt x="10226" y="143966"/>
                </a:lnTo>
                <a:lnTo>
                  <a:pt x="22603" y="185062"/>
                </a:lnTo>
                <a:lnTo>
                  <a:pt x="39464" y="224286"/>
                </a:lnTo>
                <a:lnTo>
                  <a:pt x="60536" y="261394"/>
                </a:lnTo>
                <a:lnTo>
                  <a:pt x="85551" y="296137"/>
                </a:lnTo>
                <a:lnTo>
                  <a:pt x="114237" y="328270"/>
                </a:lnTo>
                <a:lnTo>
                  <a:pt x="146325" y="357546"/>
                </a:lnTo>
                <a:lnTo>
                  <a:pt x="181544" y="383718"/>
                </a:lnTo>
                <a:lnTo>
                  <a:pt x="219625" y="406541"/>
                </a:lnTo>
                <a:lnTo>
                  <a:pt x="260296" y="425766"/>
                </a:lnTo>
                <a:lnTo>
                  <a:pt x="303288" y="441149"/>
                </a:lnTo>
                <a:lnTo>
                  <a:pt x="348330" y="452441"/>
                </a:lnTo>
                <a:lnTo>
                  <a:pt x="395152" y="459398"/>
                </a:lnTo>
                <a:lnTo>
                  <a:pt x="443483" y="461772"/>
                </a:lnTo>
                <a:lnTo>
                  <a:pt x="491815" y="459398"/>
                </a:lnTo>
                <a:lnTo>
                  <a:pt x="538637" y="452441"/>
                </a:lnTo>
                <a:lnTo>
                  <a:pt x="583679" y="441149"/>
                </a:lnTo>
                <a:lnTo>
                  <a:pt x="626671" y="425766"/>
                </a:lnTo>
                <a:lnTo>
                  <a:pt x="667342" y="406541"/>
                </a:lnTo>
                <a:lnTo>
                  <a:pt x="705423" y="383718"/>
                </a:lnTo>
                <a:lnTo>
                  <a:pt x="740642" y="357546"/>
                </a:lnTo>
                <a:lnTo>
                  <a:pt x="772730" y="328270"/>
                </a:lnTo>
                <a:lnTo>
                  <a:pt x="801416" y="296137"/>
                </a:lnTo>
                <a:lnTo>
                  <a:pt x="826431" y="261394"/>
                </a:lnTo>
                <a:lnTo>
                  <a:pt x="847503" y="224286"/>
                </a:lnTo>
                <a:lnTo>
                  <a:pt x="864364" y="185062"/>
                </a:lnTo>
                <a:lnTo>
                  <a:pt x="876741" y="143966"/>
                </a:lnTo>
                <a:lnTo>
                  <a:pt x="884366" y="101247"/>
                </a:lnTo>
                <a:lnTo>
                  <a:pt x="886967" y="57150"/>
                </a:lnTo>
                <a:lnTo>
                  <a:pt x="884366" y="13052"/>
                </a:lnTo>
                <a:lnTo>
                  <a:pt x="882036" y="0"/>
                </a:lnTo>
                <a:close/>
              </a:path>
            </a:pathLst>
          </a:custGeom>
          <a:solidFill>
            <a:srgbClr val="093E44"/>
          </a:solidFill>
          <a:ln w="9525">
            <a:noFill/>
            <a:round/>
          </a:ln>
        </p:spPr>
        <p:txBody>
          <a:bodyPr lIns="0" tIns="0" rIns="0" bIns="0"/>
          <a:lstStyle/>
          <a:p>
            <a:endParaRPr lang="zh-CN" altLang="en-US"/>
          </a:p>
        </p:txBody>
      </p:sp>
      <p:sp>
        <p:nvSpPr>
          <p:cNvPr id="115729" name="object 18"/>
          <p:cNvSpPr/>
          <p:nvPr/>
        </p:nvSpPr>
        <p:spPr bwMode="auto">
          <a:xfrm>
            <a:off x="7189788" y="0"/>
            <a:ext cx="327025" cy="166688"/>
          </a:xfrm>
          <a:custGeom>
            <a:avLst/>
            <a:gdLst/>
            <a:ahLst/>
            <a:cxnLst>
              <a:cxn ang="0">
                <a:pos x="325726" y="0"/>
              </a:cxn>
              <a:cxn ang="0">
                <a:pos x="409" y="0"/>
              </a:cxn>
              <a:cxn ang="0">
                <a:pos x="0" y="3048"/>
              </a:cxn>
              <a:cxn ang="0">
                <a:pos x="5826" y="46392"/>
              </a:cxn>
              <a:cxn ang="0">
                <a:pos x="22267" y="85344"/>
              </a:cxn>
              <a:cxn ang="0">
                <a:pos x="47767" y="118348"/>
              </a:cxn>
              <a:cxn ang="0">
                <a:pos x="80772" y="143848"/>
              </a:cxn>
              <a:cxn ang="0">
                <a:pos x="119723" y="160289"/>
              </a:cxn>
              <a:cxn ang="0">
                <a:pos x="163068" y="166116"/>
              </a:cxn>
              <a:cxn ang="0">
                <a:pos x="206412" y="160289"/>
              </a:cxn>
              <a:cxn ang="0">
                <a:pos x="245364" y="143848"/>
              </a:cxn>
              <a:cxn ang="0">
                <a:pos x="278368" y="118348"/>
              </a:cxn>
              <a:cxn ang="0">
                <a:pos x="303868" y="85344"/>
              </a:cxn>
              <a:cxn ang="0">
                <a:pos x="320309" y="46392"/>
              </a:cxn>
              <a:cxn ang="0">
                <a:pos x="326136" y="3048"/>
              </a:cxn>
              <a:cxn ang="0">
                <a:pos x="325726" y="0"/>
              </a:cxn>
            </a:cxnLst>
            <a:rect l="0" t="0" r="r" b="b"/>
            <a:pathLst>
              <a:path w="326390" h="166370">
                <a:moveTo>
                  <a:pt x="325726" y="0"/>
                </a:moveTo>
                <a:lnTo>
                  <a:pt x="409" y="0"/>
                </a:lnTo>
                <a:lnTo>
                  <a:pt x="0" y="3048"/>
                </a:lnTo>
                <a:lnTo>
                  <a:pt x="5826" y="46392"/>
                </a:lnTo>
                <a:lnTo>
                  <a:pt x="22267" y="85344"/>
                </a:lnTo>
                <a:lnTo>
                  <a:pt x="47767" y="118348"/>
                </a:lnTo>
                <a:lnTo>
                  <a:pt x="80772" y="143848"/>
                </a:lnTo>
                <a:lnTo>
                  <a:pt x="119723" y="160289"/>
                </a:lnTo>
                <a:lnTo>
                  <a:pt x="163068" y="166116"/>
                </a:lnTo>
                <a:lnTo>
                  <a:pt x="206412" y="160289"/>
                </a:lnTo>
                <a:lnTo>
                  <a:pt x="245364" y="143848"/>
                </a:lnTo>
                <a:lnTo>
                  <a:pt x="278368" y="118348"/>
                </a:lnTo>
                <a:lnTo>
                  <a:pt x="303868" y="85344"/>
                </a:lnTo>
                <a:lnTo>
                  <a:pt x="320309" y="46392"/>
                </a:lnTo>
                <a:lnTo>
                  <a:pt x="326136" y="3048"/>
                </a:lnTo>
                <a:lnTo>
                  <a:pt x="325726" y="0"/>
                </a:lnTo>
                <a:close/>
              </a:path>
            </a:pathLst>
          </a:custGeom>
          <a:solidFill>
            <a:srgbClr val="AA454A"/>
          </a:solidFill>
          <a:ln w="9525">
            <a:noFill/>
            <a:round/>
          </a:ln>
        </p:spPr>
        <p:txBody>
          <a:bodyPr lIns="0" tIns="0" rIns="0" bIns="0"/>
          <a:lstStyle/>
          <a:p>
            <a:endParaRPr lang="zh-CN" altLang="en-US"/>
          </a:p>
        </p:txBody>
      </p:sp>
      <p:sp>
        <p:nvSpPr>
          <p:cNvPr id="115730" name="object 20"/>
          <p:cNvSpPr>
            <a:spLocks noGrp="1"/>
          </p:cNvSpPr>
          <p:nvPr>
            <p:ph type="title"/>
          </p:nvPr>
        </p:nvSpPr>
        <p:spPr>
          <a:xfrm>
            <a:off x="83185" y="635"/>
            <a:ext cx="7244715" cy="720090"/>
          </a:xfrm>
        </p:spPr>
        <p:txBody>
          <a:bodyPr>
            <a:normAutofit fontScale="90000"/>
          </a:bodyPr>
          <a:lstStyle/>
          <a:p>
            <a:pPr marL="12700" algn="l" eaLnBrk="1" hangingPunct="1">
              <a:tabLst>
                <a:tab pos="1233170" algn="l"/>
              </a:tabLst>
            </a:pPr>
            <a:r>
              <a:rPr lang="zh-CN" altLang="en-US" smtClean="0">
                <a:latin typeface="微软雅黑" panose="020B0503020204020204" pitchFamily="34" charset="-122"/>
                <a:ea typeface="微软雅黑" panose="020B0503020204020204" pitchFamily="34" charset="-122"/>
                <a:cs typeface="Microsoft JhengHei" panose="020B0604030504040204" charset="-120"/>
              </a:rPr>
              <a:t>四、自觉学习和运用马克思主义</a:t>
            </a:r>
          </a:p>
        </p:txBody>
      </p:sp>
      <p:sp>
        <p:nvSpPr>
          <p:cNvPr id="100" name="文本框 99"/>
          <p:cNvSpPr txBox="1"/>
          <p:nvPr/>
        </p:nvSpPr>
        <p:spPr>
          <a:xfrm>
            <a:off x="991235" y="2179955"/>
            <a:ext cx="9786620" cy="2030095"/>
          </a:xfrm>
          <a:prstGeom prst="rect">
            <a:avLst/>
          </a:prstGeom>
          <a:noFill/>
          <a:ln w="9525">
            <a:noFill/>
          </a:ln>
        </p:spPr>
        <p:txBody>
          <a:bodyPr wrap="square">
            <a:spAutoFit/>
          </a:bodyPr>
          <a:lstStyle/>
          <a:p>
            <a:pPr>
              <a:lnSpc>
                <a:spcPct val="150000"/>
              </a:lnSpc>
            </a:pPr>
            <a:r>
              <a:rPr lang="zh-CN" sz="2800" b="1">
                <a:solidFill>
                  <a:srgbClr val="000000"/>
                </a:solidFill>
                <a:latin typeface="微软雅黑" panose="020B0503020204020204" pitchFamily="34" charset="-122"/>
              </a:rPr>
              <a:t>第一，努力学习和掌握马克思主义的基本立场、观点、方法。</a:t>
            </a:r>
          </a:p>
          <a:p>
            <a:pPr>
              <a:lnSpc>
                <a:spcPct val="150000"/>
              </a:lnSpc>
            </a:pPr>
            <a:r>
              <a:rPr lang="zh-CN" altLang="en-US" sz="2800" b="1">
                <a:latin typeface="微软雅黑" panose="020B0503020204020204" pitchFamily="34" charset="-122"/>
              </a:rPr>
              <a:t>第二，坚持理论联系实际的马克思主义学风。</a:t>
            </a:r>
          </a:p>
          <a:p>
            <a:pPr>
              <a:lnSpc>
                <a:spcPct val="150000"/>
              </a:lnSpc>
            </a:pPr>
            <a:r>
              <a:rPr lang="zh-CN" altLang="en-US" sz="2800" b="1">
                <a:latin typeface="微软雅黑" panose="020B0503020204020204" pitchFamily="34" charset="-122"/>
              </a:rPr>
              <a:t>第三，自觉将马克思主义内化于心、外化于行。</a:t>
            </a:r>
          </a:p>
        </p:txBody>
      </p:sp>
    </p:spTree>
  </p:cSld>
  <p:clrMapOvr>
    <a:masterClrMapping/>
  </p:clrMapOvr>
  <p:transition>
    <p:blinds/>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774573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15730" name="object 20"/>
          <p:cNvSpPr>
            <a:spLocks noGrp="1"/>
          </p:cNvSpPr>
          <p:nvPr/>
        </p:nvSpPr>
        <p:spPr>
          <a:xfrm>
            <a:off x="83185" y="635"/>
            <a:ext cx="7244715" cy="720090"/>
          </a:xfrm>
          <a:prstGeom prst="rect">
            <a:avLst/>
          </a:prstGeom>
          <a:noFill/>
          <a:ln w="9525">
            <a:noFill/>
          </a:ln>
        </p:spPr>
        <p:txBody>
          <a:bodyPr anchor="ctr">
            <a:normAutofit fontScale="90000" lnSpcReduction="10000"/>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marL="12700" algn="l" eaLnBrk="1" hangingPunct="1">
              <a:tabLst>
                <a:tab pos="1233170" algn="l"/>
              </a:tabLst>
            </a:pPr>
            <a:r>
              <a:rPr lang="zh-CN" altLang="en-US" smtClean="0">
                <a:latin typeface="微软雅黑" panose="020B0503020204020204" pitchFamily="34" charset="-122"/>
                <a:ea typeface="微软雅黑" panose="020B0503020204020204" pitchFamily="34" charset="-122"/>
                <a:cs typeface="Microsoft JhengHei" panose="020B0604030504040204" charset="-120"/>
              </a:rPr>
              <a:t>四、自觉学习和运用马克思主义</a:t>
            </a:r>
          </a:p>
        </p:txBody>
      </p:sp>
      <p:sp>
        <p:nvSpPr>
          <p:cNvPr id="100" name="文本框 99"/>
          <p:cNvSpPr txBox="1"/>
          <p:nvPr/>
        </p:nvSpPr>
        <p:spPr>
          <a:xfrm>
            <a:off x="1049655" y="1206500"/>
            <a:ext cx="9789795" cy="1076325"/>
          </a:xfrm>
          <a:prstGeom prst="rect">
            <a:avLst/>
          </a:prstGeom>
          <a:noFill/>
          <a:ln w="9525">
            <a:noFill/>
          </a:ln>
        </p:spPr>
        <p:txBody>
          <a:bodyPr wrap="square">
            <a:spAutoFit/>
          </a:bodyPr>
          <a:lstStyle/>
          <a:p>
            <a:r>
              <a:rPr lang="zh-CN" sz="3200" b="1">
                <a:solidFill>
                  <a:srgbClr val="FF0000"/>
                </a:solidFill>
                <a:latin typeface="微软雅黑" panose="020B0503020204020204" pitchFamily="34" charset="-122"/>
              </a:rPr>
              <a:t>第一，努力学习和掌握马克思主义的基本立场、观点、方法。</a:t>
            </a:r>
            <a:endParaRPr lang="zh-CN" altLang="en-US" sz="3200" b="1">
              <a:solidFill>
                <a:srgbClr val="FF0000"/>
              </a:solidFill>
              <a:latin typeface="微软雅黑" panose="020B0503020204020204" pitchFamily="34" charset="-122"/>
            </a:endParaRPr>
          </a:p>
        </p:txBody>
      </p:sp>
      <p:pic>
        <p:nvPicPr>
          <p:cNvPr id="12" name="图片 11" descr="马克思读书。"/>
          <p:cNvPicPr>
            <a:picLocks noChangeAspect="1"/>
          </p:cNvPicPr>
          <p:nvPr/>
        </p:nvPicPr>
        <p:blipFill>
          <a:blip r:embed="rId4" cstate="print"/>
          <a:stretch>
            <a:fillRect/>
          </a:stretch>
        </p:blipFill>
        <p:spPr>
          <a:xfrm>
            <a:off x="1232535" y="2947035"/>
            <a:ext cx="2536825" cy="3110230"/>
          </a:xfrm>
          <a:prstGeom prst="rect">
            <a:avLst/>
          </a:prstGeom>
        </p:spPr>
      </p:pic>
      <p:pic>
        <p:nvPicPr>
          <p:cNvPr id="13" name="图片 12" descr="恩格斯读书"/>
          <p:cNvPicPr>
            <a:picLocks noChangeAspect="1"/>
          </p:cNvPicPr>
          <p:nvPr/>
        </p:nvPicPr>
        <p:blipFill>
          <a:blip r:embed="rId5" cstate="print"/>
          <a:stretch>
            <a:fillRect/>
          </a:stretch>
        </p:blipFill>
        <p:spPr>
          <a:xfrm>
            <a:off x="4070985" y="2947035"/>
            <a:ext cx="2536190" cy="3115945"/>
          </a:xfrm>
          <a:prstGeom prst="rect">
            <a:avLst/>
          </a:prstGeom>
        </p:spPr>
      </p:pic>
      <p:pic>
        <p:nvPicPr>
          <p:cNvPr id="14" name="图片 13" descr="67bYrmu"/>
          <p:cNvPicPr>
            <a:picLocks noChangeAspect="1"/>
          </p:cNvPicPr>
          <p:nvPr/>
        </p:nvPicPr>
        <p:blipFill>
          <a:blip r:embed="rId6" cstate="print"/>
          <a:stretch>
            <a:fillRect/>
          </a:stretch>
        </p:blipFill>
        <p:spPr>
          <a:xfrm>
            <a:off x="7063740" y="1931035"/>
            <a:ext cx="3776345" cy="2186305"/>
          </a:xfrm>
          <a:prstGeom prst="rect">
            <a:avLst/>
          </a:prstGeom>
        </p:spPr>
      </p:pic>
      <p:pic>
        <p:nvPicPr>
          <p:cNvPr id="15" name="图片 14" descr="毛泽东读书"/>
          <p:cNvPicPr>
            <a:picLocks noChangeAspect="1"/>
          </p:cNvPicPr>
          <p:nvPr/>
        </p:nvPicPr>
        <p:blipFill>
          <a:blip r:embed="rId7" cstate="print"/>
          <a:stretch>
            <a:fillRect/>
          </a:stretch>
        </p:blipFill>
        <p:spPr>
          <a:xfrm>
            <a:off x="7063740" y="4318000"/>
            <a:ext cx="3810635" cy="2202180"/>
          </a:xfrm>
          <a:prstGeom prst="rect">
            <a:avLst/>
          </a:prstGeom>
        </p:spPr>
      </p:pic>
    </p:spTree>
    <p:custDataLst>
      <p:tags r:id="rId1"/>
    </p:custDataLst>
  </p:cSld>
  <p:clrMapOvr>
    <a:masterClrMapping/>
  </p:clrMapOvr>
  <p:transition>
    <p:blinds/>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774573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115730" name="object 20"/>
          <p:cNvSpPr>
            <a:spLocks noGrp="1"/>
          </p:cNvSpPr>
          <p:nvPr/>
        </p:nvSpPr>
        <p:spPr>
          <a:xfrm>
            <a:off x="83185" y="635"/>
            <a:ext cx="7244715" cy="720090"/>
          </a:xfrm>
          <a:prstGeom prst="rect">
            <a:avLst/>
          </a:prstGeom>
          <a:noFill/>
          <a:ln w="9525">
            <a:noFill/>
          </a:ln>
        </p:spPr>
        <p:txBody>
          <a:bodyPr anchor="ctr">
            <a:normAutofit fontScale="90000" lnSpcReduction="10000"/>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marL="12700" algn="l" eaLnBrk="1" hangingPunct="1">
              <a:tabLst>
                <a:tab pos="1233170" algn="l"/>
              </a:tabLst>
            </a:pPr>
            <a:r>
              <a:rPr lang="zh-CN" altLang="en-US" smtClean="0">
                <a:latin typeface="微软雅黑" panose="020B0503020204020204" pitchFamily="34" charset="-122"/>
                <a:ea typeface="微软雅黑" panose="020B0503020204020204" pitchFamily="34" charset="-122"/>
                <a:cs typeface="Microsoft JhengHei" panose="020B0604030504040204" charset="-120"/>
              </a:rPr>
              <a:t>四、自觉学习和运用马克思主义</a:t>
            </a:r>
          </a:p>
        </p:txBody>
      </p:sp>
      <p:sp>
        <p:nvSpPr>
          <p:cNvPr id="2" name="object 2"/>
          <p:cNvSpPr txBox="1"/>
          <p:nvPr/>
        </p:nvSpPr>
        <p:spPr>
          <a:xfrm>
            <a:off x="1621790" y="3068955"/>
            <a:ext cx="4502785" cy="2656840"/>
          </a:xfrm>
          <a:prstGeom prst="rect">
            <a:avLst/>
          </a:prstGeom>
          <a:ln w="9144">
            <a:noFill/>
          </a:ln>
        </p:spPr>
        <p:txBody>
          <a:bodyPr wrap="square" lIns="0" tIns="71755" rIns="0" bIns="0">
            <a:spAutoFit/>
          </a:bodyPr>
          <a:lstStyle/>
          <a:p>
            <a:pPr marL="542925" indent="-457200">
              <a:lnSpc>
                <a:spcPct val="150000"/>
              </a:lnSpc>
              <a:spcBef>
                <a:spcPts val="500"/>
              </a:spcBef>
              <a:buFont typeface="Wingdings" panose="05000000000000000000" pitchFamily="2" charset="2"/>
              <a:buChar char=""/>
              <a:tabLst>
                <a:tab pos="541020" algn="l"/>
              </a:tabLst>
            </a:pPr>
            <a:r>
              <a:rPr lang="zh-CN" altLang="en-US" sz="2800">
                <a:latin typeface="微软雅黑" panose="020B0503020204020204" pitchFamily="34" charset="-122"/>
                <a:ea typeface="微软雅黑" panose="020B0503020204020204" pitchFamily="34" charset="-122"/>
                <a:cs typeface="Microsoft JhengHei" panose="020B0604030504040204" charset="-120"/>
              </a:rPr>
              <a:t>著名地质学家李四光自觉运用</a:t>
            </a:r>
            <a:r>
              <a:rPr lang="zh-CN" altLang="en-US" sz="2800" b="1">
                <a:solidFill>
                  <a:srgbClr val="FF0000"/>
                </a:solidFill>
                <a:latin typeface="微软雅黑" panose="020B0503020204020204" pitchFamily="34" charset="-122"/>
                <a:ea typeface="微软雅黑" panose="020B0503020204020204" pitchFamily="34" charset="-122"/>
                <a:cs typeface="Microsoft JhengHei" panose="020B0604030504040204" charset="-120"/>
              </a:rPr>
              <a:t>辩证法</a:t>
            </a:r>
            <a:r>
              <a:rPr lang="zh-CN" altLang="en-US" sz="2800">
                <a:latin typeface="微软雅黑" panose="020B0503020204020204" pitchFamily="34" charset="-122"/>
                <a:ea typeface="微软雅黑" panose="020B0503020204020204" pitchFamily="34" charset="-122"/>
                <a:cs typeface="Microsoft JhengHei" panose="020B0604030504040204" charset="-120"/>
              </a:rPr>
              <a:t>指导自己的科学研究，创立了闻名世界的地质力学理论。</a:t>
            </a:r>
          </a:p>
        </p:txBody>
      </p:sp>
      <p:sp>
        <p:nvSpPr>
          <p:cNvPr id="124930" name="object 3"/>
          <p:cNvSpPr>
            <a:spLocks noChangeArrowheads="1"/>
          </p:cNvSpPr>
          <p:nvPr/>
        </p:nvSpPr>
        <p:spPr bwMode="auto">
          <a:xfrm>
            <a:off x="6411913" y="3084513"/>
            <a:ext cx="3962400" cy="2632075"/>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124931" name="object 4"/>
          <p:cNvSpPr>
            <a:spLocks noChangeArrowheads="1"/>
          </p:cNvSpPr>
          <p:nvPr/>
        </p:nvSpPr>
        <p:spPr bwMode="auto">
          <a:xfrm>
            <a:off x="6337300" y="3162300"/>
            <a:ext cx="3962400" cy="2632075"/>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3" name="object 5"/>
          <p:cNvSpPr txBox="1"/>
          <p:nvPr/>
        </p:nvSpPr>
        <p:spPr>
          <a:xfrm>
            <a:off x="4491038" y="2286000"/>
            <a:ext cx="4154487" cy="538480"/>
          </a:xfrm>
          <a:prstGeom prst="rect">
            <a:avLst/>
          </a:prstGeom>
        </p:spPr>
        <p:txBody>
          <a:bodyPr lIns="0" tIns="0" rIns="0" bIns="0">
            <a:spAutoFit/>
          </a:bodyPr>
          <a:lstStyle/>
          <a:p>
            <a:pPr marL="12700">
              <a:lnSpc>
                <a:spcPts val="4200"/>
              </a:lnSpc>
            </a:pPr>
            <a:r>
              <a:rPr lang="zh-CN" altLang="en-US" sz="320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icrosoft JhengHei" panose="020B0604030504040204" charset="-120"/>
              </a:rPr>
              <a:t>著名地质学家李四光</a:t>
            </a:r>
          </a:p>
        </p:txBody>
      </p:sp>
      <p:sp>
        <p:nvSpPr>
          <p:cNvPr id="4" name="文本框 3"/>
          <p:cNvSpPr txBox="1"/>
          <p:nvPr/>
        </p:nvSpPr>
        <p:spPr>
          <a:xfrm>
            <a:off x="1221105" y="1298575"/>
            <a:ext cx="8674100" cy="583565"/>
          </a:xfrm>
          <a:prstGeom prst="rect">
            <a:avLst/>
          </a:prstGeom>
          <a:noFill/>
          <a:ln w="9525">
            <a:noFill/>
          </a:ln>
        </p:spPr>
        <p:txBody>
          <a:bodyPr wrap="square">
            <a:spAutoFit/>
          </a:bodyPr>
          <a:lstStyle/>
          <a:p>
            <a:pPr indent="356870"/>
            <a:r>
              <a:rPr lang="zh-CN" sz="3200" b="1">
                <a:solidFill>
                  <a:srgbClr val="FF0000"/>
                </a:solidFill>
                <a:latin typeface="微软雅黑" panose="020B0503020204020204" pitchFamily="34" charset="-122"/>
              </a:rPr>
              <a:t>第二，坚持理论联系实际的马克思主义学风。</a:t>
            </a:r>
            <a:endParaRPr lang="zh-CN" altLang="en-US" sz="3200" b="1">
              <a:solidFill>
                <a:srgbClr val="FF0000"/>
              </a:solidFill>
              <a:latin typeface="微软雅黑" panose="020B0503020204020204" pitchFamily="34" charset="-122"/>
            </a:endParaRPr>
          </a:p>
        </p:txBody>
      </p:sp>
    </p:spTree>
    <p:custDataLst>
      <p:tags r:id="rId1"/>
    </p:custDataLst>
  </p:cSld>
  <p:clrMapOvr>
    <a:masterClrMapping/>
  </p:clrMapOvr>
  <p:transition>
    <p:blinds/>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774573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3" name="object 3"/>
          <p:cNvSpPr/>
          <p:nvPr/>
        </p:nvSpPr>
        <p:spPr bwMode="auto">
          <a:xfrm>
            <a:off x="1247775" y="1939925"/>
            <a:ext cx="4867275" cy="1516380"/>
          </a:xfrm>
          <a:custGeom>
            <a:avLst/>
            <a:gdLst/>
            <a:ahLst/>
            <a:cxnLst>
              <a:cxn ang="0">
                <a:pos x="0" y="1516379"/>
              </a:cxn>
              <a:cxn ang="0">
                <a:pos x="4971288" y="1516379"/>
              </a:cxn>
              <a:cxn ang="0">
                <a:pos x="4971288" y="0"/>
              </a:cxn>
              <a:cxn ang="0">
                <a:pos x="0" y="0"/>
              </a:cxn>
              <a:cxn ang="0">
                <a:pos x="0" y="1516379"/>
              </a:cxn>
            </a:cxnLst>
            <a:rect l="0" t="0" r="r" b="b"/>
            <a:pathLst>
              <a:path w="4971415" h="1516380">
                <a:moveTo>
                  <a:pt x="0" y="1516379"/>
                </a:moveTo>
                <a:lnTo>
                  <a:pt x="4971288" y="1516379"/>
                </a:lnTo>
                <a:lnTo>
                  <a:pt x="4971288" y="0"/>
                </a:lnTo>
                <a:lnTo>
                  <a:pt x="0" y="0"/>
                </a:lnTo>
                <a:lnTo>
                  <a:pt x="0" y="1516379"/>
                </a:lnTo>
                <a:close/>
              </a:path>
            </a:pathLst>
          </a:custGeom>
          <a:noFill/>
        </p:spPr>
        <p:style>
          <a:lnRef idx="2">
            <a:schemeClr val="accent2"/>
          </a:lnRef>
          <a:fillRef idx="1">
            <a:schemeClr val="lt1"/>
          </a:fillRef>
          <a:effectRef idx="0">
            <a:schemeClr val="accent2"/>
          </a:effectRef>
          <a:fontRef idx="minor">
            <a:schemeClr val="dk1"/>
          </a:fontRef>
        </p:style>
        <p:txBody>
          <a:bodyPr lIns="0" tIns="0" rIns="0" bIns="0"/>
          <a:lstStyle/>
          <a:p>
            <a:endParaRPr lang="zh-CN" altLang="en-US">
              <a:noFill/>
            </a:endParaRPr>
          </a:p>
        </p:txBody>
      </p:sp>
      <p:sp>
        <p:nvSpPr>
          <p:cNvPr id="4" name="object 4"/>
          <p:cNvSpPr>
            <a:spLocks noChangeArrowheads="1"/>
          </p:cNvSpPr>
          <p:nvPr/>
        </p:nvSpPr>
        <p:spPr bwMode="auto">
          <a:xfrm>
            <a:off x="6534150" y="2249805"/>
            <a:ext cx="3953510" cy="2286000"/>
          </a:xfrm>
          <a:prstGeom prst="rect">
            <a:avLst/>
          </a:prstGeom>
          <a:blipFill dpi="0" rotWithShape="1">
            <a:blip r:embed="rId4" cstate="print"/>
            <a:srcRect/>
            <a:stretch>
              <a:fillRect/>
            </a:stretch>
          </a:blipFill>
          <a:ln w="9525">
            <a:noFill/>
            <a:miter lim="800000"/>
          </a:ln>
        </p:spPr>
        <p:txBody>
          <a:bodyPr lIns="0" tIns="0" rIns="0" bIns="0"/>
          <a:lstStyle/>
          <a:p>
            <a:endParaRPr lang="zh-CN" altLang="en-US" sz="2400">
              <a:latin typeface="Calibri" panose="020F0502020204030204" pitchFamily="34" charset="0"/>
            </a:endParaRPr>
          </a:p>
        </p:txBody>
      </p:sp>
      <p:sp>
        <p:nvSpPr>
          <p:cNvPr id="2" name="object 5"/>
          <p:cNvSpPr>
            <a:spLocks noChangeArrowheads="1"/>
          </p:cNvSpPr>
          <p:nvPr/>
        </p:nvSpPr>
        <p:spPr bwMode="auto">
          <a:xfrm>
            <a:off x="1462405" y="3649980"/>
            <a:ext cx="2385695" cy="2466975"/>
          </a:xfrm>
          <a:prstGeom prst="rect">
            <a:avLst/>
          </a:prstGeom>
          <a:blipFill dpi="0" rotWithShape="1">
            <a:blip r:embed="rId5"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10" name="文本框 9"/>
          <p:cNvSpPr txBox="1"/>
          <p:nvPr/>
        </p:nvSpPr>
        <p:spPr>
          <a:xfrm>
            <a:off x="1473200" y="2117725"/>
            <a:ext cx="4450715" cy="1198880"/>
          </a:xfrm>
          <a:prstGeom prst="rect">
            <a:avLst/>
          </a:prstGeom>
          <a:noFill/>
        </p:spPr>
        <p:txBody>
          <a:bodyPr wrap="square">
            <a:spAutoFit/>
          </a:bodyPr>
          <a:lstStyle/>
          <a:p>
            <a:pPr marL="12700" indent="457200"/>
            <a:r>
              <a:rPr lang="zh-CN" altLang="en-US" sz="2400" b="1">
                <a:latin typeface="微软雅黑" panose="020B0503020204020204" pitchFamily="34" charset="-122"/>
                <a:ea typeface="微软雅黑" panose="020B0503020204020204" pitchFamily="34" charset="-122"/>
                <a:cs typeface="Microsoft JhengHei" panose="020B0604030504040204" charset="-120"/>
                <a:sym typeface="+mn-ea"/>
              </a:rPr>
              <a:t>马克思恩格斯发表</a:t>
            </a:r>
            <a:r>
              <a:rPr lang="en-US" altLang="zh-CN" sz="2400" b="1">
                <a:latin typeface="微软雅黑" panose="020B0503020204020204" pitchFamily="34" charset="-122"/>
                <a:ea typeface="微软雅黑" panose="020B0503020204020204" pitchFamily="34" charset="-122"/>
                <a:cs typeface="Microsoft JhengHei" panose="020B0604030504040204" charset="-120"/>
                <a:sym typeface="+mn-ea"/>
              </a:rPr>
              <a:t>《</a:t>
            </a:r>
            <a:r>
              <a:rPr lang="zh-CN" altLang="en-US" sz="2400" b="1">
                <a:latin typeface="微软雅黑" panose="020B0503020204020204" pitchFamily="34" charset="-122"/>
                <a:ea typeface="微软雅黑" panose="020B0503020204020204" pitchFamily="34" charset="-122"/>
                <a:cs typeface="Microsoft JhengHei" panose="020B0604030504040204" charset="-120"/>
                <a:sym typeface="+mn-ea"/>
              </a:rPr>
              <a:t>共产党宣言</a:t>
            </a:r>
            <a:r>
              <a:rPr lang="en-US" altLang="zh-CN" sz="2400" b="1">
                <a:latin typeface="微软雅黑" panose="020B0503020204020204" pitchFamily="34" charset="-122"/>
                <a:ea typeface="微软雅黑" panose="020B0503020204020204" pitchFamily="34" charset="-122"/>
                <a:cs typeface="Microsoft JhengHei" panose="020B0604030504040204" charset="-120"/>
                <a:sym typeface="+mn-ea"/>
              </a:rPr>
              <a:t>》</a:t>
            </a:r>
            <a:r>
              <a:rPr lang="zh-CN" altLang="en-US" sz="2400" b="1">
                <a:latin typeface="微软雅黑" panose="020B0503020204020204" pitchFamily="34" charset="-122"/>
                <a:ea typeface="微软雅黑" panose="020B0503020204020204" pitchFamily="34" charset="-122"/>
                <a:cs typeface="Microsoft JhengHei" panose="020B0604030504040204" charset="-120"/>
                <a:sym typeface="+mn-ea"/>
              </a:rPr>
              <a:t>的时候，马克思只有</a:t>
            </a:r>
            <a:r>
              <a:rPr lang="en-US" altLang="zh-CN" sz="2400" b="1">
                <a:latin typeface="微软雅黑" panose="020B0503020204020204" pitchFamily="34" charset="-122"/>
                <a:ea typeface="微软雅黑" panose="020B0503020204020204" pitchFamily="34" charset="-122"/>
                <a:cs typeface="Microsoft JhengHei" panose="020B0604030504040204" charset="-120"/>
                <a:sym typeface="+mn-ea"/>
              </a:rPr>
              <a:t>30</a:t>
            </a:r>
            <a:r>
              <a:rPr lang="zh-CN" altLang="en-US" sz="2400" b="1">
                <a:latin typeface="微软雅黑" panose="020B0503020204020204" pitchFamily="34" charset="-122"/>
                <a:ea typeface="微软雅黑" panose="020B0503020204020204" pitchFamily="34" charset="-122"/>
                <a:cs typeface="Microsoft JhengHei" panose="020B0604030504040204" charset="-120"/>
                <a:sym typeface="+mn-ea"/>
              </a:rPr>
              <a:t>岁，恩格斯只有</a:t>
            </a:r>
            <a:r>
              <a:rPr lang="en-US" altLang="zh-CN" sz="2400" b="1">
                <a:latin typeface="微软雅黑" panose="020B0503020204020204" pitchFamily="34" charset="-122"/>
                <a:ea typeface="微软雅黑" panose="020B0503020204020204" pitchFamily="34" charset="-122"/>
                <a:cs typeface="Microsoft JhengHei" panose="020B0604030504040204" charset="-120"/>
                <a:sym typeface="+mn-ea"/>
              </a:rPr>
              <a:t>28</a:t>
            </a:r>
            <a:r>
              <a:rPr lang="zh-CN" altLang="en-US" sz="2400" b="1">
                <a:latin typeface="微软雅黑" panose="020B0503020204020204" pitchFamily="34" charset="-122"/>
                <a:ea typeface="微软雅黑" panose="020B0503020204020204" pitchFamily="34" charset="-122"/>
                <a:cs typeface="Microsoft JhengHei" panose="020B0604030504040204" charset="-120"/>
                <a:sym typeface="+mn-ea"/>
              </a:rPr>
              <a:t>岁。</a:t>
            </a:r>
          </a:p>
        </p:txBody>
      </p:sp>
      <p:sp>
        <p:nvSpPr>
          <p:cNvPr id="6" name="object 3"/>
          <p:cNvSpPr/>
          <p:nvPr/>
        </p:nvSpPr>
        <p:spPr bwMode="auto">
          <a:xfrm>
            <a:off x="4149725" y="4629785"/>
            <a:ext cx="6998335" cy="1913890"/>
          </a:xfrm>
          <a:custGeom>
            <a:avLst/>
            <a:gdLst/>
            <a:ahLst/>
            <a:cxnLst>
              <a:cxn ang="0">
                <a:pos x="0" y="1516379"/>
              </a:cxn>
              <a:cxn ang="0">
                <a:pos x="4971288" y="1516379"/>
              </a:cxn>
              <a:cxn ang="0">
                <a:pos x="4971288" y="0"/>
              </a:cxn>
              <a:cxn ang="0">
                <a:pos x="0" y="0"/>
              </a:cxn>
              <a:cxn ang="0">
                <a:pos x="0" y="1516379"/>
              </a:cxn>
            </a:cxnLst>
            <a:rect l="0" t="0" r="r" b="b"/>
            <a:pathLst>
              <a:path w="4971415" h="1516380">
                <a:moveTo>
                  <a:pt x="0" y="1516379"/>
                </a:moveTo>
                <a:lnTo>
                  <a:pt x="4971288" y="1516379"/>
                </a:lnTo>
                <a:lnTo>
                  <a:pt x="4971288" y="0"/>
                </a:lnTo>
                <a:lnTo>
                  <a:pt x="0" y="0"/>
                </a:lnTo>
                <a:lnTo>
                  <a:pt x="0" y="1516379"/>
                </a:lnTo>
                <a:close/>
              </a:path>
            </a:pathLst>
          </a:custGeom>
          <a:noFill/>
        </p:spPr>
        <p:style>
          <a:lnRef idx="2">
            <a:schemeClr val="accent2"/>
          </a:lnRef>
          <a:fillRef idx="1">
            <a:schemeClr val="lt1"/>
          </a:fillRef>
          <a:effectRef idx="0">
            <a:schemeClr val="accent2"/>
          </a:effectRef>
          <a:fontRef idx="minor">
            <a:schemeClr val="dk1"/>
          </a:fontRef>
        </p:style>
        <p:txBody>
          <a:bodyPr lIns="0" tIns="0" rIns="0" bIns="0"/>
          <a:lstStyle/>
          <a:p>
            <a:endParaRPr lang="zh-CN" altLang="en-US">
              <a:noFill/>
            </a:endParaRPr>
          </a:p>
        </p:txBody>
      </p:sp>
      <p:sp>
        <p:nvSpPr>
          <p:cNvPr id="7" name="文本框 6"/>
          <p:cNvSpPr txBox="1"/>
          <p:nvPr/>
        </p:nvSpPr>
        <p:spPr>
          <a:xfrm>
            <a:off x="4222750" y="4807585"/>
            <a:ext cx="6778625" cy="1568450"/>
          </a:xfrm>
          <a:prstGeom prst="rect">
            <a:avLst/>
          </a:prstGeom>
          <a:noFill/>
        </p:spPr>
        <p:txBody>
          <a:bodyPr wrap="square">
            <a:spAutoFit/>
          </a:bodyPr>
          <a:lstStyle/>
          <a:p>
            <a:pPr marL="12700" indent="457200"/>
            <a:r>
              <a:rPr sz="2400" b="1">
                <a:latin typeface="微软雅黑" panose="020B0503020204020204" pitchFamily="34" charset="-122"/>
                <a:ea typeface="微软雅黑" panose="020B0503020204020204" pitchFamily="34" charset="-122"/>
                <a:cs typeface="Microsoft JhengHei" panose="020B0604030504040204" charset="-120"/>
                <a:sym typeface="+mn-ea"/>
              </a:rPr>
              <a:t>年仅19岁的列宁被沙皇政府抓进监狱，面对强大的反动势力的审判，义正辞严，指出沙皇反动政府只不过是一堵墙，一堵腐朽的墙，一推就会倒的。</a:t>
            </a:r>
          </a:p>
        </p:txBody>
      </p:sp>
      <p:sp>
        <p:nvSpPr>
          <p:cNvPr id="115730" name="object 20"/>
          <p:cNvSpPr>
            <a:spLocks noGrp="1"/>
          </p:cNvSpPr>
          <p:nvPr/>
        </p:nvSpPr>
        <p:spPr>
          <a:xfrm>
            <a:off x="83185" y="635"/>
            <a:ext cx="7244715" cy="720090"/>
          </a:xfrm>
          <a:prstGeom prst="rect">
            <a:avLst/>
          </a:prstGeom>
          <a:noFill/>
          <a:ln w="9525">
            <a:noFill/>
          </a:ln>
        </p:spPr>
        <p:txBody>
          <a:bodyPr anchor="ctr">
            <a:normAutofit fontScale="90000" lnSpcReduction="10000"/>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marL="12700" algn="l" eaLnBrk="1" hangingPunct="1">
              <a:tabLst>
                <a:tab pos="1233170" algn="l"/>
              </a:tabLst>
            </a:pPr>
            <a:r>
              <a:rPr lang="zh-CN" altLang="en-US" smtClean="0">
                <a:latin typeface="微软雅黑" panose="020B0503020204020204" pitchFamily="34" charset="-122"/>
                <a:ea typeface="微软雅黑" panose="020B0503020204020204" pitchFamily="34" charset="-122"/>
                <a:cs typeface="Microsoft JhengHei" panose="020B0604030504040204" charset="-120"/>
              </a:rPr>
              <a:t>四、自觉学习和运用马克思主义</a:t>
            </a:r>
          </a:p>
        </p:txBody>
      </p:sp>
      <p:sp>
        <p:nvSpPr>
          <p:cNvPr id="100" name="文本框 99"/>
          <p:cNvSpPr txBox="1"/>
          <p:nvPr/>
        </p:nvSpPr>
        <p:spPr>
          <a:xfrm>
            <a:off x="1247775" y="1102995"/>
            <a:ext cx="8913495" cy="583565"/>
          </a:xfrm>
          <a:prstGeom prst="rect">
            <a:avLst/>
          </a:prstGeom>
          <a:noFill/>
          <a:ln w="9525">
            <a:noFill/>
          </a:ln>
        </p:spPr>
        <p:txBody>
          <a:bodyPr wrap="square">
            <a:spAutoFit/>
          </a:bodyPr>
          <a:lstStyle/>
          <a:p>
            <a:r>
              <a:rPr lang="zh-CN" sz="3200" b="1">
                <a:solidFill>
                  <a:srgbClr val="FF0000"/>
                </a:solidFill>
                <a:latin typeface="微软雅黑" panose="020B0503020204020204" pitchFamily="34" charset="-122"/>
              </a:rPr>
              <a:t>第三，自觉将马克思主义内化于心、外化于行。</a:t>
            </a:r>
            <a:endParaRPr lang="zh-CN" altLang="en-US" sz="3200" b="1">
              <a:solidFill>
                <a:srgbClr val="FF0000"/>
              </a:solidFill>
              <a:latin typeface="微软雅黑" panose="020B0503020204020204" pitchFamily="34" charset="-122"/>
            </a:endParaRP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2" grpId="0" bldLvl="0" animBg="1"/>
      <p:bldP spid="10" grpId="0"/>
      <p:bldP spid="6" grpId="0" bldLvl="0" animBg="1"/>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7745730"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 name="object 2"/>
          <p:cNvSpPr txBox="1"/>
          <p:nvPr/>
        </p:nvSpPr>
        <p:spPr>
          <a:xfrm>
            <a:off x="2619375" y="5243513"/>
            <a:ext cx="3600450" cy="593725"/>
          </a:xfrm>
          <a:prstGeom prst="rect">
            <a:avLst/>
          </a:prstGeom>
        </p:spPr>
        <p:txBody>
          <a:bodyPr lIns="0" tIns="0" rIns="0" bIns="0">
            <a:spAutoFit/>
          </a:bodyPr>
          <a:lstStyle/>
          <a:p>
            <a:pPr marL="12700" algn="ctr">
              <a:lnSpc>
                <a:spcPts val="2315"/>
              </a:lnSpc>
            </a:pPr>
            <a:r>
              <a:rPr lang="zh-CN" altLang="en-US" sz="2000" b="1">
                <a:latin typeface="微软雅黑" panose="020B0503020204020204" pitchFamily="34" charset="-122"/>
                <a:ea typeface="微软雅黑" panose="020B0503020204020204" pitchFamily="34" charset="-122"/>
                <a:cs typeface="Microsoft JhengHei" panose="020B0604030504040204" charset="-120"/>
              </a:rPr>
              <a:t>中国共产党第一次</a:t>
            </a:r>
          </a:p>
          <a:p>
            <a:pPr marL="12700" algn="ctr">
              <a:lnSpc>
                <a:spcPts val="2315"/>
              </a:lnSpc>
            </a:pPr>
            <a:r>
              <a:rPr lang="zh-CN" altLang="en-US" sz="2000" b="1">
                <a:latin typeface="微软雅黑" panose="020B0503020204020204" pitchFamily="34" charset="-122"/>
                <a:ea typeface="微软雅黑" panose="020B0503020204020204" pitchFamily="34" charset="-122"/>
                <a:cs typeface="Microsoft JhengHei" panose="020B0604030504040204" charset="-120"/>
              </a:rPr>
              <a:t>全国代表大会会址纪念馆</a:t>
            </a:r>
            <a:endParaRPr lang="zh-CN" altLang="en-US" sz="2000">
              <a:latin typeface="微软雅黑" panose="020B0503020204020204" pitchFamily="34" charset="-122"/>
              <a:ea typeface="微软雅黑" panose="020B0503020204020204" pitchFamily="34" charset="-122"/>
              <a:cs typeface="Microsoft JhengHei" panose="020B0604030504040204" charset="-120"/>
            </a:endParaRPr>
          </a:p>
        </p:txBody>
      </p:sp>
      <p:sp>
        <p:nvSpPr>
          <p:cNvPr id="121858" name="object 3"/>
          <p:cNvSpPr>
            <a:spLocks noChangeArrowheads="1"/>
          </p:cNvSpPr>
          <p:nvPr/>
        </p:nvSpPr>
        <p:spPr bwMode="auto">
          <a:xfrm>
            <a:off x="1595438" y="1658938"/>
            <a:ext cx="5911850" cy="3268662"/>
          </a:xfrm>
          <a:prstGeom prst="rect">
            <a:avLst/>
          </a:prstGeom>
          <a:blipFill dpi="0" rotWithShape="1">
            <a:blip r:embed="rId4" cstate="print"/>
            <a:srcRect/>
            <a:stretch>
              <a:fillRect/>
            </a:stretch>
          </a:blipFill>
          <a:ln w="9525">
            <a:noFill/>
            <a:miter lim="800000"/>
          </a:ln>
        </p:spPr>
        <p:txBody>
          <a:bodyPr lIns="0" tIns="0" rIns="0" bIns="0"/>
          <a:lstStyle/>
          <a:p>
            <a:endParaRPr lang="zh-CN" altLang="en-US">
              <a:latin typeface="Calibri" panose="020F0502020204030204" pitchFamily="34" charset="0"/>
            </a:endParaRPr>
          </a:p>
        </p:txBody>
      </p:sp>
      <p:sp>
        <p:nvSpPr>
          <p:cNvPr id="4" name="object 4"/>
          <p:cNvSpPr txBox="1"/>
          <p:nvPr/>
        </p:nvSpPr>
        <p:spPr>
          <a:xfrm>
            <a:off x="7734300" y="2092325"/>
            <a:ext cx="3295650" cy="1705610"/>
          </a:xfrm>
          <a:prstGeom prst="rect">
            <a:avLst/>
          </a:prstGeom>
        </p:spPr>
        <p:txBody>
          <a:bodyPr lIns="0" tIns="0" rIns="0" bIns="0">
            <a:spAutoFit/>
          </a:bodyPr>
          <a:lstStyle/>
          <a:p>
            <a:pPr marL="12700">
              <a:lnSpc>
                <a:spcPts val="3325"/>
              </a:lnSpc>
            </a:pPr>
            <a:r>
              <a:rPr lang="zh-CN" altLang="en-US" sz="2800" b="1">
                <a:solidFill>
                  <a:srgbClr val="FF0000"/>
                </a:solidFill>
                <a:latin typeface="微软雅黑" panose="020B0503020204020204" pitchFamily="34" charset="-122"/>
                <a:ea typeface="微软雅黑" panose="020B0503020204020204" pitchFamily="34" charset="-122"/>
                <a:cs typeface="Microsoft JhengHei" panose="020B0604030504040204" charset="-120"/>
              </a:rPr>
              <a:t>邓小平：“对马克思主义的信仰，是中国革命胜利的一种精神动力。”</a:t>
            </a:r>
          </a:p>
        </p:txBody>
      </p:sp>
      <p:sp>
        <p:nvSpPr>
          <p:cNvPr id="115730" name="object 20"/>
          <p:cNvSpPr>
            <a:spLocks noGrp="1"/>
          </p:cNvSpPr>
          <p:nvPr/>
        </p:nvSpPr>
        <p:spPr>
          <a:xfrm>
            <a:off x="83185" y="635"/>
            <a:ext cx="7244715" cy="720090"/>
          </a:xfrm>
          <a:prstGeom prst="rect">
            <a:avLst/>
          </a:prstGeom>
          <a:noFill/>
          <a:ln w="9525">
            <a:noFill/>
          </a:ln>
        </p:spPr>
        <p:txBody>
          <a:bodyPr anchor="ctr">
            <a:normAutofit fontScale="90000" lnSpcReduction="10000"/>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marL="12700" algn="l" eaLnBrk="1" hangingPunct="1">
              <a:tabLst>
                <a:tab pos="1233170" algn="l"/>
              </a:tabLst>
            </a:pPr>
            <a:r>
              <a:rPr lang="zh-CN" altLang="en-US" smtClean="0">
                <a:latin typeface="微软雅黑" panose="020B0503020204020204" pitchFamily="34" charset="-122"/>
                <a:ea typeface="微软雅黑" panose="020B0503020204020204" pitchFamily="34" charset="-122"/>
                <a:cs typeface="Microsoft JhengHei" panose="020B0604030504040204" charset="-120"/>
              </a:rPr>
              <a:t>四、自觉学习和运用马克思主义</a:t>
            </a:r>
          </a:p>
        </p:txBody>
      </p:sp>
    </p:spTree>
    <p:custDataLst>
      <p:tags r:id="rId1"/>
    </p:custDataLst>
  </p:cSld>
  <p:clrMapOvr>
    <a:masterClrMapping/>
  </p:clrMapOvr>
  <p:transition>
    <p:blinds/>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0" y="0"/>
            <a:ext cx="2453005" cy="78930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1">
              <a:ln>
                <a:noFill/>
              </a:ln>
              <a:solidFill>
                <a:prstClr val="white"/>
              </a:solidFill>
              <a:effectLst/>
              <a:uLnTx/>
              <a:uFillTx/>
              <a:latin typeface="+mn-lt"/>
              <a:ea typeface="+mn-ea"/>
              <a:cs typeface="+mn-cs"/>
            </a:endParaRPr>
          </a:p>
        </p:txBody>
      </p:sp>
      <p:sp>
        <p:nvSpPr>
          <p:cNvPr id="8" name="矩形 7"/>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
        <p:nvSpPr>
          <p:cNvPr id="2" name="标题 4"/>
          <p:cNvSpPr/>
          <p:nvPr/>
        </p:nvSpPr>
        <p:spPr>
          <a:xfrm>
            <a:off x="88900" y="635"/>
            <a:ext cx="3956050" cy="788670"/>
          </a:xfrm>
          <a:prstGeom prst="rect">
            <a:avLst/>
          </a:prstGeom>
          <a:noFill/>
          <a:ln w="9525">
            <a:noFill/>
          </a:ln>
        </p:spPr>
        <p:txBody>
          <a:bodyPr anchor="ctr">
            <a:normAutofit/>
          </a:bodyPr>
          <a:lstStyle>
            <a:lvl1pPr algn="ctr" rtl="0" eaLnBrk="0" fontAlgn="base" hangingPunct="0">
              <a:lnSpc>
                <a:spcPct val="120000"/>
              </a:lnSpc>
              <a:spcBef>
                <a:spcPct val="0"/>
              </a:spcBef>
              <a:spcAft>
                <a:spcPct val="0"/>
              </a:spcAft>
              <a:defRPr sz="4000" b="1" kern="1200">
                <a:solidFill>
                  <a:schemeClr val="bg1"/>
                </a:solidFill>
                <a:latin typeface="+mj-lt"/>
                <a:ea typeface="+mj-ea"/>
                <a:cs typeface="+mj-cs"/>
              </a:defRPr>
            </a:lvl1pPr>
            <a:lvl2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2pPr>
            <a:lvl3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3pPr>
            <a:lvl4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4pPr>
            <a:lvl5pPr algn="l" rtl="0" eaLnBrk="0" fontAlgn="base" hangingPunct="0">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5pPr>
            <a:lvl6pPr marL="4572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6pPr>
            <a:lvl7pPr marL="9144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7pPr>
            <a:lvl8pPr marL="13716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8pPr>
            <a:lvl9pPr marL="1828800" algn="l" rtl="0" fontAlgn="base">
              <a:lnSpc>
                <a:spcPct val="120000"/>
              </a:lnSpc>
              <a:spcBef>
                <a:spcPct val="0"/>
              </a:spcBef>
              <a:spcAft>
                <a:spcPct val="0"/>
              </a:spcAft>
              <a:defRPr sz="3600">
                <a:solidFill>
                  <a:schemeClr val="tx1"/>
                </a:solidFill>
                <a:latin typeface="Arial" panose="020B0604020202020204" pitchFamily="34" charset="0"/>
                <a:ea typeface="黑体" panose="02010609060101010101" pitchFamily="49" charset="-122"/>
              </a:defRPr>
            </a:lvl9pPr>
          </a:lstStyle>
          <a:p>
            <a:pPr algn="l" eaLnBrk="1" hangingPunct="1">
              <a:tabLst>
                <a:tab pos="1200150" algn="l"/>
              </a:tabLst>
            </a:pPr>
            <a:r>
              <a:rPr lang="zh-CN" altLang="zh-CN" sz="3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参考书目</a:t>
            </a:r>
          </a:p>
        </p:txBody>
      </p:sp>
      <p:sp>
        <p:nvSpPr>
          <p:cNvPr id="100" name="文本框 99"/>
          <p:cNvSpPr txBox="1"/>
          <p:nvPr/>
        </p:nvSpPr>
        <p:spPr>
          <a:xfrm>
            <a:off x="711835" y="918210"/>
            <a:ext cx="10968990" cy="5015865"/>
          </a:xfrm>
          <a:prstGeom prst="rect">
            <a:avLst/>
          </a:prstGeom>
          <a:noFill/>
          <a:ln w="9525">
            <a:noFill/>
          </a:ln>
        </p:spPr>
        <p:txBody>
          <a:bodyPr wrap="square">
            <a:spAutoFit/>
          </a:bodyPr>
          <a:lstStyle/>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马克思和恩格斯：</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共产党宣言</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马克思恩格斯文集</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第</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卷，人民出版社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恩格斯：</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在马克思墓前的讲话</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马克思恩格斯文集</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第</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卷，人民出版社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卡尔</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马克思</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列宁专题文集 论马克思主义</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弗里德里希</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恩格斯</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列宁专题文集 论马克思主义</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马克思主义的三个来源和三个组成部分</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列宁专题文集 论马克思主义</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论马克思主义历史发展中的几个特点</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列宁专题文集 论马克思主义</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endParaRPr lang="en-US" altLang="zh-CN" sz="2000" b="1">
              <a:latin typeface="微软雅黑" panose="020B0503020204020204" pitchFamily="34" charset="-122"/>
              <a:ea typeface="微软雅黑" panose="020B0503020204020204" pitchFamily="34" charset="-122"/>
              <a:cs typeface="宋体" panose="02010600030101010101" pitchFamily="2" charset="-122"/>
            </a:endParaRP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毛泽东：</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马列主义基本原理至今未变，个别结论可以改变</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毛泽东文集</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第</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卷，人民出版社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1999</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江泽民：</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在庆祝中国共产党成立八十周年大会上的讲话</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2001</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胡锦涛：</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坚定不移沿着中国特色社会主义道路前进 为全面建成小康社会而奋斗</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在中国共产党第十八次全国代表大会上的报告</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，人民出版社</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2012</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年版。</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cs typeface="宋体" panose="02010600030101010101" pitchFamily="2" charset="-122"/>
              </a:rPr>
              <a:t>习近平：</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在实现中国梦的生动实践中放飞青春梦想 在为人民利益的不懈奋斗中书写人生华章</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zh-CN" altLang="en-US" sz="2000" b="1">
                <a:latin typeface="微软雅黑" panose="020B0503020204020204" pitchFamily="34" charset="-122"/>
                <a:ea typeface="微软雅黑" panose="020B0503020204020204" pitchFamily="34" charset="-122"/>
                <a:cs typeface="宋体" panose="02010600030101010101" pitchFamily="2" charset="-122"/>
              </a:rPr>
              <a:t>人民日报</a:t>
            </a:r>
            <a:r>
              <a:rPr lang="en-US" altLang="zh-CN" sz="2000" b="1">
                <a:latin typeface="微软雅黑" panose="020B0503020204020204" pitchFamily="34" charset="-122"/>
                <a:ea typeface="微软雅黑" panose="020B0503020204020204" pitchFamily="34" charset="-122"/>
                <a:cs typeface="宋体" panose="02010600030101010101" pitchFamily="2" charset="-122"/>
              </a:rPr>
              <a:t>》</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2013</a:t>
            </a:r>
            <a:r>
              <a:rPr lang="zh-CN" altLang="en-US" sz="2000" b="1">
                <a:latin typeface="微软雅黑" panose="020B0503020204020204" pitchFamily="34" charset="-122"/>
                <a:ea typeface="微软雅黑" panose="020B0503020204020204" pitchFamily="34" charset="-122"/>
                <a:cs typeface="宋体" panose="02010600030101010101" pitchFamily="2" charset="-122"/>
              </a:rPr>
              <a:t>年</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000" b="1">
                <a:latin typeface="微软雅黑" panose="020B0503020204020204" pitchFamily="34" charset="-122"/>
                <a:ea typeface="微软雅黑" panose="020B0503020204020204" pitchFamily="34" charset="-122"/>
                <a:cs typeface="宋体" panose="02010600030101010101" pitchFamily="2" charset="-122"/>
              </a:rPr>
              <a:t>月</a:t>
            </a: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000" b="1">
                <a:latin typeface="微软雅黑" panose="020B0503020204020204" pitchFamily="34" charset="-122"/>
                <a:ea typeface="微软雅黑" panose="020B0503020204020204" pitchFamily="34" charset="-122"/>
                <a:cs typeface="宋体" panose="02010600030101010101" pitchFamily="2" charset="-122"/>
              </a:rPr>
              <a:t>日。</a:t>
            </a:r>
          </a:p>
          <a:p>
            <a:pPr marL="342900" indent="-342900" eaLnBrk="1" latinLnBrk="0" hangingPunct="1">
              <a:buFont typeface="Wingdings" panose="05000000000000000000" charset="0"/>
              <a:buChar char=""/>
            </a:pPr>
            <a:r>
              <a:rPr lang="zh-CN" altLang="en-US" sz="2000" b="1">
                <a:latin typeface="微软雅黑" panose="020B0503020204020204" pitchFamily="34" charset="-122"/>
                <a:ea typeface="微软雅黑" panose="020B0503020204020204" pitchFamily="34" charset="-122"/>
              </a:rPr>
              <a:t>《中共中央关于加强和改进新形势下党的建设若干重大问题的决定》，人民出版社2009年版。</a:t>
            </a:r>
          </a:p>
        </p:txBody>
      </p:sp>
    </p:spTree>
    <p:custDataLst>
      <p:tags r:id="rId1"/>
    </p:custDataLst>
  </p:cSld>
  <p:clrMapOvr>
    <a:masterClrMapping/>
  </p:clrMapOvr>
  <p:transition>
    <p:blinds/>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a:xfrm>
            <a:off x="0" y="-14287"/>
            <a:ext cx="4038600" cy="788988"/>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4000" b="1" i="0" u="none" strike="noStrike" kern="120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j-cs"/>
              </a:rPr>
              <a:t>课后作业</a:t>
            </a:r>
          </a:p>
        </p:txBody>
      </p:sp>
      <p:sp>
        <p:nvSpPr>
          <p:cNvPr id="29699" name="文本框 3"/>
          <p:cNvSpPr txBox="1"/>
          <p:nvPr/>
        </p:nvSpPr>
        <p:spPr>
          <a:xfrm>
            <a:off x="684213" y="1054100"/>
            <a:ext cx="11053762" cy="3194050"/>
          </a:xfrm>
          <a:prstGeom prst="rect">
            <a:avLst/>
          </a:prstGeom>
          <a:noFill/>
          <a:ln w="9525">
            <a:noFill/>
          </a:ln>
        </p:spPr>
        <p:txBody>
          <a:bodyPr>
            <a:spAutoFit/>
          </a:bodyPr>
          <a:lstStyle/>
          <a:p>
            <a:pPr eaLnBrk="1" hangingPunct="1">
              <a:lnSpc>
                <a:spcPct val="120000"/>
              </a:lnSpc>
            </a:pPr>
            <a:r>
              <a:rPr lang="en-US" altLang="zh-CN" sz="2800" dirty="0">
                <a:latin typeface="微软雅黑" panose="020B0503020204020204" pitchFamily="34" charset="-122"/>
                <a:sym typeface="黑体" panose="02010609060101010101" pitchFamily="49" charset="-122"/>
              </a:rPr>
              <a:t>1</a:t>
            </a:r>
            <a:r>
              <a:rPr lang="zh-CN" altLang="en-US" sz="2800" dirty="0">
                <a:latin typeface="微软雅黑" panose="020B0503020204020204" pitchFamily="34" charset="-122"/>
                <a:sym typeface="黑体" panose="02010609060101010101" pitchFamily="49" charset="-122"/>
              </a:rPr>
              <a:t>、阅读</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共产党宣言</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和</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青年在选择职业时的考虑</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，从中摘抄自己喜欢的话或写读后感。 （选做）</a:t>
            </a:r>
            <a:endParaRPr lang="en-US" altLang="zh-CN" sz="2800" dirty="0">
              <a:latin typeface="微软雅黑" panose="020B0503020204020204" pitchFamily="34" charset="-122"/>
              <a:sym typeface="黑体" panose="02010609060101010101" pitchFamily="49" charset="-122"/>
            </a:endParaRPr>
          </a:p>
          <a:p>
            <a:pPr eaLnBrk="1" hangingPunct="1">
              <a:lnSpc>
                <a:spcPct val="120000"/>
              </a:lnSpc>
            </a:pPr>
            <a:r>
              <a:rPr lang="en-US" altLang="zh-CN" sz="2800" dirty="0">
                <a:latin typeface="微软雅黑" panose="020B0503020204020204" pitchFamily="34" charset="-122"/>
                <a:sym typeface="黑体" panose="02010609060101010101" pitchFamily="49" charset="-122"/>
              </a:rPr>
              <a:t>2</a:t>
            </a:r>
            <a:r>
              <a:rPr lang="zh-CN" altLang="en-US" sz="2800" dirty="0">
                <a:latin typeface="微软雅黑" panose="020B0503020204020204" pitchFamily="34" charset="-122"/>
                <a:sym typeface="黑体" panose="02010609060101010101" pitchFamily="49" charset="-122"/>
              </a:rPr>
              <a:t>、阅读</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习近平在纪念马克思诞辰</a:t>
            </a:r>
            <a:r>
              <a:rPr lang="en-US" altLang="zh-CN" sz="2800" dirty="0">
                <a:latin typeface="微软雅黑" panose="020B0503020204020204" pitchFamily="34" charset="-122"/>
                <a:sym typeface="黑体" panose="02010609060101010101" pitchFamily="49" charset="-122"/>
              </a:rPr>
              <a:t>200</a:t>
            </a:r>
            <a:r>
              <a:rPr lang="zh-CN" altLang="en-US" sz="2800" dirty="0">
                <a:latin typeface="微软雅黑" panose="020B0503020204020204" pitchFamily="34" charset="-122"/>
                <a:sym typeface="黑体" panose="02010609060101010101" pitchFamily="49" charset="-122"/>
              </a:rPr>
              <a:t>周年大会上的讲话</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，写心得体会。（必做）</a:t>
            </a:r>
            <a:endParaRPr lang="en-US" altLang="zh-CN" sz="2800" dirty="0">
              <a:latin typeface="微软雅黑" panose="020B0503020204020204" pitchFamily="34" charset="-122"/>
              <a:sym typeface="黑体" panose="02010609060101010101" pitchFamily="49" charset="-122"/>
            </a:endParaRPr>
          </a:p>
          <a:p>
            <a:pPr eaLnBrk="1" hangingPunct="1">
              <a:lnSpc>
                <a:spcPct val="120000"/>
              </a:lnSpc>
            </a:pPr>
            <a:r>
              <a:rPr lang="en-US" altLang="zh-CN" sz="2800" dirty="0">
                <a:latin typeface="微软雅黑" panose="020B0503020204020204" pitchFamily="34" charset="-122"/>
                <a:sym typeface="黑体" panose="02010609060101010101" pitchFamily="49" charset="-122"/>
              </a:rPr>
              <a:t>3</a:t>
            </a:r>
            <a:r>
              <a:rPr lang="zh-CN" altLang="en-US" sz="2800" dirty="0">
                <a:latin typeface="微软雅黑" panose="020B0503020204020204" pitchFamily="34" charset="-122"/>
                <a:sym typeface="黑体" panose="02010609060101010101" pitchFamily="49" charset="-122"/>
              </a:rPr>
              <a:t>、观看纪录片</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不忘初心 继续前进</a:t>
            </a:r>
            <a:r>
              <a:rPr lang="en-US" altLang="zh-CN" sz="2800" dirty="0">
                <a:latin typeface="微软雅黑" panose="020B0503020204020204" pitchFamily="34" charset="-122"/>
                <a:sym typeface="黑体" panose="02010609060101010101" pitchFamily="49" charset="-122"/>
              </a:rPr>
              <a:t>》 </a:t>
            </a:r>
            <a:r>
              <a:rPr lang="zh-CN" altLang="en-US" sz="2800" dirty="0">
                <a:latin typeface="微软雅黑" panose="020B0503020204020204" pitchFamily="34" charset="-122"/>
                <a:sym typeface="黑体" panose="02010609060101010101" pitchFamily="49" charset="-122"/>
              </a:rPr>
              <a:t>第二集 </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人民至上</a:t>
            </a:r>
            <a:r>
              <a:rPr lang="en-US" altLang="zh-CN" sz="2800" dirty="0">
                <a:latin typeface="微软雅黑" panose="020B0503020204020204" pitchFamily="34" charset="-122"/>
                <a:sym typeface="黑体" panose="02010609060101010101" pitchFamily="49" charset="-122"/>
              </a:rPr>
              <a:t>》</a:t>
            </a:r>
            <a:r>
              <a:rPr lang="zh-CN" altLang="en-US" sz="2800" dirty="0">
                <a:latin typeface="微软雅黑" panose="020B0503020204020204" pitchFamily="34" charset="-122"/>
                <a:sym typeface="黑体" panose="02010609060101010101" pitchFamily="49" charset="-122"/>
              </a:rPr>
              <a:t>，写观后感。（选做）</a:t>
            </a:r>
          </a:p>
        </p:txBody>
      </p:sp>
      <p:grpSp>
        <p:nvGrpSpPr>
          <p:cNvPr id="2" name="组合 1"/>
          <p:cNvGrpSpPr/>
          <p:nvPr/>
        </p:nvGrpSpPr>
        <p:grpSpPr>
          <a:xfrm>
            <a:off x="2033905" y="4162425"/>
            <a:ext cx="8009890" cy="2459990"/>
            <a:chOff x="3203" y="6555"/>
            <a:chExt cx="12614" cy="3874"/>
          </a:xfrm>
        </p:grpSpPr>
        <p:pic>
          <p:nvPicPr>
            <p:cNvPr id="29700" name="Picture 2" descr="https://i01piccdn.sogoucdn.com/70fb6364da4319fd"/>
            <p:cNvPicPr>
              <a:picLocks noChangeAspect="1"/>
            </p:cNvPicPr>
            <p:nvPr/>
          </p:nvPicPr>
          <p:blipFill>
            <a:blip r:embed="rId3" cstate="print"/>
            <a:stretch>
              <a:fillRect/>
            </a:stretch>
          </p:blipFill>
          <p:spPr>
            <a:xfrm>
              <a:off x="3203" y="6555"/>
              <a:ext cx="5997" cy="3875"/>
            </a:xfrm>
            <a:prstGeom prst="rect">
              <a:avLst/>
            </a:prstGeom>
            <a:noFill/>
            <a:ln w="9525">
              <a:noFill/>
            </a:ln>
          </p:spPr>
        </p:pic>
        <p:pic>
          <p:nvPicPr>
            <p:cNvPr id="29701" name="图片 1"/>
            <p:cNvPicPr>
              <a:picLocks noChangeAspect="1"/>
            </p:cNvPicPr>
            <p:nvPr/>
          </p:nvPicPr>
          <p:blipFill>
            <a:blip r:embed="rId4" cstate="print"/>
            <a:stretch>
              <a:fillRect/>
            </a:stretch>
          </p:blipFill>
          <p:spPr>
            <a:xfrm>
              <a:off x="9823" y="6578"/>
              <a:ext cx="5995" cy="3817"/>
            </a:xfrm>
            <a:prstGeom prst="rect">
              <a:avLst/>
            </a:prstGeom>
            <a:noFill/>
            <a:ln w="9525">
              <a:noFill/>
            </a:ln>
          </p:spPr>
        </p:pic>
      </p:grpSp>
      <p:sp>
        <p:nvSpPr>
          <p:cNvPr id="6" name="矩形 5"/>
          <p:cNvSpPr/>
          <p:nvPr/>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mn-lt"/>
              <a:ea typeface="+mn-ea"/>
              <a:cs typeface="+mn-cs"/>
            </a:endParaRPr>
          </a:p>
        </p:txBody>
      </p:sp>
    </p:spTree>
    <p:custDataLst>
      <p:tags r:id="rId1"/>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fade">
                                      <p:cBhvr>
                                        <p:cTn id="7" dur="10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fade">
                                      <p:cBhvr>
                                        <p:cTn id="12" dur="1000"/>
                                        <p:tgtEl>
                                          <p:spTgt spid="29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fade">
                                      <p:cBhvr>
                                        <p:cTn id="17" dur="1000"/>
                                        <p:tgtEl>
                                          <p:spTgt spid="296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4553"/>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4553"/>
</p:tagLst>
</file>

<file path=ppt/tags/tag3.xml><?xml version="1.0" encoding="utf-8"?>
<p:tagLst xmlns:a="http://schemas.openxmlformats.org/drawingml/2006/main" xmlns:r="http://schemas.openxmlformats.org/officeDocument/2006/relationships"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3656"/>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3656"/>
</p:tagLst>
</file>

<file path=ppt/tags/tag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TEMPLATE_THUMBS_INDEX" val="1、6、7、14、17、18、19、22、27、28、35、37、38"/>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1"/>
  <p:tag name="KSO_WM_SLIDE_INDEX" val="1"/>
  <p:tag name="KSO_WM_SLIDE_ITEM_CNT" val="2"/>
  <p:tag name="KSO_WM_SLIDE_TYPE" val="title"/>
  <p:tag name="KSO_WM_TEMPLATE_THUMBS_INDEX" val="1、6、7、14、17、18、19、22、27、28、35、37、38"/>
  <p:tag name="KSO_WM_BEAUTIFY_FLAG" val="#wm#"/>
  <p:tag name="KSO_WM_SLIDE_LAYOUT" val="a_b"/>
  <p:tag name="KSO_WM_SLIDE_LAYOUT_CNT" val="1_1"/>
  <p:tag name="KSO_WM_SLIDE_SUBTYPE" val="pureTxt"/>
</p:tagLst>
</file>

<file path=ppt/tags/tag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basetag20163656_1*a*1"/>
  <p:tag name="KSO_WM_UNIT_LAYERLEVEL" val="1"/>
  <p:tag name="KSO_WM_UNIT_VALUE" val="14"/>
  <p:tag name="KSO_WM_UNIT_ISCONTENTSTITLE" val="0"/>
  <p:tag name="KSO_WM_UNIT_HIGHLIGHT" val="0"/>
  <p:tag name="KSO_WM_UNIT_COMPATIBLE" val="0"/>
  <p:tag name="KSO_WM_UNIT_CLEAR" val="0"/>
  <p:tag name="KSO_WM_UNIT_PRESET_TEXT" val="框架完整 论文答辩模板"/>
  <p:tag name="KSO_WM_BEAUTIFY_FLAG" val="#wm#"/>
  <p:tag name="KSO_WM_TAG_VERSION" val="1.0"/>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6"/>
  <p:tag name="KSO_WM_SLIDE_INDEX" val="6"/>
  <p:tag name="KSO_WM_SLIDE_ITEM_CNT" val="0"/>
  <p:tag name="KSO_WM_SLIDE_TYPE" val="contents"/>
  <p:tag name="KSO_WM_BEAUTIFY_FLAG" val="#wm#"/>
  <p:tag name="KSO_WM_SLIDE_SUBTYPE" val="diag"/>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11"/>
  <p:tag name="KSO_WM_SLIDE_INDEX" val="11"/>
  <p:tag name="KSO_WM_SLIDE_ITEM_CNT" val="0"/>
  <p:tag name="KSO_WM_SLIDE_TYPE" val="text"/>
  <p:tag name="KSO_WM_BEAUTIFY_FLAG" val="#wm#"/>
  <p:tag name="KSO_WM_SLIDE_SUBTYPE" val="pureTxt"/>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11"/>
  <p:tag name="KSO_WM_SLIDE_INDEX" val="11"/>
  <p:tag name="KSO_WM_SLIDE_ITEM_CNT" val="0"/>
  <p:tag name="KSO_WM_SLIDE_TYPE" val="text"/>
  <p:tag name="KSO_WM_BEAUTIFY_FLAG" val="#wm#"/>
  <p:tag name="KSO_WM_SLIDE_SUBTYPE" val="pureTxt"/>
</p:tagLst>
</file>

<file path=ppt/tags/tag3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4"/>
  <p:tag name="KSO_WM_SLIDE_INDEX" val="4"/>
  <p:tag name="KSO_WM_SLIDE_ITEM_CNT" val="0"/>
  <p:tag name="KSO_WM_SLIDE_TYPE" val="text"/>
  <p:tag name="KSO_WM_BEAUTIFY_FLAG" val="#wm#"/>
  <p:tag name="KSO_WM_SLIDE_SUBTYPE" val="picTxt"/>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2"/>
  <p:tag name="KSO_WM_SLIDE_INDEX" val="2"/>
  <p:tag name="KSO_WM_SLIDE_ITEM_CNT" val="0"/>
  <p:tag name="KSO_WM_SLIDE_TYPE" val="text"/>
  <p:tag name="KSO_WM_BEAUTIFY_FLAG" val="#wm#"/>
  <p:tag name="KSO_WM_SLIDE_SUBTYPE" val="pureTxt"/>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4"/>
  <p:tag name="KSO_WM_SLIDE_INDEX" val="4"/>
  <p:tag name="KSO_WM_SLIDE_ITEM_CNT" val="0"/>
  <p:tag name="KSO_WM_SLIDE_TYPE" val="text"/>
  <p:tag name="KSO_WM_BEAUTIFY_FLAG" val="#wm#"/>
  <p:tag name="KSO_WM_SLIDE_SUBTYPE" val="picTxt"/>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56"/>
  <p:tag name="KSO_WM_TAG_VERSION" val="1.0"/>
  <p:tag name="KSO_WM_SLIDE_ID" val="basetag20163656_5"/>
  <p:tag name="KSO_WM_SLIDE_INDEX" val="5"/>
  <p:tag name="KSO_WM_SLIDE_ITEM_CNT" val="0"/>
  <p:tag name="KSO_WM_SLIDE_TYPE" val="text"/>
  <p:tag name="KSO_WM_BEAUTIFY_FLAG" val="#wm#"/>
  <p:tag name="KSO_WM_SLIDE_SUBTYPE" val="picTxt"/>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3656"/>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418">
      <a:dk1>
        <a:srgbClr val="000000"/>
      </a:dk1>
      <a:lt1>
        <a:srgbClr val="FFFFFF"/>
      </a:lt1>
      <a:dk2>
        <a:srgbClr val="44546A"/>
      </a:dk2>
      <a:lt2>
        <a:srgbClr val="BC242A"/>
      </a:lt2>
      <a:accent1>
        <a:srgbClr val="5B9BD4"/>
      </a:accent1>
      <a:accent2>
        <a:srgbClr val="BC242A"/>
      </a:accent2>
      <a:accent3>
        <a:srgbClr val="A5A5A5"/>
      </a:accent3>
      <a:accent4>
        <a:srgbClr val="FFFFFF"/>
      </a:accent4>
      <a:accent5>
        <a:srgbClr val="E6E4E4"/>
      </a:accent5>
      <a:accent6>
        <a:srgbClr val="961C22"/>
      </a:accent6>
      <a:hlink>
        <a:srgbClr val="0563C1"/>
      </a:hlink>
      <a:folHlink>
        <a:srgbClr val="954D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264</TotalTime>
  <Words>2936</Words>
  <Application>Microsoft Office PowerPoint</Application>
  <PresentationFormat>自定义</PresentationFormat>
  <Paragraphs>362</Paragraphs>
  <Slides>54</Slides>
  <Notes>43</Notes>
  <HiddenSlides>0</HiddenSlides>
  <MMClips>0</MMClips>
  <ScaleCrop>false</ScaleCrop>
  <HeadingPairs>
    <vt:vector size="4" baseType="variant">
      <vt:variant>
        <vt:lpstr>主题</vt:lpstr>
      </vt:variant>
      <vt:variant>
        <vt:i4>2</vt:i4>
      </vt:variant>
      <vt:variant>
        <vt:lpstr>幻灯片标题</vt:lpstr>
      </vt:variant>
      <vt:variant>
        <vt:i4>54</vt:i4>
      </vt:variant>
    </vt:vector>
  </HeadingPairs>
  <TitlesOfParts>
    <vt:vector size="56" baseType="lpstr">
      <vt:lpstr>Office 主题</vt:lpstr>
      <vt:lpstr>1_自定义设计方案</vt:lpstr>
      <vt:lpstr>马克思主义基本原理概论</vt:lpstr>
      <vt:lpstr>考核方式</vt:lpstr>
      <vt:lpstr>幻灯片 3</vt:lpstr>
      <vt:lpstr>幻灯片 4</vt:lpstr>
      <vt:lpstr>本章逻辑结构</vt:lpstr>
      <vt:lpstr>一、马克思主义的创立与发展</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19世纪40-60年代，马克思恩格斯批判地继承了前人的成果，发现了唯物史观和剩余价值学说，实现了人类思想史上的伟大革命。</vt:lpstr>
      <vt:lpstr>幻灯片 29</vt:lpstr>
      <vt:lpstr>幻灯片 30</vt:lpstr>
      <vt:lpstr>幻灯片 31</vt:lpstr>
      <vt:lpstr>幻灯片 32</vt:lpstr>
      <vt:lpstr>幻灯片 33</vt:lpstr>
      <vt:lpstr>幻灯片 34</vt:lpstr>
      <vt:lpstr>幻灯片 35</vt:lpstr>
      <vt:lpstr>二、马克思主义的鲜明特征</vt:lpstr>
      <vt:lpstr>幻灯片 37</vt:lpstr>
      <vt:lpstr>（二）革命性</vt:lpstr>
      <vt:lpstr>（三）实践性</vt:lpstr>
      <vt:lpstr>幻灯片 40</vt:lpstr>
      <vt:lpstr>幻灯片 41</vt:lpstr>
      <vt:lpstr>幻灯片 42</vt:lpstr>
      <vt:lpstr>幻灯片 43</vt:lpstr>
      <vt:lpstr>三、马克思主义的当代价值</vt:lpstr>
      <vt:lpstr>幻灯片 45</vt:lpstr>
      <vt:lpstr>幻灯片 46</vt:lpstr>
      <vt:lpstr>幻灯片 47</vt:lpstr>
      <vt:lpstr>四、自觉学习和运用马克思主义</vt:lpstr>
      <vt:lpstr>幻灯片 49</vt:lpstr>
      <vt:lpstr>幻灯片 50</vt:lpstr>
      <vt:lpstr>幻灯片 51</vt:lpstr>
      <vt:lpstr>幻灯片 52</vt:lpstr>
      <vt:lpstr>幻灯片 53</vt:lpstr>
      <vt:lpstr>课后作业</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马克思主义的鲜明特征</dc:title>
  <dc:creator>xgqbj</dc:creator>
  <cp:lastModifiedBy>微软用户</cp:lastModifiedBy>
  <cp:revision>139</cp:revision>
  <dcterms:created xsi:type="dcterms:W3CDTF">2018-03-01T02:03:00Z</dcterms:created>
  <dcterms:modified xsi:type="dcterms:W3CDTF">2018-10-18T05:51:18Z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2052-10.1.0.7469</vt:lpwstr>
  </property>
</Properties>
</file>