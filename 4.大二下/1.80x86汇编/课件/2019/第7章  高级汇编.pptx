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042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93DD0-F636-48FA-B2F9-C27BF5CE903B}" type="datetimeFigureOut">
              <a:rPr lang="zh-CN" altLang="en-US" smtClean="0"/>
              <a:t>2017/4/17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832B6-0B23-4E9B-9723-5DBFE0532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45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93DD0-F636-48FA-B2F9-C27BF5CE903B}" type="datetimeFigureOut">
              <a:rPr lang="zh-CN" altLang="en-US" smtClean="0"/>
              <a:t>2017/4/17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832B6-0B23-4E9B-9723-5DBFE0532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52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zh-CN" altLang="en-US" sz="4000" b="1" smtClean="0">
                <a:solidFill>
                  <a:srgbClr val="000000"/>
                </a:solidFill>
              </a:rPr>
              <a:t>第七章  </a:t>
            </a:r>
            <a:r>
              <a:rPr lang="en-US" altLang="zh-CN" sz="4000" b="1" smtClean="0">
                <a:solidFill>
                  <a:srgbClr val="000000"/>
                </a:solidFill>
              </a:rPr>
              <a:t/>
            </a:r>
            <a:br>
              <a:rPr lang="en-US" altLang="zh-CN" sz="4000" b="1" smtClean="0">
                <a:solidFill>
                  <a:srgbClr val="000000"/>
                </a:solidFill>
              </a:rPr>
            </a:br>
            <a:r>
              <a:rPr lang="zh-CN" altLang="en-US" sz="4000" b="1" smtClean="0">
                <a:solidFill>
                  <a:srgbClr val="000000"/>
                </a:solidFill>
              </a:rPr>
              <a:t>高级汇编技术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1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 smtClean="0"/>
              <a:t>宏汇编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1354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4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宏定义</a:t>
            </a:r>
            <a:endParaRPr lang="zh-CN" altLang="en-US" sz="4400" dirty="0" smtClean="0">
              <a:solidFill>
                <a:schemeClr val="tx2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0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/>
              <a:t>宏调用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2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/>
              <a:t>宏展开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0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宏定义中的参数形式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3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实参是常数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0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实参可以是寄存器名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7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实参可以是变量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0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实参可以是操作码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86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实参可以是操作码的一部分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嵌套的宏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3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宏定义的伪指令</a:t>
            </a:r>
            <a:r>
              <a:rPr lang="en-US" altLang="zh-CN" smtClean="0"/>
              <a:t>-----</a:t>
            </a:r>
            <a:r>
              <a:rPr lang="zh-CN" altLang="en-US" smtClean="0"/>
              <a:t>废除伪指令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8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延时的宏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42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4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与宏有关的伪指令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98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4000" smtClean="0"/>
              <a:t>比较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21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smtClean="0"/>
              <a:t>比较结论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00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宏库的建立与调用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75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2"/>
                </a:solidFill>
                <a:latin typeface="宋体" charset="-122"/>
              </a:rPr>
              <a:t>宏库创建：</a:t>
            </a:r>
            <a:r>
              <a:rPr lang="en-US" altLang="zh-CN" smtClean="0">
                <a:solidFill>
                  <a:schemeClr val="tx2"/>
                </a:solidFill>
                <a:latin typeface="宋体" charset="-122"/>
              </a:rPr>
              <a:t>lt512a.mac</a:t>
            </a:r>
            <a:endParaRPr lang="zh-CN" altLang="en-US" smtClean="0">
              <a:solidFill>
                <a:schemeClr val="tx2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4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97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重复汇编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34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26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smtClean="0"/>
              <a:t>将</a:t>
            </a:r>
            <a:r>
              <a:rPr lang="en-US" altLang="zh-CN" sz="2800" smtClean="0"/>
              <a:t>2</a:t>
            </a:r>
            <a:r>
              <a:rPr lang="zh-CN" altLang="en-US" sz="2800" smtClean="0"/>
              <a:t>、</a:t>
            </a:r>
            <a:r>
              <a:rPr lang="en-US" altLang="zh-CN" sz="2800" smtClean="0"/>
              <a:t>4</a:t>
            </a:r>
            <a:r>
              <a:rPr lang="zh-CN" altLang="en-US" sz="2800" smtClean="0"/>
              <a:t>、</a:t>
            </a:r>
            <a:r>
              <a:rPr lang="en-US" altLang="zh-CN" sz="2800" smtClean="0"/>
              <a:t>6……20</a:t>
            </a:r>
            <a:r>
              <a:rPr lang="zh-CN" altLang="en-US" sz="2800" smtClean="0"/>
              <a:t>存放到</a:t>
            </a:r>
            <a:r>
              <a:rPr lang="en-US" altLang="zh-CN" sz="2800" smtClean="0"/>
              <a:t>10</a:t>
            </a:r>
            <a:r>
              <a:rPr lang="zh-CN" altLang="en-US" sz="2800" smtClean="0"/>
              <a:t>个字节中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4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不定重复伪操作的格式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22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53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9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smtClean="0"/>
              <a:t>条件汇编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94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条件汇编伪指令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78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mtClean="0"/>
              <a:t>当</a:t>
            </a:r>
            <a:r>
              <a:rPr lang="en-US" altLang="zh-CN" sz="3200" smtClean="0"/>
              <a:t>X&gt;Y</a:t>
            </a:r>
            <a:r>
              <a:rPr lang="zh-CN" altLang="en-US" sz="3200" smtClean="0"/>
              <a:t>时 计算</a:t>
            </a:r>
            <a:r>
              <a:rPr lang="en-US" altLang="zh-CN" sz="3200" smtClean="0"/>
              <a:t>2Y+X,</a:t>
            </a:r>
            <a:br>
              <a:rPr lang="en-US" altLang="zh-CN" sz="3200" smtClean="0"/>
            </a:br>
            <a:r>
              <a:rPr lang="zh-CN" altLang="en-US" sz="3200" smtClean="0"/>
              <a:t>当</a:t>
            </a:r>
            <a:r>
              <a:rPr lang="en-US" altLang="zh-CN" sz="3200" smtClean="0"/>
              <a:t>X</a:t>
            </a:r>
            <a:r>
              <a:rPr lang="zh-CN" altLang="en-US" sz="3200" smtClean="0"/>
              <a:t>≤</a:t>
            </a:r>
            <a:r>
              <a:rPr lang="en-US" altLang="zh-CN" sz="3200" smtClean="0"/>
              <a:t>Y</a:t>
            </a:r>
            <a:r>
              <a:rPr lang="zh-CN" altLang="en-US" sz="3200" smtClean="0"/>
              <a:t>时计算</a:t>
            </a:r>
            <a:r>
              <a:rPr lang="en-US" altLang="zh-CN" sz="3200" smtClean="0"/>
              <a:t>2X+Y</a:t>
            </a:r>
            <a:endParaRPr lang="zh-CN" altLang="en-US" sz="3200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92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02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14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 smtClean="0"/>
              <a:t>第</a:t>
            </a:r>
            <a:r>
              <a:rPr lang="en-US" altLang="zh-CN" sz="4800" b="1" dirty="0" smtClean="0"/>
              <a:t>3</a:t>
            </a:r>
            <a:r>
              <a:rPr lang="zh-CN" altLang="en-US" sz="4800" b="1" dirty="0" smtClean="0"/>
              <a:t>次上机题目</a:t>
            </a:r>
            <a:endParaRPr lang="zh-CN" altLang="en-US" sz="4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1556792"/>
            <a:ext cx="89289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3200" b="1" dirty="0" smtClean="0"/>
              <a:t>以下程序均使用串指令完成：</a:t>
            </a:r>
            <a:endParaRPr lang="en-US" altLang="zh-CN" sz="3200" b="1" dirty="0" smtClean="0"/>
          </a:p>
          <a:p>
            <a:r>
              <a:rPr lang="en-US" altLang="zh-CN" sz="3600" b="1" dirty="0" smtClean="0"/>
              <a:t>1</a:t>
            </a:r>
            <a:r>
              <a:rPr lang="zh-CN" altLang="en-US" sz="3600" b="1" dirty="0" smtClean="0"/>
              <a:t>、将字数组</a:t>
            </a:r>
            <a:r>
              <a:rPr lang="en-US" altLang="zh-CN" sz="3600" b="1" dirty="0" smtClean="0"/>
              <a:t>A1</a:t>
            </a:r>
            <a:r>
              <a:rPr lang="zh-CN" altLang="en-US" sz="3600" b="1" dirty="0" smtClean="0"/>
              <a:t>复制到数组</a:t>
            </a:r>
            <a:r>
              <a:rPr lang="en-US" altLang="zh-CN" sz="3600" b="1" dirty="0" smtClean="0"/>
              <a:t>A2</a:t>
            </a:r>
            <a:r>
              <a:rPr lang="zh-CN" altLang="en-US" sz="3600" b="1" dirty="0" smtClean="0"/>
              <a:t>中。</a:t>
            </a:r>
            <a:endParaRPr lang="en-US" altLang="zh-CN" sz="3600" b="1" dirty="0" smtClean="0"/>
          </a:p>
          <a:p>
            <a:r>
              <a:rPr lang="en-US" altLang="zh-CN" sz="3600" b="1" dirty="0" smtClean="0"/>
              <a:t>2</a:t>
            </a:r>
            <a:r>
              <a:rPr lang="zh-CN" altLang="en-US" sz="3600" b="1" dirty="0" smtClean="0"/>
              <a:t>、将字节数组</a:t>
            </a:r>
            <a:r>
              <a:rPr lang="en-US" altLang="zh-CN" sz="3600" b="1" dirty="0" smtClean="0"/>
              <a:t>A</a:t>
            </a:r>
            <a:r>
              <a:rPr lang="zh-CN" altLang="en-US" sz="3600" b="1" dirty="0" smtClean="0"/>
              <a:t>清除成空格。</a:t>
            </a:r>
            <a:endParaRPr lang="en-US" altLang="zh-CN" sz="3600" b="1" dirty="0" smtClean="0"/>
          </a:p>
          <a:p>
            <a:r>
              <a:rPr lang="en-US" altLang="zh-CN" sz="3600" b="1" dirty="0" smtClean="0"/>
              <a:t>3</a:t>
            </a:r>
            <a:r>
              <a:rPr lang="zh-CN" altLang="en-US" sz="3600" b="1" dirty="0" smtClean="0"/>
              <a:t>、比较两个字符数组是否匹配，若匹配显示“</a:t>
            </a:r>
            <a:r>
              <a:rPr lang="en-US" altLang="zh-CN" sz="3600" b="1" dirty="0" smtClean="0"/>
              <a:t>MATCH</a:t>
            </a:r>
            <a:r>
              <a:rPr lang="zh-CN" altLang="en-US" sz="3600" b="1" dirty="0" smtClean="0"/>
              <a:t>！”，若不匹配显示“</a:t>
            </a:r>
            <a:r>
              <a:rPr lang="en-US" altLang="zh-CN" sz="3600" b="1" dirty="0" smtClean="0"/>
              <a:t>NOT MATCH</a:t>
            </a:r>
            <a:r>
              <a:rPr lang="zh-CN" altLang="en-US" sz="3600" b="1" dirty="0" smtClean="0"/>
              <a:t>！”。</a:t>
            </a:r>
            <a:endParaRPr lang="en-US" altLang="zh-CN" sz="3600" b="1" dirty="0" smtClean="0"/>
          </a:p>
          <a:p>
            <a:r>
              <a:rPr lang="en-US" altLang="zh-CN" sz="3600" b="1" dirty="0" smtClean="0"/>
              <a:t>4</a:t>
            </a:r>
            <a:r>
              <a:rPr lang="zh-CN" altLang="en-US" sz="3600" b="1" dirty="0" smtClean="0"/>
              <a:t>、查找字符数组</a:t>
            </a:r>
            <a:r>
              <a:rPr lang="en-US" altLang="zh-CN" sz="3600" b="1" dirty="0" smtClean="0"/>
              <a:t>A</a:t>
            </a:r>
            <a:r>
              <a:rPr lang="zh-CN" altLang="en-US" sz="3600" b="1" dirty="0" smtClean="0"/>
              <a:t>中是否存在</a:t>
            </a:r>
            <a:r>
              <a:rPr lang="en-US" altLang="zh-CN" sz="3600" b="1" dirty="0" smtClean="0"/>
              <a:t>X</a:t>
            </a:r>
            <a:r>
              <a:rPr lang="zh-CN" altLang="en-US" sz="3600" b="1" dirty="0" smtClean="0"/>
              <a:t>单元中的字符，若找到显示“</a:t>
            </a:r>
            <a:r>
              <a:rPr lang="en-US" altLang="zh-CN" sz="3600" b="1" dirty="0" smtClean="0"/>
              <a:t>FOUND</a:t>
            </a:r>
            <a:r>
              <a:rPr lang="zh-CN" altLang="en-US" sz="3600" b="1" dirty="0" smtClean="0"/>
              <a:t>！”，若没有找到显示“</a:t>
            </a:r>
            <a:r>
              <a:rPr lang="en-US" altLang="zh-CN" sz="3600" b="1" dirty="0" smtClean="0"/>
              <a:t>NOT FOUND</a:t>
            </a:r>
            <a:r>
              <a:rPr lang="zh-CN" altLang="en-US" sz="3600" b="1" dirty="0" smtClean="0"/>
              <a:t>！”</a:t>
            </a:r>
            <a:endParaRPr lang="en-US" altLang="zh-CN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4236918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194</Words>
  <Application>Microsoft Office PowerPoint</Application>
  <PresentationFormat>全屏显示(4:3)</PresentationFormat>
  <Paragraphs>31</Paragraphs>
  <Slides>34</Slides>
  <Notes>0</Notes>
  <HiddenSlides>3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5" baseType="lpstr">
      <vt:lpstr>Office 主题​​</vt:lpstr>
      <vt:lpstr>第七章   高级汇编技术</vt:lpstr>
      <vt:lpstr>宏汇编</vt:lpstr>
      <vt:lpstr>宏定义</vt:lpstr>
      <vt:lpstr>宏调用</vt:lpstr>
      <vt:lpstr>宏展开</vt:lpstr>
      <vt:lpstr>PowerPoint 演示文稿</vt:lpstr>
      <vt:lpstr>宏定义中的参数形式</vt:lpstr>
      <vt:lpstr>实参是常数</vt:lpstr>
      <vt:lpstr>实参可以是寄存器名</vt:lpstr>
      <vt:lpstr>实参可以是变量</vt:lpstr>
      <vt:lpstr>实参可以是操作码</vt:lpstr>
      <vt:lpstr>实参可以是操作码的一部分</vt:lpstr>
      <vt:lpstr>嵌套的宏</vt:lpstr>
      <vt:lpstr>宏定义的伪指令-----废除伪指令</vt:lpstr>
      <vt:lpstr>延时的宏</vt:lpstr>
      <vt:lpstr>PowerPoint 演示文稿</vt:lpstr>
      <vt:lpstr>与宏有关的伪指令</vt:lpstr>
      <vt:lpstr>比较</vt:lpstr>
      <vt:lpstr>比较结论</vt:lpstr>
      <vt:lpstr>宏库的建立与调用</vt:lpstr>
      <vt:lpstr>宏库创建：lt512a.mac</vt:lpstr>
      <vt:lpstr>PowerPoint 演示文稿</vt:lpstr>
      <vt:lpstr>重复汇编</vt:lpstr>
      <vt:lpstr>PowerPoint 演示文稿</vt:lpstr>
      <vt:lpstr>将2、4、6……20存放到10个字节中</vt:lpstr>
      <vt:lpstr>不定重复伪操作的格式</vt:lpstr>
      <vt:lpstr>PowerPoint 演示文稿</vt:lpstr>
      <vt:lpstr>PowerPoint 演示文稿</vt:lpstr>
      <vt:lpstr>条件汇编</vt:lpstr>
      <vt:lpstr>条件汇编伪指令</vt:lpstr>
      <vt:lpstr>当X&gt;Y时 计算2Y+X, 当X≤Y时计算2X+Y</vt:lpstr>
      <vt:lpstr>PowerPoint 演示文稿</vt:lpstr>
      <vt:lpstr>PowerPoint 演示文稿</vt:lpstr>
      <vt:lpstr>第3次上机题目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  高级汇编技术</dc:title>
  <dc:creator>Su1</dc:creator>
  <cp:lastModifiedBy>Su1</cp:lastModifiedBy>
  <cp:revision>3</cp:revision>
  <dcterms:created xsi:type="dcterms:W3CDTF">2017-04-17T01:27:25Z</dcterms:created>
  <dcterms:modified xsi:type="dcterms:W3CDTF">2017-04-17T01:41:12Z</dcterms:modified>
</cp:coreProperties>
</file>