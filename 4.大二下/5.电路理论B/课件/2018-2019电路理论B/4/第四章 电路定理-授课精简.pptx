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  <p:sldMasterId id="2147483717" r:id="rId2"/>
    <p:sldMasterId id="2147483732" r:id="rId3"/>
  </p:sldMasterIdLst>
  <p:notesMasterIdLst>
    <p:notesMasterId r:id="rId54"/>
  </p:notesMasterIdLst>
  <p:handoutMasterIdLst>
    <p:handoutMasterId r:id="rId55"/>
  </p:handoutMasterIdLst>
  <p:sldIdLst>
    <p:sldId id="529" r:id="rId4"/>
    <p:sldId id="359" r:id="rId5"/>
    <p:sldId id="478" r:id="rId6"/>
    <p:sldId id="448" r:id="rId7"/>
    <p:sldId id="294" r:id="rId8"/>
    <p:sldId id="283" r:id="rId9"/>
    <p:sldId id="530" r:id="rId10"/>
    <p:sldId id="303" r:id="rId11"/>
    <p:sldId id="284" r:id="rId12"/>
    <p:sldId id="466" r:id="rId13"/>
    <p:sldId id="479" r:id="rId14"/>
    <p:sldId id="480" r:id="rId15"/>
    <p:sldId id="467" r:id="rId16"/>
    <p:sldId id="304" r:id="rId17"/>
    <p:sldId id="361" r:id="rId18"/>
    <p:sldId id="365" r:id="rId19"/>
    <p:sldId id="300" r:id="rId20"/>
    <p:sldId id="468" r:id="rId21"/>
    <p:sldId id="469" r:id="rId22"/>
    <p:sldId id="399" r:id="rId23"/>
    <p:sldId id="404" r:id="rId24"/>
    <p:sldId id="400" r:id="rId25"/>
    <p:sldId id="405" r:id="rId26"/>
    <p:sldId id="406" r:id="rId27"/>
    <p:sldId id="403" r:id="rId28"/>
    <p:sldId id="407" r:id="rId29"/>
    <p:sldId id="408" r:id="rId30"/>
    <p:sldId id="307" r:id="rId31"/>
    <p:sldId id="477" r:id="rId32"/>
    <p:sldId id="531" r:id="rId33"/>
    <p:sldId id="308" r:id="rId34"/>
    <p:sldId id="409" r:id="rId35"/>
    <p:sldId id="410" r:id="rId36"/>
    <p:sldId id="411" r:id="rId37"/>
    <p:sldId id="412" r:id="rId38"/>
    <p:sldId id="470" r:id="rId39"/>
    <p:sldId id="472" r:id="rId40"/>
    <p:sldId id="471" r:id="rId41"/>
    <p:sldId id="315" r:id="rId42"/>
    <p:sldId id="376" r:id="rId43"/>
    <p:sldId id="318" r:id="rId44"/>
    <p:sldId id="532" r:id="rId45"/>
    <p:sldId id="319" r:id="rId46"/>
    <p:sldId id="325" r:id="rId47"/>
    <p:sldId id="326" r:id="rId48"/>
    <p:sldId id="364" r:id="rId49"/>
    <p:sldId id="475" r:id="rId50"/>
    <p:sldId id="473" r:id="rId51"/>
    <p:sldId id="474" r:id="rId52"/>
    <p:sldId id="449" r:id="rId5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  <a:srgbClr val="000000"/>
    <a:srgbClr val="FF3300"/>
    <a:srgbClr val="336699"/>
    <a:srgbClr val="FFFFCC"/>
    <a:srgbClr val="FFFFFF"/>
    <a:srgbClr val="CC99FF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0" autoAdjust="0"/>
    <p:restoredTop sz="95477" autoAdjust="0"/>
  </p:normalViewPr>
  <p:slideViewPr>
    <p:cSldViewPr>
      <p:cViewPr varScale="1">
        <p:scale>
          <a:sx n="68" d="100"/>
          <a:sy n="68" d="100"/>
        </p:scale>
        <p:origin x="121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e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33.wmf"/><Relationship Id="rId7" Type="http://schemas.openxmlformats.org/officeDocument/2006/relationships/image" Target="../media/image37.e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10" Type="http://schemas.openxmlformats.org/officeDocument/2006/relationships/image" Target="../media/image40.wmf"/><Relationship Id="rId4" Type="http://schemas.openxmlformats.org/officeDocument/2006/relationships/image" Target="../media/image34.wmf"/><Relationship Id="rId9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emf"/><Relationship Id="rId1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emf"/><Relationship Id="rId4" Type="http://schemas.openxmlformats.org/officeDocument/2006/relationships/image" Target="../media/image5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Relationship Id="rId4" Type="http://schemas.openxmlformats.org/officeDocument/2006/relationships/image" Target="../media/image6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emf"/><Relationship Id="rId7" Type="http://schemas.openxmlformats.org/officeDocument/2006/relationships/image" Target="../media/image75.emf"/><Relationship Id="rId2" Type="http://schemas.openxmlformats.org/officeDocument/2006/relationships/image" Target="../media/image70.wmf"/><Relationship Id="rId1" Type="http://schemas.openxmlformats.org/officeDocument/2006/relationships/image" Target="../media/image69.emf"/><Relationship Id="rId6" Type="http://schemas.openxmlformats.org/officeDocument/2006/relationships/image" Target="../media/image74.emf"/><Relationship Id="rId5" Type="http://schemas.openxmlformats.org/officeDocument/2006/relationships/image" Target="../media/image73.wmf"/><Relationship Id="rId4" Type="http://schemas.openxmlformats.org/officeDocument/2006/relationships/image" Target="../media/image72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71.emf"/><Relationship Id="rId7" Type="http://schemas.openxmlformats.org/officeDocument/2006/relationships/image" Target="../media/image82.wmf"/><Relationship Id="rId2" Type="http://schemas.openxmlformats.org/officeDocument/2006/relationships/image" Target="../media/image79.wmf"/><Relationship Id="rId1" Type="http://schemas.openxmlformats.org/officeDocument/2006/relationships/image" Target="../media/image78.emf"/><Relationship Id="rId6" Type="http://schemas.openxmlformats.org/officeDocument/2006/relationships/image" Target="../media/image81.wmf"/><Relationship Id="rId5" Type="http://schemas.openxmlformats.org/officeDocument/2006/relationships/image" Target="../media/image80.emf"/><Relationship Id="rId10" Type="http://schemas.openxmlformats.org/officeDocument/2006/relationships/image" Target="../media/image85.wmf"/><Relationship Id="rId4" Type="http://schemas.openxmlformats.org/officeDocument/2006/relationships/image" Target="../media/image74.emf"/><Relationship Id="rId9" Type="http://schemas.openxmlformats.org/officeDocument/2006/relationships/image" Target="../media/image84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2" Type="http://schemas.openxmlformats.org/officeDocument/2006/relationships/image" Target="../media/image87.emf"/><Relationship Id="rId1" Type="http://schemas.openxmlformats.org/officeDocument/2006/relationships/image" Target="../media/image86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image" Target="../media/image89.e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emf"/><Relationship Id="rId7" Type="http://schemas.openxmlformats.org/officeDocument/2006/relationships/image" Target="../media/image97.e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emf"/><Relationship Id="rId11" Type="http://schemas.openxmlformats.org/officeDocument/2006/relationships/image" Target="../media/image101.wmf"/><Relationship Id="rId5" Type="http://schemas.openxmlformats.org/officeDocument/2006/relationships/image" Target="../media/image95.emf"/><Relationship Id="rId10" Type="http://schemas.openxmlformats.org/officeDocument/2006/relationships/image" Target="../media/image100.wmf"/><Relationship Id="rId4" Type="http://schemas.openxmlformats.org/officeDocument/2006/relationships/image" Target="../media/image94.emf"/><Relationship Id="rId9" Type="http://schemas.openxmlformats.org/officeDocument/2006/relationships/image" Target="../media/image99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image" Target="../media/image10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13" Type="http://schemas.openxmlformats.org/officeDocument/2006/relationships/image" Target="../media/image116.e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12" Type="http://schemas.openxmlformats.org/officeDocument/2006/relationships/image" Target="../media/image115.e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emf"/><Relationship Id="rId11" Type="http://schemas.openxmlformats.org/officeDocument/2006/relationships/image" Target="../media/image114.emf"/><Relationship Id="rId5" Type="http://schemas.openxmlformats.org/officeDocument/2006/relationships/image" Target="../media/image108.wmf"/><Relationship Id="rId10" Type="http://schemas.openxmlformats.org/officeDocument/2006/relationships/image" Target="../media/image113.emf"/><Relationship Id="rId4" Type="http://schemas.openxmlformats.org/officeDocument/2006/relationships/image" Target="../media/image107.emf"/><Relationship Id="rId9" Type="http://schemas.openxmlformats.org/officeDocument/2006/relationships/image" Target="../media/image112.emf"/><Relationship Id="rId14" Type="http://schemas.openxmlformats.org/officeDocument/2006/relationships/image" Target="../media/image11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8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9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image" Target="../media/image122.emf"/><Relationship Id="rId1" Type="http://schemas.openxmlformats.org/officeDocument/2006/relationships/image" Target="../media/image121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4" Type="http://schemas.openxmlformats.org/officeDocument/2006/relationships/image" Target="../media/image12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emf"/><Relationship Id="rId1" Type="http://schemas.openxmlformats.org/officeDocument/2006/relationships/image" Target="../media/image130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emf"/><Relationship Id="rId1" Type="http://schemas.openxmlformats.org/officeDocument/2006/relationships/image" Target="../media/image133.emf"/><Relationship Id="rId4" Type="http://schemas.openxmlformats.org/officeDocument/2006/relationships/image" Target="../media/image13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5" Type="http://schemas.openxmlformats.org/officeDocument/2006/relationships/image" Target="../media/image141.emf"/><Relationship Id="rId4" Type="http://schemas.openxmlformats.org/officeDocument/2006/relationships/image" Target="../media/image140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emf"/><Relationship Id="rId2" Type="http://schemas.openxmlformats.org/officeDocument/2006/relationships/image" Target="../media/image143.emf"/><Relationship Id="rId1" Type="http://schemas.openxmlformats.org/officeDocument/2006/relationships/image" Target="../media/image142.wmf"/><Relationship Id="rId4" Type="http://schemas.openxmlformats.org/officeDocument/2006/relationships/image" Target="../media/image145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image" Target="../media/image148.wmf"/><Relationship Id="rId7" Type="http://schemas.openxmlformats.org/officeDocument/2006/relationships/image" Target="../media/image152.wmf"/><Relationship Id="rId2" Type="http://schemas.openxmlformats.org/officeDocument/2006/relationships/image" Target="../media/image147.wmf"/><Relationship Id="rId1" Type="http://schemas.openxmlformats.org/officeDocument/2006/relationships/image" Target="../media/image146.wmf"/><Relationship Id="rId6" Type="http://schemas.openxmlformats.org/officeDocument/2006/relationships/image" Target="../media/image151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Relationship Id="rId9" Type="http://schemas.openxmlformats.org/officeDocument/2006/relationships/image" Target="../media/image144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9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7" Type="http://schemas.openxmlformats.org/officeDocument/2006/relationships/image" Target="../media/image166.wmf"/><Relationship Id="rId2" Type="http://schemas.openxmlformats.org/officeDocument/2006/relationships/image" Target="../media/image161.wmf"/><Relationship Id="rId1" Type="http://schemas.openxmlformats.org/officeDocument/2006/relationships/image" Target="../media/image160.emf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640B9E0-A3A8-4445-AAEE-F1999B4AD20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8A3C1F1-D607-4618-82F2-C5787D2384B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7BF0B122-B577-4D8B-A67C-C0A00CB18A70}" type="datetime1">
              <a:rPr lang="zh-CN" altLang="en-US"/>
              <a:pPr>
                <a:defRPr/>
              </a:pPr>
              <a:t>2018/10/11</a:t>
            </a:fld>
            <a:endParaRPr lang="en-US" altLang="zh-CN"/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8265C2BA-8BC1-4AC8-A178-43E71252CE2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02416646-D773-4ED3-8804-9E2CE4679BC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4D44043-BF08-45F8-9688-5E73F7F387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1D22A16-A0BE-471D-B9CE-21283B2053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7E320BFE-8ADF-4E5C-9898-5C044DFAB9B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09EC3D77-BC08-44A5-85C1-A20FDD24F0C3}" type="datetime1">
              <a:rPr lang="zh-CN" altLang="en-US"/>
              <a:pPr>
                <a:defRPr/>
              </a:pPr>
              <a:t>2018/10/11</a:t>
            </a:fld>
            <a:endParaRPr lang="en-US" altLang="zh-CN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43A4777A-7F24-436B-9751-F29065BE21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079FAFAD-C73B-4B83-AE8B-9F0C7403EBB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B012393F-8D84-447D-BD7E-98052295752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A3D4FD57-29C6-4970-8692-57CDD6A7DE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672F50D-33D3-4F2D-ADA6-DFE785AD89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8770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863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8964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8650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36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98960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225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86948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53071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2517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4666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7153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5FB4EE-4824-4CF2-88F1-F9A55CF90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403222-8EFC-4FD2-9E3E-C97162406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607D08-8575-46F7-8F5B-E1898D054C0C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0235C05-F923-49F3-8042-E9B183F1AD62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51609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90427-C78D-4DF9-BBEB-A119B1E3B09E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AD0E8D-4CF8-441F-AFCE-CE2F21B07C9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7EF863-123B-4AC9-8B93-E853D37FF55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58FD96D-8067-45FE-BA45-E5C3A6F4E9C5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336C32-0D21-4FFF-A771-B8DF2547B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71222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113603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66359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24480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29836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855887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63101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020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476517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248498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698382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765117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516148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D2D623-2721-4C7F-B652-ADD4AEE27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C42741-0453-409A-836F-C10D4B429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A3A5CD-311E-4CDB-9496-E86867AE82F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AB181AB-FFC1-4693-A433-2C473530278A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750589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C6964D-9179-4DFF-B8B0-3F3D5081CF8A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F987E4-204A-412A-BF4B-8762ADC1B5F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865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4F070C-9061-4582-B82A-B29D6B8A68A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825625"/>
            <a:ext cx="386715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F2D3CCC-A0C5-4CC2-A181-28536C1860D5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2865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BB381D-97F9-4AE5-AD9D-7F7943B62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4076700"/>
            <a:ext cx="386715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079037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A774C-C532-4D5F-AF20-532FA02EC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63F652-2B1D-4973-9A3B-EBFF4F1F9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63082D6E-BA71-4350-949A-1337A58D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CF1D6-C0E0-4B7E-92C6-3952D17198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53450-0578-4EAF-B993-581288A320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7155386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EC321-6A7B-4994-9903-84383038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AF6F-BB94-473C-9F41-95EAF4908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42738B90-73AA-40D4-BA64-B87F190A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0BD37-97C3-4C96-961A-C5120E0E7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63B56-3663-4D96-940A-7A6F43B1E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5952149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06A80-1559-4964-A7D2-D2EDC30A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B7878F-DBBE-432B-BA23-441F29893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828790D-46A5-46F5-9473-DE1509EE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1C0093-42C7-4ED1-8216-44B9C310C9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44D6F-2C40-4471-8BB2-F78BA58DA7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796058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65CC1-B876-4B83-971E-EB7D3115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6790C-B3C6-4DD7-8A7A-E57B61D2C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719AD2-7F8A-42C6-A91F-C40FE97ED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62BAC5E2-8770-4437-95E2-732BD468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863FB8BF-F022-402A-BBA4-C093E29FE8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C35E5-92AE-4693-B89E-32DDA726BC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917359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8554D-4A35-4EAE-8D08-10F70254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29D4D7-F3C7-4E29-915E-76197CEA6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D33316-80A0-462C-BD25-5A6E33610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7DC76F-73B0-4BA9-8382-F2A0727E9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61A851-0A3D-4D3D-A9BD-0F9F7283C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13EC0E06-2D5E-42C5-9D28-EBE8167F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736B5EE4-636B-4301-A935-B1BBE01074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C3999-03A0-42E3-9B0D-8797C9D97D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865832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5A9BD-2144-4E57-BF59-5A142E27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713DCC-23EB-4682-B5D1-4DC84ED0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7EB39D0-FBC2-42A7-BA34-045F2DFAE5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C0B1C-10CA-42B4-8162-7BB03DAB58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291637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B55C236D-6C98-4066-A14D-0F429AAE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9AE4F7A5-88AB-4281-A1B9-16F17F160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4515B-331F-4636-B489-1CB8192B17E4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11028984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74FD7-8EFC-4A93-8404-B95A8223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EF5F72-B0AD-45E5-B601-F402769E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77D31F-47C5-4534-A214-F9C57C16E7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698FC1-D46A-4886-8B9D-D20B5EAAFEE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4677446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42659-829A-4364-88BA-1F1422715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7B4DAA-35D6-4DDA-A6BB-D64A4B62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0314A8-21FB-422A-8A03-75C1AD0E47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698FC1-D46A-4886-8B9D-D20B5EAAFEE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3431597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F9A25-F491-447A-B06F-4BE2E31E6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8F70D7-6D3D-4B41-87F5-FAE3E6CE1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F5210F-500A-4B78-95A1-581AD0E06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36825D07-3ED3-43D2-9627-7181585C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5F46D45A-2126-4E96-9DB1-6C75AE5E57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C5B6-5ECA-48E2-92FB-65887CB3EE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7288171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C741D-F438-4708-91A1-2C7455DE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023198-7850-4E48-A685-AE609DD5C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379573-10DE-40B9-909A-67F83F4F5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9B16C76E-50CB-4417-A050-D6CF05D1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2C028BA-BD6B-4641-A914-020A387103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385E4-8ED0-48D7-ABD8-3D19F502B5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4332653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FBD79-4907-419B-AF41-22E0A97C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9473C-6661-4504-AC9E-EC8CD795E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534D222-1D2B-4C16-9823-78DEDC2F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1380DD-274D-4F53-B910-A9A9925AD4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E2688-0C4F-49F5-8CE1-93453E8E9D4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4339285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1A1D43-BAE0-4CE2-A8B6-0E36C620B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6AC99F-C7CA-45C6-9EEA-03C7C7FB2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21C73EC4-FC9D-4F19-BAB8-700C075A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BF1FEE-4F56-4925-9B9A-1DB5F361E1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FA5F8-383D-4DAD-94A0-2558D67028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4208136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4E62D49-8A9E-4219-9D6B-21C3D5BAB8B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E3A3ED-5DAE-4C0B-8FCB-5A471448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F7CA4ED-0FD2-41D1-96C0-5453098E57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B7D7D-E7F0-4A84-A5BB-9092BFBCA4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0228550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0309C-0D3F-44C2-82E2-77AF788A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D7CFC-2227-43E1-803A-A86107D6987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33A29-FC9A-494A-8C49-F5C868A8CC5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A9D6A44-EDE3-48E3-89FB-238C5A4F1CDB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2">
            <a:extLst>
              <a:ext uri="{FF2B5EF4-FFF2-40B4-BE49-F238E27FC236}">
                <a16:creationId xmlns:a16="http://schemas.microsoft.com/office/drawing/2014/main" id="{1AF70BFC-F4D4-494A-AC9F-E2FB8369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B6D389DF-FA5F-4465-A7B1-C6745D4C02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4455D-5D47-4F65-BFB6-256105A43A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7369871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923F3-7902-4E48-9B53-26F5F43CAF63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D0477-A4A0-4A36-8E34-4B829D3D66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987-9F60-430A-AB0D-BBED0763EAE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B798DF-CEF6-4499-9C3C-06173D78D8DA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809C68-D1C7-4D2F-AE21-F6E368578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5E7EDFC1-DCFC-40DE-BDB9-8FC41B49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F637C58C-5303-46E6-BA85-7A4010F0B4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6A01F-01E3-4A1C-B3E7-2258283DA0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173631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ncepu_r2_c1">
            <a:extLst>
              <a:ext uri="{FF2B5EF4-FFF2-40B4-BE49-F238E27FC236}">
                <a16:creationId xmlns:a16="http://schemas.microsoft.com/office/drawing/2014/main" id="{546C5B33-EF6B-489C-8DD6-1D3A91D84E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>
            <a:extLst>
              <a:ext uri="{FF2B5EF4-FFF2-40B4-BE49-F238E27FC236}">
                <a16:creationId xmlns:a16="http://schemas.microsoft.com/office/drawing/2014/main" id="{87C22D28-0CB0-49F6-A618-65D37D5325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1800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/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0B008122-0B90-4452-AD17-003D4F9B5F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" descr="ncepu_r2_c1">
            <a:extLst>
              <a:ext uri="{FF2B5EF4-FFF2-40B4-BE49-F238E27FC236}">
                <a16:creationId xmlns:a16="http://schemas.microsoft.com/office/drawing/2014/main" id="{2CC0D5DF-027B-413A-8B0F-2201DCED8C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0" name="Text Box 8">
            <a:extLst>
              <a:ext uri="{FF2B5EF4-FFF2-40B4-BE49-F238E27FC236}">
                <a16:creationId xmlns:a16="http://schemas.microsoft.com/office/drawing/2014/main" id="{3D45E34F-3CDF-4BB5-8CF2-AA5B6B4557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800" u="sng">
                <a:solidFill>
                  <a:srgbClr val="003366"/>
                </a:solidFill>
                <a:latin typeface="华文行楷" pitchFamily="2" charset="-122"/>
                <a:ea typeface="华文行楷" pitchFamily="2" charset="-122"/>
              </a:rPr>
              <a:t>电路理论教学研究组</a:t>
            </a:r>
          </a:p>
          <a:p>
            <a:pPr algn="ctr">
              <a:defRPr/>
            </a:pPr>
            <a:r>
              <a:rPr lang="en-US" altLang="zh-CN" sz="1000">
                <a:solidFill>
                  <a:srgbClr val="003366"/>
                </a:solidFill>
                <a:latin typeface="Impact" pitchFamily="34" charset="0"/>
                <a:ea typeface="Gungsuh" pitchFamily="18" charset="-127"/>
              </a:rPr>
              <a:t>Circuit Theory Teaching and Research Group</a:t>
            </a:r>
          </a:p>
        </p:txBody>
      </p:sp>
      <p:sp>
        <p:nvSpPr>
          <p:cNvPr id="13322" name="Line 10">
            <a:extLst>
              <a:ext uri="{FF2B5EF4-FFF2-40B4-BE49-F238E27FC236}">
                <a16:creationId xmlns:a16="http://schemas.microsoft.com/office/drawing/2014/main" id="{F5856C54-D436-4096-84E4-9C1619F92E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>
              <a:defRPr/>
            </a:pPr>
            <a:endParaRPr lang="zh-CN" altLang="en-US" sz="1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73297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ncepu_r2_c1">
            <a:extLst>
              <a:ext uri="{FF2B5EF4-FFF2-40B4-BE49-F238E27FC236}">
                <a16:creationId xmlns:a16="http://schemas.microsoft.com/office/drawing/2014/main" id="{9DFB35D9-FFA0-44EB-95D8-31A3D318F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>
            <a:extLst>
              <a:ext uri="{FF2B5EF4-FFF2-40B4-BE49-F238E27FC236}">
                <a16:creationId xmlns:a16="http://schemas.microsoft.com/office/drawing/2014/main" id="{7DC3CB8D-C802-4D78-8C1F-0202B518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8B7027A9-9EB0-480A-955E-2518B0F50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标题占位符 1">
            <a:extLst>
              <a:ext uri="{FF2B5EF4-FFF2-40B4-BE49-F238E27FC236}">
                <a16:creationId xmlns:a16="http://schemas.microsoft.com/office/drawing/2014/main" id="{CA41B618-E241-4C38-A540-F9125AC123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>
            <a:extLst>
              <a:ext uri="{FF2B5EF4-FFF2-40B4-BE49-F238E27FC236}">
                <a16:creationId xmlns:a16="http://schemas.microsoft.com/office/drawing/2014/main" id="{8408E693-6356-4655-8658-C47BE3A54A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2">
            <a:extLst>
              <a:ext uri="{FF2B5EF4-FFF2-40B4-BE49-F238E27FC236}">
                <a16:creationId xmlns:a16="http://schemas.microsoft.com/office/drawing/2014/main" id="{043F0275-B6FD-4FBC-BFB1-AEA79759B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63938" y="6356350"/>
            <a:ext cx="585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3C8BF73F-6151-4F6B-841D-0E9684B7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65713" y="6356350"/>
            <a:ext cx="5143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F7698FC1-D46A-4886-8B9D-D20B5EAAFE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196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7" r:id="rId8"/>
    <p:sldLayoutId id="2147483748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3.emf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14.bin"/><Relationship Id="rId4" Type="http://schemas.openxmlformats.org/officeDocument/2006/relationships/image" Target="../media/image9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1.e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7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21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27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21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27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8.emf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36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5.wmf"/><Relationship Id="rId17" Type="http://schemas.openxmlformats.org/officeDocument/2006/relationships/oleObject" Target="../embeddings/oleObject34.bin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37.e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34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6.wmf"/><Relationship Id="rId22" Type="http://schemas.openxmlformats.org/officeDocument/2006/relationships/image" Target="../media/image4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1.w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53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4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7.wmf"/><Relationship Id="rId4" Type="http://schemas.openxmlformats.org/officeDocument/2006/relationships/image" Target="../media/image54.emf"/><Relationship Id="rId9" Type="http://schemas.openxmlformats.org/officeDocument/2006/relationships/oleObject" Target="../embeddings/oleObject5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9.e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58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0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66.wmf"/><Relationship Id="rId4" Type="http://schemas.openxmlformats.org/officeDocument/2006/relationships/image" Target="../media/image63.emf"/><Relationship Id="rId9" Type="http://schemas.openxmlformats.org/officeDocument/2006/relationships/oleObject" Target="../embeddings/oleObject63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7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13" Type="http://schemas.openxmlformats.org/officeDocument/2006/relationships/image" Target="../media/image73.wmf"/><Relationship Id="rId18" Type="http://schemas.openxmlformats.org/officeDocument/2006/relationships/oleObject" Target="../embeddings/oleObject73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75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2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0.wmf"/><Relationship Id="rId11" Type="http://schemas.openxmlformats.org/officeDocument/2006/relationships/image" Target="../media/image77.emf"/><Relationship Id="rId5" Type="http://schemas.openxmlformats.org/officeDocument/2006/relationships/oleObject" Target="../embeddings/oleObject67.bin"/><Relationship Id="rId15" Type="http://schemas.openxmlformats.org/officeDocument/2006/relationships/image" Target="../media/image74.emf"/><Relationship Id="rId10" Type="http://schemas.openxmlformats.org/officeDocument/2006/relationships/image" Target="../media/image72.emf"/><Relationship Id="rId19" Type="http://schemas.openxmlformats.org/officeDocument/2006/relationships/image" Target="../media/image76.wmf"/><Relationship Id="rId4" Type="http://schemas.openxmlformats.org/officeDocument/2006/relationships/image" Target="../media/image69.emf"/><Relationship Id="rId9" Type="http://schemas.openxmlformats.org/officeDocument/2006/relationships/oleObject" Target="../embeddings/oleObject69.bin"/><Relationship Id="rId14" Type="http://schemas.openxmlformats.org/officeDocument/2006/relationships/oleObject" Target="../embeddings/oleObject7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e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83.e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80.emf"/><Relationship Id="rId17" Type="http://schemas.openxmlformats.org/officeDocument/2006/relationships/oleObject" Target="../embeddings/oleObject7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wmf"/><Relationship Id="rId20" Type="http://schemas.openxmlformats.org/officeDocument/2006/relationships/image" Target="../media/image84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78.bin"/><Relationship Id="rId10" Type="http://schemas.openxmlformats.org/officeDocument/2006/relationships/image" Target="../media/image74.e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78.e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81.wmf"/><Relationship Id="rId22" Type="http://schemas.openxmlformats.org/officeDocument/2006/relationships/image" Target="../media/image85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7.e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8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0.e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89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98.wmf"/><Relationship Id="rId3" Type="http://schemas.openxmlformats.org/officeDocument/2006/relationships/oleObject" Target="../embeddings/oleObject87.bin"/><Relationship Id="rId21" Type="http://schemas.openxmlformats.org/officeDocument/2006/relationships/oleObject" Target="../embeddings/oleObject96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95.e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97.emf"/><Relationship Id="rId20" Type="http://schemas.openxmlformats.org/officeDocument/2006/relationships/image" Target="../media/image99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91.bin"/><Relationship Id="rId24" Type="http://schemas.openxmlformats.org/officeDocument/2006/relationships/image" Target="../media/image101.wmf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23" Type="http://schemas.openxmlformats.org/officeDocument/2006/relationships/oleObject" Target="../embeddings/oleObject97.bin"/><Relationship Id="rId10" Type="http://schemas.openxmlformats.org/officeDocument/2006/relationships/image" Target="../media/image94.emf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91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6.emf"/><Relationship Id="rId22" Type="http://schemas.openxmlformats.org/officeDocument/2006/relationships/image" Target="../media/image100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3.e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10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11.emf"/><Relationship Id="rId26" Type="http://schemas.openxmlformats.org/officeDocument/2006/relationships/oleObject" Target="../embeddings/oleObject112.bin"/><Relationship Id="rId3" Type="http://schemas.openxmlformats.org/officeDocument/2006/relationships/oleObject" Target="../embeddings/oleObject100.bin"/><Relationship Id="rId21" Type="http://schemas.openxmlformats.org/officeDocument/2006/relationships/image" Target="../media/image112.emf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07.bin"/><Relationship Id="rId25" Type="http://schemas.openxmlformats.org/officeDocument/2006/relationships/image" Target="../media/image114.emf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10.wmf"/><Relationship Id="rId20" Type="http://schemas.openxmlformats.org/officeDocument/2006/relationships/oleObject" Target="../embeddings/oleObject109.bin"/><Relationship Id="rId29" Type="http://schemas.openxmlformats.org/officeDocument/2006/relationships/oleObject" Target="../embeddings/oleObject114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04.bin"/><Relationship Id="rId24" Type="http://schemas.openxmlformats.org/officeDocument/2006/relationships/oleObject" Target="../embeddings/oleObject111.bin"/><Relationship Id="rId32" Type="http://schemas.openxmlformats.org/officeDocument/2006/relationships/image" Target="../media/image117.e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image" Target="../media/image113.emf"/><Relationship Id="rId28" Type="http://schemas.openxmlformats.org/officeDocument/2006/relationships/oleObject" Target="../embeddings/oleObject113.bin"/><Relationship Id="rId10" Type="http://schemas.openxmlformats.org/officeDocument/2006/relationships/image" Target="../media/image107.emf"/><Relationship Id="rId19" Type="http://schemas.openxmlformats.org/officeDocument/2006/relationships/oleObject" Target="../embeddings/oleObject108.bin"/><Relationship Id="rId31" Type="http://schemas.openxmlformats.org/officeDocument/2006/relationships/oleObject" Target="../embeddings/oleObject115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9.emf"/><Relationship Id="rId22" Type="http://schemas.openxmlformats.org/officeDocument/2006/relationships/oleObject" Target="../embeddings/oleObject110.bin"/><Relationship Id="rId27" Type="http://schemas.openxmlformats.org/officeDocument/2006/relationships/image" Target="../media/image115.emf"/><Relationship Id="rId30" Type="http://schemas.openxmlformats.org/officeDocument/2006/relationships/image" Target="../media/image116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3" Type="http://schemas.openxmlformats.org/officeDocument/2006/relationships/tags" Target="../tags/tag53.xml"/><Relationship Id="rId21" Type="http://schemas.openxmlformats.org/officeDocument/2006/relationships/image" Target="../media/image118.emf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oleObject" Target="../embeddings/oleObject116.bin"/><Relationship Id="rId1" Type="http://schemas.openxmlformats.org/officeDocument/2006/relationships/vmlDrawing" Target="../drawings/vmlDrawing24.v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image" Target="../media/image27.tmp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image" Target="../media/image120.tmp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image" Target="../media/image119.emf"/><Relationship Id="rId1" Type="http://schemas.openxmlformats.org/officeDocument/2006/relationships/vmlDrawing" Target="../drawings/vmlDrawing25.v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10" Type="http://schemas.openxmlformats.org/officeDocument/2006/relationships/tags" Target="../tags/tag77.xml"/><Relationship Id="rId19" Type="http://schemas.openxmlformats.org/officeDocument/2006/relationships/oleObject" Target="../embeddings/oleObject117.bin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2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22.e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24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21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emf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7.wmf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26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1.emf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30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4.emf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136.wmf"/><Relationship Id="rId4" Type="http://schemas.openxmlformats.org/officeDocument/2006/relationships/image" Target="../media/image133.emf"/><Relationship Id="rId9" Type="http://schemas.openxmlformats.org/officeDocument/2006/relationships/oleObject" Target="../embeddings/oleObject133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tags" Target="../tags/tag9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tags" Target="../tags/tag95.xml"/><Relationship Id="rId17" Type="http://schemas.openxmlformats.org/officeDocument/2006/relationships/tags" Target="../tags/tag100.xml"/><Relationship Id="rId2" Type="http://schemas.openxmlformats.org/officeDocument/2006/relationships/tags" Target="../tags/tag85.xml"/><Relationship Id="rId16" Type="http://schemas.openxmlformats.org/officeDocument/2006/relationships/tags" Target="../tags/tag99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5" Type="http://schemas.openxmlformats.org/officeDocument/2006/relationships/tags" Target="../tags/tag88.xml"/><Relationship Id="rId15" Type="http://schemas.openxmlformats.org/officeDocument/2006/relationships/tags" Target="../tags/tag98.xml"/><Relationship Id="rId10" Type="http://schemas.openxmlformats.org/officeDocument/2006/relationships/tags" Target="../tags/tag93.xml"/><Relationship Id="rId19" Type="http://schemas.openxmlformats.org/officeDocument/2006/relationships/image" Target="../media/image27.tmp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tags" Target="../tags/tag9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image" Target="../media/image141.e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oleObject" Target="../embeddings/oleObject13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8.wmf"/><Relationship Id="rId11" Type="http://schemas.openxmlformats.org/officeDocument/2006/relationships/image" Target="../media/image140.emf"/><Relationship Id="rId5" Type="http://schemas.openxmlformats.org/officeDocument/2006/relationships/oleObject" Target="../embeddings/oleObject135.bin"/><Relationship Id="rId10" Type="http://schemas.openxmlformats.org/officeDocument/2006/relationships/oleObject" Target="../embeddings/oleObject137.bin"/><Relationship Id="rId4" Type="http://schemas.openxmlformats.org/officeDocument/2006/relationships/image" Target="../media/image137.wmf"/><Relationship Id="rId9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43.emf"/><Relationship Id="rId5" Type="http://schemas.openxmlformats.org/officeDocument/2006/relationships/oleObject" Target="../embeddings/oleObject140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42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53.wmf"/><Relationship Id="rId3" Type="http://schemas.openxmlformats.org/officeDocument/2006/relationships/oleObject" Target="../embeddings/oleObject143.bin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50.wmf"/><Relationship Id="rId17" Type="http://schemas.openxmlformats.org/officeDocument/2006/relationships/oleObject" Target="../embeddings/oleObject150.bin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52.wmf"/><Relationship Id="rId20" Type="http://schemas.openxmlformats.org/officeDocument/2006/relationships/image" Target="../media/image144.e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7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49.wmf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51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54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159.emf"/><Relationship Id="rId4" Type="http://schemas.openxmlformats.org/officeDocument/2006/relationships/oleObject" Target="../embeddings/oleObject156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64.wmf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166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63.wmf"/><Relationship Id="rId4" Type="http://schemas.openxmlformats.org/officeDocument/2006/relationships/image" Target="../media/image160.e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65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68.w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67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2">
            <a:extLst>
              <a:ext uri="{FF2B5EF4-FFF2-40B4-BE49-F238E27FC236}">
                <a16:creationId xmlns:a16="http://schemas.microsoft.com/office/drawing/2014/main" id="{4E51C53F-6598-4199-9575-399658A59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15276"/>
            <a:ext cx="525780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第四章 电路定理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3DB4BF47-E2A9-4337-98BD-AA9AB2032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504301"/>
            <a:ext cx="5943600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4-1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叠加定理和齐性定理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4-2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替代定理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4-3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戴维（宁）南定理和若顿定理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4-4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最大功率传输（递）定理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F8E7F574-6461-4AA3-9D61-7C096A45B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650636"/>
            <a:ext cx="85344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通过应用定理，可将某些结构复杂的电路，化成结构简单的电路后，再利用两类约束、分压分流公式、单回路电流方程或双节点电压方程求解。而避免应用第三章列写方程的方法求解。</a:t>
            </a:r>
          </a:p>
        </p:txBody>
      </p:sp>
    </p:spTree>
    <p:extLst>
      <p:ext uri="{BB962C8B-B14F-4D97-AF65-F5344CB8AC3E}">
        <p14:creationId xmlns:p14="http://schemas.microsoft.com/office/powerpoint/2010/main" val="347844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/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4">
            <a:extLst>
              <a:ext uri="{FF2B5EF4-FFF2-40B4-BE49-F238E27FC236}">
                <a16:creationId xmlns:a16="http://schemas.microsoft.com/office/drawing/2014/main" id="{8971D71D-93D2-413F-B8BD-218D82222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905000"/>
            <a:ext cx="16764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zh-CN" altLang="en-US" sz="36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重点：</a:t>
            </a:r>
          </a:p>
        </p:txBody>
      </p:sp>
      <p:sp>
        <p:nvSpPr>
          <p:cNvPr id="108557" name="Text Box 13">
            <a:extLst>
              <a:ext uri="{FF2B5EF4-FFF2-40B4-BE49-F238E27FC236}">
                <a16:creationId xmlns:a16="http://schemas.microsoft.com/office/drawing/2014/main" id="{02061122-7F64-426D-89DB-50043CD88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565400"/>
            <a:ext cx="7200900" cy="12763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99997A"/>
            </a:prstShdw>
          </a:effectLst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FFFF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  <a:buFont typeface="Monotype Sorts" pitchFamily="2" charset="2"/>
              <a:buNone/>
            </a:pPr>
            <a:r>
              <a:rPr lang="zh-CN" altLang="en-US" sz="32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熟练掌握各定理的内容、适用范围及如何应用。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10855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87" name="Group 7">
            <a:extLst>
              <a:ext uri="{FF2B5EF4-FFF2-40B4-BE49-F238E27FC236}">
                <a16:creationId xmlns:a16="http://schemas.microsoft.com/office/drawing/2014/main" id="{FAEDB1FB-26E3-4825-89E5-FE4EAE848EB2}"/>
              </a:ext>
            </a:extLst>
          </p:cNvPr>
          <p:cNvGrpSpPr>
            <a:grpSpLocks/>
          </p:cNvGrpSpPr>
          <p:nvPr/>
        </p:nvGrpSpPr>
        <p:grpSpPr bwMode="auto">
          <a:xfrm>
            <a:off x="179512" y="836613"/>
            <a:ext cx="5040560" cy="2266950"/>
            <a:chOff x="960" y="300"/>
            <a:chExt cx="4037" cy="1428"/>
          </a:xfrm>
        </p:grpSpPr>
        <p:sp>
          <p:nvSpPr>
            <p:cNvPr id="53256" name="Text Box 8">
              <a:extLst>
                <a:ext uri="{FF2B5EF4-FFF2-40B4-BE49-F238E27FC236}">
                  <a16:creationId xmlns:a16="http://schemas.microsoft.com/office/drawing/2014/main" id="{2C61318D-DC0C-454C-B866-EECB7FF59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0"/>
              <a:ext cx="3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1,n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sz="24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Sn1</a:t>
              </a:r>
              <a:endPara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7" name="Text Box 9">
              <a:extLst>
                <a:ext uri="{FF2B5EF4-FFF2-40B4-BE49-F238E27FC236}">
                  <a16:creationId xmlns:a16="http://schemas.microsoft.com/office/drawing/2014/main" id="{2DEA95A5-3215-4818-A7B6-95BB5DB09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658"/>
              <a:ext cx="330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2,</a:t>
              </a:r>
              <a:r>
                <a:rPr kumimoji="1" lang="en-US" altLang="zh-CN" sz="24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sz="24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Sn2</a:t>
              </a:r>
              <a:endPara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8" name="Text Box 10">
              <a:extLst>
                <a:ext uri="{FF2B5EF4-FFF2-40B4-BE49-F238E27FC236}">
                  <a16:creationId xmlns:a16="http://schemas.microsoft.com/office/drawing/2014/main" id="{8383250D-FFF3-479E-8A98-1D25A0646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1030"/>
              <a:ext cx="134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53259" name="Text Box 11">
              <a:extLst>
                <a:ext uri="{FF2B5EF4-FFF2-40B4-BE49-F238E27FC236}">
                  <a16:creationId xmlns:a16="http://schemas.microsoft.com/office/drawing/2014/main" id="{BC019549-9E81-485C-8C96-574F2D8F2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2" y="1378"/>
              <a:ext cx="39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n,1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,2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sz="24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="0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,n</a:t>
              </a:r>
              <a:r>
                <a:rPr kumimoji="1" lang="en-US" altLang="zh-CN" sz="24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sz="2400" b="0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Sn,n</a:t>
              </a:r>
              <a:endPara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60" name="AutoShape 12">
              <a:extLst>
                <a:ext uri="{FF2B5EF4-FFF2-40B4-BE49-F238E27FC236}">
                  <a16:creationId xmlns:a16="http://schemas.microsoft.com/office/drawing/2014/main" id="{BCC9E40D-AD66-467A-A844-208D61FE2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4094" name="Text Box 14">
            <a:extLst>
              <a:ext uri="{FF2B5EF4-FFF2-40B4-BE49-F238E27FC236}">
                <a16:creationId xmlns:a16="http://schemas.microsoft.com/office/drawing/2014/main" id="{F750A688-B72C-491B-9785-D7B40643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185" y="3096017"/>
            <a:ext cx="8645990" cy="50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762000" marR="0" lvl="0" indent="-76200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由求解线性代数方程组的克拉默法则得第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个节点电压的形式为。</a:t>
            </a:r>
          </a:p>
        </p:txBody>
      </p:sp>
      <p:sp>
        <p:nvSpPr>
          <p:cNvPr id="174096" name="Text Box 16" descr="绿色大理石">
            <a:extLst>
              <a:ext uri="{FF2B5EF4-FFF2-40B4-BE49-F238E27FC236}">
                <a16:creationId xmlns:a16="http://schemas.microsoft.com/office/drawing/2014/main" id="{F5BAD726-5D69-4AD4-B84E-20133E69F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5100"/>
            <a:ext cx="7273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的节点电压方程标准形式：</a:t>
            </a:r>
          </a:p>
        </p:txBody>
      </p:sp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4EEE2E45-6DBE-45D3-8D10-F8518CDC0A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996784"/>
              </p:ext>
            </p:extLst>
          </p:nvPr>
        </p:nvGraphicFramePr>
        <p:xfrm>
          <a:off x="611953" y="3436398"/>
          <a:ext cx="5594350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8" name="Equation" r:id="rId3" imgW="2400120" imgH="520560" progId="Equation.DSMT4">
                  <p:embed/>
                </p:oleObj>
              </mc:Choice>
              <mc:Fallback>
                <p:oleObj name="Equation" r:id="rId3" imgW="2400120" imgH="520560" progId="Equation.DSMT4">
                  <p:embed/>
                  <p:pic>
                    <p:nvPicPr>
                      <p:cNvPr id="16" name="Object 6">
                        <a:extLst>
                          <a:ext uri="{FF2B5EF4-FFF2-40B4-BE49-F238E27FC236}">
                            <a16:creationId xmlns:a16="http://schemas.microsoft.com/office/drawing/2014/main" id="{4EEE2E45-6DBE-45D3-8D10-F8518CDC0A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953" y="3436398"/>
                        <a:ext cx="5594350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>
            <a:extLst>
              <a:ext uri="{FF2B5EF4-FFF2-40B4-BE49-F238E27FC236}">
                <a16:creationId xmlns:a16="http://schemas.microsoft.com/office/drawing/2014/main" id="{BB2CBD61-E281-45BB-AFA7-CB842C4E660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792172" y="1010273"/>
          <a:ext cx="1989627" cy="15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09" name="Equation" r:id="rId5" imgW="1091880" imgH="850680" progId="Equation.DSMT4">
                  <p:embed/>
                </p:oleObj>
              </mc:Choice>
              <mc:Fallback>
                <p:oleObj name="Equation" r:id="rId5" imgW="1091880" imgH="850680" progId="Equation.DSMT4">
                  <p:embed/>
                  <p:pic>
                    <p:nvPicPr>
                      <p:cNvPr id="17" name="Object 6">
                        <a:extLst>
                          <a:ext uri="{FF2B5EF4-FFF2-40B4-BE49-F238E27FC236}">
                            <a16:creationId xmlns:a16="http://schemas.microsoft.com/office/drawing/2014/main" id="{BB2CBD61-E281-45BB-AFA7-CB842C4E66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172" y="1010273"/>
                        <a:ext cx="1989627" cy="15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6">
            <a:extLst>
              <a:ext uri="{FF2B5EF4-FFF2-40B4-BE49-F238E27FC236}">
                <a16:creationId xmlns:a16="http://schemas.microsoft.com/office/drawing/2014/main" id="{7F19BB2F-E7FD-43EE-834A-A4731D5AC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710419"/>
              </p:ext>
            </p:extLst>
          </p:nvPr>
        </p:nvGraphicFramePr>
        <p:xfrm>
          <a:off x="7002463" y="768350"/>
          <a:ext cx="1903412" cy="195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10" name="Equation" r:id="rId7" imgW="1130040" imgH="1155600" progId="Equation.DSMT4">
                  <p:embed/>
                </p:oleObj>
              </mc:Choice>
              <mc:Fallback>
                <p:oleObj name="Equation" r:id="rId7" imgW="1130040" imgH="1155600" progId="Equation.DSMT4">
                  <p:embed/>
                  <p:pic>
                    <p:nvPicPr>
                      <p:cNvPr id="18" name="Object 6">
                        <a:extLst>
                          <a:ext uri="{FF2B5EF4-FFF2-40B4-BE49-F238E27FC236}">
                            <a16:creationId xmlns:a16="http://schemas.microsoft.com/office/drawing/2014/main" id="{7F19BB2F-E7FD-43EE-834A-A4731D5AC8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2463" y="768350"/>
                        <a:ext cx="1903412" cy="195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D581E2DA-B33D-4772-B698-B58CB37866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7272138"/>
              </p:ext>
            </p:extLst>
          </p:nvPr>
        </p:nvGraphicFramePr>
        <p:xfrm>
          <a:off x="1066800" y="5131192"/>
          <a:ext cx="62484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11" name="Equation" r:id="rId9" imgW="2679480" imgH="393480" progId="Equation.DSMT4">
                  <p:embed/>
                </p:oleObj>
              </mc:Choice>
              <mc:Fallback>
                <p:oleObj name="Equation" r:id="rId9" imgW="2679480" imgH="393480" progId="Equation.DSMT4">
                  <p:embed/>
                  <p:pic>
                    <p:nvPicPr>
                      <p:cNvPr id="19" name="Object 6">
                        <a:extLst>
                          <a:ext uri="{FF2B5EF4-FFF2-40B4-BE49-F238E27FC236}">
                            <a16:creationId xmlns:a16="http://schemas.microsoft.com/office/drawing/2014/main" id="{D581E2DA-B33D-4772-B698-B58CB37866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131192"/>
                        <a:ext cx="62484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4">
            <a:extLst>
              <a:ext uri="{FF2B5EF4-FFF2-40B4-BE49-F238E27FC236}">
                <a16:creationId xmlns:a16="http://schemas.microsoft.com/office/drawing/2014/main" id="{D8C67C27-BBED-4630-A888-01133FD57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631847"/>
            <a:ext cx="8645990" cy="50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762000" marR="0" lvl="0" indent="-76200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因支路电压和支路电流都可以用节点电压表示，所以：</a:t>
            </a:r>
          </a:p>
        </p:txBody>
      </p:sp>
      <p:graphicFrame>
        <p:nvGraphicFramePr>
          <p:cNvPr id="21" name="Object 6">
            <a:extLst>
              <a:ext uri="{FF2B5EF4-FFF2-40B4-BE49-F238E27FC236}">
                <a16:creationId xmlns:a16="http://schemas.microsoft.com/office/drawing/2014/main" id="{9E380721-B56F-471F-8BFB-BF88B32942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699202"/>
              </p:ext>
            </p:extLst>
          </p:nvPr>
        </p:nvGraphicFramePr>
        <p:xfrm>
          <a:off x="1171" y="6172200"/>
          <a:ext cx="90297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12" name="Equation" r:id="rId11" imgW="3873240" imgH="203040" progId="Equation.DSMT4">
                  <p:embed/>
                </p:oleObj>
              </mc:Choice>
              <mc:Fallback>
                <p:oleObj name="Equation" r:id="rId11" imgW="3873240" imgH="203040" progId="Equation.DSMT4">
                  <p:embed/>
                  <p:pic>
                    <p:nvPicPr>
                      <p:cNvPr id="21" name="Object 6">
                        <a:extLst>
                          <a:ext uri="{FF2B5EF4-FFF2-40B4-BE49-F238E27FC236}">
                            <a16:creationId xmlns:a16="http://schemas.microsoft.com/office/drawing/2014/main" id="{9E380721-B56F-471F-8BFB-BF88B32942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" y="6172200"/>
                        <a:ext cx="90297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6329337-8753-4FAC-9B50-7FCE296DCFCB}"/>
              </a:ext>
            </a:extLst>
          </p:cNvPr>
          <p:cNvCxnSpPr/>
          <p:nvPr/>
        </p:nvCxnSpPr>
        <p:spPr bwMode="auto">
          <a:xfrm>
            <a:off x="8153400" y="896938"/>
            <a:ext cx="0" cy="139065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B050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EDDD752-B0E6-4143-9A6A-2E3F5818D2D3}"/>
              </a:ext>
            </a:extLst>
          </p:cNvPr>
          <p:cNvSpPr/>
          <p:nvPr/>
        </p:nvSpPr>
        <p:spPr bwMode="auto">
          <a:xfrm>
            <a:off x="3694294" y="4108675"/>
            <a:ext cx="304799" cy="352981"/>
          </a:xfrm>
          <a:prstGeom prst="rect">
            <a:avLst/>
          </a:prstGeom>
          <a:solidFill>
            <a:schemeClr val="accent1">
              <a:alpha val="31000"/>
            </a:scheme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76080E-3BAB-4CE3-87FC-87C7735CFF4F}"/>
              </a:ext>
            </a:extLst>
          </p:cNvPr>
          <p:cNvSpPr/>
          <p:nvPr/>
        </p:nvSpPr>
        <p:spPr bwMode="auto">
          <a:xfrm>
            <a:off x="2016834" y="5142933"/>
            <a:ext cx="268106" cy="419101"/>
          </a:xfrm>
          <a:prstGeom prst="rect">
            <a:avLst/>
          </a:prstGeom>
          <a:solidFill>
            <a:schemeClr val="accent1">
              <a:alpha val="31000"/>
            </a:scheme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9F7F62-42E1-49F3-8390-ADE3D5D0809F}"/>
              </a:ext>
            </a:extLst>
          </p:cNvPr>
          <p:cNvSpPr/>
          <p:nvPr/>
        </p:nvSpPr>
        <p:spPr bwMode="auto">
          <a:xfrm>
            <a:off x="1882781" y="5577118"/>
            <a:ext cx="268106" cy="419101"/>
          </a:xfrm>
          <a:prstGeom prst="rect">
            <a:avLst/>
          </a:prstGeom>
          <a:solidFill>
            <a:schemeClr val="accent1">
              <a:alpha val="31000"/>
            </a:scheme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47174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4" grpId="0"/>
      <p:bldP spid="174096" grpId="0"/>
      <p:bldP spid="20" grpId="0"/>
      <p:bldP spid="6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298" name="Object 2">
            <a:extLst>
              <a:ext uri="{FF2B5EF4-FFF2-40B4-BE49-F238E27FC236}">
                <a16:creationId xmlns:a16="http://schemas.microsoft.com/office/drawing/2014/main" id="{EBE3831E-FC96-4BB9-A1C6-6B612ECC18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4663" y="3810000"/>
          <a:ext cx="4529137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0" name="Equation" r:id="rId3" imgW="2921000" imgH="762000" progId="Equation.DSMT4">
                  <p:embed/>
                </p:oleObj>
              </mc:Choice>
              <mc:Fallback>
                <p:oleObj name="Equation" r:id="rId3" imgW="2921000" imgH="76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3" y="3810000"/>
                        <a:ext cx="4529137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299" name="Text Box 3">
            <a:extLst>
              <a:ext uri="{FF2B5EF4-FFF2-40B4-BE49-F238E27FC236}">
                <a16:creationId xmlns:a16="http://schemas.microsoft.com/office/drawing/2014/main" id="{0FB8720E-68F9-4041-B26E-7333CCAE9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33400"/>
            <a:ext cx="457200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由节点电压方程可得：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301" name="Text Box 5">
            <a:extLst>
              <a:ext uri="{FF2B5EF4-FFF2-40B4-BE49-F238E27FC236}">
                <a16:creationId xmlns:a16="http://schemas.microsoft.com/office/drawing/2014/main" id="{FB4958A5-2427-4CD7-8D91-5D21185F5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334000"/>
            <a:ext cx="2057400" cy="1160463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令             ，        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的值</a:t>
            </a:r>
          </a:p>
        </p:txBody>
      </p:sp>
      <p:graphicFrame>
        <p:nvGraphicFramePr>
          <p:cNvPr id="311302" name="Object 6">
            <a:extLst>
              <a:ext uri="{FF2B5EF4-FFF2-40B4-BE49-F238E27FC236}">
                <a16:creationId xmlns:a16="http://schemas.microsoft.com/office/drawing/2014/main" id="{39C29ACF-AFA4-4266-AFBE-79F19980FD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3138" y="5437188"/>
          <a:ext cx="76835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1" name="Equation" r:id="rId5" imgW="761669" imgH="431613" progId="Equation.DSMT4">
                  <p:embed/>
                </p:oleObj>
              </mc:Choice>
              <mc:Fallback>
                <p:oleObj name="Equation" r:id="rId5" imgW="761669" imgH="43161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3138" y="5437188"/>
                        <a:ext cx="76835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3" name="Text Box 7">
            <a:extLst>
              <a:ext uri="{FF2B5EF4-FFF2-40B4-BE49-F238E27FC236}">
                <a16:creationId xmlns:a16="http://schemas.microsoft.com/office/drawing/2014/main" id="{650B26FE-27E7-4D60-ACD7-684D3C0C8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334000"/>
            <a:ext cx="1981200" cy="1160463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令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的值</a:t>
            </a:r>
            <a:r>
              <a:rPr lang="zh-CN" altLang="en-US" b="1" dirty="0">
                <a:solidFill>
                  <a:schemeClr val="bg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1304" name="Object 8">
            <a:extLst>
              <a:ext uri="{FF2B5EF4-FFF2-40B4-BE49-F238E27FC236}">
                <a16:creationId xmlns:a16="http://schemas.microsoft.com/office/drawing/2014/main" id="{29BFCCB4-3059-46BA-9646-4A98AA6AD6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3450" y="6000750"/>
          <a:ext cx="774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2" name="Equation" r:id="rId7" imgW="774364" imgH="431613" progId="Equation.DSMT4">
                  <p:embed/>
                </p:oleObj>
              </mc:Choice>
              <mc:Fallback>
                <p:oleObj name="Equation" r:id="rId7" imgW="774364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3450" y="6000750"/>
                        <a:ext cx="774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5" name="Object 9">
            <a:extLst>
              <a:ext uri="{FF2B5EF4-FFF2-40B4-BE49-F238E27FC236}">
                <a16:creationId xmlns:a16="http://schemas.microsoft.com/office/drawing/2014/main" id="{4057E35A-F33E-4B00-9178-2FAA797FBD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4750" y="5410200"/>
          <a:ext cx="5016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3" name="Equation" r:id="rId9" imgW="139700" imgH="139700" progId="Equation.DSMT4">
                  <p:embed/>
                </p:oleObj>
              </mc:Choice>
              <mc:Fallback>
                <p:oleObj name="Equation" r:id="rId9" imgW="139700" imgH="139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5410200"/>
                        <a:ext cx="5016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06" name="Rectangle 10">
            <a:extLst>
              <a:ext uri="{FF2B5EF4-FFF2-40B4-BE49-F238E27FC236}">
                <a16:creationId xmlns:a16="http://schemas.microsoft.com/office/drawing/2014/main" id="{F6CB0CF6-D9F9-4CEE-9909-A4FA999E5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447800"/>
            <a:ext cx="24384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引例 求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9466" name="Text Box 4">
            <a:extLst>
              <a:ext uri="{FF2B5EF4-FFF2-40B4-BE49-F238E27FC236}">
                <a16:creationId xmlns:a16="http://schemas.microsoft.com/office/drawing/2014/main" id="{1C1E48B0-E847-4BFF-9789-C9BBEA980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11565"/>
            <a:ext cx="57150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3600" b="1" dirty="0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§4-1 </a:t>
            </a:r>
            <a:r>
              <a:rPr lang="zh-CN" altLang="en-US" sz="3600" b="1" dirty="0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叠加定理</a:t>
            </a:r>
            <a:endParaRPr lang="en-US" altLang="zh-CN" sz="3600" b="1" dirty="0">
              <a:solidFill>
                <a:srgbClr val="000099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A3BC4FE-23EF-4F3D-ACFC-BBEBDB3E4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835025"/>
            <a:ext cx="3810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叠加定理</a:t>
            </a:r>
          </a:p>
        </p:txBody>
      </p:sp>
      <p:graphicFrame>
        <p:nvGraphicFramePr>
          <p:cNvPr id="311309" name="Object 13">
            <a:extLst>
              <a:ext uri="{FF2B5EF4-FFF2-40B4-BE49-F238E27FC236}">
                <a16:creationId xmlns:a16="http://schemas.microsoft.com/office/drawing/2014/main" id="{D17BDD45-C4AB-4D28-A587-2A33FF689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85681"/>
              </p:ext>
            </p:extLst>
          </p:nvPr>
        </p:nvGraphicFramePr>
        <p:xfrm>
          <a:off x="716280" y="1901926"/>
          <a:ext cx="3817938" cy="207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4" name="Visio" r:id="rId11" imgW="1850648" imgH="1034374" progId="Visio.Drawing.11">
                  <p:embed/>
                </p:oleObj>
              </mc:Choice>
              <mc:Fallback>
                <p:oleObj name="Visio" r:id="rId11" imgW="1850648" imgH="1034374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" y="1901926"/>
                        <a:ext cx="3817938" cy="207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12" name="Text Box 16">
            <a:extLst>
              <a:ext uri="{FF2B5EF4-FFF2-40B4-BE49-F238E27FC236}">
                <a16:creationId xmlns:a16="http://schemas.microsoft.com/office/drawing/2014/main" id="{4D797E89-CF84-4E6D-A751-497E2D808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685925"/>
            <a:ext cx="45720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endParaRPr lang="en-US" altLang="zh-CN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313" name="Text Box 17">
            <a:extLst>
              <a:ext uri="{FF2B5EF4-FFF2-40B4-BE49-F238E27FC236}">
                <a16:creationId xmlns:a16="http://schemas.microsoft.com/office/drawing/2014/main" id="{2E2E467D-565E-4999-A88E-6E0DBE58B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514725"/>
            <a:ext cx="45720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311314" name="Object 18">
            <a:extLst>
              <a:ext uri="{FF2B5EF4-FFF2-40B4-BE49-F238E27FC236}">
                <a16:creationId xmlns:a16="http://schemas.microsoft.com/office/drawing/2014/main" id="{58D83AF6-EC80-45E5-8964-EACCF3942F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1219200"/>
          <a:ext cx="4191000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5" name="Equation" r:id="rId13" imgW="1384300" imgH="482600" progId="Equation.DSMT4">
                  <p:embed/>
                </p:oleObj>
              </mc:Choice>
              <mc:Fallback>
                <p:oleObj name="Equation" r:id="rId13" imgW="1384300" imgH="482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219200"/>
                        <a:ext cx="4191000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15" name="Text Box 19">
            <a:extLst>
              <a:ext uri="{FF2B5EF4-FFF2-40B4-BE49-F238E27FC236}">
                <a16:creationId xmlns:a16="http://schemas.microsoft.com/office/drawing/2014/main" id="{60FAC322-5A5A-4A67-A83B-9537A6ED1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362200"/>
            <a:ext cx="457200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得：</a:t>
            </a:r>
          </a:p>
        </p:txBody>
      </p:sp>
      <p:graphicFrame>
        <p:nvGraphicFramePr>
          <p:cNvPr id="311316" name="Object 20">
            <a:extLst>
              <a:ext uri="{FF2B5EF4-FFF2-40B4-BE49-F238E27FC236}">
                <a16:creationId xmlns:a16="http://schemas.microsoft.com/office/drawing/2014/main" id="{540BA0D5-C58B-446C-A6DF-CF0F12416C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2895600"/>
          <a:ext cx="2114550" cy="1071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6" name="Equation" r:id="rId15" imgW="698197" imgH="431613" progId="Equation.DSMT4">
                  <p:embed/>
                </p:oleObj>
              </mc:Choice>
              <mc:Fallback>
                <p:oleObj name="Equation" r:id="rId15" imgW="698197" imgH="43161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895600"/>
                        <a:ext cx="2114550" cy="1071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17" name="Freeform 21">
            <a:extLst>
              <a:ext uri="{FF2B5EF4-FFF2-40B4-BE49-F238E27FC236}">
                <a16:creationId xmlns:a16="http://schemas.microsoft.com/office/drawing/2014/main" id="{6F783806-BC6A-4B8C-9DE7-34520533FC32}"/>
              </a:ext>
            </a:extLst>
          </p:cNvPr>
          <p:cNvSpPr>
            <a:spLocks/>
          </p:cNvSpPr>
          <p:nvPr/>
        </p:nvSpPr>
        <p:spPr bwMode="auto">
          <a:xfrm>
            <a:off x="6858000" y="2209800"/>
            <a:ext cx="1676400" cy="1219200"/>
          </a:xfrm>
          <a:custGeom>
            <a:avLst/>
            <a:gdLst>
              <a:gd name="T0" fmla="*/ 1508760 w 960"/>
              <a:gd name="T1" fmla="*/ 0 h 1008"/>
              <a:gd name="T2" fmla="*/ 1424940 w 960"/>
              <a:gd name="T3" fmla="*/ 870857 h 1008"/>
              <a:gd name="T4" fmla="*/ 0 w 960"/>
              <a:gd name="T5" fmla="*/ 1219200 h 100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0" h="1008">
                <a:moveTo>
                  <a:pt x="864" y="0"/>
                </a:moveTo>
                <a:cubicBezTo>
                  <a:pt x="912" y="276"/>
                  <a:pt x="960" y="552"/>
                  <a:pt x="816" y="720"/>
                </a:cubicBezTo>
                <a:cubicBezTo>
                  <a:pt x="672" y="888"/>
                  <a:pt x="336" y="948"/>
                  <a:pt x="0" y="100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1318" name="Text Box 22">
            <a:extLst>
              <a:ext uri="{FF2B5EF4-FFF2-40B4-BE49-F238E27FC236}">
                <a16:creationId xmlns:a16="http://schemas.microsoft.com/office/drawing/2014/main" id="{081D4035-546E-453F-BB60-C792F0DF3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962400"/>
            <a:ext cx="457200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得支路电流：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1321" name="Object 25">
            <a:extLst>
              <a:ext uri="{FF2B5EF4-FFF2-40B4-BE49-F238E27FC236}">
                <a16:creationId xmlns:a16="http://schemas.microsoft.com/office/drawing/2014/main" id="{8A247811-D5D3-4F59-B899-ACBA526796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62300" y="6069013"/>
          <a:ext cx="86836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7" name="Equation" r:id="rId17" imgW="863225" imgH="431613" progId="Equation.DSMT4">
                  <p:embed/>
                </p:oleObj>
              </mc:Choice>
              <mc:Fallback>
                <p:oleObj name="Equation" r:id="rId17" imgW="863225" imgH="431613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6069013"/>
                        <a:ext cx="868363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22" name="Object 26">
            <a:extLst>
              <a:ext uri="{FF2B5EF4-FFF2-40B4-BE49-F238E27FC236}">
                <a16:creationId xmlns:a16="http://schemas.microsoft.com/office/drawing/2014/main" id="{7DEF331E-644E-40E3-894B-CC7920A723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9188" y="5445125"/>
          <a:ext cx="8683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88" name="Equation" r:id="rId19" imgW="863225" imgH="431613" progId="Equation.DSMT4">
                  <p:embed/>
                </p:oleObj>
              </mc:Choice>
              <mc:Fallback>
                <p:oleObj name="Equation" r:id="rId19" imgW="863225" imgH="431613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188" y="5445125"/>
                        <a:ext cx="86836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1323" name="AutoShape 27">
            <a:extLst>
              <a:ext uri="{FF2B5EF4-FFF2-40B4-BE49-F238E27FC236}">
                <a16:creationId xmlns:a16="http://schemas.microsoft.com/office/drawing/2014/main" id="{2959792A-4AC7-48D3-B2E1-AF8DC7634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953000"/>
            <a:ext cx="228600" cy="381000"/>
          </a:xfrm>
          <a:prstGeom prst="down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324" name="AutoShape 28">
            <a:extLst>
              <a:ext uri="{FF2B5EF4-FFF2-40B4-BE49-F238E27FC236}">
                <a16:creationId xmlns:a16="http://schemas.microsoft.com/office/drawing/2014/main" id="{5C7A4878-0EA9-4C6A-A36E-7A8E12879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876800"/>
            <a:ext cx="228600" cy="381000"/>
          </a:xfrm>
          <a:prstGeom prst="down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3949311A-F740-444C-B96E-9BBEBB1F1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1396307"/>
            <a:ext cx="1676399" cy="609398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 wrap="square"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如何求？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6B002C6-082F-43B6-B504-40B37FC320D8}"/>
              </a:ext>
            </a:extLst>
          </p:cNvPr>
          <p:cNvSpPr/>
          <p:nvPr/>
        </p:nvSpPr>
        <p:spPr bwMode="auto">
          <a:xfrm>
            <a:off x="5138737" y="3810000"/>
            <a:ext cx="2557463" cy="1404938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22F22D1-A5DF-41B7-AC5E-80F35BC7C0BE}"/>
              </a:ext>
            </a:extLst>
          </p:cNvPr>
          <p:cNvSpPr/>
          <p:nvPr/>
        </p:nvSpPr>
        <p:spPr bwMode="auto">
          <a:xfrm>
            <a:off x="2706528" y="3950334"/>
            <a:ext cx="2678272" cy="2679065"/>
          </a:xfrm>
          <a:prstGeom prst="round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1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1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7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10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9" grpId="0"/>
      <p:bldP spid="311301" grpId="0" animBg="1"/>
      <p:bldP spid="311303" grpId="0" animBg="1"/>
      <p:bldP spid="311306" grpId="0"/>
      <p:bldP spid="311312" grpId="0"/>
      <p:bldP spid="311313" grpId="0"/>
      <p:bldP spid="311315" grpId="0"/>
      <p:bldP spid="311318" grpId="0"/>
      <p:bldP spid="24" grpId="0" animBg="1"/>
      <p:bldP spid="24" grpId="1" animBg="1"/>
      <p:bldP spid="2" grpId="0" animBg="1"/>
      <p:bldP spid="2" grpId="1" animBg="1"/>
      <p:bldP spid="26" grpId="0" animBg="1"/>
      <p:bldP spid="2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938" name="Object 2">
            <a:extLst>
              <a:ext uri="{FF2B5EF4-FFF2-40B4-BE49-F238E27FC236}">
                <a16:creationId xmlns:a16="http://schemas.microsoft.com/office/drawing/2014/main" id="{942B2A97-76EF-4957-B2D0-DF664B202D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3886200"/>
          <a:ext cx="19129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9" name="Equation" r:id="rId3" imgW="1917700" imgH="914400" progId="Equation.DSMT4">
                  <p:embed/>
                </p:oleObj>
              </mc:Choice>
              <mc:Fallback>
                <p:oleObj name="Equation" r:id="rId3" imgW="1917700" imgH="914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3886200"/>
                        <a:ext cx="191293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3">
            <a:extLst>
              <a:ext uri="{FF2B5EF4-FFF2-40B4-BE49-F238E27FC236}">
                <a16:creationId xmlns:a16="http://schemas.microsoft.com/office/drawing/2014/main" id="{2D8490FC-6B47-407A-835B-B1E14B5228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8400" y="3886200"/>
          <a:ext cx="2108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0" name="Equation" r:id="rId5" imgW="2108200" imgH="914400" progId="Equation.DSMT4">
                  <p:embed/>
                </p:oleObj>
              </mc:Choice>
              <mc:Fallback>
                <p:oleObj name="Equation" r:id="rId5" imgW="2108200" imgH="914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3886200"/>
                        <a:ext cx="2108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5">
            <a:extLst>
              <a:ext uri="{FF2B5EF4-FFF2-40B4-BE49-F238E27FC236}">
                <a16:creationId xmlns:a16="http://schemas.microsoft.com/office/drawing/2014/main" id="{14A5920A-EB3C-4C54-BB0C-322204241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715000"/>
            <a:ext cx="891540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即电流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等于两个电源单独作用时产生响应的叠加。</a:t>
            </a:r>
          </a:p>
        </p:txBody>
      </p:sp>
      <p:graphicFrame>
        <p:nvGraphicFramePr>
          <p:cNvPr id="39942" name="Object 6">
            <a:extLst>
              <a:ext uri="{FF2B5EF4-FFF2-40B4-BE49-F238E27FC236}">
                <a16:creationId xmlns:a16="http://schemas.microsoft.com/office/drawing/2014/main" id="{E5737493-1374-42A4-A6F4-95043F99F1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1263" y="5089525"/>
          <a:ext cx="12271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1" name="Equation" r:id="rId7" imgW="1028700" imgH="330200" progId="Equation.DSMT4">
                  <p:embed/>
                </p:oleObj>
              </mc:Choice>
              <mc:Fallback>
                <p:oleObj name="Equation" r:id="rId7" imgW="1028700" imgH="330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1263" y="5089525"/>
                        <a:ext cx="122713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Text Box 9">
            <a:extLst>
              <a:ext uri="{FF2B5EF4-FFF2-40B4-BE49-F238E27FC236}">
                <a16:creationId xmlns:a16="http://schemas.microsoft.com/office/drawing/2014/main" id="{10743955-EBCE-43CB-A3C4-15222A568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838200"/>
            <a:ext cx="3886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当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=0,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≠0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时，即相当于电压源</a:t>
            </a:r>
            <a:r>
              <a:rPr lang="zh-CN" altLang="en-US" b="1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单独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作用</a:t>
            </a:r>
          </a:p>
        </p:txBody>
      </p:sp>
      <p:sp>
        <p:nvSpPr>
          <p:cNvPr id="39947" name="Text Box 11">
            <a:extLst>
              <a:ext uri="{FF2B5EF4-FFF2-40B4-BE49-F238E27FC236}">
                <a16:creationId xmlns:a16="http://schemas.microsoft.com/office/drawing/2014/main" id="{E6677F4D-1832-4531-ACAE-A117134CEA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838200"/>
            <a:ext cx="3454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=0,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≠0,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即相当于电流源</a:t>
            </a:r>
            <a:r>
              <a:rPr lang="zh-CN" altLang="en-US" b="1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单独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作用</a:t>
            </a:r>
          </a:p>
        </p:txBody>
      </p:sp>
      <p:graphicFrame>
        <p:nvGraphicFramePr>
          <p:cNvPr id="39956" name="Object 20">
            <a:extLst>
              <a:ext uri="{FF2B5EF4-FFF2-40B4-BE49-F238E27FC236}">
                <a16:creationId xmlns:a16="http://schemas.microsoft.com/office/drawing/2014/main" id="{05C79B8C-DFD1-4802-B955-542E6AC15B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752600"/>
          <a:ext cx="3189288" cy="220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2" name="Visio" r:id="rId9" imgW="1596238" imgH="1102462" progId="Visio.Drawing.11">
                  <p:embed/>
                </p:oleObj>
              </mc:Choice>
              <mc:Fallback>
                <p:oleObj name="Visio" r:id="rId9" imgW="1596238" imgH="1102462" progId="Visio.Drawing.11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752600"/>
                        <a:ext cx="3189288" cy="220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0" name="Object 24">
            <a:extLst>
              <a:ext uri="{FF2B5EF4-FFF2-40B4-BE49-F238E27FC236}">
                <a16:creationId xmlns:a16="http://schemas.microsoft.com/office/drawing/2014/main" id="{881C27D1-61F4-4341-8CD6-A80A6A9050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1676400"/>
          <a:ext cx="3252788" cy="212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3" name="Visio" r:id="rId11" imgW="1626718" imgH="1061009" progId="Visio.Drawing.11">
                  <p:embed/>
                </p:oleObj>
              </mc:Choice>
              <mc:Fallback>
                <p:oleObj name="Visio" r:id="rId11" imgW="1626718" imgH="1061009" progId="Visio.Drawing.11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676400"/>
                        <a:ext cx="3252788" cy="212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4" name="Object 28">
            <a:extLst>
              <a:ext uri="{FF2B5EF4-FFF2-40B4-BE49-F238E27FC236}">
                <a16:creationId xmlns:a16="http://schemas.microsoft.com/office/drawing/2014/main" id="{8FC48D36-43F6-473B-A4EA-84C5D57B9C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2200" y="4724400"/>
          <a:ext cx="39100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4" name="Equation" r:id="rId13" imgW="3124200" imgH="762000" progId="Equation.DSMT4">
                  <p:embed/>
                </p:oleObj>
              </mc:Choice>
              <mc:Fallback>
                <p:oleObj name="Equation" r:id="rId13" imgW="3124200" imgH="7620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4724400"/>
                        <a:ext cx="3910013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/>
      <p:bldP spid="39945" grpId="0"/>
      <p:bldP spid="399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4">
            <a:extLst>
              <a:ext uri="{FF2B5EF4-FFF2-40B4-BE49-F238E27FC236}">
                <a16:creationId xmlns:a16="http://schemas.microsoft.com/office/drawing/2014/main" id="{F55CC6D3-388B-4075-A929-96F5668C05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23567"/>
              </p:ext>
            </p:extLst>
          </p:nvPr>
        </p:nvGraphicFramePr>
        <p:xfrm>
          <a:off x="4648200" y="301625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1" name="公式" r:id="rId3" imgW="114151" imgH="215619" progId="Equation.3">
                  <p:embed/>
                </p:oleObj>
              </mc:Choice>
              <mc:Fallback>
                <p:oleObj name="公式" r:id="rId3" imgW="114151" imgH="2156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01625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Rectangle 5">
            <a:extLst>
              <a:ext uri="{FF2B5EF4-FFF2-40B4-BE49-F238E27FC236}">
                <a16:creationId xmlns:a16="http://schemas.microsoft.com/office/drawing/2014/main" id="{60410980-E3B0-4C82-942B-4E563FC97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728602"/>
            <a:ext cx="8001000" cy="263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000"/>
              </a:lnSpc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2)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定理内容</a:t>
            </a:r>
          </a:p>
          <a:p>
            <a:pPr>
              <a:lnSpc>
                <a:spcPts val="4000"/>
              </a:lnSpc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在线性电路中，任一支路的电流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或电压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可以看成是电路中每一个</a:t>
            </a:r>
            <a:r>
              <a:rPr lang="zh-CN" altLang="en-US" b="1" dirty="0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独立电源单独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作用于电路时，在该支路产生的电流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或电压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代数和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。即可以写成如下表达式：</a:t>
            </a:r>
            <a:endParaRPr kumimoji="1"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8678" name="Object 6">
            <a:extLst>
              <a:ext uri="{FF2B5EF4-FFF2-40B4-BE49-F238E27FC236}">
                <a16:creationId xmlns:a16="http://schemas.microsoft.com/office/drawing/2014/main" id="{BB2D05AC-8D27-4E26-A870-A5FD6580E9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915815"/>
              </p:ext>
            </p:extLst>
          </p:nvPr>
        </p:nvGraphicFramePr>
        <p:xfrm>
          <a:off x="1047750" y="3429000"/>
          <a:ext cx="70056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2" name="Equation" r:id="rId5" imgW="7035800" imgH="469900" progId="Equation.DSMT4">
                  <p:embed/>
                </p:oleObj>
              </mc:Choice>
              <mc:Fallback>
                <p:oleObj name="Equation" r:id="rId5" imgW="7035800" imgH="469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3429000"/>
                        <a:ext cx="7005638" cy="468313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3" name="Rectangle 11">
            <a:extLst>
              <a:ext uri="{FF2B5EF4-FFF2-40B4-BE49-F238E27FC236}">
                <a16:creationId xmlns:a16="http://schemas.microsoft.com/office/drawing/2014/main" id="{A2FD6200-4A37-4868-AA7F-D9C20F25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038600"/>
            <a:ext cx="80010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是与独立电源无关的常数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仅与电路参数和响应类别、位置有关。</a:t>
            </a:r>
          </a:p>
        </p:txBody>
      </p:sp>
      <p:graphicFrame>
        <p:nvGraphicFramePr>
          <p:cNvPr id="28686" name="Object 14">
            <a:extLst>
              <a:ext uri="{FF2B5EF4-FFF2-40B4-BE49-F238E27FC236}">
                <a16:creationId xmlns:a16="http://schemas.microsoft.com/office/drawing/2014/main" id="{EFA40753-D997-4A09-914C-782A98F8D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853073"/>
              </p:ext>
            </p:extLst>
          </p:nvPr>
        </p:nvGraphicFramePr>
        <p:xfrm>
          <a:off x="971550" y="4103688"/>
          <a:ext cx="12017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3" name="Equation" r:id="rId7" imgW="1206500" imgH="469900" progId="Equation.DSMT4">
                  <p:embed/>
                </p:oleObj>
              </mc:Choice>
              <mc:Fallback>
                <p:oleObj name="Equation" r:id="rId7" imgW="1206500" imgH="469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103688"/>
                        <a:ext cx="120173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7" name="Rectangle 15">
            <a:extLst>
              <a:ext uri="{FF2B5EF4-FFF2-40B4-BE49-F238E27FC236}">
                <a16:creationId xmlns:a16="http://schemas.microsoft.com/office/drawing/2014/main" id="{41A08C47-B320-40FA-8634-D0A6EB604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5198488"/>
            <a:ext cx="8001000" cy="904875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/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 dirty="0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对含多个独立源的电路，应用节点电压方程或回路电流方程，参照上述引例推导过程，可证明叠加定理。（略）</a:t>
            </a:r>
            <a:endParaRPr lang="en-US" altLang="zh-CN" sz="2400" b="1" dirty="0">
              <a:solidFill>
                <a:srgbClr val="99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  <p:bldP spid="28683" grpId="0"/>
      <p:bldP spid="2868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85F173-5660-45AA-B85B-54C94A20C8A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7200" y="726440"/>
            <a:ext cx="8458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336699"/>
                </a:solidFill>
                <a:latin typeface="Arial" charset="0"/>
              </a:rPr>
              <a:t>回答下列两个问题：</a:t>
            </a:r>
            <a:endParaRPr lang="en-US" altLang="zh-CN" sz="2600" b="1" dirty="0">
              <a:solidFill>
                <a:srgbClr val="336699"/>
              </a:solidFill>
              <a:latin typeface="Arial" charset="0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latin typeface="+mj-ea"/>
                <a:ea typeface="+mj-ea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+mj-ea"/>
                <a:ea typeface="+mj-ea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latin typeface="+mj-ea"/>
                <a:ea typeface="+mj-ea"/>
              </a:rPr>
              <a:t>）在应用叠加定理时，受控源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是否</a:t>
            </a:r>
            <a:r>
              <a:rPr lang="zh-CN" altLang="en-US" sz="2400" b="1" dirty="0">
                <a:solidFill>
                  <a:srgbClr val="000000"/>
                </a:solidFill>
                <a:latin typeface="+mj-ea"/>
                <a:ea typeface="+mj-ea"/>
              </a:rPr>
              <a:t>可以看做像独立源一样单独作用在电路中处理？</a:t>
            </a:r>
            <a:endParaRPr lang="en-US" altLang="zh-CN" sz="2400" b="1" dirty="0">
              <a:solidFill>
                <a:srgbClr val="000000"/>
              </a:solidFill>
              <a:latin typeface="+mj-ea"/>
              <a:ea typeface="+mj-ea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latin typeface="+mj-ea"/>
                <a:ea typeface="+mj-ea"/>
              </a:rPr>
              <a:t>（</a:t>
            </a:r>
            <a:r>
              <a:rPr lang="en-US" altLang="zh-CN" sz="2400" b="1" dirty="0">
                <a:solidFill>
                  <a:srgbClr val="000000"/>
                </a:solidFill>
                <a:latin typeface="+mj-ea"/>
                <a:ea typeface="+mj-ea"/>
              </a:rPr>
              <a:t>2</a:t>
            </a:r>
            <a:r>
              <a:rPr lang="zh-CN" altLang="en-US" sz="2400" b="1" dirty="0">
                <a:solidFill>
                  <a:srgbClr val="000000"/>
                </a:solidFill>
                <a:latin typeface="+mj-ea"/>
                <a:ea typeface="+mj-ea"/>
              </a:rPr>
              <a:t>）计算功率时，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是否</a:t>
            </a:r>
            <a:r>
              <a:rPr lang="zh-CN" altLang="en-US" sz="2400" b="1" dirty="0">
                <a:solidFill>
                  <a:srgbClr val="000000"/>
                </a:solidFill>
                <a:latin typeface="+mj-ea"/>
                <a:ea typeface="+mj-ea"/>
              </a:rPr>
              <a:t>可以用叠加定理计算？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1F8710-8432-4E01-91F3-34021C0B94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是；是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CF2EE7-2F76-4D6D-AB60-9630668B95F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22981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是；否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B763E2-7A72-4588-95C6-483D6FD19B1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否；否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E5390F-7CAF-4567-A0E0-B5F844E53F0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否；是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2331DB5-22B3-4BA0-A951-3AFCC0D9C63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E956227-99DF-4E57-8181-C0A97A987D0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D1C2534-3AF0-4028-B21F-126ADFFF2C25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40821B6-A561-4735-9C03-E9352853BB2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DDE56C4-C964-40A4-A684-ACEEB9B24792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248400" y="5818311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60A6017-603C-4485-9A74-8D4B9486739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6EF649CA-5542-4DD1-87C5-9E53A55D729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816BC119-A985-46DD-AE69-3689EBF5811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A28709E2-772A-459C-97CC-DED15DC5C8A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415819CB-ED88-4646-A2AE-4A77A756FB8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545EB67-EE9A-43BE-85EB-5F73F04E432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09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3">
            <a:extLst>
              <a:ext uri="{FF2B5EF4-FFF2-40B4-BE49-F238E27FC236}">
                <a16:creationId xmlns:a16="http://schemas.microsoft.com/office/drawing/2014/main" id="{495CE2CC-5EAF-4DEF-B03C-598A19C55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585913"/>
            <a:ext cx="7983538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适用于线性电路，不适用于非线性电路；</a:t>
            </a:r>
          </a:p>
          <a:p>
            <a:pPr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叠加时，电路的结构以及电路所有电阻和  </a:t>
            </a:r>
          </a:p>
          <a:p>
            <a:pPr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受控源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都不予更动（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）；</a:t>
            </a:r>
          </a:p>
          <a:p>
            <a:pPr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叠加时要注意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电流和电压的参考方向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25000"/>
              </a:lnSpc>
            </a:pP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(4)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电压源不作用，即令该电压源的电压值为零，把电压源短路；电流源不作用，即令该电流源的电流值为零，把电流源开路（断开）；</a:t>
            </a:r>
          </a:p>
        </p:txBody>
      </p:sp>
      <p:graphicFrame>
        <p:nvGraphicFramePr>
          <p:cNvPr id="22531" name="Object 4">
            <a:extLst>
              <a:ext uri="{FF2B5EF4-FFF2-40B4-BE49-F238E27FC236}">
                <a16:creationId xmlns:a16="http://schemas.microsoft.com/office/drawing/2014/main" id="{15911DFF-D18C-4E22-9734-A6B19F890D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3276600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1" name="公式" r:id="rId3" imgW="114151" imgH="215619" progId="Equation.3">
                  <p:embed/>
                </p:oleObj>
              </mc:Choice>
              <mc:Fallback>
                <p:oleObj name="公式" r:id="rId3" imgW="114151" imgH="2156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276600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Rectangle 8">
            <a:extLst>
              <a:ext uri="{FF2B5EF4-FFF2-40B4-BE49-F238E27FC236}">
                <a16:creationId xmlns:a16="http://schemas.microsoft.com/office/drawing/2014/main" id="{153A5A4E-F2EB-4D6F-954A-C6F278360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66800"/>
            <a:ext cx="251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说明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/>
      <p:bldP spid="491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4F1D4C9C-6EC4-48E7-8C35-64D23667C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362200"/>
            <a:ext cx="304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以电阻功率为例：</a:t>
            </a:r>
          </a:p>
        </p:txBody>
      </p:sp>
      <p:graphicFrame>
        <p:nvGraphicFramePr>
          <p:cNvPr id="29705" name="Object 9">
            <a:extLst>
              <a:ext uri="{FF2B5EF4-FFF2-40B4-BE49-F238E27FC236}">
                <a16:creationId xmlns:a16="http://schemas.microsoft.com/office/drawing/2014/main" id="{09811C64-27B5-4576-8CD3-C708FD7AB0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3048000"/>
          <a:ext cx="315118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0" name="Equation" r:id="rId3" imgW="3162300" imgH="457200" progId="Equation.DSMT4">
                  <p:embed/>
                </p:oleObj>
              </mc:Choice>
              <mc:Fallback>
                <p:oleObj name="Equation" r:id="rId3" imgW="316230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048000"/>
                        <a:ext cx="315118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>
            <a:extLst>
              <a:ext uri="{FF2B5EF4-FFF2-40B4-BE49-F238E27FC236}">
                <a16:creationId xmlns:a16="http://schemas.microsoft.com/office/drawing/2014/main" id="{5B449FE4-E7A8-4B1F-B89B-97B02A1F1B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971800"/>
          <a:ext cx="2430463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1" name="Equation" r:id="rId5" imgW="2400252" imgH="552391" progId="Equation.DSMT4">
                  <p:embed/>
                </p:oleObj>
              </mc:Choice>
              <mc:Fallback>
                <p:oleObj name="Equation" r:id="rId5" imgW="2400252" imgH="55239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971800"/>
                        <a:ext cx="2430463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Rectangle 14">
            <a:extLst>
              <a:ext uri="{FF2B5EF4-FFF2-40B4-BE49-F238E27FC236}">
                <a16:creationId xmlns:a16="http://schemas.microsoft.com/office/drawing/2014/main" id="{872E0483-1A0C-467D-B16F-2B02F618E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119188"/>
            <a:ext cx="72390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buFontTx/>
              <a:buAutoNum type="arabicParenBoth" startAt="5"/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不能用叠加定理来计算功率（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），因为功率不是电流或电压的一次函数。</a:t>
            </a:r>
          </a:p>
        </p:txBody>
      </p:sp>
      <p:sp>
        <p:nvSpPr>
          <p:cNvPr id="29712" name="Text Box 16">
            <a:extLst>
              <a:ext uri="{FF2B5EF4-FFF2-40B4-BE49-F238E27FC236}">
                <a16:creationId xmlns:a16="http://schemas.microsoft.com/office/drawing/2014/main" id="{B6F85F79-6DE3-488B-80F5-067A301C8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4049713"/>
            <a:ext cx="6781800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叠加方式是任意的，可以一次一个独立电源单独作用，也可以一次几个独立源同时作用，取决于分析、计算简便。</a:t>
            </a:r>
          </a:p>
        </p:txBody>
      </p:sp>
      <p:grpSp>
        <p:nvGrpSpPr>
          <p:cNvPr id="29713" name="Group 17">
            <a:extLst>
              <a:ext uri="{FF2B5EF4-FFF2-40B4-BE49-F238E27FC236}">
                <a16:creationId xmlns:a16="http://schemas.microsoft.com/office/drawing/2014/main" id="{D7085966-CC71-4E7E-B1C6-C305BB50A6F5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3886200"/>
            <a:ext cx="1644650" cy="850900"/>
            <a:chOff x="385" y="3022"/>
            <a:chExt cx="1036" cy="536"/>
          </a:xfrm>
        </p:grpSpPr>
        <p:pic>
          <p:nvPicPr>
            <p:cNvPr id="23560" name="Picture 18" descr="123">
              <a:extLst>
                <a:ext uri="{FF2B5EF4-FFF2-40B4-BE49-F238E27FC236}">
                  <a16:creationId xmlns:a16="http://schemas.microsoft.com/office/drawing/2014/main" id="{1EDF5496-B32D-4B21-83C7-7A896780AA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1" name="Text Box 19">
              <a:extLst>
                <a:ext uri="{FF2B5EF4-FFF2-40B4-BE49-F238E27FC236}">
                  <a16:creationId xmlns:a16="http://schemas.microsoft.com/office/drawing/2014/main" id="{D277D2CF-FBCE-468F-94C0-E6471196B8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b="1">
                  <a:solidFill>
                    <a:srgbClr val="CC66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10" grpId="0"/>
      <p:bldP spid="297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00" name="Text Box 12">
            <a:extLst>
              <a:ext uri="{FF2B5EF4-FFF2-40B4-BE49-F238E27FC236}">
                <a16:creationId xmlns:a16="http://schemas.microsoft.com/office/drawing/2014/main" id="{2FD99FFD-F579-4C52-977A-04B381483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606" y="844134"/>
            <a:ext cx="933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2701" name="Text Box 13">
            <a:extLst>
              <a:ext uri="{FF2B5EF4-FFF2-40B4-BE49-F238E27FC236}">
                <a16:creationId xmlns:a16="http://schemas.microsoft.com/office/drawing/2014/main" id="{C1B88232-8A7B-455D-862C-EB2F54B0A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708" y="820241"/>
            <a:ext cx="382241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用叠加定理计算电压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 </a:t>
            </a: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，和电压源发出的功率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kumimoji="0" lang="zh-CN" altLang="en-US" sz="28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42702" name="Text Box 14">
            <a:extLst>
              <a:ext uri="{FF2B5EF4-FFF2-40B4-BE49-F238E27FC236}">
                <a16:creationId xmlns:a16="http://schemas.microsoft.com/office/drawing/2014/main" id="{9ED5EDE0-44BC-4ECD-80BF-AB4C3585E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31" y="2349033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</a:p>
        </p:txBody>
      </p:sp>
      <p:sp>
        <p:nvSpPr>
          <p:cNvPr id="242703" name="Text Box 15">
            <a:extLst>
              <a:ext uri="{FF2B5EF4-FFF2-40B4-BE49-F238E27FC236}">
                <a16:creationId xmlns:a16="http://schemas.microsoft.com/office/drawing/2014/main" id="{009B0B04-7B3B-4961-BB7E-A3BFCD208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9727" y="2342883"/>
            <a:ext cx="295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画出分电路图。</a:t>
            </a:r>
          </a:p>
        </p:txBody>
      </p:sp>
      <p:grpSp>
        <p:nvGrpSpPr>
          <p:cNvPr id="242704" name="Group 16">
            <a:extLst>
              <a:ext uri="{FF2B5EF4-FFF2-40B4-BE49-F238E27FC236}">
                <a16:creationId xmlns:a16="http://schemas.microsoft.com/office/drawing/2014/main" id="{4DEC2813-E1F8-4B91-B42B-A3F8E93319A1}"/>
              </a:ext>
            </a:extLst>
          </p:cNvPr>
          <p:cNvGrpSpPr>
            <a:grpSpLocks/>
          </p:cNvGrpSpPr>
          <p:nvPr/>
        </p:nvGrpSpPr>
        <p:grpSpPr bwMode="auto">
          <a:xfrm>
            <a:off x="0" y="3886200"/>
            <a:ext cx="4267200" cy="2057400"/>
            <a:chOff x="204" y="2296"/>
            <a:chExt cx="2449" cy="1225"/>
          </a:xfrm>
        </p:grpSpPr>
        <p:sp>
          <p:nvSpPr>
            <p:cNvPr id="242705" name="Text Box 17">
              <a:extLst>
                <a:ext uri="{FF2B5EF4-FFF2-40B4-BE49-F238E27FC236}">
                  <a16:creationId xmlns:a16="http://schemas.microsoft.com/office/drawing/2014/main" id="{46EAA12E-B91F-46B9-AD5B-FA4362BC4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3" y="2614"/>
              <a:ext cx="590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  <a:r>
                <a:rPr kumimoji="0" lang="zh-CN" altLang="en-US" sz="2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’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grpSp>
          <p:nvGrpSpPr>
            <p:cNvPr id="242706" name="Group 18">
              <a:extLst>
                <a:ext uri="{FF2B5EF4-FFF2-40B4-BE49-F238E27FC236}">
                  <a16:creationId xmlns:a16="http://schemas.microsoft.com/office/drawing/2014/main" id="{970225FD-4358-4B52-A314-FE7E26AA0C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2296"/>
              <a:ext cx="2279" cy="1225"/>
              <a:chOff x="204" y="2296"/>
              <a:chExt cx="2279" cy="1225"/>
            </a:xfrm>
          </p:grpSpPr>
          <p:sp>
            <p:nvSpPr>
              <p:cNvPr id="242707" name="Line 19">
                <a:extLst>
                  <a:ext uri="{FF2B5EF4-FFF2-40B4-BE49-F238E27FC236}">
                    <a16:creationId xmlns:a16="http://schemas.microsoft.com/office/drawing/2014/main" id="{129DA8A2-F20B-4867-9D57-2F6D3CFC5F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2342"/>
                <a:ext cx="0" cy="113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2708" name="Oval 20">
                <a:extLst>
                  <a:ext uri="{FF2B5EF4-FFF2-40B4-BE49-F238E27FC236}">
                    <a16:creationId xmlns:a16="http://schemas.microsoft.com/office/drawing/2014/main" id="{F20E5429-70AC-4277-B5AE-E5B6B96E1D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7" y="2840"/>
                <a:ext cx="363" cy="363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仿宋_GB2312" pitchFamily="49" charset="-122"/>
                </a:endParaRPr>
              </a:p>
            </p:txBody>
          </p:sp>
          <p:sp>
            <p:nvSpPr>
              <p:cNvPr id="242709" name="Rectangle 21">
                <a:extLst>
                  <a:ext uri="{FF2B5EF4-FFF2-40B4-BE49-F238E27FC236}">
                    <a16:creationId xmlns:a16="http://schemas.microsoft.com/office/drawing/2014/main" id="{AF120A64-ACAB-4B8D-AB55-71921B2DB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" y="2477"/>
                <a:ext cx="127" cy="318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2710" name="Text Box 22">
                <a:extLst>
                  <a:ext uri="{FF2B5EF4-FFF2-40B4-BE49-F238E27FC236}">
                    <a16:creationId xmlns:a16="http://schemas.microsoft.com/office/drawing/2014/main" id="{AF3595F3-8DFE-4C92-BD79-3D4A467891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2478"/>
                <a:ext cx="318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＋</a:t>
                </a:r>
              </a:p>
            </p:txBody>
          </p:sp>
          <p:sp>
            <p:nvSpPr>
              <p:cNvPr id="242711" name="Text Box 23">
                <a:extLst>
                  <a:ext uri="{FF2B5EF4-FFF2-40B4-BE49-F238E27FC236}">
                    <a16:creationId xmlns:a16="http://schemas.microsoft.com/office/drawing/2014/main" id="{804A18FF-0B96-4AB0-8E28-069605A23C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3148"/>
                <a:ext cx="375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－</a:t>
                </a:r>
              </a:p>
            </p:txBody>
          </p:sp>
          <p:sp>
            <p:nvSpPr>
              <p:cNvPr id="242712" name="Text Box 24">
                <a:extLst>
                  <a:ext uri="{FF2B5EF4-FFF2-40B4-BE49-F238E27FC236}">
                    <a16:creationId xmlns:a16="http://schemas.microsoft.com/office/drawing/2014/main" id="{127B98C4-A453-4BF9-8FAE-22AD85BF9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" y="2840"/>
                <a:ext cx="544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10V</a:t>
                </a:r>
              </a:p>
            </p:txBody>
          </p:sp>
          <p:sp>
            <p:nvSpPr>
              <p:cNvPr id="242713" name="Text Box 25">
                <a:extLst>
                  <a:ext uri="{FF2B5EF4-FFF2-40B4-BE49-F238E27FC236}">
                    <a16:creationId xmlns:a16="http://schemas.microsoft.com/office/drawing/2014/main" id="{7423FD58-6C5F-4A0E-8044-8312F0EB4B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5" y="2976"/>
                <a:ext cx="771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2</a:t>
                </a:r>
                <a:r>
                  <a:rPr kumimoji="0" lang="en-US" altLang="zh-CN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i</a:t>
                </a:r>
                <a:r>
                  <a:rPr kumimoji="0" lang="zh-CN" altLang="en-US" sz="2800" b="1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’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42714" name="Text Box 26">
                <a:extLst>
                  <a:ext uri="{FF2B5EF4-FFF2-40B4-BE49-F238E27FC236}">
                    <a16:creationId xmlns:a16="http://schemas.microsoft.com/office/drawing/2014/main" id="{1A9E34E6-C081-4E4E-AFEF-223DF77EC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9" y="2750"/>
                <a:ext cx="318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＋</a:t>
                </a:r>
              </a:p>
            </p:txBody>
          </p:sp>
          <p:sp>
            <p:nvSpPr>
              <p:cNvPr id="242715" name="Text Box 27">
                <a:extLst>
                  <a:ext uri="{FF2B5EF4-FFF2-40B4-BE49-F238E27FC236}">
                    <a16:creationId xmlns:a16="http://schemas.microsoft.com/office/drawing/2014/main" id="{0046B8A5-BAC6-48D1-9632-FDB2005EE7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9" y="3158"/>
                <a:ext cx="375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－</a:t>
                </a:r>
              </a:p>
            </p:txBody>
          </p:sp>
          <p:sp>
            <p:nvSpPr>
              <p:cNvPr id="242716" name="Text Box 28">
                <a:extLst>
                  <a:ext uri="{FF2B5EF4-FFF2-40B4-BE49-F238E27FC236}">
                    <a16:creationId xmlns:a16="http://schemas.microsoft.com/office/drawing/2014/main" id="{B5529AAC-8AA7-4512-8885-5AC49BA1D6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4" y="2432"/>
                <a:ext cx="544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1</a:t>
                </a: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</a:t>
                </a:r>
                <a:endPara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42717" name="Text Box 29">
                <a:extLst>
                  <a:ext uri="{FF2B5EF4-FFF2-40B4-BE49-F238E27FC236}">
                    <a16:creationId xmlns:a16="http://schemas.microsoft.com/office/drawing/2014/main" id="{F26B3FD2-DFB6-47E2-9A12-DBEA5C127F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2387"/>
                <a:ext cx="498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2</a:t>
                </a: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sym typeface="Symbol" panose="05050102010706020507" pitchFamily="18" charset="2"/>
                  </a:rPr>
                  <a:t></a:t>
                </a:r>
                <a:endPara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42718" name="Line 30">
                <a:extLst>
                  <a:ext uri="{FF2B5EF4-FFF2-40B4-BE49-F238E27FC236}">
                    <a16:creationId xmlns:a16="http://schemas.microsoft.com/office/drawing/2014/main" id="{71DE2C73-9A13-4391-A439-610726436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2341"/>
                <a:ext cx="1451" cy="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2719" name="Line 31">
                <a:extLst>
                  <a:ext uri="{FF2B5EF4-FFF2-40B4-BE49-F238E27FC236}">
                    <a16:creationId xmlns:a16="http://schemas.microsoft.com/office/drawing/2014/main" id="{7B2A6064-6E44-49C4-89D7-E0B76F068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3475"/>
                <a:ext cx="1429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2720" name="Line 32">
                <a:extLst>
                  <a:ext uri="{FF2B5EF4-FFF2-40B4-BE49-F238E27FC236}">
                    <a16:creationId xmlns:a16="http://schemas.microsoft.com/office/drawing/2014/main" id="{2728F662-93EF-45C4-AC96-F379ACFAD9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2342"/>
                <a:ext cx="0" cy="1133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2721" name="Line 33">
                <a:extLst>
                  <a:ext uri="{FF2B5EF4-FFF2-40B4-BE49-F238E27FC236}">
                    <a16:creationId xmlns:a16="http://schemas.microsoft.com/office/drawing/2014/main" id="{056B2E9B-53CA-467C-861B-E83CB5BAA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39" y="2387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66FFFF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2722" name="Text Box 34">
                <a:extLst>
                  <a:ext uri="{FF2B5EF4-FFF2-40B4-BE49-F238E27FC236}">
                    <a16:creationId xmlns:a16="http://schemas.microsoft.com/office/drawing/2014/main" id="{1F1E6F76-C14E-4657-952E-71C5912B22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8" y="2342"/>
                <a:ext cx="318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＋</a:t>
                </a:r>
              </a:p>
            </p:txBody>
          </p:sp>
          <p:sp>
            <p:nvSpPr>
              <p:cNvPr id="242723" name="Text Box 35">
                <a:extLst>
                  <a:ext uri="{FF2B5EF4-FFF2-40B4-BE49-F238E27FC236}">
                    <a16:creationId xmlns:a16="http://schemas.microsoft.com/office/drawing/2014/main" id="{94013E62-C45A-4A98-BB20-54BDED9FB0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8" y="2977"/>
                <a:ext cx="375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－</a:t>
                </a:r>
              </a:p>
            </p:txBody>
          </p:sp>
          <p:sp>
            <p:nvSpPr>
              <p:cNvPr id="242724" name="Text Box 36">
                <a:extLst>
                  <a:ext uri="{FF2B5EF4-FFF2-40B4-BE49-F238E27FC236}">
                    <a16:creationId xmlns:a16="http://schemas.microsoft.com/office/drawing/2014/main" id="{BB56CB2F-2203-48EA-87CF-2FEA766866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" y="2332"/>
                <a:ext cx="347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i</a:t>
                </a:r>
                <a:r>
                  <a:rPr kumimoji="0" lang="zh-CN" altLang="en-US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</a:rPr>
                  <a:t>’</a:t>
                </a:r>
                <a:endPara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endParaRPr>
              </a:p>
            </p:txBody>
          </p:sp>
          <p:sp>
            <p:nvSpPr>
              <p:cNvPr id="242725" name="Oval 37">
                <a:extLst>
                  <a:ext uri="{FF2B5EF4-FFF2-40B4-BE49-F238E27FC236}">
                    <a16:creationId xmlns:a16="http://schemas.microsoft.com/office/drawing/2014/main" id="{EC16F7EB-D1C2-4691-9342-EB56C5EE2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5" y="3430"/>
                <a:ext cx="90" cy="9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2726" name="Oval 38">
                <a:extLst>
                  <a:ext uri="{FF2B5EF4-FFF2-40B4-BE49-F238E27FC236}">
                    <a16:creationId xmlns:a16="http://schemas.microsoft.com/office/drawing/2014/main" id="{B921477F-4E08-45CA-85ED-0C0FDB88B0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1" y="2296"/>
                <a:ext cx="90" cy="91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2727" name="Rectangle 39">
                <a:extLst>
                  <a:ext uri="{FF2B5EF4-FFF2-40B4-BE49-F238E27FC236}">
                    <a16:creationId xmlns:a16="http://schemas.microsoft.com/office/drawing/2014/main" id="{A041821B-1604-4ACF-BF93-8FB6ACC952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2296"/>
                <a:ext cx="317" cy="136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2728" name="AutoShape 40">
                <a:extLst>
                  <a:ext uri="{FF2B5EF4-FFF2-40B4-BE49-F238E27FC236}">
                    <a16:creationId xmlns:a16="http://schemas.microsoft.com/office/drawing/2014/main" id="{BE623DDD-DE95-4D1B-BACF-A38AB0DAD2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315" y="2955"/>
                <a:ext cx="407" cy="362"/>
              </a:xfrm>
              <a:prstGeom prst="flowChartSort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42729" name="Text Box 41">
            <a:extLst>
              <a:ext uri="{FF2B5EF4-FFF2-40B4-BE49-F238E27FC236}">
                <a16:creationId xmlns:a16="http://schemas.microsoft.com/office/drawing/2014/main" id="{564B81F0-3129-4C99-A5CC-A217F8128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648200"/>
            <a:ext cx="5762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仿宋_GB2312" pitchFamily="49" charset="-122"/>
              </a:rPr>
              <a:t>＋</a:t>
            </a:r>
          </a:p>
        </p:txBody>
      </p:sp>
      <p:sp>
        <p:nvSpPr>
          <p:cNvPr id="242730" name="AutoShape 42">
            <a:extLst>
              <a:ext uri="{FF2B5EF4-FFF2-40B4-BE49-F238E27FC236}">
                <a16:creationId xmlns:a16="http://schemas.microsoft.com/office/drawing/2014/main" id="{3AB621A1-66E7-453C-8AC5-6562C69D5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4768" y="6193087"/>
            <a:ext cx="3832225" cy="576263"/>
          </a:xfrm>
          <a:prstGeom prst="wedgeRoundRectCallout">
            <a:avLst>
              <a:gd name="adj1" fmla="val 1364"/>
              <a:gd name="adj2" fmla="val -175337"/>
              <a:gd name="adj3" fmla="val 16667"/>
            </a:avLst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受控源始终保留在电路中</a:t>
            </a:r>
          </a:p>
        </p:txBody>
      </p:sp>
      <p:grpSp>
        <p:nvGrpSpPr>
          <p:cNvPr id="242731" name="Group 43">
            <a:extLst>
              <a:ext uri="{FF2B5EF4-FFF2-40B4-BE49-F238E27FC236}">
                <a16:creationId xmlns:a16="http://schemas.microsoft.com/office/drawing/2014/main" id="{15C9B4A8-C6F3-451D-95EB-9F8EA8FAE738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838200"/>
            <a:ext cx="3890963" cy="1887538"/>
            <a:chOff x="2925" y="1253"/>
            <a:chExt cx="2451" cy="1189"/>
          </a:xfrm>
        </p:grpSpPr>
        <p:sp>
          <p:nvSpPr>
            <p:cNvPr id="242732" name="Oval 44">
              <a:extLst>
                <a:ext uri="{FF2B5EF4-FFF2-40B4-BE49-F238E27FC236}">
                  <a16:creationId xmlns:a16="http://schemas.microsoft.com/office/drawing/2014/main" id="{768587A4-315E-4A04-B57D-1119B3234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752"/>
              <a:ext cx="363" cy="3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0099FF"/>
                      </a:gs>
                      <a:gs pos="100000">
                        <a:srgbClr val="0099FF">
                          <a:gamma/>
                          <a:shade val="46275"/>
                          <a:invGamma/>
                        </a:srgb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仿宋_GB2312" pitchFamily="49" charset="-122"/>
              </a:endParaRPr>
            </a:p>
          </p:txBody>
        </p:sp>
        <p:sp>
          <p:nvSpPr>
            <p:cNvPr id="242733" name="Rectangle 45">
              <a:extLst>
                <a:ext uri="{FF2B5EF4-FFF2-40B4-BE49-F238E27FC236}">
                  <a16:creationId xmlns:a16="http://schemas.microsoft.com/office/drawing/2014/main" id="{A55D15CC-3ECB-4EED-97EE-8D3FE3987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298"/>
              <a:ext cx="1860" cy="113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34" name="Text Box 46">
              <a:extLst>
                <a:ext uri="{FF2B5EF4-FFF2-40B4-BE49-F238E27FC236}">
                  <a16:creationId xmlns:a16="http://schemas.microsoft.com/office/drawing/2014/main" id="{8E69604E-8D95-4FB4-B597-F3D1CDB77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706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242735" name="Text Box 47">
              <a:extLst>
                <a:ext uri="{FF2B5EF4-FFF2-40B4-BE49-F238E27FC236}">
                  <a16:creationId xmlns:a16="http://schemas.microsoft.com/office/drawing/2014/main" id="{CB209B6E-12D3-472B-A504-745B1C43FE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1525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242736" name="Text Box 48">
              <a:extLst>
                <a:ext uri="{FF2B5EF4-FFF2-40B4-BE49-F238E27FC236}">
                  <a16:creationId xmlns:a16="http://schemas.microsoft.com/office/drawing/2014/main" id="{A90BF36D-C7E4-4AB1-A7AC-689F1696A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2024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242737" name="Text Box 49">
              <a:extLst>
                <a:ext uri="{FF2B5EF4-FFF2-40B4-BE49-F238E27FC236}">
                  <a16:creationId xmlns:a16="http://schemas.microsoft.com/office/drawing/2014/main" id="{5390DEB9-7248-4275-A23E-4FFAE6400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1797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10V</a:t>
              </a:r>
            </a:p>
          </p:txBody>
        </p:sp>
        <p:sp>
          <p:nvSpPr>
            <p:cNvPr id="242738" name="Text Box 50">
              <a:extLst>
                <a:ext uri="{FF2B5EF4-FFF2-40B4-BE49-F238E27FC236}">
                  <a16:creationId xmlns:a16="http://schemas.microsoft.com/office/drawing/2014/main" id="{09FB3000-6990-4471-9803-3E4FF0ADA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88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242739" name="Text Box 51">
              <a:extLst>
                <a:ext uri="{FF2B5EF4-FFF2-40B4-BE49-F238E27FC236}">
                  <a16:creationId xmlns:a16="http://schemas.microsoft.com/office/drawing/2014/main" id="{08EB5218-BBAD-4DB5-B15A-1355D31A3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1616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242740" name="Text Box 52">
              <a:extLst>
                <a:ext uri="{FF2B5EF4-FFF2-40B4-BE49-F238E27FC236}">
                  <a16:creationId xmlns:a16="http://schemas.microsoft.com/office/drawing/2014/main" id="{10269080-1FB2-4BA0-90BE-7AD330482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2115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242741" name="Text Box 53">
              <a:extLst>
                <a:ext uri="{FF2B5EF4-FFF2-40B4-BE49-F238E27FC236}">
                  <a16:creationId xmlns:a16="http://schemas.microsoft.com/office/drawing/2014/main" id="{7FA160F7-D90D-41F8-B786-502A39CFD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1389"/>
              <a:ext cx="6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242742" name="Text Box 54">
              <a:extLst>
                <a:ext uri="{FF2B5EF4-FFF2-40B4-BE49-F238E27FC236}">
                  <a16:creationId xmlns:a16="http://schemas.microsoft.com/office/drawing/2014/main" id="{F260893C-8E31-4A9E-860F-C90D3B3A0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1334"/>
              <a:ext cx="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242743" name="Text Box 55">
              <a:extLst>
                <a:ext uri="{FF2B5EF4-FFF2-40B4-BE49-F238E27FC236}">
                  <a16:creationId xmlns:a16="http://schemas.microsoft.com/office/drawing/2014/main" id="{10C48F03-26B6-4144-AD82-2516CACB1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334"/>
              <a:ext cx="4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2744" name="Line 56">
              <a:extLst>
                <a:ext uri="{FF2B5EF4-FFF2-40B4-BE49-F238E27FC236}">
                  <a16:creationId xmlns:a16="http://schemas.microsoft.com/office/drawing/2014/main" id="{F974303A-29D7-46C9-BC16-26360035E3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298"/>
              <a:ext cx="0" cy="113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45" name="Line 57">
              <a:extLst>
                <a:ext uri="{FF2B5EF4-FFF2-40B4-BE49-F238E27FC236}">
                  <a16:creationId xmlns:a16="http://schemas.microsoft.com/office/drawing/2014/main" id="{803D3181-9D77-4FCC-BD6A-3FA6B557A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344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46" name="Text Box 58">
              <a:extLst>
                <a:ext uri="{FF2B5EF4-FFF2-40B4-BE49-F238E27FC236}">
                  <a16:creationId xmlns:a16="http://schemas.microsoft.com/office/drawing/2014/main" id="{756BDEDA-29AA-4DEC-AC27-2D026038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389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242747" name="Text Box 59">
              <a:extLst>
                <a:ext uri="{FF2B5EF4-FFF2-40B4-BE49-F238E27FC236}">
                  <a16:creationId xmlns:a16="http://schemas.microsoft.com/office/drawing/2014/main" id="{0D6EFBCB-AE6E-4454-AEB8-A8F3D6CAB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979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242748" name="Text Box 60">
              <a:extLst>
                <a:ext uri="{FF2B5EF4-FFF2-40B4-BE49-F238E27FC236}">
                  <a16:creationId xmlns:a16="http://schemas.microsoft.com/office/drawing/2014/main" id="{0F30BB20-55D6-4D92-813D-ED58F01E7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1389"/>
              <a:ext cx="4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5A</a:t>
              </a:r>
            </a:p>
          </p:txBody>
        </p:sp>
        <p:sp>
          <p:nvSpPr>
            <p:cNvPr id="242749" name="Rectangle 61">
              <a:extLst>
                <a:ext uri="{FF2B5EF4-FFF2-40B4-BE49-F238E27FC236}">
                  <a16:creationId xmlns:a16="http://schemas.microsoft.com/office/drawing/2014/main" id="{A9368116-C3DB-48ED-980B-420A80D07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389"/>
              <a:ext cx="127" cy="318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50" name="Rectangle 62">
              <a:extLst>
                <a:ext uri="{FF2B5EF4-FFF2-40B4-BE49-F238E27FC236}">
                  <a16:creationId xmlns:a16="http://schemas.microsoft.com/office/drawing/2014/main" id="{8FC32213-1452-43E3-A61F-20C14F91C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1253"/>
              <a:ext cx="317" cy="13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51" name="AutoShape 63">
              <a:extLst>
                <a:ext uri="{FF2B5EF4-FFF2-40B4-BE49-F238E27FC236}">
                  <a16:creationId xmlns:a16="http://schemas.microsoft.com/office/drawing/2014/main" id="{7475784A-4E37-4D9D-81E7-8C68093EE4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10" y="1866"/>
              <a:ext cx="407" cy="362"/>
            </a:xfrm>
            <a:prstGeom prst="flowChartSort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242752" name="Group 64">
              <a:extLst>
                <a:ext uri="{FF2B5EF4-FFF2-40B4-BE49-F238E27FC236}">
                  <a16:creationId xmlns:a16="http://schemas.microsoft.com/office/drawing/2014/main" id="{7104C51F-FBD7-49C2-AE47-6B68ED8D4B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5" y="1706"/>
              <a:ext cx="363" cy="363"/>
              <a:chOff x="4785" y="709"/>
              <a:chExt cx="363" cy="363"/>
            </a:xfrm>
          </p:grpSpPr>
          <p:sp>
            <p:nvSpPr>
              <p:cNvPr id="242753" name="Oval 65">
                <a:extLst>
                  <a:ext uri="{FF2B5EF4-FFF2-40B4-BE49-F238E27FC236}">
                    <a16:creationId xmlns:a16="http://schemas.microsoft.com/office/drawing/2014/main" id="{5A08687C-547C-47C2-971B-D257BCF4B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仿宋_GB2312" pitchFamily="49" charset="-122"/>
                </a:endParaRPr>
              </a:p>
            </p:txBody>
          </p:sp>
          <p:sp>
            <p:nvSpPr>
              <p:cNvPr id="242754" name="Line 66">
                <a:extLst>
                  <a:ext uri="{FF2B5EF4-FFF2-40B4-BE49-F238E27FC236}">
                    <a16:creationId xmlns:a16="http://schemas.microsoft.com/office/drawing/2014/main" id="{5633C8AF-FB3A-4AF6-8072-8F3C96C49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242755" name="Line 67">
              <a:extLst>
                <a:ext uri="{FF2B5EF4-FFF2-40B4-BE49-F238E27FC236}">
                  <a16:creationId xmlns:a16="http://schemas.microsoft.com/office/drawing/2014/main" id="{9A3D4853-34DC-4D5D-BD6C-DA1C1CCFDA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7" y="1389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42756" name="Group 68">
            <a:extLst>
              <a:ext uri="{FF2B5EF4-FFF2-40B4-BE49-F238E27FC236}">
                <a16:creationId xmlns:a16="http://schemas.microsoft.com/office/drawing/2014/main" id="{BD4DB140-5355-4F81-AAD4-D84C2EE7C158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62400"/>
            <a:ext cx="3733800" cy="1965325"/>
            <a:chOff x="3107" y="2586"/>
            <a:chExt cx="2269" cy="1197"/>
          </a:xfrm>
        </p:grpSpPr>
        <p:sp>
          <p:nvSpPr>
            <p:cNvPr id="242757" name="Rectangle 69">
              <a:extLst>
                <a:ext uri="{FF2B5EF4-FFF2-40B4-BE49-F238E27FC236}">
                  <a16:creationId xmlns:a16="http://schemas.microsoft.com/office/drawing/2014/main" id="{3036579D-FCAE-426B-950C-5A2472BB0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649"/>
              <a:ext cx="1860" cy="113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60" name="Text Box 72">
              <a:extLst>
                <a:ext uri="{FF2B5EF4-FFF2-40B4-BE49-F238E27FC236}">
                  <a16:creationId xmlns:a16="http://schemas.microsoft.com/office/drawing/2014/main" id="{81CCF22E-C16D-47BA-A748-7EEE5809E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3011"/>
              <a:ext cx="373" cy="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400" b="1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4400" b="1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”</a:t>
              </a:r>
              <a:endPara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42761" name="Text Box 73">
              <a:extLst>
                <a:ext uri="{FF2B5EF4-FFF2-40B4-BE49-F238E27FC236}">
                  <a16:creationId xmlns:a16="http://schemas.microsoft.com/office/drawing/2014/main" id="{73B4E6D8-238D-4300-9BD4-6B62CE681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" y="2967"/>
              <a:ext cx="318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242762" name="Text Box 74">
              <a:extLst>
                <a:ext uri="{FF2B5EF4-FFF2-40B4-BE49-F238E27FC236}">
                  <a16:creationId xmlns:a16="http://schemas.microsoft.com/office/drawing/2014/main" id="{16A3B187-9786-497C-9C0D-52F1791D6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" y="3466"/>
              <a:ext cx="375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242763" name="Text Box 75">
              <a:extLst>
                <a:ext uri="{FF2B5EF4-FFF2-40B4-BE49-F238E27FC236}">
                  <a16:creationId xmlns:a16="http://schemas.microsoft.com/office/drawing/2014/main" id="{54465B39-B5F0-4E20-B910-2ECD1B5AA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2740"/>
              <a:ext cx="634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242764" name="Text Box 76">
              <a:extLst>
                <a:ext uri="{FF2B5EF4-FFF2-40B4-BE49-F238E27FC236}">
                  <a16:creationId xmlns:a16="http://schemas.microsoft.com/office/drawing/2014/main" id="{0B030F32-B225-46B8-A9AF-BAB2A3C840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685"/>
              <a:ext cx="498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242765" name="Line 77">
              <a:extLst>
                <a:ext uri="{FF2B5EF4-FFF2-40B4-BE49-F238E27FC236}">
                  <a16:creationId xmlns:a16="http://schemas.microsoft.com/office/drawing/2014/main" id="{E57824BE-0AAF-420F-A4CE-BEF67A01F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2649"/>
              <a:ext cx="0" cy="113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66" name="Line 78">
              <a:extLst>
                <a:ext uri="{FF2B5EF4-FFF2-40B4-BE49-F238E27FC236}">
                  <a16:creationId xmlns:a16="http://schemas.microsoft.com/office/drawing/2014/main" id="{78B77CD5-D43D-4CE2-BC11-F4589B289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3022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67" name="Text Box 79">
              <a:extLst>
                <a:ext uri="{FF2B5EF4-FFF2-40B4-BE49-F238E27FC236}">
                  <a16:creationId xmlns:a16="http://schemas.microsoft.com/office/drawing/2014/main" id="{5339AD98-DB8A-483D-A345-8858C4215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2740"/>
              <a:ext cx="318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242768" name="Text Box 80">
              <a:extLst>
                <a:ext uri="{FF2B5EF4-FFF2-40B4-BE49-F238E27FC236}">
                  <a16:creationId xmlns:a16="http://schemas.microsoft.com/office/drawing/2014/main" id="{FBEA8B73-5E7E-4B0F-8BB2-55520EA6B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3330"/>
              <a:ext cx="375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242769" name="Text Box 81">
              <a:extLst>
                <a:ext uri="{FF2B5EF4-FFF2-40B4-BE49-F238E27FC236}">
                  <a16:creationId xmlns:a16="http://schemas.microsoft.com/office/drawing/2014/main" id="{5561663D-4798-4CBE-A03D-099D9879A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2740"/>
              <a:ext cx="409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5A</a:t>
              </a:r>
            </a:p>
          </p:txBody>
        </p:sp>
        <p:sp>
          <p:nvSpPr>
            <p:cNvPr id="242770" name="Rectangle 82">
              <a:extLst>
                <a:ext uri="{FF2B5EF4-FFF2-40B4-BE49-F238E27FC236}">
                  <a16:creationId xmlns:a16="http://schemas.microsoft.com/office/drawing/2014/main" id="{DD147062-E1C4-448F-93A8-CCEFE5F00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" y="2740"/>
              <a:ext cx="127" cy="3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71" name="Rectangle 83">
              <a:extLst>
                <a:ext uri="{FF2B5EF4-FFF2-40B4-BE49-F238E27FC236}">
                  <a16:creationId xmlns:a16="http://schemas.microsoft.com/office/drawing/2014/main" id="{37D8CBB8-D8CA-48E9-840E-B08E7024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2586"/>
              <a:ext cx="317" cy="136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72" name="AutoShape 84">
              <a:extLst>
                <a:ext uri="{FF2B5EF4-FFF2-40B4-BE49-F238E27FC236}">
                  <a16:creationId xmlns:a16="http://schemas.microsoft.com/office/drawing/2014/main" id="{BA8D72CD-FD71-4D95-BD58-C24117070E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73" y="3217"/>
              <a:ext cx="407" cy="362"/>
            </a:xfrm>
            <a:prstGeom prst="flowChartSort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42773" name="Line 85">
              <a:extLst>
                <a:ext uri="{FF2B5EF4-FFF2-40B4-BE49-F238E27FC236}">
                  <a16:creationId xmlns:a16="http://schemas.microsoft.com/office/drawing/2014/main" id="{2C857554-A9F1-45D2-8EE1-02ACFBD02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7" y="2750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242774" name="Group 86">
              <a:extLst>
                <a:ext uri="{FF2B5EF4-FFF2-40B4-BE49-F238E27FC236}">
                  <a16:creationId xmlns:a16="http://schemas.microsoft.com/office/drawing/2014/main" id="{12B93DD4-511C-42A4-991B-C7C2A15D7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5" y="3067"/>
              <a:ext cx="363" cy="363"/>
              <a:chOff x="4785" y="709"/>
              <a:chExt cx="363" cy="363"/>
            </a:xfrm>
          </p:grpSpPr>
          <p:sp>
            <p:nvSpPr>
              <p:cNvPr id="242775" name="Oval 87">
                <a:extLst>
                  <a:ext uri="{FF2B5EF4-FFF2-40B4-BE49-F238E27FC236}">
                    <a16:creationId xmlns:a16="http://schemas.microsoft.com/office/drawing/2014/main" id="{53709DF8-D4C4-4791-8D64-B9F2D3DBFC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仿宋_GB2312" pitchFamily="49" charset="-122"/>
                </a:endParaRPr>
              </a:p>
            </p:txBody>
          </p:sp>
          <p:sp>
            <p:nvSpPr>
              <p:cNvPr id="242776" name="Line 88">
                <a:extLst>
                  <a:ext uri="{FF2B5EF4-FFF2-40B4-BE49-F238E27FC236}">
                    <a16:creationId xmlns:a16="http://schemas.microsoft.com/office/drawing/2014/main" id="{A7474B09-8A38-4E97-A40F-DAB3089EE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85" name="Text Box 72">
              <a:extLst>
                <a:ext uri="{FF2B5EF4-FFF2-40B4-BE49-F238E27FC236}">
                  <a16:creationId xmlns:a16="http://schemas.microsoft.com/office/drawing/2014/main" id="{37234C2A-D45D-4F50-A2C9-9EF77FAB90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6" y="2959"/>
              <a:ext cx="373" cy="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400" b="1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u</a:t>
              </a:r>
              <a:r>
                <a:rPr kumimoji="0" lang="zh-CN" altLang="en-US" sz="4400" b="1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”</a:t>
              </a:r>
              <a:endPara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86" name="Text Box 72">
              <a:extLst>
                <a:ext uri="{FF2B5EF4-FFF2-40B4-BE49-F238E27FC236}">
                  <a16:creationId xmlns:a16="http://schemas.microsoft.com/office/drawing/2014/main" id="{E48F542D-9517-4F1E-B602-9584C86F5B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7" y="3224"/>
              <a:ext cx="373" cy="4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2</a:t>
              </a:r>
              <a:r>
                <a:rPr lang="en-US" altLang="zh-CN" sz="4400" b="1" i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sz="4400" b="1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Times New Roman" panose="02020603050405020304" pitchFamily="18" charset="0"/>
                </a:rPr>
                <a:t>”</a:t>
              </a:r>
              <a:endPara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42780" name="Line 92">
            <a:extLst>
              <a:ext uri="{FF2B5EF4-FFF2-40B4-BE49-F238E27FC236}">
                <a16:creationId xmlns:a16="http://schemas.microsoft.com/office/drawing/2014/main" id="{0AF02C78-52CB-4091-BB57-581B7C68D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4900" y="40386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2781" name="AutoShape 93">
            <a:extLst>
              <a:ext uri="{FF2B5EF4-FFF2-40B4-BE49-F238E27FC236}">
                <a16:creationId xmlns:a16="http://schemas.microsoft.com/office/drawing/2014/main" id="{80EB15CF-3C26-4F0B-88D1-455B2B51D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0"/>
            <a:ext cx="3705225" cy="576263"/>
          </a:xfrm>
          <a:prstGeom prst="wedgeRoundRectCallout">
            <a:avLst>
              <a:gd name="adj1" fmla="val -55097"/>
              <a:gd name="adj2" fmla="val 128787"/>
              <a:gd name="adj3" fmla="val 16667"/>
            </a:avLst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掌握求解方法和过程</a:t>
            </a:r>
          </a:p>
        </p:txBody>
      </p:sp>
      <p:sp>
        <p:nvSpPr>
          <p:cNvPr id="82" name="Text Box 5">
            <a:extLst>
              <a:ext uri="{FF2B5EF4-FFF2-40B4-BE49-F238E27FC236}">
                <a16:creationId xmlns:a16="http://schemas.microsoft.com/office/drawing/2014/main" id="{DA63D1E3-A329-4F7C-90F9-34117AE21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25" y="3084112"/>
            <a:ext cx="3852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10V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电源单独作用：</a:t>
            </a:r>
          </a:p>
        </p:txBody>
      </p:sp>
      <p:sp>
        <p:nvSpPr>
          <p:cNvPr id="83" name="Text Box 13">
            <a:extLst>
              <a:ext uri="{FF2B5EF4-FFF2-40B4-BE49-F238E27FC236}">
                <a16:creationId xmlns:a16="http://schemas.microsoft.com/office/drawing/2014/main" id="{C36E0FC7-2D72-4684-B3C8-5C6E12E9E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131" y="3210580"/>
            <a:ext cx="41233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5A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电流源单独作用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：</a:t>
            </a:r>
          </a:p>
        </p:txBody>
      </p:sp>
      <p:sp>
        <p:nvSpPr>
          <p:cNvPr id="84" name="Text Box 15">
            <a:extLst>
              <a:ext uri="{FF2B5EF4-FFF2-40B4-BE49-F238E27FC236}">
                <a16:creationId xmlns:a16="http://schemas.microsoft.com/office/drawing/2014/main" id="{F8886FF9-A29B-422F-8D9D-E30B9D716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56" y="176048"/>
            <a:ext cx="39198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请投稿绘出叠加电路图</a:t>
            </a:r>
          </a:p>
        </p:txBody>
      </p:sp>
    </p:spTree>
    <p:extLst>
      <p:ext uri="{BB962C8B-B14F-4D97-AF65-F5344CB8AC3E}">
        <p14:creationId xmlns:p14="http://schemas.microsoft.com/office/powerpoint/2010/main" val="896557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4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4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24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4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85" decel="100000"/>
                                        <p:tgtEl>
                                          <p:spTgt spid="2427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385" decel="100000"/>
                                        <p:tgtEl>
                                          <p:spTgt spid="24272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3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4272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4" dur="385" fill="hold"/>
                                        <p:tgtEl>
                                          <p:spTgt spid="242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5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42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6" dur="385" fill="hold"/>
                                        <p:tgtEl>
                                          <p:spTgt spid="242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7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242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4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700" grpId="0"/>
      <p:bldP spid="242701" grpId="0"/>
      <p:bldP spid="242702" grpId="0"/>
      <p:bldP spid="242703" grpId="0"/>
      <p:bldP spid="242729" grpId="0"/>
      <p:bldP spid="242730" grpId="0" animBg="1"/>
      <p:bldP spid="242781" grpId="0" animBg="1"/>
      <p:bldP spid="82" grpId="0"/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A9BDB55-8E06-4B4B-BC10-010C38ED284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33400" y="1128413"/>
            <a:ext cx="4876800" cy="86677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10V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电源单独作用产生的电压为（）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C06CDC-1B56-43F1-B9E5-7BBA1569ACF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52575" y="2133600"/>
            <a:ext cx="30194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3V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C9FC9F-0426-4382-A014-F546B7308A1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552575" y="2990850"/>
            <a:ext cx="31718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6V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972B28-D7F3-4B84-B00F-CB14D7D6701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52575" y="3848100"/>
            <a:ext cx="28670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2V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CD68CB-73DA-4DCD-A132-5DA2E601BDC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552575" y="4705350"/>
            <a:ext cx="88582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1V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86F2562-B653-4AF1-ACEC-A04807E46DF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838200" y="219789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C3964EA-EF14-45E8-AE7A-A1115252F2C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838200" y="305514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87B5FA6-D80F-45C9-8CA9-AD17EF75F26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838200" y="391239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CF909CF-530A-4472-9D70-46E54544501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838200" y="476964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4B77B8A-521E-433C-9E0D-DDE9CF0723C9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5895975" y="5562600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Group 43">
            <a:extLst>
              <a:ext uri="{FF2B5EF4-FFF2-40B4-BE49-F238E27FC236}">
                <a16:creationId xmlns:a16="http://schemas.microsoft.com/office/drawing/2014/main" id="{DF229922-C361-4EA2-89A3-7A3E77398F0F}"/>
              </a:ext>
            </a:extLst>
          </p:cNvPr>
          <p:cNvGrpSpPr>
            <a:grpSpLocks/>
          </p:cNvGrpSpPr>
          <p:nvPr/>
        </p:nvGrpSpPr>
        <p:grpSpPr bwMode="auto">
          <a:xfrm>
            <a:off x="5253037" y="1832769"/>
            <a:ext cx="3890963" cy="1887538"/>
            <a:chOff x="2925" y="1253"/>
            <a:chExt cx="2451" cy="1189"/>
          </a:xfrm>
        </p:grpSpPr>
        <p:sp>
          <p:nvSpPr>
            <p:cNvPr id="21" name="Oval 44">
              <a:extLst>
                <a:ext uri="{FF2B5EF4-FFF2-40B4-BE49-F238E27FC236}">
                  <a16:creationId xmlns:a16="http://schemas.microsoft.com/office/drawing/2014/main" id="{3324709F-C651-4BD8-9252-62A8A0EF7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752"/>
              <a:ext cx="363" cy="3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0099FF"/>
                      </a:gs>
                      <a:gs pos="100000">
                        <a:srgbClr val="0099FF">
                          <a:gamma/>
                          <a:shade val="46275"/>
                          <a:invGamma/>
                        </a:srgb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仿宋_GB2312" pitchFamily="49" charset="-122"/>
              </a:endParaRPr>
            </a:p>
          </p:txBody>
        </p:sp>
        <p:sp>
          <p:nvSpPr>
            <p:cNvPr id="22" name="Rectangle 45">
              <a:extLst>
                <a:ext uri="{FF2B5EF4-FFF2-40B4-BE49-F238E27FC236}">
                  <a16:creationId xmlns:a16="http://schemas.microsoft.com/office/drawing/2014/main" id="{0F75F7D3-3DBB-40EF-9F2C-7A236BD00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298"/>
              <a:ext cx="1860" cy="113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Text Box 46">
              <a:extLst>
                <a:ext uri="{FF2B5EF4-FFF2-40B4-BE49-F238E27FC236}">
                  <a16:creationId xmlns:a16="http://schemas.microsoft.com/office/drawing/2014/main" id="{6932D69F-D2E3-4DA9-934B-82B0BCFC0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706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24" name="Text Box 47">
              <a:extLst>
                <a:ext uri="{FF2B5EF4-FFF2-40B4-BE49-F238E27FC236}">
                  <a16:creationId xmlns:a16="http://schemas.microsoft.com/office/drawing/2014/main" id="{EDC7DBD1-46FF-4AF3-A8D6-49A7DCFE2A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1525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25" name="Text Box 48">
              <a:extLst>
                <a:ext uri="{FF2B5EF4-FFF2-40B4-BE49-F238E27FC236}">
                  <a16:creationId xmlns:a16="http://schemas.microsoft.com/office/drawing/2014/main" id="{C0AD787E-F16F-4336-B110-92C26FAC9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2024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26" name="Text Box 49">
              <a:extLst>
                <a:ext uri="{FF2B5EF4-FFF2-40B4-BE49-F238E27FC236}">
                  <a16:creationId xmlns:a16="http://schemas.microsoft.com/office/drawing/2014/main" id="{6E3480CB-5E6F-4BE5-A01B-A41601E11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1797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10V</a:t>
              </a:r>
            </a:p>
          </p:txBody>
        </p:sp>
        <p:sp>
          <p:nvSpPr>
            <p:cNvPr id="27" name="Text Box 50">
              <a:extLst>
                <a:ext uri="{FF2B5EF4-FFF2-40B4-BE49-F238E27FC236}">
                  <a16:creationId xmlns:a16="http://schemas.microsoft.com/office/drawing/2014/main" id="{B1AD0969-1BD2-467A-A59A-DAB3C01B91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88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28" name="Text Box 51">
              <a:extLst>
                <a:ext uri="{FF2B5EF4-FFF2-40B4-BE49-F238E27FC236}">
                  <a16:creationId xmlns:a16="http://schemas.microsoft.com/office/drawing/2014/main" id="{6E36421A-28CB-4012-98A9-ECB6A9519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1616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29" name="Text Box 52">
              <a:extLst>
                <a:ext uri="{FF2B5EF4-FFF2-40B4-BE49-F238E27FC236}">
                  <a16:creationId xmlns:a16="http://schemas.microsoft.com/office/drawing/2014/main" id="{9359BED8-E830-4680-B441-D08B46AF7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2115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30" name="Text Box 53">
              <a:extLst>
                <a:ext uri="{FF2B5EF4-FFF2-40B4-BE49-F238E27FC236}">
                  <a16:creationId xmlns:a16="http://schemas.microsoft.com/office/drawing/2014/main" id="{D89F178B-AB6A-48C3-A853-F3CC3D55C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1389"/>
              <a:ext cx="6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1" name="Text Box 54">
              <a:extLst>
                <a:ext uri="{FF2B5EF4-FFF2-40B4-BE49-F238E27FC236}">
                  <a16:creationId xmlns:a16="http://schemas.microsoft.com/office/drawing/2014/main" id="{8D505FDE-158B-4A9E-9523-33022577F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1334"/>
              <a:ext cx="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32" name="Text Box 55">
              <a:extLst>
                <a:ext uri="{FF2B5EF4-FFF2-40B4-BE49-F238E27FC236}">
                  <a16:creationId xmlns:a16="http://schemas.microsoft.com/office/drawing/2014/main" id="{E1AAEEF2-CC97-4B86-BC1C-E49C3E8DE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334"/>
              <a:ext cx="4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3" name="Line 56">
              <a:extLst>
                <a:ext uri="{FF2B5EF4-FFF2-40B4-BE49-F238E27FC236}">
                  <a16:creationId xmlns:a16="http://schemas.microsoft.com/office/drawing/2014/main" id="{4B711F60-3222-4954-B4E4-784215D4C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298"/>
              <a:ext cx="0" cy="113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Line 57">
              <a:extLst>
                <a:ext uri="{FF2B5EF4-FFF2-40B4-BE49-F238E27FC236}">
                  <a16:creationId xmlns:a16="http://schemas.microsoft.com/office/drawing/2014/main" id="{8FA55441-9205-4F40-9851-6AAE6F40DE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344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Text Box 58">
              <a:extLst>
                <a:ext uri="{FF2B5EF4-FFF2-40B4-BE49-F238E27FC236}">
                  <a16:creationId xmlns:a16="http://schemas.microsoft.com/office/drawing/2014/main" id="{6BA4150B-CF50-4714-82B8-6946FE1CDB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389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36" name="Text Box 59">
              <a:extLst>
                <a:ext uri="{FF2B5EF4-FFF2-40B4-BE49-F238E27FC236}">
                  <a16:creationId xmlns:a16="http://schemas.microsoft.com/office/drawing/2014/main" id="{D53F7A02-CD41-4045-8600-E11E1F594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979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37" name="Text Box 60">
              <a:extLst>
                <a:ext uri="{FF2B5EF4-FFF2-40B4-BE49-F238E27FC236}">
                  <a16:creationId xmlns:a16="http://schemas.microsoft.com/office/drawing/2014/main" id="{12DEF7AB-ABE7-4CB4-A835-B578B1203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1389"/>
              <a:ext cx="4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5A</a:t>
              </a:r>
            </a:p>
          </p:txBody>
        </p:sp>
        <p:sp>
          <p:nvSpPr>
            <p:cNvPr id="38" name="Rectangle 61">
              <a:extLst>
                <a:ext uri="{FF2B5EF4-FFF2-40B4-BE49-F238E27FC236}">
                  <a16:creationId xmlns:a16="http://schemas.microsoft.com/office/drawing/2014/main" id="{379425E4-2593-40B3-B4DE-9D8EB6AF5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389"/>
              <a:ext cx="127" cy="318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Rectangle 62">
              <a:extLst>
                <a:ext uri="{FF2B5EF4-FFF2-40B4-BE49-F238E27FC236}">
                  <a16:creationId xmlns:a16="http://schemas.microsoft.com/office/drawing/2014/main" id="{5DF8C961-C97F-4F1C-8AFE-CADFE739A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1253"/>
              <a:ext cx="317" cy="13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AutoShape 63">
              <a:extLst>
                <a:ext uri="{FF2B5EF4-FFF2-40B4-BE49-F238E27FC236}">
                  <a16:creationId xmlns:a16="http://schemas.microsoft.com/office/drawing/2014/main" id="{3D810920-EB72-4324-A808-4F5DA5FE20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10" y="1866"/>
              <a:ext cx="407" cy="362"/>
            </a:xfrm>
            <a:prstGeom prst="flowChartSort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41" name="Group 64">
              <a:extLst>
                <a:ext uri="{FF2B5EF4-FFF2-40B4-BE49-F238E27FC236}">
                  <a16:creationId xmlns:a16="http://schemas.microsoft.com/office/drawing/2014/main" id="{53328E9B-3870-415D-9CDE-67E1887DEA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5" y="1706"/>
              <a:ext cx="363" cy="363"/>
              <a:chOff x="4785" y="709"/>
              <a:chExt cx="363" cy="363"/>
            </a:xfrm>
          </p:grpSpPr>
          <p:sp>
            <p:nvSpPr>
              <p:cNvPr id="43" name="Oval 65">
                <a:extLst>
                  <a:ext uri="{FF2B5EF4-FFF2-40B4-BE49-F238E27FC236}">
                    <a16:creationId xmlns:a16="http://schemas.microsoft.com/office/drawing/2014/main" id="{D69A72FC-2B7F-42C8-BF4C-22694F1556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仿宋_GB2312" pitchFamily="49" charset="-122"/>
                </a:endParaRPr>
              </a:p>
            </p:txBody>
          </p:sp>
          <p:sp>
            <p:nvSpPr>
              <p:cNvPr id="44" name="Line 66">
                <a:extLst>
                  <a:ext uri="{FF2B5EF4-FFF2-40B4-BE49-F238E27FC236}">
                    <a16:creationId xmlns:a16="http://schemas.microsoft.com/office/drawing/2014/main" id="{0F64FC77-12E3-44A3-9AE3-234F26E64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2" name="Line 67">
              <a:extLst>
                <a:ext uri="{FF2B5EF4-FFF2-40B4-BE49-F238E27FC236}">
                  <a16:creationId xmlns:a16="http://schemas.microsoft.com/office/drawing/2014/main" id="{211A59FB-A3D3-4301-9402-68A52D5C76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7" y="1389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39A1851-2594-4345-BED9-4660308A07E0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99CDBA38-EF35-4B23-89C7-3448BB6FC0B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918CE64A-7558-4F5F-B5E4-D9FEBCA0D87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E840C4BA-D3DB-46FC-8958-583CB0DE72B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A92D3DD0-D7AB-4724-8C18-2F9C470E475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3CC22F3-C5A2-44C1-B902-17EBA74AC33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860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C89D19-2D23-4DCB-BE53-1A588F76C03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0050" y="1101238"/>
            <a:ext cx="3943350" cy="147637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电流源单独作用产生的电压为（）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A02AE7-CF94-4895-A464-EF9D21EBB9A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3V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946F07-C8B8-49BD-9D72-1D3FF824378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6V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E3FDB2-80DF-47A3-8B4C-666A8558C4F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2V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235500-20FC-4939-8621-5AAFE269588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7620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1V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4B0486D-58E8-42A2-9342-F9F84BE1945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D978017-BFE7-468F-838F-EE02EDFD672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EA2435C-50F2-492F-93BD-A3BB33EEEFF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B40E49A-3544-4E63-8B48-B6A2635ED89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5003D93-8268-4FEC-9FB9-E5F1502A4FEF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48021" y="5567364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0" name="Group 43">
            <a:extLst>
              <a:ext uri="{FF2B5EF4-FFF2-40B4-BE49-F238E27FC236}">
                <a16:creationId xmlns:a16="http://schemas.microsoft.com/office/drawing/2014/main" id="{5F45A97E-199B-431F-8E2A-6CFB17CC365D}"/>
              </a:ext>
            </a:extLst>
          </p:cNvPr>
          <p:cNvGrpSpPr>
            <a:grpSpLocks/>
          </p:cNvGrpSpPr>
          <p:nvPr/>
        </p:nvGrpSpPr>
        <p:grpSpPr bwMode="auto">
          <a:xfrm>
            <a:off x="5253037" y="1832769"/>
            <a:ext cx="3890963" cy="1887538"/>
            <a:chOff x="2925" y="1253"/>
            <a:chExt cx="2451" cy="1189"/>
          </a:xfrm>
        </p:grpSpPr>
        <p:sp>
          <p:nvSpPr>
            <p:cNvPr id="21" name="Oval 44">
              <a:extLst>
                <a:ext uri="{FF2B5EF4-FFF2-40B4-BE49-F238E27FC236}">
                  <a16:creationId xmlns:a16="http://schemas.microsoft.com/office/drawing/2014/main" id="{86875E59-350E-47FC-BF74-02F36004D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752"/>
              <a:ext cx="363" cy="363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0099FF"/>
                      </a:gs>
                      <a:gs pos="100000">
                        <a:srgbClr val="0099FF">
                          <a:gamma/>
                          <a:shade val="46275"/>
                          <a:invGamma/>
                        </a:srgb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仿宋_GB2312" pitchFamily="49" charset="-122"/>
              </a:endParaRPr>
            </a:p>
          </p:txBody>
        </p:sp>
        <p:sp>
          <p:nvSpPr>
            <p:cNvPr id="22" name="Rectangle 45">
              <a:extLst>
                <a:ext uri="{FF2B5EF4-FFF2-40B4-BE49-F238E27FC236}">
                  <a16:creationId xmlns:a16="http://schemas.microsoft.com/office/drawing/2014/main" id="{CF46516E-7304-4E57-BB55-04B08DA71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298"/>
              <a:ext cx="1860" cy="113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Text Box 46">
              <a:extLst>
                <a:ext uri="{FF2B5EF4-FFF2-40B4-BE49-F238E27FC236}">
                  <a16:creationId xmlns:a16="http://schemas.microsoft.com/office/drawing/2014/main" id="{282EFDC9-59BB-46CF-BFCC-D02AFC7E7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706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u</a:t>
              </a:r>
            </a:p>
          </p:txBody>
        </p:sp>
        <p:sp>
          <p:nvSpPr>
            <p:cNvPr id="24" name="Text Box 47">
              <a:extLst>
                <a:ext uri="{FF2B5EF4-FFF2-40B4-BE49-F238E27FC236}">
                  <a16:creationId xmlns:a16="http://schemas.microsoft.com/office/drawing/2014/main" id="{94CFF723-8883-45B5-A601-5FB5A92843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1525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25" name="Text Box 48">
              <a:extLst>
                <a:ext uri="{FF2B5EF4-FFF2-40B4-BE49-F238E27FC236}">
                  <a16:creationId xmlns:a16="http://schemas.microsoft.com/office/drawing/2014/main" id="{E1E0346E-703D-4017-8F17-8E5D9FE22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2024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26" name="Text Box 49">
              <a:extLst>
                <a:ext uri="{FF2B5EF4-FFF2-40B4-BE49-F238E27FC236}">
                  <a16:creationId xmlns:a16="http://schemas.microsoft.com/office/drawing/2014/main" id="{A0A3AB90-1CE9-4EE0-9C34-17C622E640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1797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10V</a:t>
              </a:r>
            </a:p>
          </p:txBody>
        </p:sp>
        <p:sp>
          <p:nvSpPr>
            <p:cNvPr id="27" name="Text Box 50">
              <a:extLst>
                <a:ext uri="{FF2B5EF4-FFF2-40B4-BE49-F238E27FC236}">
                  <a16:creationId xmlns:a16="http://schemas.microsoft.com/office/drawing/2014/main" id="{150A418D-8F42-402A-879A-6A381E54FF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88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28" name="Text Box 51">
              <a:extLst>
                <a:ext uri="{FF2B5EF4-FFF2-40B4-BE49-F238E27FC236}">
                  <a16:creationId xmlns:a16="http://schemas.microsoft.com/office/drawing/2014/main" id="{25326D78-E63D-4507-B423-6FB2F5C48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1616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29" name="Text Box 52">
              <a:extLst>
                <a:ext uri="{FF2B5EF4-FFF2-40B4-BE49-F238E27FC236}">
                  <a16:creationId xmlns:a16="http://schemas.microsoft.com/office/drawing/2014/main" id="{94C8D45E-2168-45A8-9517-044D5054E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9" y="2115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30" name="Text Box 53">
              <a:extLst>
                <a:ext uri="{FF2B5EF4-FFF2-40B4-BE49-F238E27FC236}">
                  <a16:creationId xmlns:a16="http://schemas.microsoft.com/office/drawing/2014/main" id="{E94A5693-F758-4FAC-BFDA-F6E83AF8A9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" y="1389"/>
              <a:ext cx="6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1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1" name="Text Box 54">
              <a:extLst>
                <a:ext uri="{FF2B5EF4-FFF2-40B4-BE49-F238E27FC236}">
                  <a16:creationId xmlns:a16="http://schemas.microsoft.com/office/drawing/2014/main" id="{273CF0C3-FC5D-4808-AAED-BFD888B83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9" y="1334"/>
              <a:ext cx="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i</a:t>
              </a:r>
            </a:p>
          </p:txBody>
        </p:sp>
        <p:sp>
          <p:nvSpPr>
            <p:cNvPr id="32" name="Text Box 55">
              <a:extLst>
                <a:ext uri="{FF2B5EF4-FFF2-40B4-BE49-F238E27FC236}">
                  <a16:creationId xmlns:a16="http://schemas.microsoft.com/office/drawing/2014/main" id="{B2264499-925C-43ED-B5E6-539514188F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334"/>
              <a:ext cx="49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2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sym typeface="Symbol" panose="05050102010706020507" pitchFamily="18" charset="2"/>
                </a:rPr>
                <a:t>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33" name="Line 56">
              <a:extLst>
                <a:ext uri="{FF2B5EF4-FFF2-40B4-BE49-F238E27FC236}">
                  <a16:creationId xmlns:a16="http://schemas.microsoft.com/office/drawing/2014/main" id="{F6D8B9B3-D6CC-4E7C-BC38-4A272F100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298"/>
              <a:ext cx="0" cy="113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Line 57">
              <a:extLst>
                <a:ext uri="{FF2B5EF4-FFF2-40B4-BE49-F238E27FC236}">
                  <a16:creationId xmlns:a16="http://schemas.microsoft.com/office/drawing/2014/main" id="{5C6CB112-16AA-43B5-A8EB-F0ADC2BB3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1344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Text Box 58">
              <a:extLst>
                <a:ext uri="{FF2B5EF4-FFF2-40B4-BE49-F238E27FC236}">
                  <a16:creationId xmlns:a16="http://schemas.microsoft.com/office/drawing/2014/main" id="{0812EAA4-309B-48FC-BA6D-A6C2DB8E8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389"/>
              <a:ext cx="3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36" name="Text Box 59">
              <a:extLst>
                <a:ext uri="{FF2B5EF4-FFF2-40B4-BE49-F238E27FC236}">
                  <a16:creationId xmlns:a16="http://schemas.microsoft.com/office/drawing/2014/main" id="{03FD9EDF-BA43-4ED3-8A9E-9BECEB0FA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979"/>
              <a:ext cx="3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37" name="Text Box 60">
              <a:extLst>
                <a:ext uri="{FF2B5EF4-FFF2-40B4-BE49-F238E27FC236}">
                  <a16:creationId xmlns:a16="http://schemas.microsoft.com/office/drawing/2014/main" id="{3BEA42B6-8E92-4BFC-A0E0-C845E4BAF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1389"/>
              <a:ext cx="40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</a:rPr>
                <a:t>5A</a:t>
              </a:r>
            </a:p>
          </p:txBody>
        </p:sp>
        <p:sp>
          <p:nvSpPr>
            <p:cNvPr id="38" name="Rectangle 61">
              <a:extLst>
                <a:ext uri="{FF2B5EF4-FFF2-40B4-BE49-F238E27FC236}">
                  <a16:creationId xmlns:a16="http://schemas.microsoft.com/office/drawing/2014/main" id="{5D9A9EE6-8C03-439B-910A-89BBDF5FA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1389"/>
              <a:ext cx="127" cy="318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Rectangle 62">
              <a:extLst>
                <a:ext uri="{FF2B5EF4-FFF2-40B4-BE49-F238E27FC236}">
                  <a16:creationId xmlns:a16="http://schemas.microsoft.com/office/drawing/2014/main" id="{4F2EC3CF-2F6B-4034-AC62-13E22645F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1253"/>
              <a:ext cx="317" cy="136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AutoShape 63">
              <a:extLst>
                <a:ext uri="{FF2B5EF4-FFF2-40B4-BE49-F238E27FC236}">
                  <a16:creationId xmlns:a16="http://schemas.microsoft.com/office/drawing/2014/main" id="{C63B9C74-127A-4CDD-8992-2FB734F676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10" y="1866"/>
              <a:ext cx="407" cy="362"/>
            </a:xfrm>
            <a:prstGeom prst="flowChartSort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41" name="Group 64">
              <a:extLst>
                <a:ext uri="{FF2B5EF4-FFF2-40B4-BE49-F238E27FC236}">
                  <a16:creationId xmlns:a16="http://schemas.microsoft.com/office/drawing/2014/main" id="{3C5A55F5-2B28-45C8-8FEC-2F45499901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5" y="1706"/>
              <a:ext cx="363" cy="363"/>
              <a:chOff x="4785" y="709"/>
              <a:chExt cx="363" cy="363"/>
            </a:xfrm>
          </p:grpSpPr>
          <p:sp>
            <p:nvSpPr>
              <p:cNvPr id="43" name="Oval 65">
                <a:extLst>
                  <a:ext uri="{FF2B5EF4-FFF2-40B4-BE49-F238E27FC236}">
                    <a16:creationId xmlns:a16="http://schemas.microsoft.com/office/drawing/2014/main" id="{9CEC6286-C04D-474E-9F3B-6DB8F0FBC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仿宋_GB2312" pitchFamily="49" charset="-122"/>
                </a:endParaRPr>
              </a:p>
            </p:txBody>
          </p:sp>
          <p:sp>
            <p:nvSpPr>
              <p:cNvPr id="44" name="Line 66">
                <a:extLst>
                  <a:ext uri="{FF2B5EF4-FFF2-40B4-BE49-F238E27FC236}">
                    <a16:creationId xmlns:a16="http://schemas.microsoft.com/office/drawing/2014/main" id="{46D45163-3FC5-4232-AF52-B26C9AA2C2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2" name="Line 67">
              <a:extLst>
                <a:ext uri="{FF2B5EF4-FFF2-40B4-BE49-F238E27FC236}">
                  <a16:creationId xmlns:a16="http://schemas.microsoft.com/office/drawing/2014/main" id="{62193560-AC73-4E94-AFFA-663D2BB92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7" y="1389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998B693-0D70-4017-9D1C-B1002DD9056E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1EF38FD-085F-4EE3-9D3A-71358A0C748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C23D7C8-F72F-4A85-9C51-5A20BAB8EC6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5A04D26A-CBAB-493C-B584-4BFEC6404DC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26EB2FCC-D476-44AA-AA0D-605753630121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B64CFE7-E52B-4254-AAA1-82CE42ED6CF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763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714" name="Object 2">
            <a:extLst>
              <a:ext uri="{FF2B5EF4-FFF2-40B4-BE49-F238E27FC236}">
                <a16:creationId xmlns:a16="http://schemas.microsoft.com/office/drawing/2014/main" id="{47EF97B0-15F9-4795-8302-4BCCA1C66C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100172"/>
              </p:ext>
            </p:extLst>
          </p:nvPr>
        </p:nvGraphicFramePr>
        <p:xfrm>
          <a:off x="4152716" y="2685392"/>
          <a:ext cx="285591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0" name="Equation" r:id="rId3" imgW="1320480" imgH="203040" progId="Equation.DSMT4">
                  <p:embed/>
                </p:oleObj>
              </mc:Choice>
              <mc:Fallback>
                <p:oleObj name="Equation" r:id="rId3" imgW="1320480" imgH="203040" progId="Equation.DSMT4">
                  <p:embed/>
                  <p:pic>
                    <p:nvPicPr>
                      <p:cNvPr id="243714" name="Object 2">
                        <a:extLst>
                          <a:ext uri="{FF2B5EF4-FFF2-40B4-BE49-F238E27FC236}">
                            <a16:creationId xmlns:a16="http://schemas.microsoft.com/office/drawing/2014/main" id="{47EF97B0-15F9-4795-8302-4BCCA1C66C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716" y="2685392"/>
                        <a:ext cx="285591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5" name="Object 3">
            <a:extLst>
              <a:ext uri="{FF2B5EF4-FFF2-40B4-BE49-F238E27FC236}">
                <a16:creationId xmlns:a16="http://schemas.microsoft.com/office/drawing/2014/main" id="{E2E421DE-33C4-4830-BE11-FE137AF381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981602"/>
              </p:ext>
            </p:extLst>
          </p:nvPr>
        </p:nvGraphicFramePr>
        <p:xfrm>
          <a:off x="1295400" y="3124200"/>
          <a:ext cx="36068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1" name="Equation" r:id="rId5" imgW="1485720" imgH="177480" progId="Equation.DSMT4">
                  <p:embed/>
                </p:oleObj>
              </mc:Choice>
              <mc:Fallback>
                <p:oleObj name="Equation" r:id="rId5" imgW="1485720" imgH="177480" progId="Equation.DSMT4">
                  <p:embed/>
                  <p:pic>
                    <p:nvPicPr>
                      <p:cNvPr id="243715" name="Object 3">
                        <a:extLst>
                          <a:ext uri="{FF2B5EF4-FFF2-40B4-BE49-F238E27FC236}">
                            <a16:creationId xmlns:a16="http://schemas.microsoft.com/office/drawing/2014/main" id="{E2E421DE-33C4-4830-BE11-FE137AF381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124200"/>
                        <a:ext cx="36068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6" name="Object 4">
            <a:extLst>
              <a:ext uri="{FF2B5EF4-FFF2-40B4-BE49-F238E27FC236}">
                <a16:creationId xmlns:a16="http://schemas.microsoft.com/office/drawing/2014/main" id="{5A8CA076-CDE9-48FF-8015-C8E6ACB09E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585713"/>
              </p:ext>
            </p:extLst>
          </p:nvPr>
        </p:nvGraphicFramePr>
        <p:xfrm>
          <a:off x="7151549" y="2667365"/>
          <a:ext cx="10445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2" name="Equation" r:id="rId7" imgW="469800" imgH="177480" progId="Equation.DSMT4">
                  <p:embed/>
                </p:oleObj>
              </mc:Choice>
              <mc:Fallback>
                <p:oleObj name="Equation" r:id="rId7" imgW="469800" imgH="177480" progId="Equation.DSMT4">
                  <p:embed/>
                  <p:pic>
                    <p:nvPicPr>
                      <p:cNvPr id="243716" name="Object 4">
                        <a:extLst>
                          <a:ext uri="{FF2B5EF4-FFF2-40B4-BE49-F238E27FC236}">
                            <a16:creationId xmlns:a16="http://schemas.microsoft.com/office/drawing/2014/main" id="{5A8CA076-CDE9-48FF-8015-C8E6ACB09E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1549" y="2667365"/>
                        <a:ext cx="10445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7" name="Text Box 5">
            <a:extLst>
              <a:ext uri="{FF2B5EF4-FFF2-40B4-BE49-F238E27FC236}">
                <a16:creationId xmlns:a16="http://schemas.microsoft.com/office/drawing/2014/main" id="{DB80D131-1556-4DAF-9883-583D25230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929" y="2578064"/>
            <a:ext cx="38528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10V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电压源单独作用：</a:t>
            </a:r>
          </a:p>
        </p:txBody>
      </p:sp>
      <p:sp>
        <p:nvSpPr>
          <p:cNvPr id="243725" name="Text Box 13">
            <a:extLst>
              <a:ext uri="{FF2B5EF4-FFF2-40B4-BE49-F238E27FC236}">
                <a16:creationId xmlns:a16="http://schemas.microsoft.com/office/drawing/2014/main" id="{855AB92D-A1EA-4FC9-85FF-19DC43515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554" y="3565099"/>
            <a:ext cx="41233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电流源单独作用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：</a:t>
            </a:r>
          </a:p>
        </p:txBody>
      </p:sp>
      <p:graphicFrame>
        <p:nvGraphicFramePr>
          <p:cNvPr id="243726" name="Object 14">
            <a:extLst>
              <a:ext uri="{FF2B5EF4-FFF2-40B4-BE49-F238E27FC236}">
                <a16:creationId xmlns:a16="http://schemas.microsoft.com/office/drawing/2014/main" id="{986AFD8F-BD86-4BDA-8221-A257C78575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850414"/>
              </p:ext>
            </p:extLst>
          </p:nvPr>
        </p:nvGraphicFramePr>
        <p:xfrm>
          <a:off x="4347668" y="3631077"/>
          <a:ext cx="34909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3" name="Equation" r:id="rId9" imgW="1511280" imgH="203040" progId="Equation.DSMT4">
                  <p:embed/>
                </p:oleObj>
              </mc:Choice>
              <mc:Fallback>
                <p:oleObj name="Equation" r:id="rId9" imgW="1511280" imgH="203040" progId="Equation.DSMT4">
                  <p:embed/>
                  <p:pic>
                    <p:nvPicPr>
                      <p:cNvPr id="243726" name="Object 14">
                        <a:extLst>
                          <a:ext uri="{FF2B5EF4-FFF2-40B4-BE49-F238E27FC236}">
                            <a16:creationId xmlns:a16="http://schemas.microsoft.com/office/drawing/2014/main" id="{986AFD8F-BD86-4BDA-8221-A257C78575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7668" y="3631077"/>
                        <a:ext cx="34909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7" name="Object 15">
            <a:extLst>
              <a:ext uri="{FF2B5EF4-FFF2-40B4-BE49-F238E27FC236}">
                <a16:creationId xmlns:a16="http://schemas.microsoft.com/office/drawing/2014/main" id="{F6E9757E-D90F-4F9C-A384-B8352EB2D3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262152"/>
              </p:ext>
            </p:extLst>
          </p:nvPr>
        </p:nvGraphicFramePr>
        <p:xfrm>
          <a:off x="7724277" y="3700962"/>
          <a:ext cx="12906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4" name="Equation" r:id="rId11" imgW="558720" imgH="177480" progId="Equation.DSMT4">
                  <p:embed/>
                </p:oleObj>
              </mc:Choice>
              <mc:Fallback>
                <p:oleObj name="Equation" r:id="rId11" imgW="558720" imgH="177480" progId="Equation.DSMT4">
                  <p:embed/>
                  <p:pic>
                    <p:nvPicPr>
                      <p:cNvPr id="243727" name="Object 15">
                        <a:extLst>
                          <a:ext uri="{FF2B5EF4-FFF2-40B4-BE49-F238E27FC236}">
                            <a16:creationId xmlns:a16="http://schemas.microsoft.com/office/drawing/2014/main" id="{F6E9757E-D90F-4F9C-A384-B8352EB2D3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4277" y="3700962"/>
                        <a:ext cx="129063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8" name="Object 16">
            <a:extLst>
              <a:ext uri="{FF2B5EF4-FFF2-40B4-BE49-F238E27FC236}">
                <a16:creationId xmlns:a16="http://schemas.microsoft.com/office/drawing/2014/main" id="{E7C27F82-CACD-4557-996E-87F9BD62B5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494980"/>
              </p:ext>
            </p:extLst>
          </p:nvPr>
        </p:nvGraphicFramePr>
        <p:xfrm>
          <a:off x="903385" y="4207179"/>
          <a:ext cx="41036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5" name="Equation" r:id="rId13" imgW="1815840" imgH="203040" progId="Equation.DSMT4">
                  <p:embed/>
                </p:oleObj>
              </mc:Choice>
              <mc:Fallback>
                <p:oleObj name="Equation" r:id="rId13" imgW="1815840" imgH="203040" progId="Equation.DSMT4">
                  <p:embed/>
                  <p:pic>
                    <p:nvPicPr>
                      <p:cNvPr id="243728" name="Object 16">
                        <a:extLst>
                          <a:ext uri="{FF2B5EF4-FFF2-40B4-BE49-F238E27FC236}">
                            <a16:creationId xmlns:a16="http://schemas.microsoft.com/office/drawing/2014/main" id="{E7C27F82-CACD-4557-996E-87F9BD62B5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385" y="4207179"/>
                        <a:ext cx="41036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29" name="Object 17">
            <a:extLst>
              <a:ext uri="{FF2B5EF4-FFF2-40B4-BE49-F238E27FC236}">
                <a16:creationId xmlns:a16="http://schemas.microsoft.com/office/drawing/2014/main" id="{0B5E2BD5-0B60-441E-B9C2-39EA54888E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7857723"/>
              </p:ext>
            </p:extLst>
          </p:nvPr>
        </p:nvGraphicFramePr>
        <p:xfrm>
          <a:off x="953045" y="5720946"/>
          <a:ext cx="2526755" cy="446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6" name="公式" r:id="rId15" imgW="1295280" imgH="228600" progId="Equation.3">
                  <p:embed/>
                </p:oleObj>
              </mc:Choice>
              <mc:Fallback>
                <p:oleObj name="公式" r:id="rId15" imgW="1295280" imgH="228600" progId="Equation.3">
                  <p:embed/>
                  <p:pic>
                    <p:nvPicPr>
                      <p:cNvPr id="243729" name="Object 17">
                        <a:extLst>
                          <a:ext uri="{FF2B5EF4-FFF2-40B4-BE49-F238E27FC236}">
                            <a16:creationId xmlns:a16="http://schemas.microsoft.com/office/drawing/2014/main" id="{0B5E2BD5-0B60-441E-B9C2-39EA54888E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045" y="5720946"/>
                        <a:ext cx="2526755" cy="446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0" name="Object 18">
            <a:extLst>
              <a:ext uri="{FF2B5EF4-FFF2-40B4-BE49-F238E27FC236}">
                <a16:creationId xmlns:a16="http://schemas.microsoft.com/office/drawing/2014/main" id="{B5BB3E1E-08C0-493B-9E63-9E22351714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235923"/>
              </p:ext>
            </p:extLst>
          </p:nvPr>
        </p:nvGraphicFramePr>
        <p:xfrm>
          <a:off x="3910608" y="5727296"/>
          <a:ext cx="2821564" cy="452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7" name="公式" r:id="rId17" imgW="1422360" imgH="228600" progId="Equation.3">
                  <p:embed/>
                </p:oleObj>
              </mc:Choice>
              <mc:Fallback>
                <p:oleObj name="公式" r:id="rId17" imgW="1422360" imgH="228600" progId="Equation.3">
                  <p:embed/>
                  <p:pic>
                    <p:nvPicPr>
                      <p:cNvPr id="243730" name="Object 18">
                        <a:extLst>
                          <a:ext uri="{FF2B5EF4-FFF2-40B4-BE49-F238E27FC236}">
                            <a16:creationId xmlns:a16="http://schemas.microsoft.com/office/drawing/2014/main" id="{B5BB3E1E-08C0-493B-9E63-9E2235171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608" y="5727296"/>
                        <a:ext cx="2821564" cy="452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3782" name="Group 70">
            <a:extLst>
              <a:ext uri="{FF2B5EF4-FFF2-40B4-BE49-F238E27FC236}">
                <a16:creationId xmlns:a16="http://schemas.microsoft.com/office/drawing/2014/main" id="{7B7281D9-6412-441D-8A1A-6CE2FA9B59AF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81000"/>
            <a:ext cx="3970988" cy="2057400"/>
            <a:chOff x="204" y="2296"/>
            <a:chExt cx="2279" cy="1225"/>
          </a:xfrm>
        </p:grpSpPr>
        <p:sp>
          <p:nvSpPr>
            <p:cNvPr id="243783" name="Line 71">
              <a:extLst>
                <a:ext uri="{FF2B5EF4-FFF2-40B4-BE49-F238E27FC236}">
                  <a16:creationId xmlns:a16="http://schemas.microsoft.com/office/drawing/2014/main" id="{CFD932EC-45CA-465D-A53B-43EDE67F5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342"/>
              <a:ext cx="0" cy="113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784" name="Oval 72">
              <a:extLst>
                <a:ext uri="{FF2B5EF4-FFF2-40B4-BE49-F238E27FC236}">
                  <a16:creationId xmlns:a16="http://schemas.microsoft.com/office/drawing/2014/main" id="{10261ADD-89F1-4BBD-A6EB-E00084928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2840"/>
              <a:ext cx="363" cy="3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243785" name="Rectangle 73">
              <a:extLst>
                <a:ext uri="{FF2B5EF4-FFF2-40B4-BE49-F238E27FC236}">
                  <a16:creationId xmlns:a16="http://schemas.microsoft.com/office/drawing/2014/main" id="{5EED78D1-FA64-4959-8246-329AE7DDB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2477"/>
              <a:ext cx="127" cy="3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786" name="Text Box 74">
              <a:extLst>
                <a:ext uri="{FF2B5EF4-FFF2-40B4-BE49-F238E27FC236}">
                  <a16:creationId xmlns:a16="http://schemas.microsoft.com/office/drawing/2014/main" id="{800A1C68-EB0D-4913-A7F6-EEB7E20A1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478"/>
              <a:ext cx="31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＋</a:t>
              </a:r>
            </a:p>
          </p:txBody>
        </p:sp>
        <p:sp>
          <p:nvSpPr>
            <p:cNvPr id="243787" name="Text Box 75">
              <a:extLst>
                <a:ext uri="{FF2B5EF4-FFF2-40B4-BE49-F238E27FC236}">
                  <a16:creationId xmlns:a16="http://schemas.microsoft.com/office/drawing/2014/main" id="{E6D83DDA-3DAA-4E23-9333-915B674B9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148"/>
              <a:ext cx="375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－</a:t>
              </a:r>
            </a:p>
          </p:txBody>
        </p:sp>
        <p:sp>
          <p:nvSpPr>
            <p:cNvPr id="243788" name="Text Box 76">
              <a:extLst>
                <a:ext uri="{FF2B5EF4-FFF2-40B4-BE49-F238E27FC236}">
                  <a16:creationId xmlns:a16="http://schemas.microsoft.com/office/drawing/2014/main" id="{85F8BEFB-365F-49B5-801C-5FDF050D6E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840"/>
              <a:ext cx="54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10V</a:t>
              </a:r>
            </a:p>
          </p:txBody>
        </p:sp>
        <p:sp>
          <p:nvSpPr>
            <p:cNvPr id="243790" name="Text Box 78">
              <a:extLst>
                <a:ext uri="{FF2B5EF4-FFF2-40B4-BE49-F238E27FC236}">
                  <a16:creationId xmlns:a16="http://schemas.microsoft.com/office/drawing/2014/main" id="{EA7E1E36-DC42-43AE-B827-207FACCE0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750"/>
              <a:ext cx="318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＋</a:t>
              </a:r>
            </a:p>
          </p:txBody>
        </p:sp>
        <p:sp>
          <p:nvSpPr>
            <p:cNvPr id="243791" name="Text Box 79">
              <a:extLst>
                <a:ext uri="{FF2B5EF4-FFF2-40B4-BE49-F238E27FC236}">
                  <a16:creationId xmlns:a16="http://schemas.microsoft.com/office/drawing/2014/main" id="{D5BAE22D-453A-4933-AB9C-B2BAC65C0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3158"/>
              <a:ext cx="375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－</a:t>
              </a:r>
            </a:p>
          </p:txBody>
        </p:sp>
        <p:sp>
          <p:nvSpPr>
            <p:cNvPr id="243792" name="Text Box 80">
              <a:extLst>
                <a:ext uri="{FF2B5EF4-FFF2-40B4-BE49-F238E27FC236}">
                  <a16:creationId xmlns:a16="http://schemas.microsoft.com/office/drawing/2014/main" id="{CFDBBA13-16C5-4D61-97D1-DD69577757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4" y="2432"/>
              <a:ext cx="544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1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243793" name="Text Box 81">
              <a:extLst>
                <a:ext uri="{FF2B5EF4-FFF2-40B4-BE49-F238E27FC236}">
                  <a16:creationId xmlns:a16="http://schemas.microsoft.com/office/drawing/2014/main" id="{E6A3C015-AE8E-401F-B1DC-6DDEBD7B1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387"/>
              <a:ext cx="498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2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243794" name="Line 82">
              <a:extLst>
                <a:ext uri="{FF2B5EF4-FFF2-40B4-BE49-F238E27FC236}">
                  <a16:creationId xmlns:a16="http://schemas.microsoft.com/office/drawing/2014/main" id="{03A6F380-066C-4846-BDF9-85CB75EBD9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341"/>
              <a:ext cx="1451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795" name="Line 83">
              <a:extLst>
                <a:ext uri="{FF2B5EF4-FFF2-40B4-BE49-F238E27FC236}">
                  <a16:creationId xmlns:a16="http://schemas.microsoft.com/office/drawing/2014/main" id="{91AC9102-62C8-42EA-98ED-9C8C2A6E0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3475"/>
              <a:ext cx="142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796" name="Line 84">
              <a:extLst>
                <a:ext uri="{FF2B5EF4-FFF2-40B4-BE49-F238E27FC236}">
                  <a16:creationId xmlns:a16="http://schemas.microsoft.com/office/drawing/2014/main" id="{EDAB6D54-5CB7-4D16-90AD-6557282E9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342"/>
              <a:ext cx="0" cy="113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797" name="Line 85">
              <a:extLst>
                <a:ext uri="{FF2B5EF4-FFF2-40B4-BE49-F238E27FC236}">
                  <a16:creationId xmlns:a16="http://schemas.microsoft.com/office/drawing/2014/main" id="{3B37E892-DDCE-4E0F-87AD-6D41374EF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387"/>
              <a:ext cx="0" cy="227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798" name="Text Box 86">
              <a:extLst>
                <a:ext uri="{FF2B5EF4-FFF2-40B4-BE49-F238E27FC236}">
                  <a16:creationId xmlns:a16="http://schemas.microsoft.com/office/drawing/2014/main" id="{D416BFAF-367C-4742-83B1-25B7E079B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8" y="2342"/>
              <a:ext cx="318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＋</a:t>
              </a:r>
            </a:p>
          </p:txBody>
        </p:sp>
        <p:sp>
          <p:nvSpPr>
            <p:cNvPr id="243799" name="Text Box 87">
              <a:extLst>
                <a:ext uri="{FF2B5EF4-FFF2-40B4-BE49-F238E27FC236}">
                  <a16:creationId xmlns:a16="http://schemas.microsoft.com/office/drawing/2014/main" id="{0F3717E9-6BF8-4D92-B040-1226ADD56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8" y="2977"/>
              <a:ext cx="375" cy="3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－</a:t>
              </a:r>
            </a:p>
          </p:txBody>
        </p:sp>
        <p:sp>
          <p:nvSpPr>
            <p:cNvPr id="243801" name="Oval 89">
              <a:extLst>
                <a:ext uri="{FF2B5EF4-FFF2-40B4-BE49-F238E27FC236}">
                  <a16:creationId xmlns:a16="http://schemas.microsoft.com/office/drawing/2014/main" id="{02827899-6D57-413E-BCEB-B5E97E517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3430"/>
              <a:ext cx="90" cy="9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802" name="Oval 90">
              <a:extLst>
                <a:ext uri="{FF2B5EF4-FFF2-40B4-BE49-F238E27FC236}">
                  <a16:creationId xmlns:a16="http://schemas.microsoft.com/office/drawing/2014/main" id="{A5517C24-2FF8-471C-A7BC-D57F64C08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1" y="2296"/>
              <a:ext cx="90" cy="9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803" name="Rectangle 91">
              <a:extLst>
                <a:ext uri="{FF2B5EF4-FFF2-40B4-BE49-F238E27FC236}">
                  <a16:creationId xmlns:a16="http://schemas.microsoft.com/office/drawing/2014/main" id="{172B9EC8-7D8D-4B41-AE3C-49D0C8ED4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2296"/>
              <a:ext cx="317" cy="136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804" name="AutoShape 92">
              <a:extLst>
                <a:ext uri="{FF2B5EF4-FFF2-40B4-BE49-F238E27FC236}">
                  <a16:creationId xmlns:a16="http://schemas.microsoft.com/office/drawing/2014/main" id="{0BC96181-C6D4-466E-98D7-80EEDA99564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15" y="2955"/>
              <a:ext cx="407" cy="362"/>
            </a:xfrm>
            <a:prstGeom prst="flowChartSort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43805" name="Text Box 93">
            <a:extLst>
              <a:ext uri="{FF2B5EF4-FFF2-40B4-BE49-F238E27FC236}">
                <a16:creationId xmlns:a16="http://schemas.microsoft.com/office/drawing/2014/main" id="{50AB0188-F3FA-483D-B8CE-09D4D615D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143000"/>
            <a:ext cx="5762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仿宋_GB2312" pitchFamily="49" charset="-122"/>
                <a:cs typeface="+mn-cs"/>
              </a:rPr>
              <a:t>＋</a:t>
            </a:r>
          </a:p>
        </p:txBody>
      </p:sp>
      <p:grpSp>
        <p:nvGrpSpPr>
          <p:cNvPr id="243806" name="Group 94">
            <a:extLst>
              <a:ext uri="{FF2B5EF4-FFF2-40B4-BE49-F238E27FC236}">
                <a16:creationId xmlns:a16="http://schemas.microsoft.com/office/drawing/2014/main" id="{FA753CA4-4F6F-43B9-BBB5-DE5D2978C14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57200"/>
            <a:ext cx="3733800" cy="1965325"/>
            <a:chOff x="3107" y="2586"/>
            <a:chExt cx="2269" cy="1197"/>
          </a:xfrm>
        </p:grpSpPr>
        <p:sp>
          <p:nvSpPr>
            <p:cNvPr id="243807" name="Rectangle 95">
              <a:extLst>
                <a:ext uri="{FF2B5EF4-FFF2-40B4-BE49-F238E27FC236}">
                  <a16:creationId xmlns:a16="http://schemas.microsoft.com/office/drawing/2014/main" id="{4D870D06-AA02-4BAD-B8D5-6316039EA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649"/>
              <a:ext cx="1860" cy="1134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811" name="Text Box 99">
              <a:extLst>
                <a:ext uri="{FF2B5EF4-FFF2-40B4-BE49-F238E27FC236}">
                  <a16:creationId xmlns:a16="http://schemas.microsoft.com/office/drawing/2014/main" id="{A5C98519-D612-4150-84CB-EAC4C7428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" y="2967"/>
              <a:ext cx="318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＋</a:t>
              </a:r>
            </a:p>
          </p:txBody>
        </p:sp>
        <p:sp>
          <p:nvSpPr>
            <p:cNvPr id="243812" name="Text Box 100">
              <a:extLst>
                <a:ext uri="{FF2B5EF4-FFF2-40B4-BE49-F238E27FC236}">
                  <a16:creationId xmlns:a16="http://schemas.microsoft.com/office/drawing/2014/main" id="{133F52ED-7B12-4DA8-8012-7D001FACEB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2" y="3466"/>
              <a:ext cx="375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－</a:t>
              </a:r>
            </a:p>
          </p:txBody>
        </p:sp>
        <p:sp>
          <p:nvSpPr>
            <p:cNvPr id="243813" name="Text Box 101">
              <a:extLst>
                <a:ext uri="{FF2B5EF4-FFF2-40B4-BE49-F238E27FC236}">
                  <a16:creationId xmlns:a16="http://schemas.microsoft.com/office/drawing/2014/main" id="{88C20F7D-C053-4DB8-9E6C-A5586692B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3" y="2740"/>
              <a:ext cx="634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1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243814" name="Text Box 102">
              <a:extLst>
                <a:ext uri="{FF2B5EF4-FFF2-40B4-BE49-F238E27FC236}">
                  <a16:creationId xmlns:a16="http://schemas.microsoft.com/office/drawing/2014/main" id="{42059663-1880-4F1F-8AFE-C72212842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685"/>
              <a:ext cx="498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2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  <a:sym typeface="Symbol" panose="05050102010706020507" pitchFamily="18" charset="2"/>
                </a:rPr>
                <a:t></a:t>
              </a:r>
              <a:endPara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sp>
          <p:nvSpPr>
            <p:cNvPr id="243815" name="Line 103">
              <a:extLst>
                <a:ext uri="{FF2B5EF4-FFF2-40B4-BE49-F238E27FC236}">
                  <a16:creationId xmlns:a16="http://schemas.microsoft.com/office/drawing/2014/main" id="{7FA0F12C-5E69-4F49-9C18-3B3798E3D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2649"/>
              <a:ext cx="0" cy="113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816" name="Line 104">
              <a:extLst>
                <a:ext uri="{FF2B5EF4-FFF2-40B4-BE49-F238E27FC236}">
                  <a16:creationId xmlns:a16="http://schemas.microsoft.com/office/drawing/2014/main" id="{F89595DE-C346-40DF-9CC4-A04E3BBA9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3022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817" name="Text Box 105">
              <a:extLst>
                <a:ext uri="{FF2B5EF4-FFF2-40B4-BE49-F238E27FC236}">
                  <a16:creationId xmlns:a16="http://schemas.microsoft.com/office/drawing/2014/main" id="{9AC6590B-69A1-43B4-B0F8-C38BDD4B0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2740"/>
              <a:ext cx="318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＋</a:t>
              </a:r>
            </a:p>
          </p:txBody>
        </p:sp>
        <p:sp>
          <p:nvSpPr>
            <p:cNvPr id="243818" name="Text Box 106">
              <a:extLst>
                <a:ext uri="{FF2B5EF4-FFF2-40B4-BE49-F238E27FC236}">
                  <a16:creationId xmlns:a16="http://schemas.microsoft.com/office/drawing/2014/main" id="{9EE35BDC-30BF-49B7-BF05-78D308DC0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3330"/>
              <a:ext cx="375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－</a:t>
              </a:r>
            </a:p>
          </p:txBody>
        </p:sp>
        <p:sp>
          <p:nvSpPr>
            <p:cNvPr id="243819" name="Text Box 107">
              <a:extLst>
                <a:ext uri="{FF2B5EF4-FFF2-40B4-BE49-F238E27FC236}">
                  <a16:creationId xmlns:a16="http://schemas.microsoft.com/office/drawing/2014/main" id="{61AD239F-91C5-416B-B49B-18EACD82C0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2740"/>
              <a:ext cx="409" cy="3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5A</a:t>
              </a:r>
            </a:p>
          </p:txBody>
        </p:sp>
        <p:sp>
          <p:nvSpPr>
            <p:cNvPr id="243820" name="Rectangle 108">
              <a:extLst>
                <a:ext uri="{FF2B5EF4-FFF2-40B4-BE49-F238E27FC236}">
                  <a16:creationId xmlns:a16="http://schemas.microsoft.com/office/drawing/2014/main" id="{D67ED12C-0956-4391-ABB4-EDAF2649A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" y="2740"/>
              <a:ext cx="127" cy="3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821" name="Rectangle 109">
              <a:extLst>
                <a:ext uri="{FF2B5EF4-FFF2-40B4-BE49-F238E27FC236}">
                  <a16:creationId xmlns:a16="http://schemas.microsoft.com/office/drawing/2014/main" id="{610E404C-5454-40B8-B5A3-6AB01545B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2586"/>
              <a:ext cx="317" cy="136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822" name="AutoShape 110">
              <a:extLst>
                <a:ext uri="{FF2B5EF4-FFF2-40B4-BE49-F238E27FC236}">
                  <a16:creationId xmlns:a16="http://schemas.microsoft.com/office/drawing/2014/main" id="{459C2588-7611-4303-9F1D-92DB69264A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673" y="3217"/>
              <a:ext cx="407" cy="362"/>
            </a:xfrm>
            <a:prstGeom prst="flowChartSort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3823" name="Line 111">
              <a:extLst>
                <a:ext uri="{FF2B5EF4-FFF2-40B4-BE49-F238E27FC236}">
                  <a16:creationId xmlns:a16="http://schemas.microsoft.com/office/drawing/2014/main" id="{B200C76E-C59B-43B8-BC20-6C4FC683ED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7" y="2750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43824" name="Group 112">
              <a:extLst>
                <a:ext uri="{FF2B5EF4-FFF2-40B4-BE49-F238E27FC236}">
                  <a16:creationId xmlns:a16="http://schemas.microsoft.com/office/drawing/2014/main" id="{D7BD63EA-3762-4D44-B947-2694B87424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5" y="3067"/>
              <a:ext cx="363" cy="363"/>
              <a:chOff x="4785" y="709"/>
              <a:chExt cx="363" cy="363"/>
            </a:xfrm>
          </p:grpSpPr>
          <p:sp>
            <p:nvSpPr>
              <p:cNvPr id="243825" name="Oval 113">
                <a:extLst>
                  <a:ext uri="{FF2B5EF4-FFF2-40B4-BE49-F238E27FC236}">
                    <a16:creationId xmlns:a16="http://schemas.microsoft.com/office/drawing/2014/main" id="{C230D4E4-84EC-4AAF-A56D-18E9B7F6F5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仿宋_GB2312" pitchFamily="49" charset="-122"/>
                  <a:cs typeface="+mn-cs"/>
                </a:endParaRPr>
              </a:p>
            </p:txBody>
          </p:sp>
          <p:sp>
            <p:nvSpPr>
              <p:cNvPr id="243826" name="Line 114">
                <a:extLst>
                  <a:ext uri="{FF2B5EF4-FFF2-40B4-BE49-F238E27FC236}">
                    <a16:creationId xmlns:a16="http://schemas.microsoft.com/office/drawing/2014/main" id="{2DC90256-1D36-4B46-879B-A1502D9ECE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43827" name="Line 115">
            <a:extLst>
              <a:ext uri="{FF2B5EF4-FFF2-40B4-BE49-F238E27FC236}">
                <a16:creationId xmlns:a16="http://schemas.microsoft.com/office/drawing/2014/main" id="{AD3B6473-846C-4565-9DD3-FECDF3E49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7300" y="5334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3828" name="Freeform 116">
            <a:extLst>
              <a:ext uri="{FF2B5EF4-FFF2-40B4-BE49-F238E27FC236}">
                <a16:creationId xmlns:a16="http://schemas.microsoft.com/office/drawing/2014/main" id="{D9954327-FB12-4927-8FD7-023DF0E69073}"/>
              </a:ext>
            </a:extLst>
          </p:cNvPr>
          <p:cNvSpPr>
            <a:spLocks/>
          </p:cNvSpPr>
          <p:nvPr/>
        </p:nvSpPr>
        <p:spPr bwMode="auto">
          <a:xfrm>
            <a:off x="5638800" y="1219200"/>
            <a:ext cx="508000" cy="965200"/>
          </a:xfrm>
          <a:custGeom>
            <a:avLst/>
            <a:gdLst>
              <a:gd name="T0" fmla="*/ 0 w 320"/>
              <a:gd name="T1" fmla="*/ 240 h 608"/>
              <a:gd name="T2" fmla="*/ 240 w 320"/>
              <a:gd name="T3" fmla="*/ 48 h 608"/>
              <a:gd name="T4" fmla="*/ 288 w 320"/>
              <a:gd name="T5" fmla="*/ 528 h 608"/>
              <a:gd name="T6" fmla="*/ 48 w 320"/>
              <a:gd name="T7" fmla="*/ 52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0" h="608">
                <a:moveTo>
                  <a:pt x="0" y="240"/>
                </a:moveTo>
                <a:cubicBezTo>
                  <a:pt x="96" y="120"/>
                  <a:pt x="192" y="0"/>
                  <a:pt x="240" y="48"/>
                </a:cubicBezTo>
                <a:cubicBezTo>
                  <a:pt x="288" y="96"/>
                  <a:pt x="320" y="448"/>
                  <a:pt x="288" y="528"/>
                </a:cubicBezTo>
                <a:cubicBezTo>
                  <a:pt x="256" y="608"/>
                  <a:pt x="152" y="568"/>
                  <a:pt x="48" y="528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3829" name="Freeform 117">
            <a:extLst>
              <a:ext uri="{FF2B5EF4-FFF2-40B4-BE49-F238E27FC236}">
                <a16:creationId xmlns:a16="http://schemas.microsoft.com/office/drawing/2014/main" id="{EA46571D-0686-4E4E-A072-F24FF3F432E7}"/>
              </a:ext>
            </a:extLst>
          </p:cNvPr>
          <p:cNvSpPr>
            <a:spLocks/>
          </p:cNvSpPr>
          <p:nvPr/>
        </p:nvSpPr>
        <p:spPr bwMode="auto">
          <a:xfrm>
            <a:off x="1600200" y="1066800"/>
            <a:ext cx="508000" cy="736600"/>
          </a:xfrm>
          <a:custGeom>
            <a:avLst/>
            <a:gdLst>
              <a:gd name="T0" fmla="*/ 0 w 320"/>
              <a:gd name="T1" fmla="*/ 240 h 608"/>
              <a:gd name="T2" fmla="*/ 240 w 320"/>
              <a:gd name="T3" fmla="*/ 48 h 608"/>
              <a:gd name="T4" fmla="*/ 288 w 320"/>
              <a:gd name="T5" fmla="*/ 528 h 608"/>
              <a:gd name="T6" fmla="*/ 48 w 320"/>
              <a:gd name="T7" fmla="*/ 52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0" h="608">
                <a:moveTo>
                  <a:pt x="0" y="240"/>
                </a:moveTo>
                <a:cubicBezTo>
                  <a:pt x="96" y="120"/>
                  <a:pt x="192" y="0"/>
                  <a:pt x="240" y="48"/>
                </a:cubicBezTo>
                <a:cubicBezTo>
                  <a:pt x="288" y="96"/>
                  <a:pt x="320" y="448"/>
                  <a:pt x="288" y="528"/>
                </a:cubicBezTo>
                <a:cubicBezTo>
                  <a:pt x="256" y="608"/>
                  <a:pt x="152" y="568"/>
                  <a:pt x="48" y="528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3830" name="Freeform 118">
            <a:extLst>
              <a:ext uri="{FF2B5EF4-FFF2-40B4-BE49-F238E27FC236}">
                <a16:creationId xmlns:a16="http://schemas.microsoft.com/office/drawing/2014/main" id="{5561C3C0-378D-42E9-91E8-7936FC335B28}"/>
              </a:ext>
            </a:extLst>
          </p:cNvPr>
          <p:cNvSpPr>
            <a:spLocks/>
          </p:cNvSpPr>
          <p:nvPr/>
        </p:nvSpPr>
        <p:spPr bwMode="auto">
          <a:xfrm>
            <a:off x="2971800" y="1295400"/>
            <a:ext cx="508000" cy="736600"/>
          </a:xfrm>
          <a:custGeom>
            <a:avLst/>
            <a:gdLst>
              <a:gd name="T0" fmla="*/ 0 w 320"/>
              <a:gd name="T1" fmla="*/ 240 h 608"/>
              <a:gd name="T2" fmla="*/ 240 w 320"/>
              <a:gd name="T3" fmla="*/ 48 h 608"/>
              <a:gd name="T4" fmla="*/ 288 w 320"/>
              <a:gd name="T5" fmla="*/ 528 h 608"/>
              <a:gd name="T6" fmla="*/ 48 w 320"/>
              <a:gd name="T7" fmla="*/ 52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0" h="608">
                <a:moveTo>
                  <a:pt x="0" y="240"/>
                </a:moveTo>
                <a:cubicBezTo>
                  <a:pt x="96" y="120"/>
                  <a:pt x="192" y="0"/>
                  <a:pt x="240" y="48"/>
                </a:cubicBezTo>
                <a:cubicBezTo>
                  <a:pt x="288" y="96"/>
                  <a:pt x="320" y="448"/>
                  <a:pt x="288" y="528"/>
                </a:cubicBezTo>
                <a:cubicBezTo>
                  <a:pt x="256" y="608"/>
                  <a:pt x="152" y="568"/>
                  <a:pt x="48" y="528"/>
                </a:cubicBezTo>
              </a:path>
            </a:pathLst>
          </a:custGeom>
          <a:noFill/>
          <a:ln w="28575" cmpd="sng">
            <a:solidFill>
              <a:srgbClr val="FF0000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3831" name="Freeform 119">
            <a:extLst>
              <a:ext uri="{FF2B5EF4-FFF2-40B4-BE49-F238E27FC236}">
                <a16:creationId xmlns:a16="http://schemas.microsoft.com/office/drawing/2014/main" id="{3ACBB075-21AA-40FC-B471-F9BF86243861}"/>
              </a:ext>
            </a:extLst>
          </p:cNvPr>
          <p:cNvSpPr>
            <a:spLocks/>
          </p:cNvSpPr>
          <p:nvPr/>
        </p:nvSpPr>
        <p:spPr bwMode="auto">
          <a:xfrm>
            <a:off x="5334000" y="990600"/>
            <a:ext cx="2743200" cy="1371600"/>
          </a:xfrm>
          <a:custGeom>
            <a:avLst/>
            <a:gdLst>
              <a:gd name="T0" fmla="*/ 0 w 320"/>
              <a:gd name="T1" fmla="*/ 240 h 608"/>
              <a:gd name="T2" fmla="*/ 240 w 320"/>
              <a:gd name="T3" fmla="*/ 48 h 608"/>
              <a:gd name="T4" fmla="*/ 288 w 320"/>
              <a:gd name="T5" fmla="*/ 528 h 608"/>
              <a:gd name="T6" fmla="*/ 48 w 320"/>
              <a:gd name="T7" fmla="*/ 528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0" h="608">
                <a:moveTo>
                  <a:pt x="0" y="240"/>
                </a:moveTo>
                <a:cubicBezTo>
                  <a:pt x="96" y="120"/>
                  <a:pt x="192" y="0"/>
                  <a:pt x="240" y="48"/>
                </a:cubicBezTo>
                <a:cubicBezTo>
                  <a:pt x="288" y="96"/>
                  <a:pt x="320" y="448"/>
                  <a:pt x="288" y="528"/>
                </a:cubicBezTo>
                <a:cubicBezTo>
                  <a:pt x="256" y="608"/>
                  <a:pt x="152" y="568"/>
                  <a:pt x="48" y="528"/>
                </a:cubicBezTo>
              </a:path>
            </a:pathLst>
          </a:custGeom>
          <a:noFill/>
          <a:ln w="28575" cmpd="sng">
            <a:solidFill>
              <a:srgbClr val="000099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" name="Text Box 13">
            <a:extLst>
              <a:ext uri="{FF2B5EF4-FFF2-40B4-BE49-F238E27FC236}">
                <a16:creationId xmlns:a16="http://schemas.microsoft.com/office/drawing/2014/main" id="{4A86A4D2-EC66-4727-A5C9-7CAF5EBF4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11" y="6167255"/>
            <a:ext cx="46264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电压源发出的功率为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：</a:t>
            </a:r>
          </a:p>
        </p:txBody>
      </p:sp>
      <p:graphicFrame>
        <p:nvGraphicFramePr>
          <p:cNvPr id="65" name="Object 18">
            <a:extLst>
              <a:ext uri="{FF2B5EF4-FFF2-40B4-BE49-F238E27FC236}">
                <a16:creationId xmlns:a16="http://schemas.microsoft.com/office/drawing/2014/main" id="{F59E20FF-D13B-41DD-AECC-3279D1509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110109"/>
              </p:ext>
            </p:extLst>
          </p:nvPr>
        </p:nvGraphicFramePr>
        <p:xfrm>
          <a:off x="4525080" y="6277744"/>
          <a:ext cx="21351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8" name="Equation" r:id="rId19" imgW="927000" imgH="177480" progId="Equation.DSMT4">
                  <p:embed/>
                </p:oleObj>
              </mc:Choice>
              <mc:Fallback>
                <p:oleObj name="Equation" r:id="rId19" imgW="927000" imgH="177480" progId="Equation.DSMT4">
                  <p:embed/>
                  <p:pic>
                    <p:nvPicPr>
                      <p:cNvPr id="243730" name="Object 18">
                        <a:extLst>
                          <a:ext uri="{FF2B5EF4-FFF2-40B4-BE49-F238E27FC236}">
                            <a16:creationId xmlns:a16="http://schemas.microsoft.com/office/drawing/2014/main" id="{B5BB3E1E-08C0-493B-9E63-9E22351714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080" y="6277744"/>
                        <a:ext cx="2135188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AutoShape 42">
            <a:extLst>
              <a:ext uri="{FF2B5EF4-FFF2-40B4-BE49-F238E27FC236}">
                <a16:creationId xmlns:a16="http://schemas.microsoft.com/office/drawing/2014/main" id="{97AF7BE7-BE8B-45B1-B27C-A573DF45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573" y="6049103"/>
            <a:ext cx="1614258" cy="777785"/>
          </a:xfrm>
          <a:prstGeom prst="wedgeRoundRectCallout">
            <a:avLst>
              <a:gd name="adj1" fmla="val -117640"/>
              <a:gd name="adj2" fmla="val 31474"/>
              <a:gd name="adj3" fmla="val 16667"/>
            </a:avLst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求功率不能用叠加定理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Text Box 36">
            <a:extLst>
              <a:ext uri="{FF2B5EF4-FFF2-40B4-BE49-F238E27FC236}">
                <a16:creationId xmlns:a16="http://schemas.microsoft.com/office/drawing/2014/main" id="{0F9B4010-DF8C-4ADB-9F37-EDE0D2A4C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127" y="316948"/>
            <a:ext cx="604622" cy="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kumimoji="0" lang="zh-CN" altLang="en-US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rPr>
              <a:t>’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68" name="Text Box 17">
            <a:extLst>
              <a:ext uri="{FF2B5EF4-FFF2-40B4-BE49-F238E27FC236}">
                <a16:creationId xmlns:a16="http://schemas.microsoft.com/office/drawing/2014/main" id="{C105B836-E1B2-479B-8080-A1B09DD79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6593" y="1002559"/>
            <a:ext cx="1028031" cy="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rPr>
              <a:t>u</a:t>
            </a:r>
            <a:r>
              <a:rPr kumimoji="0" lang="zh-CN" altLang="en-US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rPr>
              <a:t>’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69" name="Text Box 25">
            <a:extLst>
              <a:ext uri="{FF2B5EF4-FFF2-40B4-BE49-F238E27FC236}">
                <a16:creationId xmlns:a16="http://schemas.microsoft.com/office/drawing/2014/main" id="{40F963F5-B971-4A29-96A3-5E514C6D2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0368" y="1455719"/>
            <a:ext cx="1343410" cy="518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rPr>
              <a:t>2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rPr>
              <a:t>i</a:t>
            </a:r>
            <a:r>
              <a:rPr kumimoji="0" lang="zh-CN" altLang="en-US" sz="2800" b="1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</a:rPr>
              <a:t>’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sp>
        <p:nvSpPr>
          <p:cNvPr id="70" name="Text Box 72">
            <a:extLst>
              <a:ext uri="{FF2B5EF4-FFF2-40B4-BE49-F238E27FC236}">
                <a16:creationId xmlns:a16="http://schemas.microsoft.com/office/drawing/2014/main" id="{6B0AC8A6-8CB9-4E36-8657-7F0953934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5775" y="961046"/>
            <a:ext cx="613798" cy="77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4400" b="1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”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1" name="Text Box 72">
            <a:extLst>
              <a:ext uri="{FF2B5EF4-FFF2-40B4-BE49-F238E27FC236}">
                <a16:creationId xmlns:a16="http://schemas.microsoft.com/office/drawing/2014/main" id="{1DDDEED3-D694-4B45-BB29-BBFC24BB6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498" y="1491749"/>
            <a:ext cx="613798" cy="77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4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i</a:t>
            </a:r>
            <a:r>
              <a:rPr kumimoji="0" lang="zh-CN" altLang="en-US" sz="4400" b="1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”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2" name="Text Box 72">
            <a:extLst>
              <a:ext uri="{FF2B5EF4-FFF2-40B4-BE49-F238E27FC236}">
                <a16:creationId xmlns:a16="http://schemas.microsoft.com/office/drawing/2014/main" id="{A2B49163-C5A4-4E51-8B54-1B18F9532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6808" y="1185149"/>
            <a:ext cx="613798" cy="77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b="1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u</a:t>
            </a:r>
            <a:r>
              <a:rPr kumimoji="0" lang="zh-CN" altLang="en-US" sz="4400" b="1" i="1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”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仿宋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3" name="Text Box 13">
            <a:extLst>
              <a:ext uri="{FF2B5EF4-FFF2-40B4-BE49-F238E27FC236}">
                <a16:creationId xmlns:a16="http://schemas.microsoft.com/office/drawing/2014/main" id="{C2D9FF9C-EAE1-4571-95F0-18A240183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751" y="5161916"/>
            <a:ext cx="2992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由叠加定理得：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  <a:cs typeface="+mn-cs"/>
            </a:endParaRPr>
          </a:p>
        </p:txBody>
      </p:sp>
      <p:sp>
        <p:nvSpPr>
          <p:cNvPr id="74" name="Text Box 13">
            <a:extLst>
              <a:ext uri="{FF2B5EF4-FFF2-40B4-BE49-F238E27FC236}">
                <a16:creationId xmlns:a16="http://schemas.microsoft.com/office/drawing/2014/main" id="{5EF99E3B-0FD5-4F09-8C09-FA1730F72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145" y="4737911"/>
            <a:ext cx="31742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或者由弥而曼定理得：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75" name="Object 16">
            <a:extLst>
              <a:ext uri="{FF2B5EF4-FFF2-40B4-BE49-F238E27FC236}">
                <a16:creationId xmlns:a16="http://schemas.microsoft.com/office/drawing/2014/main" id="{E2247422-429B-41B3-848D-1B5C9BE6C3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109763"/>
              </p:ext>
            </p:extLst>
          </p:nvPr>
        </p:nvGraphicFramePr>
        <p:xfrm>
          <a:off x="4243388" y="4443413"/>
          <a:ext cx="418941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869" name="Equation" r:id="rId21" imgW="1854000" imgH="457200" progId="Equation.DSMT4">
                  <p:embed/>
                </p:oleObj>
              </mc:Choice>
              <mc:Fallback>
                <p:oleObj name="Equation" r:id="rId21" imgW="1854000" imgH="457200" progId="Equation.DSMT4">
                  <p:embed/>
                  <p:pic>
                    <p:nvPicPr>
                      <p:cNvPr id="243728" name="Object 16">
                        <a:extLst>
                          <a:ext uri="{FF2B5EF4-FFF2-40B4-BE49-F238E27FC236}">
                            <a16:creationId xmlns:a16="http://schemas.microsoft.com/office/drawing/2014/main" id="{E7C27F82-CACD-4557-996E-87F9BD62B5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4443413"/>
                        <a:ext cx="4189412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4789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30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30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30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3000"/>
                                        <p:tgtEl>
                                          <p:spTgt spid="243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3000"/>
                                        <p:tgtEl>
                                          <p:spTgt spid="243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3000"/>
                                        <p:tgtEl>
                                          <p:spTgt spid="243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1" dur="2000"/>
                                        <p:tgtEl>
                                          <p:spTgt spid="24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1000"/>
                                        <p:tgtEl>
                                          <p:spTgt spid="24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9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3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7" grpId="0"/>
      <p:bldP spid="243725" grpId="0"/>
      <p:bldP spid="64" grpId="0"/>
      <p:bldP spid="66" grpId="0" animBg="1"/>
      <p:bldP spid="73" grpId="0"/>
      <p:bldP spid="7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C78963B8-3ED6-4E2F-9E9A-CA9864B21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35003"/>
            <a:ext cx="7848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试用叠加定理求图</a:t>
            </a:r>
            <a:r>
              <a:rPr kumimoji="1"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(a)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示电路中的电流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和电压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7B2D86C2-2DD7-480A-8878-3C28F17DF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419600"/>
            <a:ext cx="883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 (1)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电压源单独作用时，电路如图（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）所示</a:t>
            </a:r>
            <a:r>
              <a:rPr kumimoji="1" lang="zh-CN" altLang="en-US" sz="2400">
                <a:solidFill>
                  <a:schemeClr val="bg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0183" name="Object 7">
            <a:extLst>
              <a:ext uri="{FF2B5EF4-FFF2-40B4-BE49-F238E27FC236}">
                <a16:creationId xmlns:a16="http://schemas.microsoft.com/office/drawing/2014/main" id="{F7EDEAAB-DA9A-42B5-B0C5-D720E1A8F7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02421"/>
              </p:ext>
            </p:extLst>
          </p:nvPr>
        </p:nvGraphicFramePr>
        <p:xfrm>
          <a:off x="1781175" y="4922619"/>
          <a:ext cx="265906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5" name="Equation" r:id="rId3" imgW="2641600" imgH="838200" progId="Equation.DSMT4">
                  <p:embed/>
                </p:oleObj>
              </mc:Choice>
              <mc:Fallback>
                <p:oleObj name="Equation" r:id="rId3" imgW="2641600" imgH="838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9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4922619"/>
                        <a:ext cx="265906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7" name="Text Box 31">
            <a:extLst>
              <a:ext uri="{FF2B5EF4-FFF2-40B4-BE49-F238E27FC236}">
                <a16:creationId xmlns:a16="http://schemas.microsoft.com/office/drawing/2014/main" id="{7F8FBC79-CDCB-4184-AA24-92F2993A9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886200"/>
            <a:ext cx="630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(b)</a:t>
            </a:r>
          </a:p>
        </p:txBody>
      </p:sp>
      <p:graphicFrame>
        <p:nvGraphicFramePr>
          <p:cNvPr id="50220" name="Object 44">
            <a:extLst>
              <a:ext uri="{FF2B5EF4-FFF2-40B4-BE49-F238E27FC236}">
                <a16:creationId xmlns:a16="http://schemas.microsoft.com/office/drawing/2014/main" id="{A531CFCF-07EF-4E32-9FDF-E543BED1C53B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99250116"/>
              </p:ext>
            </p:extLst>
          </p:nvPr>
        </p:nvGraphicFramePr>
        <p:xfrm>
          <a:off x="0" y="1373188"/>
          <a:ext cx="4703763" cy="260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6" name="Visio" r:id="rId5" imgW="2353750" imgH="1303137" progId="Visio.Drawing.11">
                  <p:embed/>
                </p:oleObj>
              </mc:Choice>
              <mc:Fallback>
                <p:oleObj name="Visio" r:id="rId5" imgW="2353750" imgH="1303137" progId="Visio.Drawing.11">
                  <p:embed/>
                  <p:pic>
                    <p:nvPicPr>
                      <p:cNvPr id="0" name="Object 4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73188"/>
                        <a:ext cx="4703763" cy="260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29" name="Text Box 53">
            <a:extLst>
              <a:ext uri="{FF2B5EF4-FFF2-40B4-BE49-F238E27FC236}">
                <a16:creationId xmlns:a16="http://schemas.microsoft.com/office/drawing/2014/main" id="{9073A3DB-FB9F-4B28-9A13-3733BED59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763" y="3962400"/>
            <a:ext cx="630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(a)</a:t>
            </a:r>
          </a:p>
        </p:txBody>
      </p:sp>
      <p:graphicFrame>
        <p:nvGraphicFramePr>
          <p:cNvPr id="50232" name="Object 56">
            <a:extLst>
              <a:ext uri="{FF2B5EF4-FFF2-40B4-BE49-F238E27FC236}">
                <a16:creationId xmlns:a16="http://schemas.microsoft.com/office/drawing/2014/main" id="{E0C70977-45DE-4DA0-B9C9-A84B280CA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6898791"/>
              </p:ext>
            </p:extLst>
          </p:nvPr>
        </p:nvGraphicFramePr>
        <p:xfrm>
          <a:off x="4440238" y="1371600"/>
          <a:ext cx="4703762" cy="260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7" name="Visio" r:id="rId7" imgW="2353750" imgH="1303137" progId="Visio.Drawing.11">
                  <p:embed/>
                </p:oleObj>
              </mc:Choice>
              <mc:Fallback>
                <p:oleObj name="Visio" r:id="rId7" imgW="2353750" imgH="1303137" progId="Visio.Drawing.11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1371600"/>
                        <a:ext cx="4703762" cy="260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44" name="AutoShape 68">
            <a:extLst>
              <a:ext uri="{FF2B5EF4-FFF2-40B4-BE49-F238E27FC236}">
                <a16:creationId xmlns:a16="http://schemas.microsoft.com/office/drawing/2014/main" id="{243A41D0-11B5-483E-BFAC-09890F8EA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3338"/>
            <a:ext cx="3705225" cy="576262"/>
          </a:xfrm>
          <a:prstGeom prst="wedgeRoundRectCallout">
            <a:avLst>
              <a:gd name="adj1" fmla="val -55097"/>
              <a:gd name="adj2" fmla="val 128787"/>
              <a:gd name="adj3" fmla="val 16667"/>
            </a:avLst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掌握求解方法和过程</a:t>
            </a:r>
          </a:p>
        </p:txBody>
      </p:sp>
      <p:graphicFrame>
        <p:nvGraphicFramePr>
          <p:cNvPr id="10" name="Object 7">
            <a:extLst>
              <a:ext uri="{FF2B5EF4-FFF2-40B4-BE49-F238E27FC236}">
                <a16:creationId xmlns:a16="http://schemas.microsoft.com/office/drawing/2014/main" id="{A61CF3E7-B731-42BB-824A-DAD4B359FB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736290"/>
              </p:ext>
            </p:extLst>
          </p:nvPr>
        </p:nvGraphicFramePr>
        <p:xfrm>
          <a:off x="5303838" y="5214938"/>
          <a:ext cx="1955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8" name="Equation" r:id="rId9" imgW="1942920" imgH="330120" progId="Equation.DSMT4">
                  <p:embed/>
                </p:oleObj>
              </mc:Choice>
              <mc:Fallback>
                <p:oleObj name="Equation" r:id="rId9" imgW="1942920" imgH="330120" progId="Equation.DSMT4">
                  <p:embed/>
                  <p:pic>
                    <p:nvPicPr>
                      <p:cNvPr id="50183" name="Object 7">
                        <a:extLst>
                          <a:ext uri="{FF2B5EF4-FFF2-40B4-BE49-F238E27FC236}">
                            <a16:creationId xmlns:a16="http://schemas.microsoft.com/office/drawing/2014/main" id="{F7EDEAAB-DA9A-42B5-B0C5-D720E1A8F7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90000" contrast="-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5214938"/>
                        <a:ext cx="1955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5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  <p:bldP spid="50179" grpId="0"/>
      <p:bldP spid="50207" grpId="0"/>
      <p:bldP spid="50229" grpId="0"/>
      <p:bldP spid="5024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3AEE324B-D5E5-471C-8E63-C3094CEC0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1800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1621" name="Text Box 5">
            <a:extLst>
              <a:ext uri="{FF2B5EF4-FFF2-40B4-BE49-F238E27FC236}">
                <a16:creationId xmlns:a16="http://schemas.microsoft.com/office/drawing/2014/main" id="{C62F71FF-7C74-4E64-85DA-E106807AA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55675"/>
            <a:ext cx="708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10A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电流源单独作用，电路如图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(c)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所示</a:t>
            </a:r>
          </a:p>
        </p:txBody>
      </p:sp>
      <p:sp>
        <p:nvSpPr>
          <p:cNvPr id="30724" name="Rectangle 6">
            <a:extLst>
              <a:ext uri="{FF2B5EF4-FFF2-40B4-BE49-F238E27FC236}">
                <a16:creationId xmlns:a16="http://schemas.microsoft.com/office/drawing/2014/main" id="{A882A97B-2D54-404F-9FE1-F6E6D04A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1800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1625" name="Object 9">
            <a:extLst>
              <a:ext uri="{FF2B5EF4-FFF2-40B4-BE49-F238E27FC236}">
                <a16:creationId xmlns:a16="http://schemas.microsoft.com/office/drawing/2014/main" id="{4094B5D6-16A9-44EF-A08E-6FBEB5677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378401"/>
              </p:ext>
            </p:extLst>
          </p:nvPr>
        </p:nvGraphicFramePr>
        <p:xfrm>
          <a:off x="568325" y="4724400"/>
          <a:ext cx="369887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6" name="Equation" r:id="rId3" imgW="3708400" imgH="838200" progId="Equation.DSMT4">
                  <p:embed/>
                </p:oleObj>
              </mc:Choice>
              <mc:Fallback>
                <p:oleObj name="Equation" r:id="rId3" imgW="3708400" imgH="838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325" y="4724400"/>
                        <a:ext cx="3698875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54" name="Object 38">
            <a:extLst>
              <a:ext uri="{FF2B5EF4-FFF2-40B4-BE49-F238E27FC236}">
                <a16:creationId xmlns:a16="http://schemas.microsoft.com/office/drawing/2014/main" id="{1C95D848-0BF3-407D-820B-3B30DF290835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918671890"/>
              </p:ext>
            </p:extLst>
          </p:nvPr>
        </p:nvGraphicFramePr>
        <p:xfrm>
          <a:off x="1981200" y="1546225"/>
          <a:ext cx="4986338" cy="276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7" name="Visio" r:id="rId5" imgW="2353750" imgH="1303137" progId="Visio.Drawing.11">
                  <p:embed/>
                </p:oleObj>
              </mc:Choice>
              <mc:Fallback>
                <p:oleObj name="Visio" r:id="rId5" imgW="2353750" imgH="1303137" progId="Visio.Drawing.11">
                  <p:embed/>
                  <p:pic>
                    <p:nvPicPr>
                      <p:cNvPr id="0" name="Object 3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546225"/>
                        <a:ext cx="4986338" cy="276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56" name="Rectangle 40">
            <a:extLst>
              <a:ext uri="{FF2B5EF4-FFF2-40B4-BE49-F238E27FC236}">
                <a16:creationId xmlns:a16="http://schemas.microsoft.com/office/drawing/2014/main" id="{C0DDA94F-8AE5-4307-BB9A-86BDBD284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343400"/>
            <a:ext cx="5842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(c)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88CF3DC7-6785-408D-AFF6-C9731CA2A9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5191067"/>
              </p:ext>
            </p:extLst>
          </p:nvPr>
        </p:nvGraphicFramePr>
        <p:xfrm>
          <a:off x="5159375" y="5029200"/>
          <a:ext cx="30654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8" name="Equation" r:id="rId7" imgW="3073320" imgH="406080" progId="Equation.DSMT4">
                  <p:embed/>
                </p:oleObj>
              </mc:Choice>
              <mc:Fallback>
                <p:oleObj name="Equation" r:id="rId7" imgW="3073320" imgH="406080" progId="Equation.DSMT4">
                  <p:embed/>
                  <p:pic>
                    <p:nvPicPr>
                      <p:cNvPr id="111625" name="Object 9">
                        <a:extLst>
                          <a:ext uri="{FF2B5EF4-FFF2-40B4-BE49-F238E27FC236}">
                            <a16:creationId xmlns:a16="http://schemas.microsoft.com/office/drawing/2014/main" id="{4094B5D6-16A9-44EF-A08E-6FBEB56777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100000" contrast="-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75" y="5029200"/>
                        <a:ext cx="306546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18914B4-CDDF-49E8-915D-F26BCD542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47" name="Rectangle 4">
            <a:extLst>
              <a:ext uri="{FF2B5EF4-FFF2-40B4-BE49-F238E27FC236}">
                <a16:creationId xmlns:a16="http://schemas.microsoft.com/office/drawing/2014/main" id="{06997A5C-0B37-4410-B805-0601B5E0E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48" name="Rectangle 5">
            <a:extLst>
              <a:ext uri="{FF2B5EF4-FFF2-40B4-BE49-F238E27FC236}">
                <a16:creationId xmlns:a16="http://schemas.microsoft.com/office/drawing/2014/main" id="{D61860D3-5951-48B1-9EA2-BF9DB135E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807" name="Text Box 7">
            <a:extLst>
              <a:ext uri="{FF2B5EF4-FFF2-40B4-BE49-F238E27FC236}">
                <a16:creationId xmlns:a16="http://schemas.microsoft.com/office/drawing/2014/main" id="{225C6DEA-CA4C-4938-8048-A7EC6ABE9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62000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 5A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电流源单独作用，电路如图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(d)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所示</a:t>
            </a:r>
          </a:p>
        </p:txBody>
      </p:sp>
      <p:graphicFrame>
        <p:nvGraphicFramePr>
          <p:cNvPr id="204809" name="Object 9">
            <a:extLst>
              <a:ext uri="{FF2B5EF4-FFF2-40B4-BE49-F238E27FC236}">
                <a16:creationId xmlns:a16="http://schemas.microsoft.com/office/drawing/2014/main" id="{5AD5E5B1-1157-407F-9B8A-EE575E7A7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567419"/>
              </p:ext>
            </p:extLst>
          </p:nvPr>
        </p:nvGraphicFramePr>
        <p:xfrm>
          <a:off x="633413" y="4038600"/>
          <a:ext cx="3595687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6" name="Equation" r:id="rId3" imgW="3606800" imgH="838200" progId="Equation.DSMT4">
                  <p:embed/>
                </p:oleObj>
              </mc:Choice>
              <mc:Fallback>
                <p:oleObj name="Equation" r:id="rId3" imgW="3606800" imgH="838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78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3" y="4038600"/>
                        <a:ext cx="3595687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0" name="Text Box 10">
            <a:extLst>
              <a:ext uri="{FF2B5EF4-FFF2-40B4-BE49-F238E27FC236}">
                <a16:creationId xmlns:a16="http://schemas.microsoft.com/office/drawing/2014/main" id="{711DA65E-1695-4AA3-A662-B08E3032A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5120640"/>
            <a:ext cx="2551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由叠加定理得</a:t>
            </a:r>
          </a:p>
        </p:txBody>
      </p:sp>
      <p:graphicFrame>
        <p:nvGraphicFramePr>
          <p:cNvPr id="204812" name="Object 12">
            <a:extLst>
              <a:ext uri="{FF2B5EF4-FFF2-40B4-BE49-F238E27FC236}">
                <a16:creationId xmlns:a16="http://schemas.microsoft.com/office/drawing/2014/main" id="{A14EDA45-B995-46A2-982F-C4F30614A5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77381"/>
              </p:ext>
            </p:extLst>
          </p:nvPr>
        </p:nvGraphicFramePr>
        <p:xfrm>
          <a:off x="3489691" y="4965858"/>
          <a:ext cx="4564063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7" name="Equation" r:id="rId5" imgW="4572000" imgH="330200" progId="Equation.DSMT4">
                  <p:embed/>
                </p:oleObj>
              </mc:Choice>
              <mc:Fallback>
                <p:oleObj name="Equation" r:id="rId5" imgW="4572000" imgH="330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691" y="4965858"/>
                        <a:ext cx="4564063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16" name="Text Box 16">
            <a:extLst>
              <a:ext uri="{FF2B5EF4-FFF2-40B4-BE49-F238E27FC236}">
                <a16:creationId xmlns:a16="http://schemas.microsoft.com/office/drawing/2014/main" id="{F802F8E2-42B1-406B-9058-7AAAC863C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733800"/>
            <a:ext cx="571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(d)</a:t>
            </a:r>
          </a:p>
        </p:txBody>
      </p:sp>
      <p:graphicFrame>
        <p:nvGraphicFramePr>
          <p:cNvPr id="204818" name="Object 18">
            <a:extLst>
              <a:ext uri="{FF2B5EF4-FFF2-40B4-BE49-F238E27FC236}">
                <a16:creationId xmlns:a16="http://schemas.microsoft.com/office/drawing/2014/main" id="{753D92D5-C630-420E-A633-ADD754ED2B24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183458292"/>
              </p:ext>
            </p:extLst>
          </p:nvPr>
        </p:nvGraphicFramePr>
        <p:xfrm>
          <a:off x="2203450" y="1143000"/>
          <a:ext cx="4049713" cy="243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8" name="Visio" r:id="rId7" imgW="2261216" imgH="1362690" progId="Visio.Drawing.11">
                  <p:embed/>
                </p:oleObj>
              </mc:Choice>
              <mc:Fallback>
                <p:oleObj name="Visio" r:id="rId7" imgW="2261216" imgH="1362690" progId="Visio.Drawing.11">
                  <p:embed/>
                  <p:pic>
                    <p:nvPicPr>
                      <p:cNvPr id="0" name="Object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1143000"/>
                        <a:ext cx="4049713" cy="243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F9FE78DE-D502-46F3-8243-42BBC9735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568735"/>
              </p:ext>
            </p:extLst>
          </p:nvPr>
        </p:nvGraphicFramePr>
        <p:xfrm>
          <a:off x="5110163" y="4268153"/>
          <a:ext cx="282257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9" name="Equation" r:id="rId9" imgW="2831760" imgH="406080" progId="Equation.DSMT4">
                  <p:embed/>
                </p:oleObj>
              </mc:Choice>
              <mc:Fallback>
                <p:oleObj name="Equation" r:id="rId9" imgW="2831760" imgH="406080" progId="Equation.DSMT4">
                  <p:embed/>
                  <p:pic>
                    <p:nvPicPr>
                      <p:cNvPr id="204809" name="Object 9">
                        <a:extLst>
                          <a:ext uri="{FF2B5EF4-FFF2-40B4-BE49-F238E27FC236}">
                            <a16:creationId xmlns:a16="http://schemas.microsoft.com/office/drawing/2014/main" id="{5AD5E5B1-1157-407F-9B8A-EE575E7A72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lum bright="-78000" contrast="-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4268153"/>
                        <a:ext cx="2822575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7B21FA19-DD18-437E-A407-95B0DBF44C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242660"/>
              </p:ext>
            </p:extLst>
          </p:nvPr>
        </p:nvGraphicFramePr>
        <p:xfrm>
          <a:off x="3395663" y="5606745"/>
          <a:ext cx="4994275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0" name="Equation" r:id="rId11" imgW="5003640" imgH="330120" progId="Equation.DSMT4">
                  <p:embed/>
                </p:oleObj>
              </mc:Choice>
              <mc:Fallback>
                <p:oleObj name="Equation" r:id="rId11" imgW="5003640" imgH="330120" progId="Equation.DSMT4">
                  <p:embed/>
                  <p:pic>
                    <p:nvPicPr>
                      <p:cNvPr id="204812" name="Object 12">
                        <a:extLst>
                          <a:ext uri="{FF2B5EF4-FFF2-40B4-BE49-F238E27FC236}">
                            <a16:creationId xmlns:a16="http://schemas.microsoft.com/office/drawing/2014/main" id="{A14EDA45-B995-46A2-982F-C4F30614A5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lum bright="-100000" contrast="-10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5663" y="5606745"/>
                        <a:ext cx="4994275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4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7" grpId="0"/>
      <p:bldP spid="204810" grpId="0"/>
      <p:bldP spid="2048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177F808-2053-42B2-A1A2-4D31AAA99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143000"/>
            <a:ext cx="8153400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定理内容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：在线性电阻电路中，当所有激励都增大或缩小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倍时，响应也同样增大或缩小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倍。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CE16C38F-EAA7-4612-B9CC-A372321EB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1938"/>
            <a:ext cx="184150" cy="52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812E4991-8B6F-49D5-90D7-F62545D3F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6F55D569-30C7-4607-98D2-0849588C2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F43A2F43-7D2B-4934-9FF3-153F6567F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1938"/>
            <a:ext cx="184150" cy="523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7B71DA76-6A5A-4272-B2BB-1A5A0D362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8" name="Rectangle 8">
            <a:extLst>
              <a:ext uri="{FF2B5EF4-FFF2-40B4-BE49-F238E27FC236}">
                <a16:creationId xmlns:a16="http://schemas.microsoft.com/office/drawing/2014/main" id="{D9C1DCA1-1C24-472B-8421-4C89E6729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1841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C2663E5-C068-46D5-BC3D-5D79D5A81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9225"/>
            <a:ext cx="3810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齐性定理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FBAE8487-3493-4E3B-AE95-F6A850819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343" y="2383269"/>
            <a:ext cx="69342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一般情况下齐性定理与叠加定理结合使用。</a:t>
            </a:r>
          </a:p>
        </p:txBody>
      </p:sp>
      <p:grpSp>
        <p:nvGrpSpPr>
          <p:cNvPr id="46118" name="Group 38">
            <a:extLst>
              <a:ext uri="{FF2B5EF4-FFF2-40B4-BE49-F238E27FC236}">
                <a16:creationId xmlns:a16="http://schemas.microsoft.com/office/drawing/2014/main" id="{F75E3BE2-DFE6-4262-BB38-1A368D699BA9}"/>
              </a:ext>
            </a:extLst>
          </p:cNvPr>
          <p:cNvGrpSpPr>
            <a:grpSpLocks/>
          </p:cNvGrpSpPr>
          <p:nvPr/>
        </p:nvGrpSpPr>
        <p:grpSpPr bwMode="auto">
          <a:xfrm>
            <a:off x="92075" y="2201863"/>
            <a:ext cx="1644650" cy="850900"/>
            <a:chOff x="385" y="3022"/>
            <a:chExt cx="1036" cy="536"/>
          </a:xfrm>
        </p:grpSpPr>
        <p:pic>
          <p:nvPicPr>
            <p:cNvPr id="40974" name="Picture 39" descr="123">
              <a:extLst>
                <a:ext uri="{FF2B5EF4-FFF2-40B4-BE49-F238E27FC236}">
                  <a16:creationId xmlns:a16="http://schemas.microsoft.com/office/drawing/2014/main" id="{DC19AABB-0A14-44D9-BD22-1110FF00B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975" name="Text Box 40">
              <a:extLst>
                <a:ext uri="{FF2B5EF4-FFF2-40B4-BE49-F238E27FC236}">
                  <a16:creationId xmlns:a16="http://schemas.microsoft.com/office/drawing/2014/main" id="{B5D429E8-7B05-4162-B1C6-3DF903AC92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b="1" dirty="0">
                  <a:solidFill>
                    <a:srgbClr val="CC66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aphicFrame>
        <p:nvGraphicFramePr>
          <p:cNvPr id="25" name="Object 6">
            <a:extLst>
              <a:ext uri="{FF2B5EF4-FFF2-40B4-BE49-F238E27FC236}">
                <a16:creationId xmlns:a16="http://schemas.microsoft.com/office/drawing/2014/main" id="{39E52EF6-E738-4F57-A7BA-7F1043CE23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20791"/>
              </p:ext>
            </p:extLst>
          </p:nvPr>
        </p:nvGraphicFramePr>
        <p:xfrm>
          <a:off x="762000" y="827087"/>
          <a:ext cx="70056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7" name="Equation" r:id="rId4" imgW="7035800" imgH="469900" progId="Equation.DSMT4">
                  <p:embed/>
                </p:oleObj>
              </mc:Choice>
              <mc:Fallback>
                <p:oleObj name="Equation" r:id="rId4" imgW="7035800" imgH="469900" progId="Equation.DSMT4">
                  <p:embed/>
                  <p:pic>
                    <p:nvPicPr>
                      <p:cNvPr id="28678" name="Object 6">
                        <a:extLst>
                          <a:ext uri="{FF2B5EF4-FFF2-40B4-BE49-F238E27FC236}">
                            <a16:creationId xmlns:a16="http://schemas.microsoft.com/office/drawing/2014/main" id="{BB2D05AC-8D27-4E26-A870-A5FD6580E9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827087"/>
                        <a:ext cx="700563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">
            <a:extLst>
              <a:ext uri="{FF2B5EF4-FFF2-40B4-BE49-F238E27FC236}">
                <a16:creationId xmlns:a16="http://schemas.microsoft.com/office/drawing/2014/main" id="{F4EF4991-E893-4AF7-8467-0C4922C7C9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586825"/>
              </p:ext>
            </p:extLst>
          </p:nvPr>
        </p:nvGraphicFramePr>
        <p:xfrm>
          <a:off x="1113631" y="3226457"/>
          <a:ext cx="6302375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8" name="Visio" r:id="rId6" imgW="3296941" imgH="1170901" progId="Visio.Drawing.11">
                  <p:embed/>
                </p:oleObj>
              </mc:Choice>
              <mc:Fallback>
                <p:oleObj name="Visio" r:id="rId6" imgW="3296941" imgH="1170901" progId="Visio.Drawing.11">
                  <p:embed/>
                  <p:pic>
                    <p:nvPicPr>
                      <p:cNvPr id="52226" name="Object 2">
                        <a:extLst>
                          <a:ext uri="{FF2B5EF4-FFF2-40B4-BE49-F238E27FC236}">
                            <a16:creationId xmlns:a16="http://schemas.microsoft.com/office/drawing/2014/main" id="{12577044-C31C-43E8-8240-2113150C96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631" y="3226457"/>
                        <a:ext cx="6302375" cy="219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2">
            <a:extLst>
              <a:ext uri="{FF2B5EF4-FFF2-40B4-BE49-F238E27FC236}">
                <a16:creationId xmlns:a16="http://schemas.microsoft.com/office/drawing/2014/main" id="{D08C773A-CD0C-4AD5-9CF6-6118E1D68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863400"/>
            <a:ext cx="8534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试用齐性定理求图示电路中的电流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I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。图中各个电阻均为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1Ω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F35904AA-3654-4F3A-859C-F5F756770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" y="5360799"/>
            <a:ext cx="822960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利用倒推法求解。所用电量的参考方向如图（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）所示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/>
      <p:bldP spid="4" grpId="0"/>
      <p:bldP spid="2" grpId="0"/>
      <p:bldP spid="30" grpId="0"/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094DEEF-F97C-4E4B-9C13-6F10F21A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1133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8052" name="Text Box 4">
            <a:extLst>
              <a:ext uri="{FF2B5EF4-FFF2-40B4-BE49-F238E27FC236}">
                <a16:creationId xmlns:a16="http://schemas.microsoft.com/office/drawing/2014/main" id="{2DB331CC-E6EA-4DC9-AC81-96CDC3BBF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1298033"/>
            <a:ext cx="701887" cy="369332"/>
          </a:xfrm>
          <a:prstGeom prst="rect">
            <a:avLst/>
          </a:prstGeom>
          <a:solidFill>
            <a:srgbClr val="75F8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1A</a:t>
            </a:r>
          </a:p>
        </p:txBody>
      </p:sp>
      <p:sp>
        <p:nvSpPr>
          <p:cNvPr id="258053" name="Text Box 5">
            <a:extLst>
              <a:ext uri="{FF2B5EF4-FFF2-40B4-BE49-F238E27FC236}">
                <a16:creationId xmlns:a16="http://schemas.microsoft.com/office/drawing/2014/main" id="{95B31431-0643-4294-8A69-3DA4076122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634520"/>
            <a:ext cx="609600" cy="369332"/>
          </a:xfrm>
          <a:prstGeom prst="rect">
            <a:avLst/>
          </a:prstGeom>
          <a:solidFill>
            <a:srgbClr val="FCF22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1V</a:t>
            </a:r>
          </a:p>
        </p:txBody>
      </p:sp>
      <p:sp>
        <p:nvSpPr>
          <p:cNvPr id="258054" name="Text Box 6">
            <a:extLst>
              <a:ext uri="{FF2B5EF4-FFF2-40B4-BE49-F238E27FC236}">
                <a16:creationId xmlns:a16="http://schemas.microsoft.com/office/drawing/2014/main" id="{81DE7472-7285-47D4-B2C8-875F0F88C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313" y="1757853"/>
            <a:ext cx="609600" cy="369332"/>
          </a:xfrm>
          <a:prstGeom prst="rect">
            <a:avLst/>
          </a:prstGeom>
          <a:solidFill>
            <a:srgbClr val="75F8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1A</a:t>
            </a:r>
          </a:p>
        </p:txBody>
      </p:sp>
      <p:sp>
        <p:nvSpPr>
          <p:cNvPr id="258055" name="Text Box 7">
            <a:extLst>
              <a:ext uri="{FF2B5EF4-FFF2-40B4-BE49-F238E27FC236}">
                <a16:creationId xmlns:a16="http://schemas.microsoft.com/office/drawing/2014/main" id="{2274AD7B-F202-483E-9836-71DD75A30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713" y="1347063"/>
            <a:ext cx="609600" cy="369332"/>
          </a:xfrm>
          <a:prstGeom prst="rect">
            <a:avLst/>
          </a:prstGeom>
          <a:solidFill>
            <a:srgbClr val="75F8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2A</a:t>
            </a:r>
          </a:p>
        </p:txBody>
      </p:sp>
      <p:sp>
        <p:nvSpPr>
          <p:cNvPr id="258056" name="Text Box 8">
            <a:extLst>
              <a:ext uri="{FF2B5EF4-FFF2-40B4-BE49-F238E27FC236}">
                <a16:creationId xmlns:a16="http://schemas.microsoft.com/office/drawing/2014/main" id="{B827A309-CDD9-484F-938E-DAB077052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406" y="2043877"/>
            <a:ext cx="609600" cy="369332"/>
          </a:xfrm>
          <a:prstGeom prst="rect">
            <a:avLst/>
          </a:prstGeom>
          <a:solidFill>
            <a:srgbClr val="FCF22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2V</a:t>
            </a:r>
          </a:p>
        </p:txBody>
      </p:sp>
      <p:sp>
        <p:nvSpPr>
          <p:cNvPr id="258057" name="Text Box 9">
            <a:extLst>
              <a:ext uri="{FF2B5EF4-FFF2-40B4-BE49-F238E27FC236}">
                <a16:creationId xmlns:a16="http://schemas.microsoft.com/office/drawing/2014/main" id="{D1D46BC0-1232-45EB-9B2D-363CCEC5C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4166" y="2753420"/>
            <a:ext cx="609600" cy="369332"/>
          </a:xfrm>
          <a:prstGeom prst="rect">
            <a:avLst/>
          </a:prstGeom>
          <a:solidFill>
            <a:srgbClr val="FCF22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3V</a:t>
            </a:r>
          </a:p>
        </p:txBody>
      </p:sp>
      <p:sp>
        <p:nvSpPr>
          <p:cNvPr id="258058" name="Text Box 10">
            <a:extLst>
              <a:ext uri="{FF2B5EF4-FFF2-40B4-BE49-F238E27FC236}">
                <a16:creationId xmlns:a16="http://schemas.microsoft.com/office/drawing/2014/main" id="{84EE3D81-688C-49CC-A497-56DD070F2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4166" y="2290675"/>
            <a:ext cx="609600" cy="369332"/>
          </a:xfrm>
          <a:prstGeom prst="rect">
            <a:avLst/>
          </a:prstGeom>
          <a:solidFill>
            <a:srgbClr val="75F8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3A</a:t>
            </a:r>
          </a:p>
        </p:txBody>
      </p:sp>
      <p:sp>
        <p:nvSpPr>
          <p:cNvPr id="258059" name="Text Box 11">
            <a:extLst>
              <a:ext uri="{FF2B5EF4-FFF2-40B4-BE49-F238E27FC236}">
                <a16:creationId xmlns:a16="http://schemas.microsoft.com/office/drawing/2014/main" id="{1E6FF3C5-FCD3-42E3-A80D-13D315016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4166" y="1334817"/>
            <a:ext cx="609600" cy="369332"/>
          </a:xfrm>
          <a:prstGeom prst="rect">
            <a:avLst/>
          </a:prstGeom>
          <a:solidFill>
            <a:srgbClr val="75F8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5A</a:t>
            </a:r>
          </a:p>
        </p:txBody>
      </p:sp>
      <p:sp>
        <p:nvSpPr>
          <p:cNvPr id="258060" name="Text Box 12">
            <a:extLst>
              <a:ext uri="{FF2B5EF4-FFF2-40B4-BE49-F238E27FC236}">
                <a16:creationId xmlns:a16="http://schemas.microsoft.com/office/drawing/2014/main" id="{A7644C3D-47A3-489E-8183-418F11F85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2274" y="1162397"/>
            <a:ext cx="609600" cy="369332"/>
          </a:xfrm>
          <a:prstGeom prst="rect">
            <a:avLst/>
          </a:prstGeom>
          <a:solidFill>
            <a:srgbClr val="FCF22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5V</a:t>
            </a:r>
          </a:p>
        </p:txBody>
      </p:sp>
      <p:sp>
        <p:nvSpPr>
          <p:cNvPr id="258061" name="Text Box 13">
            <a:extLst>
              <a:ext uri="{FF2B5EF4-FFF2-40B4-BE49-F238E27FC236}">
                <a16:creationId xmlns:a16="http://schemas.microsoft.com/office/drawing/2014/main" id="{ABB65761-73F7-43F0-B68B-3C665822D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089" y="2830592"/>
            <a:ext cx="609600" cy="369332"/>
          </a:xfrm>
          <a:prstGeom prst="rect">
            <a:avLst/>
          </a:prstGeom>
          <a:solidFill>
            <a:srgbClr val="FCF22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8V</a:t>
            </a:r>
          </a:p>
        </p:txBody>
      </p:sp>
      <p:sp>
        <p:nvSpPr>
          <p:cNvPr id="258062" name="Text Box 14">
            <a:extLst>
              <a:ext uri="{FF2B5EF4-FFF2-40B4-BE49-F238E27FC236}">
                <a16:creationId xmlns:a16="http://schemas.microsoft.com/office/drawing/2014/main" id="{305474E7-BEFD-4220-A677-3824BBAAF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859211"/>
            <a:ext cx="838200" cy="369332"/>
          </a:xfrm>
          <a:prstGeom prst="rect">
            <a:avLst/>
          </a:prstGeom>
          <a:solidFill>
            <a:srgbClr val="75F8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-3A</a:t>
            </a:r>
          </a:p>
        </p:txBody>
      </p:sp>
      <p:sp>
        <p:nvSpPr>
          <p:cNvPr id="258063" name="Text Box 15">
            <a:extLst>
              <a:ext uri="{FF2B5EF4-FFF2-40B4-BE49-F238E27FC236}">
                <a16:creationId xmlns:a16="http://schemas.microsoft.com/office/drawing/2014/main" id="{57594BBD-07AF-4A6B-9F22-8B01C7A51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2865" y="1298033"/>
            <a:ext cx="580292" cy="369332"/>
          </a:xfrm>
          <a:prstGeom prst="rect">
            <a:avLst/>
          </a:prstGeom>
          <a:solidFill>
            <a:srgbClr val="75F81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2A</a:t>
            </a:r>
          </a:p>
        </p:txBody>
      </p:sp>
      <p:sp>
        <p:nvSpPr>
          <p:cNvPr id="258064" name="Text Box 16">
            <a:extLst>
              <a:ext uri="{FF2B5EF4-FFF2-40B4-BE49-F238E27FC236}">
                <a16:creationId xmlns:a16="http://schemas.microsoft.com/office/drawing/2014/main" id="{AE312379-C6A1-47C5-B05E-45382E32D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901" y="1257162"/>
            <a:ext cx="609600" cy="369332"/>
          </a:xfrm>
          <a:prstGeom prst="rect">
            <a:avLst/>
          </a:prstGeom>
          <a:solidFill>
            <a:srgbClr val="FCF22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2V</a:t>
            </a:r>
          </a:p>
        </p:txBody>
      </p:sp>
      <p:sp>
        <p:nvSpPr>
          <p:cNvPr id="258065" name="Text Box 17">
            <a:extLst>
              <a:ext uri="{FF2B5EF4-FFF2-40B4-BE49-F238E27FC236}">
                <a16:creationId xmlns:a16="http://schemas.microsoft.com/office/drawing/2014/main" id="{CB24D1DC-A74A-4746-BCE4-F7761DC66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0457" y="2290675"/>
            <a:ext cx="762000" cy="369332"/>
          </a:xfrm>
          <a:prstGeom prst="rect">
            <a:avLst/>
          </a:prstGeom>
          <a:solidFill>
            <a:srgbClr val="FCF22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10V</a:t>
            </a:r>
          </a:p>
        </p:txBody>
      </p:sp>
      <p:sp>
        <p:nvSpPr>
          <p:cNvPr id="51220" name="Rectangle 20">
            <a:extLst>
              <a:ext uri="{FF2B5EF4-FFF2-40B4-BE49-F238E27FC236}">
                <a16:creationId xmlns:a16="http://schemas.microsoft.com/office/drawing/2014/main" id="{6C2C6304-7B37-40E3-8364-330560D84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19324"/>
            <a:ext cx="1447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分析：</a:t>
            </a: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41688C18-D8D0-49AA-94E3-8A573DC03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655375"/>
              </p:ext>
            </p:extLst>
          </p:nvPr>
        </p:nvGraphicFramePr>
        <p:xfrm>
          <a:off x="120748" y="835882"/>
          <a:ext cx="9231662" cy="3278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36" name="Visio" r:id="rId3" imgW="3296941" imgH="1170901" progId="Visio.Drawing.11">
                  <p:embed/>
                </p:oleObj>
              </mc:Choice>
              <mc:Fallback>
                <p:oleObj name="Visio" r:id="rId3" imgW="3296941" imgH="1170901" progId="Visio.Drawing.11">
                  <p:embed/>
                  <p:pic>
                    <p:nvPicPr>
                      <p:cNvPr id="52226" name="Object 2">
                        <a:extLst>
                          <a:ext uri="{FF2B5EF4-FFF2-40B4-BE49-F238E27FC236}">
                            <a16:creationId xmlns:a16="http://schemas.microsoft.com/office/drawing/2014/main" id="{12577044-C31C-43E8-8240-2113150C96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48" y="835882"/>
                        <a:ext cx="9231662" cy="3278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7">
            <a:extLst>
              <a:ext uri="{FF2B5EF4-FFF2-40B4-BE49-F238E27FC236}">
                <a16:creationId xmlns:a16="http://schemas.microsoft.com/office/drawing/2014/main" id="{EB393695-AC62-464E-A268-606E46ED4F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1591961"/>
              </p:ext>
            </p:extLst>
          </p:nvPr>
        </p:nvGraphicFramePr>
        <p:xfrm>
          <a:off x="2415258" y="4816869"/>
          <a:ext cx="22653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37" name="Equation" r:id="rId5" imgW="1130300" imgH="228600" progId="Equation.DSMT4">
                  <p:embed/>
                </p:oleObj>
              </mc:Choice>
              <mc:Fallback>
                <p:oleObj name="Equation" r:id="rId5" imgW="1130300" imgH="228600" progId="Equation.DSMT4">
                  <p:embed/>
                  <p:pic>
                    <p:nvPicPr>
                      <p:cNvPr id="259099" name="Object 27">
                        <a:extLst>
                          <a:ext uri="{FF2B5EF4-FFF2-40B4-BE49-F238E27FC236}">
                            <a16:creationId xmlns:a16="http://schemas.microsoft.com/office/drawing/2014/main" id="{7B8F96D0-1CB7-4390-9AC3-D3C897104E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258" y="4816869"/>
                        <a:ext cx="22653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9">
            <a:extLst>
              <a:ext uri="{FF2B5EF4-FFF2-40B4-BE49-F238E27FC236}">
                <a16:creationId xmlns:a16="http://schemas.microsoft.com/office/drawing/2014/main" id="{DDE85D08-CE6C-4B0B-8E5E-DB97312F78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656407"/>
              </p:ext>
            </p:extLst>
          </p:nvPr>
        </p:nvGraphicFramePr>
        <p:xfrm>
          <a:off x="4857172" y="3927382"/>
          <a:ext cx="16891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38" name="Equation" r:id="rId7" imgW="837836" imgH="393529" progId="Equation.DSMT4">
                  <p:embed/>
                </p:oleObj>
              </mc:Choice>
              <mc:Fallback>
                <p:oleObj name="Equation" r:id="rId7" imgW="837836" imgH="393529" progId="Equation.DSMT4">
                  <p:embed/>
                  <p:pic>
                    <p:nvPicPr>
                      <p:cNvPr id="259101" name="Object 29">
                        <a:extLst>
                          <a:ext uri="{FF2B5EF4-FFF2-40B4-BE49-F238E27FC236}">
                            <a16:creationId xmlns:a16="http://schemas.microsoft.com/office/drawing/2014/main" id="{C2579FF8-970D-411D-AEA5-490231C6ED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172" y="3927382"/>
                        <a:ext cx="16891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30">
            <a:extLst>
              <a:ext uri="{FF2B5EF4-FFF2-40B4-BE49-F238E27FC236}">
                <a16:creationId xmlns:a16="http://schemas.microsoft.com/office/drawing/2014/main" id="{8E8630CC-3C59-48E6-AED5-89785CBCC0E3}"/>
              </a:ext>
            </a:extLst>
          </p:cNvPr>
          <p:cNvGrpSpPr>
            <a:grpSpLocks/>
          </p:cNvGrpSpPr>
          <p:nvPr/>
        </p:nvGrpSpPr>
        <p:grpSpPr bwMode="auto">
          <a:xfrm>
            <a:off x="1160889" y="4109730"/>
            <a:ext cx="2438400" cy="533400"/>
            <a:chOff x="144" y="3552"/>
            <a:chExt cx="1536" cy="336"/>
          </a:xfrm>
        </p:grpSpPr>
        <p:graphicFrame>
          <p:nvGraphicFramePr>
            <p:cNvPr id="26" name="Object 31">
              <a:extLst>
                <a:ext uri="{FF2B5EF4-FFF2-40B4-BE49-F238E27FC236}">
                  <a16:creationId xmlns:a16="http://schemas.microsoft.com/office/drawing/2014/main" id="{2686ACCD-AAD3-4EFF-89EA-22E5731435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3600"/>
            <a:ext cx="78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539" name="Equation" r:id="rId9" imgW="622030" imgH="228501" progId="Equation.DSMT4">
                    <p:embed/>
                  </p:oleObj>
                </mc:Choice>
                <mc:Fallback>
                  <p:oleObj name="Equation" r:id="rId9" imgW="622030" imgH="228501" progId="Equation.DSMT4">
                    <p:embed/>
                    <p:pic>
                      <p:nvPicPr>
                        <p:cNvPr id="52256" name="Object 31">
                          <a:extLst>
                            <a:ext uri="{FF2B5EF4-FFF2-40B4-BE49-F238E27FC236}">
                              <a16:creationId xmlns:a16="http://schemas.microsoft.com/office/drawing/2014/main" id="{1296E997-550F-4ED3-B68B-9670C483CE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3600"/>
                          <a:ext cx="78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32">
              <a:extLst>
                <a:ext uri="{FF2B5EF4-FFF2-40B4-BE49-F238E27FC236}">
                  <a16:creationId xmlns:a16="http://schemas.microsoft.com/office/drawing/2014/main" id="{2092B08E-28AE-40B0-88A6-2B57E81C8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355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l"/>
                </a:tabLst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当</a:t>
              </a:r>
            </a:p>
          </p:txBody>
        </p:sp>
        <p:sp>
          <p:nvSpPr>
            <p:cNvPr id="28" name="Rectangle 33">
              <a:extLst>
                <a:ext uri="{FF2B5EF4-FFF2-40B4-BE49-F238E27FC236}">
                  <a16:creationId xmlns:a16="http://schemas.microsoft.com/office/drawing/2014/main" id="{66F292C8-9496-408E-86F3-45F2C5BA7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552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572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57200" algn="l"/>
                </a:tabLst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时</a:t>
              </a:r>
            </a:p>
          </p:txBody>
        </p:sp>
      </p:grpSp>
      <p:sp>
        <p:nvSpPr>
          <p:cNvPr id="29" name="Rectangle 34">
            <a:extLst>
              <a:ext uri="{FF2B5EF4-FFF2-40B4-BE49-F238E27FC236}">
                <a16:creationId xmlns:a16="http://schemas.microsoft.com/office/drawing/2014/main" id="{DF08D7F9-96E5-4650-B69F-2DA6ADEA7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5777" y="4648200"/>
            <a:ext cx="53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则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424AB553-AD49-47CB-9145-9B4B40D7F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73" y="5428775"/>
            <a:ext cx="88399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=1A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时，倒退求得的电源电压为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10V,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当电源电压为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37V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时，电源电压增大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倍，则电流也增大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3.7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倍。</a:t>
            </a:r>
          </a:p>
        </p:txBody>
      </p:sp>
    </p:spTree>
    <p:extLst>
      <p:ext uri="{BB962C8B-B14F-4D97-AF65-F5344CB8AC3E}">
        <p14:creationId xmlns:p14="http://schemas.microsoft.com/office/powerpoint/2010/main" val="415043793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5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58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5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5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58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58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5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5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5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5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2" grpId="0" animBg="1"/>
      <p:bldP spid="258053" grpId="0" animBg="1"/>
      <p:bldP spid="258054" grpId="0" animBg="1"/>
      <p:bldP spid="258055" grpId="0" animBg="1"/>
      <p:bldP spid="258056" grpId="0" animBg="1"/>
      <p:bldP spid="258057" grpId="0" animBg="1"/>
      <p:bldP spid="258058" grpId="0" animBg="1"/>
      <p:bldP spid="258059" grpId="0" animBg="1"/>
      <p:bldP spid="258060" grpId="0" animBg="1"/>
      <p:bldP spid="258061" grpId="0" animBg="1"/>
      <p:bldP spid="258062" grpId="0" animBg="1"/>
      <p:bldP spid="258063" grpId="0" animBg="1"/>
      <p:bldP spid="258064" grpId="0" animBg="1"/>
      <p:bldP spid="258065" grpId="0" animBg="1"/>
      <p:bldP spid="29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8094DEEF-F97C-4E4B-9C13-6F10F21A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1133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41688C18-D8D0-49AA-94E3-8A573DC03A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211910"/>
              </p:ext>
            </p:extLst>
          </p:nvPr>
        </p:nvGraphicFramePr>
        <p:xfrm>
          <a:off x="990600" y="1347356"/>
          <a:ext cx="5934494" cy="2107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52" name="Visio" r:id="rId3" imgW="3296941" imgH="1170901" progId="Visio.Drawing.11">
                  <p:embed/>
                </p:oleObj>
              </mc:Choice>
              <mc:Fallback>
                <p:oleObj name="Visio" r:id="rId3" imgW="3296941" imgH="1170901" progId="Visio.Drawing.11">
                  <p:embed/>
                  <p:pic>
                    <p:nvPicPr>
                      <p:cNvPr id="22" name="Object 2">
                        <a:extLst>
                          <a:ext uri="{FF2B5EF4-FFF2-40B4-BE49-F238E27FC236}">
                            <a16:creationId xmlns:a16="http://schemas.microsoft.com/office/drawing/2014/main" id="{41688C18-D8D0-49AA-94E3-8A573DC03A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347356"/>
                        <a:ext cx="5934494" cy="2107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">
            <a:extLst>
              <a:ext uri="{FF2B5EF4-FFF2-40B4-BE49-F238E27FC236}">
                <a16:creationId xmlns:a16="http://schemas.microsoft.com/office/drawing/2014/main" id="{74A6A5AE-FD94-47A6-BC93-4C0CB2563C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529931"/>
              </p:ext>
            </p:extLst>
          </p:nvPr>
        </p:nvGraphicFramePr>
        <p:xfrm>
          <a:off x="1075906" y="3454978"/>
          <a:ext cx="5934494" cy="2107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453" name="Visio" r:id="rId5" imgW="3296941" imgH="1170901" progId="Visio.Drawing.11">
                  <p:embed/>
                </p:oleObj>
              </mc:Choice>
              <mc:Fallback>
                <p:oleObj name="Visio" r:id="rId5" imgW="3296941" imgH="1170901" progId="Visio.Drawing.11">
                  <p:embed/>
                  <p:pic>
                    <p:nvPicPr>
                      <p:cNvPr id="22" name="Object 2">
                        <a:extLst>
                          <a:ext uri="{FF2B5EF4-FFF2-40B4-BE49-F238E27FC236}">
                            <a16:creationId xmlns:a16="http://schemas.microsoft.com/office/drawing/2014/main" id="{41688C18-D8D0-49AA-94E3-8A573DC03A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906" y="3454978"/>
                        <a:ext cx="5934494" cy="2107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5">
            <a:extLst>
              <a:ext uri="{FF2B5EF4-FFF2-40B4-BE49-F238E27FC236}">
                <a16:creationId xmlns:a16="http://schemas.microsoft.com/office/drawing/2014/main" id="{36CB1FE1-2B79-474D-AB81-68B8A9D69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263" y="2742390"/>
            <a:ext cx="20574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思考：这两个电路的解与上个电路是否一样？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9341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4">
            <a:extLst>
              <a:ext uri="{FF2B5EF4-FFF2-40B4-BE49-F238E27FC236}">
                <a16:creationId xmlns:a16="http://schemas.microsoft.com/office/drawing/2014/main" id="{C8CA0A6F-047A-4647-ACCC-57474D7BA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79375"/>
            <a:ext cx="57912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3600" b="1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§4-2 </a:t>
            </a:r>
            <a:r>
              <a:rPr lang="zh-CN" altLang="en-US" sz="3600" b="1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替代定理</a:t>
            </a:r>
          </a:p>
        </p:txBody>
      </p:sp>
      <p:sp>
        <p:nvSpPr>
          <p:cNvPr id="260103" name="Text Box 7">
            <a:extLst>
              <a:ext uri="{FF2B5EF4-FFF2-40B4-BE49-F238E27FC236}">
                <a16:creationId xmlns:a16="http://schemas.microsoft.com/office/drawing/2014/main" id="{36161C3B-EACB-481A-9074-4333ADB1C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270125"/>
            <a:ext cx="7632700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对于给定的具有</a:t>
            </a:r>
            <a:r>
              <a:rPr kumimoji="1" lang="zh-CN" altLang="en-US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唯一解</a:t>
            </a: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的任意一个集中参数电路，若某一支路电压为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、电流为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，那么这条支路就可以用一个电压等于</a:t>
            </a:r>
            <a:r>
              <a:rPr kumimoji="1" lang="en-US" altLang="zh-CN" b="1" i="1" dirty="0" err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u</a:t>
            </a:r>
            <a:r>
              <a:rPr kumimoji="1" lang="en-US" altLang="zh-CN" b="1" i="1" baseline="-25000" dirty="0" err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</a:t>
            </a: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的独立电压源，或者用一个电流等于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的独立电流源，或用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R=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kumimoji="1" lang="en-US" altLang="zh-CN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="1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的电阻来替代，替代后电路中全部电压和电流均保持原有值</a:t>
            </a:r>
            <a:r>
              <a:rPr kumimoji="1" lang="en-US" altLang="zh-CN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解答唯一</a:t>
            </a:r>
            <a:r>
              <a:rPr kumimoji="1" lang="en-US" altLang="zh-CN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  <p:sp>
        <p:nvSpPr>
          <p:cNvPr id="260104" name="Text Box 8">
            <a:extLst>
              <a:ext uri="{FF2B5EF4-FFF2-40B4-BE49-F238E27FC236}">
                <a16:creationId xmlns:a16="http://schemas.microsoft.com/office/drawing/2014/main" id="{C29A91E8-B476-40EF-A05C-787BD02DE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19200"/>
            <a:ext cx="3194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en-US" altLang="zh-CN" sz="3200" b="1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kumimoji="1" lang="zh-CN" altLang="en-US" sz="3200" b="1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替代定理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0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0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"/>
                                        <p:tgtEl>
                                          <p:spTgt spid="26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260103" grpId="0" autoUpdateAnimBg="0"/>
      <p:bldP spid="26010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218" name="Group 2">
            <a:extLst>
              <a:ext uri="{FF2B5EF4-FFF2-40B4-BE49-F238E27FC236}">
                <a16:creationId xmlns:a16="http://schemas.microsoft.com/office/drawing/2014/main" id="{CED83596-2E9C-4C28-857C-117FC407FBA1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133600"/>
            <a:ext cx="1412875" cy="2376488"/>
            <a:chOff x="431" y="1344"/>
            <a:chExt cx="890" cy="1497"/>
          </a:xfrm>
        </p:grpSpPr>
        <p:sp>
          <p:nvSpPr>
            <p:cNvPr id="54303" name="Line 3">
              <a:extLst>
                <a:ext uri="{FF2B5EF4-FFF2-40B4-BE49-F238E27FC236}">
                  <a16:creationId xmlns:a16="http://schemas.microsoft.com/office/drawing/2014/main" id="{46F5E822-E79A-4E14-9B63-416A5808E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1344"/>
              <a:ext cx="0" cy="149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304" name="Text Box 4">
              <a:extLst>
                <a:ext uri="{FF2B5EF4-FFF2-40B4-BE49-F238E27FC236}">
                  <a16:creationId xmlns:a16="http://schemas.microsoft.com/office/drawing/2014/main" id="{5ABA9747-A062-4C64-8F8C-FB1BA55BE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797"/>
              <a:ext cx="408" cy="721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kumimoji="1" lang="zh-CN" altLang="en-US" b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支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kumimoji="1" lang="zh-CN" altLang="en-US" b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路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kumimoji="1" lang="zh-CN" altLang="en-US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en-US" altLang="zh-CN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kumimoji="1" lang="en-US" altLang="zh-CN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      </a:t>
              </a:r>
            </a:p>
          </p:txBody>
        </p:sp>
        <p:sp>
          <p:nvSpPr>
            <p:cNvPr id="54305" name="Line 5">
              <a:extLst>
                <a:ext uri="{FF2B5EF4-FFF2-40B4-BE49-F238E27FC236}">
                  <a16:creationId xmlns:a16="http://schemas.microsoft.com/office/drawing/2014/main" id="{9ED040C9-0038-4D47-805D-60B452D11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" y="1434"/>
              <a:ext cx="8" cy="296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306" name="Text Box 6">
              <a:extLst>
                <a:ext uri="{FF2B5EF4-FFF2-40B4-BE49-F238E27FC236}">
                  <a16:creationId xmlns:a16="http://schemas.microsoft.com/office/drawing/2014/main" id="{C060E7B0-AF4E-4BFC-A8CB-96733282D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389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307" name="Text Box 7">
              <a:extLst>
                <a:ext uri="{FF2B5EF4-FFF2-40B4-BE49-F238E27FC236}">
                  <a16:creationId xmlns:a16="http://schemas.microsoft.com/office/drawing/2014/main" id="{443B1AC9-63CB-4BD6-BAE1-AACAD0982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525"/>
              <a:ext cx="1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4308" name="Text Box 8">
              <a:extLst>
                <a:ext uri="{FF2B5EF4-FFF2-40B4-BE49-F238E27FC236}">
                  <a16:creationId xmlns:a16="http://schemas.microsoft.com/office/drawing/2014/main" id="{80EE814A-B383-4CCD-AB5C-9222428E4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387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54309" name="Text Box 9">
              <a:extLst>
                <a:ext uri="{FF2B5EF4-FFF2-40B4-BE49-F238E27FC236}">
                  <a16:creationId xmlns:a16="http://schemas.microsoft.com/office/drawing/2014/main" id="{8712F24C-C642-4160-BD33-B28477633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923"/>
              <a:ext cx="3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65226" name="AutoShape 10">
            <a:extLst>
              <a:ext uri="{FF2B5EF4-FFF2-40B4-BE49-F238E27FC236}">
                <a16:creationId xmlns:a16="http://schemas.microsoft.com/office/drawing/2014/main" id="{EC17856C-79C5-432F-9A39-6AE9D7AB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752600"/>
            <a:ext cx="720725" cy="215900"/>
          </a:xfrm>
          <a:prstGeom prst="rightArrow">
            <a:avLst>
              <a:gd name="adj1" fmla="val 50000"/>
              <a:gd name="adj2" fmla="val 83456"/>
            </a:avLst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5227" name="AutoShape 11">
            <a:extLst>
              <a:ext uri="{FF2B5EF4-FFF2-40B4-BE49-F238E27FC236}">
                <a16:creationId xmlns:a16="http://schemas.microsoft.com/office/drawing/2014/main" id="{F3FFE47A-29E7-46E0-BC5C-4E1222D30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357563"/>
            <a:ext cx="792163" cy="215900"/>
          </a:xfrm>
          <a:prstGeom prst="rightArrow">
            <a:avLst>
              <a:gd name="adj1" fmla="val 50000"/>
              <a:gd name="adj2" fmla="val 91728"/>
            </a:avLst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265228" name="Group 12">
            <a:extLst>
              <a:ext uri="{FF2B5EF4-FFF2-40B4-BE49-F238E27FC236}">
                <a16:creationId xmlns:a16="http://schemas.microsoft.com/office/drawing/2014/main" id="{24BAC050-FA18-4B53-B530-F7433D17A1F8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887413"/>
            <a:ext cx="1125538" cy="2160587"/>
            <a:chOff x="2064" y="436"/>
            <a:chExt cx="709" cy="1361"/>
          </a:xfrm>
        </p:grpSpPr>
        <p:sp>
          <p:nvSpPr>
            <p:cNvPr id="54297" name="Oval 13">
              <a:extLst>
                <a:ext uri="{FF2B5EF4-FFF2-40B4-BE49-F238E27FC236}">
                  <a16:creationId xmlns:a16="http://schemas.microsoft.com/office/drawing/2014/main" id="{67319A12-978A-45F1-97C6-405C40D33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890"/>
              <a:ext cx="363" cy="363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rgbClr val="000000"/>
                </a:solidFill>
                <a:ea typeface="仿宋_GB2312" pitchFamily="49" charset="-122"/>
              </a:endParaRPr>
            </a:p>
          </p:txBody>
        </p:sp>
        <p:cxnSp>
          <p:nvCxnSpPr>
            <p:cNvPr id="54298" name="AutoShape 14">
              <a:extLst>
                <a:ext uri="{FF2B5EF4-FFF2-40B4-BE49-F238E27FC236}">
                  <a16:creationId xmlns:a16="http://schemas.microsoft.com/office/drawing/2014/main" id="{F1D63281-62CC-4B3B-ADA4-A604C9FC3D4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53" y="923"/>
              <a:ext cx="0" cy="312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4299" name="Text Box 15">
              <a:extLst>
                <a:ext uri="{FF2B5EF4-FFF2-40B4-BE49-F238E27FC236}">
                  <a16:creationId xmlns:a16="http://schemas.microsoft.com/office/drawing/2014/main" id="{0A8A7103-8483-460A-88D0-44A80166D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2" y="663"/>
              <a:ext cx="1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4300" name="Text Box 16">
              <a:extLst>
                <a:ext uri="{FF2B5EF4-FFF2-40B4-BE49-F238E27FC236}">
                  <a16:creationId xmlns:a16="http://schemas.microsoft.com/office/drawing/2014/main" id="{2F9780EC-51BD-4330-9C92-919D7B0ED7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2" y="1253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54301" name="Text Box 17">
              <a:extLst>
                <a:ext uri="{FF2B5EF4-FFF2-40B4-BE49-F238E27FC236}">
                  <a16:creationId xmlns:a16="http://schemas.microsoft.com/office/drawing/2014/main" id="{5F2AFCAC-2C12-4378-B359-AE26EED68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7" y="935"/>
              <a:ext cx="3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302" name="Line 18">
              <a:extLst>
                <a:ext uri="{FF2B5EF4-FFF2-40B4-BE49-F238E27FC236}">
                  <a16:creationId xmlns:a16="http://schemas.microsoft.com/office/drawing/2014/main" id="{735C41AF-4D50-4243-9F38-AF3D64238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6" y="436"/>
              <a:ext cx="0" cy="136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5235" name="AutoShape 19">
            <a:extLst>
              <a:ext uri="{FF2B5EF4-FFF2-40B4-BE49-F238E27FC236}">
                <a16:creationId xmlns:a16="http://schemas.microsoft.com/office/drawing/2014/main" id="{7458D58E-7DF3-4AC5-A57D-681127273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5229225"/>
            <a:ext cx="863600" cy="215900"/>
          </a:xfrm>
          <a:prstGeom prst="rightArrow">
            <a:avLst>
              <a:gd name="adj1" fmla="val 50000"/>
              <a:gd name="adj2" fmla="val 100000"/>
            </a:avLst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grpSp>
        <p:nvGrpSpPr>
          <p:cNvPr id="265242" name="Group 26">
            <a:extLst>
              <a:ext uri="{FF2B5EF4-FFF2-40B4-BE49-F238E27FC236}">
                <a16:creationId xmlns:a16="http://schemas.microsoft.com/office/drawing/2014/main" id="{9A3E2D8E-681D-49C3-8883-1F2B57B72E6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4005263"/>
            <a:ext cx="1979613" cy="2376487"/>
            <a:chOff x="3696" y="2523"/>
            <a:chExt cx="1247" cy="1497"/>
          </a:xfrm>
        </p:grpSpPr>
        <p:sp>
          <p:nvSpPr>
            <p:cNvPr id="54289" name="Line 27">
              <a:extLst>
                <a:ext uri="{FF2B5EF4-FFF2-40B4-BE49-F238E27FC236}">
                  <a16:creationId xmlns:a16="http://schemas.microsoft.com/office/drawing/2014/main" id="{12462287-0E2A-4729-B86A-80AF678EB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8" y="2523"/>
              <a:ext cx="0" cy="149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90" name="Line 28">
              <a:extLst>
                <a:ext uri="{FF2B5EF4-FFF2-40B4-BE49-F238E27FC236}">
                  <a16:creationId xmlns:a16="http://schemas.microsoft.com/office/drawing/2014/main" id="{B7F4DDFD-C3E2-44F7-B6FF-ABFB426A9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8" y="2568"/>
              <a:ext cx="1" cy="296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91" name="Text Box 29">
              <a:extLst>
                <a:ext uri="{FF2B5EF4-FFF2-40B4-BE49-F238E27FC236}">
                  <a16:creationId xmlns:a16="http://schemas.microsoft.com/office/drawing/2014/main" id="{8F3A411B-7589-4E7C-8122-9B90BC52B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1" y="2568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92" name="Text Box 30">
              <a:extLst>
                <a:ext uri="{FF2B5EF4-FFF2-40B4-BE49-F238E27FC236}">
                  <a16:creationId xmlns:a16="http://schemas.microsoft.com/office/drawing/2014/main" id="{14682B8E-F03B-48D3-881B-20E890129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" y="2840"/>
              <a:ext cx="1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4293" name="Text Box 31">
              <a:extLst>
                <a:ext uri="{FF2B5EF4-FFF2-40B4-BE49-F238E27FC236}">
                  <a16:creationId xmlns:a16="http://schemas.microsoft.com/office/drawing/2014/main" id="{21CFD889-06F6-4047-9952-E49F4287D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" y="3430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54294" name="Text Box 32">
              <a:extLst>
                <a:ext uri="{FF2B5EF4-FFF2-40B4-BE49-F238E27FC236}">
                  <a16:creationId xmlns:a16="http://schemas.microsoft.com/office/drawing/2014/main" id="{66668460-868B-42E6-BC33-D296793D9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158"/>
              <a:ext cx="3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95" name="Rectangle 33">
              <a:extLst>
                <a:ext uri="{FF2B5EF4-FFF2-40B4-BE49-F238E27FC236}">
                  <a16:creationId xmlns:a16="http://schemas.microsoft.com/office/drawing/2014/main" id="{463F4662-DCD7-41E2-9914-5AF8739E7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9" y="3036"/>
              <a:ext cx="7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R=u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k</a:t>
              </a: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/i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k</a:t>
              </a:r>
            </a:p>
          </p:txBody>
        </p:sp>
        <p:sp>
          <p:nvSpPr>
            <p:cNvPr id="54296" name="Rectangle 34">
              <a:extLst>
                <a:ext uri="{FF2B5EF4-FFF2-40B4-BE49-F238E27FC236}">
                  <a16:creationId xmlns:a16="http://schemas.microsoft.com/office/drawing/2014/main" id="{4EE2948A-9EDB-4D01-977C-E68B500C9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8" y="3067"/>
              <a:ext cx="127" cy="318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65251" name="Group 35">
            <a:extLst>
              <a:ext uri="{FF2B5EF4-FFF2-40B4-BE49-F238E27FC236}">
                <a16:creationId xmlns:a16="http://schemas.microsoft.com/office/drawing/2014/main" id="{4C2D7E46-62BE-4135-BB03-6EFF88996AB6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420938"/>
            <a:ext cx="985838" cy="2089150"/>
            <a:chOff x="2880" y="1525"/>
            <a:chExt cx="621" cy="1316"/>
          </a:xfrm>
        </p:grpSpPr>
        <p:sp>
          <p:nvSpPr>
            <p:cNvPr id="54283" name="Line 36">
              <a:extLst>
                <a:ext uri="{FF2B5EF4-FFF2-40B4-BE49-F238E27FC236}">
                  <a16:creationId xmlns:a16="http://schemas.microsoft.com/office/drawing/2014/main" id="{23823D00-EB03-4BD8-A8B0-94D8AB3E5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525"/>
              <a:ext cx="0" cy="13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284" name="Text Box 37">
              <a:extLst>
                <a:ext uri="{FF2B5EF4-FFF2-40B4-BE49-F238E27FC236}">
                  <a16:creationId xmlns:a16="http://schemas.microsoft.com/office/drawing/2014/main" id="{A32F9362-82E9-4375-8A7E-29CDDD68E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2160"/>
              <a:ext cx="39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3200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sz="3200" b="1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85" name="Line 38">
              <a:extLst>
                <a:ext uri="{FF2B5EF4-FFF2-40B4-BE49-F238E27FC236}">
                  <a16:creationId xmlns:a16="http://schemas.microsoft.com/office/drawing/2014/main" id="{3C76A5ED-CA7D-47CA-B731-913B3C8C5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2251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4286" name="Group 39">
              <a:extLst>
                <a:ext uri="{FF2B5EF4-FFF2-40B4-BE49-F238E27FC236}">
                  <a16:creationId xmlns:a16="http://schemas.microsoft.com/office/drawing/2014/main" id="{7AA437BA-1DA9-4FCA-B69C-340E958E82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888"/>
              <a:ext cx="363" cy="363"/>
              <a:chOff x="4785" y="709"/>
              <a:chExt cx="363" cy="363"/>
            </a:xfrm>
          </p:grpSpPr>
          <p:sp>
            <p:nvSpPr>
              <p:cNvPr id="54287" name="Oval 40">
                <a:extLst>
                  <a:ext uri="{FF2B5EF4-FFF2-40B4-BE49-F238E27FC236}">
                    <a16:creationId xmlns:a16="http://schemas.microsoft.com/office/drawing/2014/main" id="{C6588CF8-B6B1-48E1-B5F2-D04768DBB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5" y="709"/>
                <a:ext cx="363" cy="363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400" b="1">
                  <a:solidFill>
                    <a:srgbClr val="000000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54288" name="Line 41">
                <a:extLst>
                  <a:ext uri="{FF2B5EF4-FFF2-40B4-BE49-F238E27FC236}">
                    <a16:creationId xmlns:a16="http://schemas.microsoft.com/office/drawing/2014/main" id="{308EB4A8-9716-467C-B376-AEC9893166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890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65262" name="Line 46">
            <a:extLst>
              <a:ext uri="{FF2B5EF4-FFF2-40B4-BE49-F238E27FC236}">
                <a16:creationId xmlns:a16="http://schemas.microsoft.com/office/drawing/2014/main" id="{2C951802-5FD1-456A-A79B-FEDB019B6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1100" y="2222500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263" name="Line 47">
            <a:extLst>
              <a:ext uri="{FF2B5EF4-FFF2-40B4-BE49-F238E27FC236}">
                <a16:creationId xmlns:a16="http://schemas.microsoft.com/office/drawing/2014/main" id="{9963BEF9-A56D-4A77-9B3D-BC25D5F0BE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8900" y="4051300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AutoShape 42">
            <a:extLst>
              <a:ext uri="{FF2B5EF4-FFF2-40B4-BE49-F238E27FC236}">
                <a16:creationId xmlns:a16="http://schemas.microsoft.com/office/drawing/2014/main" id="{608528E5-91D2-483D-933E-5E21DFBA4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355" y="5150838"/>
            <a:ext cx="3036570" cy="1271585"/>
          </a:xfrm>
          <a:prstGeom prst="wedgeRoundRectCallout">
            <a:avLst>
              <a:gd name="adj1" fmla="val -33974"/>
              <a:gd name="adj2" fmla="val -117878"/>
              <a:gd name="adj3" fmla="val 16667"/>
            </a:avLst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注意被替代的是</a:t>
            </a:r>
            <a:r>
              <a:rPr lang="zh-CN" altLang="en-US" sz="20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支路</a:t>
            </a:r>
            <a:r>
              <a:rPr lang="zh-CN" altLang="en-US" sz="20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：即可以是一个单一元件，也可以是多个元件的组合而成的一条支路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6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26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6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26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4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Line 5">
            <a:extLst>
              <a:ext uri="{FF2B5EF4-FFF2-40B4-BE49-F238E27FC236}">
                <a16:creationId xmlns:a16="http://schemas.microsoft.com/office/drawing/2014/main" id="{3AF77E21-40B0-4C77-B14B-74197E575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2133600"/>
            <a:ext cx="1447800" cy="91440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299" name="Line 6">
            <a:extLst>
              <a:ext uri="{FF2B5EF4-FFF2-40B4-BE49-F238E27FC236}">
                <a16:creationId xmlns:a16="http://schemas.microsoft.com/office/drawing/2014/main" id="{72FAFB93-984B-4471-BA05-699DBD2221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429000"/>
            <a:ext cx="1524000" cy="91440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1127" name="Object 7">
            <a:extLst>
              <a:ext uri="{FF2B5EF4-FFF2-40B4-BE49-F238E27FC236}">
                <a16:creationId xmlns:a16="http://schemas.microsoft.com/office/drawing/2014/main" id="{D6A6B2F2-3371-41D9-B31F-DC5112C5F9BD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64529341"/>
              </p:ext>
            </p:extLst>
          </p:nvPr>
        </p:nvGraphicFramePr>
        <p:xfrm>
          <a:off x="685800" y="2209800"/>
          <a:ext cx="3001963" cy="238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00" name="Visio" r:id="rId3" imgW="1502421" imgH="1195421" progId="Visio.Drawing.11">
                  <p:embed/>
                </p:oleObj>
              </mc:Choice>
              <mc:Fallback>
                <p:oleObj name="Visio" r:id="rId3" imgW="1502421" imgH="1195421" progId="Visio.Drawing.11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09800"/>
                        <a:ext cx="3001963" cy="238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8" name="Object 8">
            <a:extLst>
              <a:ext uri="{FF2B5EF4-FFF2-40B4-BE49-F238E27FC236}">
                <a16:creationId xmlns:a16="http://schemas.microsoft.com/office/drawing/2014/main" id="{EAA03EEF-6A86-4585-AB64-7AFD98299F6D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72272669"/>
              </p:ext>
            </p:extLst>
          </p:nvPr>
        </p:nvGraphicFramePr>
        <p:xfrm>
          <a:off x="5486400" y="1219200"/>
          <a:ext cx="4419600" cy="208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01" name="Visio" r:id="rId5" imgW="2208047" imgH="1040319" progId="Visio.Drawing.11">
                  <p:embed/>
                </p:oleObj>
              </mc:Choice>
              <mc:Fallback>
                <p:oleObj name="Visio" r:id="rId5" imgW="2208047" imgH="1040319" progId="Visio.Drawing.11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219200"/>
                        <a:ext cx="4419600" cy="208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9" name="Object 9">
            <a:extLst>
              <a:ext uri="{FF2B5EF4-FFF2-40B4-BE49-F238E27FC236}">
                <a16:creationId xmlns:a16="http://schemas.microsoft.com/office/drawing/2014/main" id="{04314EFD-CF40-4C8B-9782-BE18A297C6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248962"/>
              </p:ext>
            </p:extLst>
          </p:nvPr>
        </p:nvGraphicFramePr>
        <p:xfrm>
          <a:off x="5486400" y="3352800"/>
          <a:ext cx="4419600" cy="208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02" name="Visio" r:id="rId7" imgW="2208047" imgH="1040319" progId="Visio.Drawing.11">
                  <p:embed/>
                </p:oleObj>
              </mc:Choice>
              <mc:Fallback>
                <p:oleObj name="Visio" r:id="rId7" imgW="2208047" imgH="1040319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352800"/>
                        <a:ext cx="4419600" cy="208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42" name="Group 2">
            <a:extLst>
              <a:ext uri="{FF2B5EF4-FFF2-40B4-BE49-F238E27FC236}">
                <a16:creationId xmlns:a16="http://schemas.microsoft.com/office/drawing/2014/main" id="{553EB767-5853-473C-9A44-821DD97FF189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1212850"/>
            <a:ext cx="2087562" cy="2160588"/>
            <a:chOff x="703" y="663"/>
            <a:chExt cx="1315" cy="1361"/>
          </a:xfrm>
        </p:grpSpPr>
        <p:sp>
          <p:nvSpPr>
            <p:cNvPr id="56360" name="Rectangle 3">
              <a:extLst>
                <a:ext uri="{FF2B5EF4-FFF2-40B4-BE49-F238E27FC236}">
                  <a16:creationId xmlns:a16="http://schemas.microsoft.com/office/drawing/2014/main" id="{3EDBCC26-C645-4961-9920-13512AA6E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" y="893"/>
              <a:ext cx="515" cy="113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361" name="Text Box 4">
              <a:extLst>
                <a:ext uri="{FF2B5EF4-FFF2-40B4-BE49-F238E27FC236}">
                  <a16:creationId xmlns:a16="http://schemas.microsoft.com/office/drawing/2014/main" id="{34A91627-4902-4D04-82FE-EDCBC6117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" y="1145"/>
              <a:ext cx="343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4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56362" name="Group 5">
              <a:extLst>
                <a:ext uri="{FF2B5EF4-FFF2-40B4-BE49-F238E27FC236}">
                  <a16:creationId xmlns:a16="http://schemas.microsoft.com/office/drawing/2014/main" id="{FE9087A5-2D20-4D49-8B40-6B6A345F1D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8" y="1019"/>
              <a:ext cx="628" cy="189"/>
              <a:chOff x="1008" y="2400"/>
              <a:chExt cx="528" cy="144"/>
            </a:xfrm>
          </p:grpSpPr>
          <p:sp>
            <p:nvSpPr>
              <p:cNvPr id="56372" name="Line 6">
                <a:extLst>
                  <a:ext uri="{FF2B5EF4-FFF2-40B4-BE49-F238E27FC236}">
                    <a16:creationId xmlns:a16="http://schemas.microsoft.com/office/drawing/2014/main" id="{25A6D8FA-3B2E-4A4E-9819-7FC09D720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400"/>
                <a:ext cx="528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73" name="Line 7">
                <a:extLst>
                  <a:ext uri="{FF2B5EF4-FFF2-40B4-BE49-F238E27FC236}">
                    <a16:creationId xmlns:a16="http://schemas.microsoft.com/office/drawing/2014/main" id="{E1C98D2A-F973-4347-B280-7FF5E206B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400"/>
                <a:ext cx="0" cy="14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6363" name="Group 8">
              <a:extLst>
                <a:ext uri="{FF2B5EF4-FFF2-40B4-BE49-F238E27FC236}">
                  <a16:creationId xmlns:a16="http://schemas.microsoft.com/office/drawing/2014/main" id="{9FA41F70-735D-4D33-8726-889D6335E0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8" y="1836"/>
              <a:ext cx="628" cy="125"/>
              <a:chOff x="1008" y="3024"/>
              <a:chExt cx="480" cy="96"/>
            </a:xfrm>
          </p:grpSpPr>
          <p:sp>
            <p:nvSpPr>
              <p:cNvPr id="56370" name="Line 9">
                <a:extLst>
                  <a:ext uri="{FF2B5EF4-FFF2-40B4-BE49-F238E27FC236}">
                    <a16:creationId xmlns:a16="http://schemas.microsoft.com/office/drawing/2014/main" id="{506B7FC9-8A5E-4C56-9A95-3ED277744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3120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71" name="Line 10">
                <a:extLst>
                  <a:ext uri="{FF2B5EF4-FFF2-40B4-BE49-F238E27FC236}">
                    <a16:creationId xmlns:a16="http://schemas.microsoft.com/office/drawing/2014/main" id="{1324A211-F647-411F-997B-257328C7A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88" y="3024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6364" name="Line 11">
              <a:extLst>
                <a:ext uri="{FF2B5EF4-FFF2-40B4-BE49-F238E27FC236}">
                  <a16:creationId xmlns:a16="http://schemas.microsoft.com/office/drawing/2014/main" id="{44C7AE3D-5E65-44FC-B98D-7334598C3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017"/>
              <a:ext cx="34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65" name="Text Box 12">
              <a:extLst>
                <a:ext uri="{FF2B5EF4-FFF2-40B4-BE49-F238E27FC236}">
                  <a16:creationId xmlns:a16="http://schemas.microsoft.com/office/drawing/2014/main" id="{3A45F956-B88D-46CB-9998-89B8E3302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663"/>
              <a:ext cx="4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66" name="Text Box 13">
              <a:extLst>
                <a:ext uri="{FF2B5EF4-FFF2-40B4-BE49-F238E27FC236}">
                  <a16:creationId xmlns:a16="http://schemas.microsoft.com/office/drawing/2014/main" id="{F9317B00-3703-4AFA-8F3B-D5C05CF0B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1026"/>
              <a:ext cx="18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367" name="Text Box 14">
              <a:extLst>
                <a:ext uri="{FF2B5EF4-FFF2-40B4-BE49-F238E27FC236}">
                  <a16:creationId xmlns:a16="http://schemas.microsoft.com/office/drawing/2014/main" id="{BB18E164-B203-4FD4-B4C2-8A4766328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570"/>
              <a:ext cx="2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56368" name="Text Box 15">
              <a:extLst>
                <a:ext uri="{FF2B5EF4-FFF2-40B4-BE49-F238E27FC236}">
                  <a16:creationId xmlns:a16="http://schemas.microsoft.com/office/drawing/2014/main" id="{ECC96F3E-5087-46DE-AF6B-C58412995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298"/>
              <a:ext cx="4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69" name="Text Box 16">
              <a:extLst>
                <a:ext uri="{FF2B5EF4-FFF2-40B4-BE49-F238E27FC236}">
                  <a16:creationId xmlns:a16="http://schemas.microsoft.com/office/drawing/2014/main" id="{E3040A93-74FC-40A2-B15A-94B9ACBE1D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1162"/>
              <a:ext cx="363" cy="72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kumimoji="1" lang="zh-CN" altLang="en-US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支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kumimoji="1" lang="zh-CN" altLang="en-US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路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 </a:t>
              </a:r>
            </a:p>
          </p:txBody>
        </p:sp>
      </p:grpSp>
      <p:grpSp>
        <p:nvGrpSpPr>
          <p:cNvPr id="266257" name="Group 17">
            <a:extLst>
              <a:ext uri="{FF2B5EF4-FFF2-40B4-BE49-F238E27FC236}">
                <a16:creationId xmlns:a16="http://schemas.microsoft.com/office/drawing/2014/main" id="{7BFFAB39-F1C9-499A-B680-1BCDF79C3F39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573213"/>
            <a:ext cx="2376488" cy="1727200"/>
            <a:chOff x="3334" y="890"/>
            <a:chExt cx="1497" cy="1088"/>
          </a:xfrm>
        </p:grpSpPr>
        <p:sp>
          <p:nvSpPr>
            <p:cNvPr id="56353" name="Oval 18">
              <a:extLst>
                <a:ext uri="{FF2B5EF4-FFF2-40B4-BE49-F238E27FC236}">
                  <a16:creationId xmlns:a16="http://schemas.microsoft.com/office/drawing/2014/main" id="{0B16A3F4-3F63-4017-BC7F-F8D595B43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1253"/>
              <a:ext cx="363" cy="3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rgbClr val="000000"/>
                </a:solidFill>
                <a:ea typeface="仿宋_GB2312" pitchFamily="49" charset="-122"/>
              </a:endParaRPr>
            </a:p>
          </p:txBody>
        </p:sp>
        <p:sp>
          <p:nvSpPr>
            <p:cNvPr id="56354" name="Rectangle 19">
              <a:extLst>
                <a:ext uri="{FF2B5EF4-FFF2-40B4-BE49-F238E27FC236}">
                  <a16:creationId xmlns:a16="http://schemas.microsoft.com/office/drawing/2014/main" id="{73E4F2A2-D514-438B-BFC8-8A72B193C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1071"/>
              <a:ext cx="547" cy="78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355" name="Rectangle 20">
              <a:extLst>
                <a:ext uri="{FF2B5EF4-FFF2-40B4-BE49-F238E27FC236}">
                  <a16:creationId xmlns:a16="http://schemas.microsoft.com/office/drawing/2014/main" id="{BC45E595-4CBB-4BF3-A2D9-DE28935FF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890"/>
              <a:ext cx="478" cy="108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356" name="Text Box 21">
              <a:extLst>
                <a:ext uri="{FF2B5EF4-FFF2-40B4-BE49-F238E27FC236}">
                  <a16:creationId xmlns:a16="http://schemas.microsoft.com/office/drawing/2014/main" id="{252954A7-445D-4BFF-8155-B791B3955A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1132"/>
              <a:ext cx="31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44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6357" name="Text Box 22">
              <a:extLst>
                <a:ext uri="{FF2B5EF4-FFF2-40B4-BE49-F238E27FC236}">
                  <a16:creationId xmlns:a16="http://schemas.microsoft.com/office/drawing/2014/main" id="{BBE02234-8D72-4273-97C5-379A607D1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8" y="1011"/>
              <a:ext cx="1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358" name="Text Box 23">
              <a:extLst>
                <a:ext uri="{FF2B5EF4-FFF2-40B4-BE49-F238E27FC236}">
                  <a16:creationId xmlns:a16="http://schemas.microsoft.com/office/drawing/2014/main" id="{F04D0707-7B6A-4909-A669-2E3B821FBD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570"/>
              <a:ext cx="2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56359" name="Text Box 24">
              <a:extLst>
                <a:ext uri="{FF2B5EF4-FFF2-40B4-BE49-F238E27FC236}">
                  <a16:creationId xmlns:a16="http://schemas.microsoft.com/office/drawing/2014/main" id="{782DC0C7-6AB3-4F71-B3A8-08D5832AF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8" y="1253"/>
              <a:ext cx="38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66265" name="AutoShape 25">
            <a:extLst>
              <a:ext uri="{FF2B5EF4-FFF2-40B4-BE49-F238E27FC236}">
                <a16:creationId xmlns:a16="http://schemas.microsoft.com/office/drawing/2014/main" id="{13332916-F5F1-4545-BE64-9F799D3C7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293938"/>
            <a:ext cx="792163" cy="288925"/>
          </a:xfrm>
          <a:prstGeom prst="rightArrow">
            <a:avLst>
              <a:gd name="adj1" fmla="val 50000"/>
              <a:gd name="adj2" fmla="val 68544"/>
            </a:avLst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266" name="Arc 26">
            <a:extLst>
              <a:ext uri="{FF2B5EF4-FFF2-40B4-BE49-F238E27FC236}">
                <a16:creationId xmlns:a16="http://schemas.microsoft.com/office/drawing/2014/main" id="{A237C800-8F20-4477-B555-4AA7628677CA}"/>
              </a:ext>
            </a:extLst>
          </p:cNvPr>
          <p:cNvSpPr>
            <a:spLocks/>
          </p:cNvSpPr>
          <p:nvPr/>
        </p:nvSpPr>
        <p:spPr bwMode="auto">
          <a:xfrm>
            <a:off x="5148263" y="3733800"/>
            <a:ext cx="1163637" cy="2232025"/>
          </a:xfrm>
          <a:custGeom>
            <a:avLst/>
            <a:gdLst>
              <a:gd name="T0" fmla="*/ 19024 w 21959"/>
              <a:gd name="T1" fmla="*/ 0 h 43200"/>
              <a:gd name="T2" fmla="*/ 0 w 21959"/>
              <a:gd name="T3" fmla="*/ 2231870 h 43200"/>
              <a:gd name="T4" fmla="*/ 19024 w 21959"/>
              <a:gd name="T5" fmla="*/ 1116013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959" h="43200" fill="none" extrusionOk="0">
                <a:moveTo>
                  <a:pt x="358" y="0"/>
                </a:moveTo>
                <a:cubicBezTo>
                  <a:pt x="12288" y="0"/>
                  <a:pt x="21959" y="9670"/>
                  <a:pt x="21959" y="21600"/>
                </a:cubicBezTo>
                <a:cubicBezTo>
                  <a:pt x="21959" y="33529"/>
                  <a:pt x="12288" y="43200"/>
                  <a:pt x="359" y="43200"/>
                </a:cubicBezTo>
                <a:cubicBezTo>
                  <a:pt x="239" y="43200"/>
                  <a:pt x="119" y="43199"/>
                  <a:pt x="-1" y="43197"/>
                </a:cubicBezTo>
              </a:path>
              <a:path w="21959" h="43200" stroke="0" extrusionOk="0">
                <a:moveTo>
                  <a:pt x="358" y="0"/>
                </a:moveTo>
                <a:cubicBezTo>
                  <a:pt x="12288" y="0"/>
                  <a:pt x="21959" y="9670"/>
                  <a:pt x="21959" y="21600"/>
                </a:cubicBezTo>
                <a:cubicBezTo>
                  <a:pt x="21959" y="33529"/>
                  <a:pt x="12288" y="43200"/>
                  <a:pt x="359" y="43200"/>
                </a:cubicBezTo>
                <a:cubicBezTo>
                  <a:pt x="239" y="43200"/>
                  <a:pt x="119" y="43199"/>
                  <a:pt x="-1" y="43197"/>
                </a:cubicBezTo>
                <a:lnTo>
                  <a:pt x="359" y="21600"/>
                </a:lnTo>
                <a:lnTo>
                  <a:pt x="358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66267" name="Text Box 27">
            <a:extLst>
              <a:ext uri="{FF2B5EF4-FFF2-40B4-BE49-F238E27FC236}">
                <a16:creationId xmlns:a16="http://schemas.microsoft.com/office/drawing/2014/main" id="{4ACC50B2-9576-441C-B5F2-9B50EC494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5" y="5178425"/>
            <a:ext cx="979488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证毕</a:t>
            </a:r>
            <a:r>
              <a:rPr lang="en-US" altLang="zh-CN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!</a:t>
            </a:r>
          </a:p>
        </p:txBody>
      </p:sp>
      <p:sp>
        <p:nvSpPr>
          <p:cNvPr id="266268" name="Text Box 28">
            <a:extLst>
              <a:ext uri="{FF2B5EF4-FFF2-40B4-BE49-F238E27FC236}">
                <a16:creationId xmlns:a16="http://schemas.microsoft.com/office/drawing/2014/main" id="{EF91529F-964F-406A-973E-7BF0B7408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781050"/>
            <a:ext cx="32400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32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en-US" altLang="zh-CN" sz="3200" b="1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kumimoji="1" lang="en-US" altLang="zh-CN" sz="32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sz="3200" b="1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定理</a:t>
            </a:r>
            <a:r>
              <a:rPr kumimoji="1" lang="zh-CN" altLang="en-US" sz="32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的证明</a:t>
            </a:r>
          </a:p>
        </p:txBody>
      </p:sp>
      <p:grpSp>
        <p:nvGrpSpPr>
          <p:cNvPr id="266275" name="Group 35">
            <a:extLst>
              <a:ext uri="{FF2B5EF4-FFF2-40B4-BE49-F238E27FC236}">
                <a16:creationId xmlns:a16="http://schemas.microsoft.com/office/drawing/2014/main" id="{79E4081E-4802-4786-85DF-B0844AFEC238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3128963"/>
            <a:ext cx="3921125" cy="3500437"/>
            <a:chOff x="1519" y="1870"/>
            <a:chExt cx="2470" cy="2205"/>
          </a:xfrm>
        </p:grpSpPr>
        <p:sp>
          <p:nvSpPr>
            <p:cNvPr id="56333" name="Oval 36">
              <a:extLst>
                <a:ext uri="{FF2B5EF4-FFF2-40B4-BE49-F238E27FC236}">
                  <a16:creationId xmlns:a16="http://schemas.microsoft.com/office/drawing/2014/main" id="{23E7015B-5054-416C-91DA-FA26BAAF7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3475"/>
              <a:ext cx="363" cy="3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rgbClr val="000000"/>
                </a:solidFill>
                <a:ea typeface="仿宋_GB2312" pitchFamily="49" charset="-122"/>
              </a:endParaRPr>
            </a:p>
          </p:txBody>
        </p:sp>
        <p:sp>
          <p:nvSpPr>
            <p:cNvPr id="56334" name="Oval 37">
              <a:extLst>
                <a:ext uri="{FF2B5EF4-FFF2-40B4-BE49-F238E27FC236}">
                  <a16:creationId xmlns:a16="http://schemas.microsoft.com/office/drawing/2014/main" id="{3C68EADA-69C9-48D1-AE72-41150342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3157"/>
              <a:ext cx="363" cy="3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rgbClr val="000000"/>
                </a:solidFill>
                <a:ea typeface="仿宋_GB2312" pitchFamily="49" charset="-122"/>
              </a:endParaRPr>
            </a:p>
          </p:txBody>
        </p:sp>
        <p:sp>
          <p:nvSpPr>
            <p:cNvPr id="56335" name="Rectangle 38">
              <a:extLst>
                <a:ext uri="{FF2B5EF4-FFF2-40B4-BE49-F238E27FC236}">
                  <a16:creationId xmlns:a16="http://schemas.microsoft.com/office/drawing/2014/main" id="{983AE07B-339C-4673-A319-6437A049D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2250"/>
              <a:ext cx="1270" cy="1406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336" name="Text Box 39">
              <a:extLst>
                <a:ext uri="{FF2B5EF4-FFF2-40B4-BE49-F238E27FC236}">
                  <a16:creationId xmlns:a16="http://schemas.microsoft.com/office/drawing/2014/main" id="{2EEAB2A2-5BDC-442B-92EA-CC138921C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3747"/>
              <a:ext cx="47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CC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37" name="Text Box 40">
              <a:extLst>
                <a:ext uri="{FF2B5EF4-FFF2-40B4-BE49-F238E27FC236}">
                  <a16:creationId xmlns:a16="http://schemas.microsoft.com/office/drawing/2014/main" id="{182104A2-89DF-49F4-A7E4-C339CC1183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3157"/>
              <a:ext cx="565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38" name="Text Box 41">
              <a:extLst>
                <a:ext uri="{FF2B5EF4-FFF2-40B4-BE49-F238E27FC236}">
                  <a16:creationId xmlns:a16="http://schemas.microsoft.com/office/drawing/2014/main" id="{C8678E39-47E6-4C46-859E-BA3D00055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3611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56339" name="Text Box 42">
              <a:extLst>
                <a:ext uri="{FF2B5EF4-FFF2-40B4-BE49-F238E27FC236}">
                  <a16:creationId xmlns:a16="http://schemas.microsoft.com/office/drawing/2014/main" id="{67A8D220-328F-4DD7-8CEE-5F2FC05AF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3475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56340" name="Text Box 43">
              <a:extLst>
                <a:ext uri="{FF2B5EF4-FFF2-40B4-BE49-F238E27FC236}">
                  <a16:creationId xmlns:a16="http://schemas.microsoft.com/office/drawing/2014/main" id="{64D2DC58-E4A5-4515-8FE0-737825FE96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3611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ea typeface="仿宋_GB2312" pitchFamily="49" charset="-122"/>
                </a:rPr>
                <a:t>＋</a:t>
              </a:r>
            </a:p>
          </p:txBody>
        </p:sp>
        <p:sp>
          <p:nvSpPr>
            <p:cNvPr id="56341" name="Text Box 44">
              <a:extLst>
                <a:ext uri="{FF2B5EF4-FFF2-40B4-BE49-F238E27FC236}">
                  <a16:creationId xmlns:a16="http://schemas.microsoft.com/office/drawing/2014/main" id="{33165999-BB19-4EE8-A5C6-92E9AD1990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4" y="2931"/>
              <a:ext cx="2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ea typeface="仿宋_GB2312" pitchFamily="49" charset="-122"/>
                </a:rPr>
                <a:t>－</a:t>
              </a:r>
            </a:p>
          </p:txBody>
        </p:sp>
        <p:sp>
          <p:nvSpPr>
            <p:cNvPr id="56342" name="Rectangle 45">
              <a:extLst>
                <a:ext uri="{FF2B5EF4-FFF2-40B4-BE49-F238E27FC236}">
                  <a16:creationId xmlns:a16="http://schemas.microsoft.com/office/drawing/2014/main" id="{5ABEC208-2BF6-4218-9755-016D42874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205"/>
              <a:ext cx="544" cy="1542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4800" b="1">
                  <a:solidFill>
                    <a:srgbClr val="00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A</a:t>
              </a:r>
            </a:p>
          </p:txBody>
        </p:sp>
        <p:grpSp>
          <p:nvGrpSpPr>
            <p:cNvPr id="56343" name="Group 46">
              <a:extLst>
                <a:ext uri="{FF2B5EF4-FFF2-40B4-BE49-F238E27FC236}">
                  <a16:creationId xmlns:a16="http://schemas.microsoft.com/office/drawing/2014/main" id="{C0098D7B-103C-46F6-97ED-2A35DEFFE9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2" y="1870"/>
              <a:ext cx="336" cy="384"/>
              <a:chOff x="1392" y="2592"/>
              <a:chExt cx="336" cy="384"/>
            </a:xfrm>
          </p:grpSpPr>
          <p:sp>
            <p:nvSpPr>
              <p:cNvPr id="56351" name="Line 47">
                <a:extLst>
                  <a:ext uri="{FF2B5EF4-FFF2-40B4-BE49-F238E27FC236}">
                    <a16:creationId xmlns:a16="http://schemas.microsoft.com/office/drawing/2014/main" id="{DD0882FD-2C60-4DE9-9646-0AA6F46321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976"/>
                <a:ext cx="288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352" name="Text Box 48">
                <a:extLst>
                  <a:ext uri="{FF2B5EF4-FFF2-40B4-BE49-F238E27FC236}">
                    <a16:creationId xmlns:a16="http://schemas.microsoft.com/office/drawing/2014/main" id="{AF00E2DB-88F6-4E90-B85A-9831B1173A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2592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b="1" i="1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b="1" i="1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k</a:t>
                </a:r>
                <a:endPara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6344" name="Text Box 49">
              <a:extLst>
                <a:ext uri="{FF2B5EF4-FFF2-40B4-BE49-F238E27FC236}">
                  <a16:creationId xmlns:a16="http://schemas.microsoft.com/office/drawing/2014/main" id="{3A64A7EF-1CC9-4484-94A0-A45543E12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2415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345" name="Text Box 50">
              <a:extLst>
                <a:ext uri="{FF2B5EF4-FFF2-40B4-BE49-F238E27FC236}">
                  <a16:creationId xmlns:a16="http://schemas.microsoft.com/office/drawing/2014/main" id="{81A9C41A-C4F3-4944-AC82-FD5B16A2F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3039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56346" name="Text Box 51">
              <a:extLst>
                <a:ext uri="{FF2B5EF4-FFF2-40B4-BE49-F238E27FC236}">
                  <a16:creationId xmlns:a16="http://schemas.microsoft.com/office/drawing/2014/main" id="{98AF976F-279C-4539-B071-3AB1A6409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2703"/>
              <a:ext cx="3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47" name="Rectangle 52">
              <a:extLst>
                <a:ext uri="{FF2B5EF4-FFF2-40B4-BE49-F238E27FC236}">
                  <a16:creationId xmlns:a16="http://schemas.microsoft.com/office/drawing/2014/main" id="{D1C16EB4-B386-4904-8E58-4A7E6DF76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" y="2386"/>
              <a:ext cx="363" cy="681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kumimoji="1" lang="zh-CN" altLang="en-US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支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kumimoji="1" lang="zh-CN" altLang="en-US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路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k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sp>
          <p:nvSpPr>
            <p:cNvPr id="56348" name="Text Box 53">
              <a:extLst>
                <a:ext uri="{FF2B5EF4-FFF2-40B4-BE49-F238E27FC236}">
                  <a16:creationId xmlns:a16="http://schemas.microsoft.com/office/drawing/2014/main" id="{1952C644-485E-431F-BA4C-F02D80A539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2250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6349" name="Text Box 54">
              <a:extLst>
                <a:ext uri="{FF2B5EF4-FFF2-40B4-BE49-F238E27FC236}">
                  <a16:creationId xmlns:a16="http://schemas.microsoft.com/office/drawing/2014/main" id="{CC5E556E-1CC9-44C8-BF33-CDC45A1243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2795"/>
              <a:ext cx="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56350" name="Text Box 55">
              <a:extLst>
                <a:ext uri="{FF2B5EF4-FFF2-40B4-BE49-F238E27FC236}">
                  <a16:creationId xmlns:a16="http://schemas.microsoft.com/office/drawing/2014/main" id="{91FB005C-A5A6-4CB4-8DD6-37419AF08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4" y="2522"/>
              <a:ext cx="34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u</a:t>
              </a:r>
              <a:r>
                <a:rPr kumimoji="1" lang="en-US" altLang="zh-CN" b="1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66296" name="AutoShape 56">
            <a:extLst>
              <a:ext uri="{FF2B5EF4-FFF2-40B4-BE49-F238E27FC236}">
                <a16:creationId xmlns:a16="http://schemas.microsoft.com/office/drawing/2014/main" id="{3F8DF906-C26E-49AF-B843-7C8DCE05370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78706" y="3985419"/>
            <a:ext cx="1081088" cy="863600"/>
          </a:xfrm>
          <a:custGeom>
            <a:avLst/>
            <a:gdLst>
              <a:gd name="T0" fmla="*/ 820726 w 21600"/>
              <a:gd name="T1" fmla="*/ 0 h 21600"/>
              <a:gd name="T2" fmla="*/ 560364 w 21600"/>
              <a:gd name="T3" fmla="*/ 230173 h 21600"/>
              <a:gd name="T4" fmla="*/ 288140 w 21600"/>
              <a:gd name="T5" fmla="*/ 447633 h 21600"/>
              <a:gd name="T6" fmla="*/ 0 w 21600"/>
              <a:gd name="T7" fmla="*/ 655616 h 21600"/>
              <a:gd name="T8" fmla="*/ 288140 w 21600"/>
              <a:gd name="T9" fmla="*/ 863600 h 21600"/>
              <a:gd name="T10" fmla="*/ 612366 w 21600"/>
              <a:gd name="T11" fmla="*/ 748173 h 21600"/>
              <a:gd name="T12" fmla="*/ 936593 w 21600"/>
              <a:gd name="T13" fmla="*/ 489173 h 21600"/>
              <a:gd name="T14" fmla="*/ 1081088 w 21600"/>
              <a:gd name="T15" fmla="*/ 230173 h 21600"/>
              <a:gd name="T16" fmla="*/ 17694720 60000 65536"/>
              <a:gd name="T17" fmla="*/ 11796480 60000 65536"/>
              <a:gd name="T18" fmla="*/ 17694720 60000 65536"/>
              <a:gd name="T19" fmla="*/ 11796480 60000 65536"/>
              <a:gd name="T20" fmla="*/ 5898240 60000 65536"/>
              <a:gd name="T21" fmla="*/ 5898240 60000 65536"/>
              <a:gd name="T22" fmla="*/ 0 60000 65536"/>
              <a:gd name="T23" fmla="*/ 0 60000 65536"/>
              <a:gd name="T24" fmla="*/ 2562 w 21600"/>
              <a:gd name="T25" fmla="*/ 14083 h 21600"/>
              <a:gd name="T26" fmla="*/ 18713 w 21600"/>
              <a:gd name="T27" fmla="*/ 1871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16398" y="0"/>
                </a:moveTo>
                <a:lnTo>
                  <a:pt x="11196" y="5757"/>
                </a:lnTo>
                <a:lnTo>
                  <a:pt x="14083" y="5757"/>
                </a:lnTo>
                <a:lnTo>
                  <a:pt x="14083" y="14083"/>
                </a:lnTo>
                <a:lnTo>
                  <a:pt x="5757" y="14083"/>
                </a:lnTo>
                <a:lnTo>
                  <a:pt x="5757" y="11196"/>
                </a:lnTo>
                <a:lnTo>
                  <a:pt x="0" y="16398"/>
                </a:lnTo>
                <a:lnTo>
                  <a:pt x="5757" y="21600"/>
                </a:lnTo>
                <a:lnTo>
                  <a:pt x="5757" y="18713"/>
                </a:lnTo>
                <a:lnTo>
                  <a:pt x="18713" y="18713"/>
                </a:lnTo>
                <a:lnTo>
                  <a:pt x="18713" y="5757"/>
                </a:lnTo>
                <a:lnTo>
                  <a:pt x="21600" y="5757"/>
                </a:lnTo>
                <a:lnTo>
                  <a:pt x="16398" y="0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297" name="AutoShape 57">
            <a:extLst>
              <a:ext uri="{FF2B5EF4-FFF2-40B4-BE49-F238E27FC236}">
                <a16:creationId xmlns:a16="http://schemas.microsoft.com/office/drawing/2014/main" id="{9FBC10AF-651B-496A-BCF2-79177BB2B382}"/>
              </a:ext>
            </a:extLst>
          </p:cNvPr>
          <p:cNvSpPr>
            <a:spLocks noChangeArrowheads="1"/>
          </p:cNvSpPr>
          <p:nvPr/>
        </p:nvSpPr>
        <p:spPr bwMode="auto">
          <a:xfrm rot="-4819880">
            <a:off x="6388894" y="3717132"/>
            <a:ext cx="1727200" cy="608012"/>
          </a:xfrm>
          <a:prstGeom prst="curvedUpArrow">
            <a:avLst>
              <a:gd name="adj1" fmla="val 49608"/>
              <a:gd name="adj2" fmla="val 113629"/>
              <a:gd name="adj3" fmla="val 28866"/>
            </a:avLst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66301" name="Line 61">
            <a:extLst>
              <a:ext uri="{FF2B5EF4-FFF2-40B4-BE49-F238E27FC236}">
                <a16:creationId xmlns:a16="http://schemas.microsoft.com/office/drawing/2014/main" id="{8E2A8A14-8EC8-4431-92A4-0C849A3518A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1857375"/>
            <a:ext cx="4572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02" name="Text Box 62">
            <a:extLst>
              <a:ext uri="{FF2B5EF4-FFF2-40B4-BE49-F238E27FC236}">
                <a16:creationId xmlns:a16="http://schemas.microsoft.com/office/drawing/2014/main" id="{B58414C4-16F8-49B1-B9FC-6471F1CF6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247775"/>
            <a:ext cx="40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54" name="Text Box 3">
            <a:extLst>
              <a:ext uri="{FF2B5EF4-FFF2-40B4-BE49-F238E27FC236}">
                <a16:creationId xmlns:a16="http://schemas.microsoft.com/office/drawing/2014/main" id="{0A6B5DD7-41A0-48AD-BAE5-1C9EB6B61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6" y="347271"/>
            <a:ext cx="4343400" cy="523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思考</a:t>
            </a:r>
            <a:r>
              <a:rPr lang="en-US" altLang="zh-CN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en-US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替代和等效有何区别？</a:t>
            </a:r>
            <a:endParaRPr lang="en-US" altLang="zh-CN" b="1" dirty="0">
              <a:solidFill>
                <a:srgbClr val="FF33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6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6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6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6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66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6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3" dur="500"/>
                                        <p:tgtEl>
                                          <p:spTgt spid="26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6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6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7" grpId="0" autoUpdateAnimBg="0"/>
      <p:bldP spid="266268" grpId="0"/>
      <p:bldP spid="266302" grpId="0"/>
      <p:bldP spid="5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0B8B2E7B-12FE-41A2-938B-5F6825A2B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28800"/>
            <a:ext cx="8064500" cy="267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kumimoji="1"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替代前后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关系相同，其余支路的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关系不变。用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替代后，其余支路电压不变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(KVL)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，其余支路电流也不变，故第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也不变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(KCL)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。用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替代后，其余支路电流不变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(KCL)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，其余支路电压不变，故第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也不变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(KVL)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67267" name="Text Box 3">
            <a:extLst>
              <a:ext uri="{FF2B5EF4-FFF2-40B4-BE49-F238E27FC236}">
                <a16:creationId xmlns:a16="http://schemas.microsoft.com/office/drawing/2014/main" id="{A7F6485F-4855-4D6A-AE64-F61E6788E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43000"/>
            <a:ext cx="1295400" cy="51911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原因</a:t>
            </a:r>
            <a:r>
              <a:rPr lang="en-US" altLang="zh-CN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1435C6A-51B4-484A-BA80-F21155740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876800"/>
            <a:ext cx="4343400" cy="523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思考</a:t>
            </a:r>
            <a:r>
              <a:rPr lang="en-US" altLang="zh-CN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r>
              <a:rPr lang="zh-CN" altLang="en-US" b="1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替代和等效有何区别</a:t>
            </a:r>
            <a:endParaRPr lang="en-US" altLang="zh-CN" b="1" dirty="0">
              <a:solidFill>
                <a:srgbClr val="FF33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26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6" grpId="0" autoUpdateAnimBg="0"/>
      <p:bldP spid="267267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D8F2EBB-E197-4646-91FE-F5F9B5C24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38200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4-5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求图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电路中的电压</a:t>
            </a:r>
            <a:r>
              <a:rPr kumimoji="1" lang="en-US" altLang="zh-CN" b="1" i="1">
                <a:solidFill>
                  <a:schemeClr val="bg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684F4013-C52F-4EC8-B8CD-7719BADB3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581400"/>
            <a:ext cx="845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由替代定理得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(b)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，等效化简如图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(c)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所示。</a:t>
            </a:r>
          </a:p>
        </p:txBody>
      </p:sp>
      <p:graphicFrame>
        <p:nvGraphicFramePr>
          <p:cNvPr id="264196" name="Object 4">
            <a:extLst>
              <a:ext uri="{FF2B5EF4-FFF2-40B4-BE49-F238E27FC236}">
                <a16:creationId xmlns:a16="http://schemas.microsoft.com/office/drawing/2014/main" id="{7931A3EA-9FDE-406C-AAEF-A56E732AF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990600"/>
          <a:ext cx="4114800" cy="251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77" name="Visio" r:id="rId3" imgW="1990910" imgH="1129094" progId="Visio.Drawing.11">
                  <p:embed/>
                </p:oleObj>
              </mc:Choice>
              <mc:Fallback>
                <p:oleObj name="Visio" r:id="rId3" imgW="1990910" imgH="1129094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990600"/>
                        <a:ext cx="4114800" cy="251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7" name="Object 5">
            <a:extLst>
              <a:ext uri="{FF2B5EF4-FFF2-40B4-BE49-F238E27FC236}">
                <a16:creationId xmlns:a16="http://schemas.microsoft.com/office/drawing/2014/main" id="{D205962D-516E-4FE8-98EB-8B1E013EBA99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533400" y="3986213"/>
          <a:ext cx="4311650" cy="210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78" name="Visio" r:id="rId5" imgW="2153830" imgH="1016428" progId="Visio.Drawing.11">
                  <p:embed/>
                </p:oleObj>
              </mc:Choice>
              <mc:Fallback>
                <p:oleObj name="Visio" r:id="rId5" imgW="2153830" imgH="1016428" progId="Visio.Drawing.11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lum bright="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986213"/>
                        <a:ext cx="4311650" cy="210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6">
            <a:extLst>
              <a:ext uri="{FF2B5EF4-FFF2-40B4-BE49-F238E27FC236}">
                <a16:creationId xmlns:a16="http://schemas.microsoft.com/office/drawing/2014/main" id="{3E7512FF-7311-4FBA-A254-CA6EB110110A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7200" y="1219200"/>
          <a:ext cx="4495800" cy="224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79" name="Visio" r:id="rId7" imgW="2373394" imgH="1122339" progId="Visio.Drawing.11">
                  <p:embed/>
                </p:oleObj>
              </mc:Choice>
              <mc:Fallback>
                <p:oleObj name="Visio" r:id="rId7" imgW="2373394" imgH="1122339" progId="Visio.Drawing.11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19200"/>
                        <a:ext cx="4495800" cy="224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Rectangle 8">
            <a:extLst>
              <a:ext uri="{FF2B5EF4-FFF2-40B4-BE49-F238E27FC236}">
                <a16:creationId xmlns:a16="http://schemas.microsoft.com/office/drawing/2014/main" id="{60CE7848-60A4-40BB-84FB-EA04DB639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3200400"/>
            <a:ext cx="6048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(a)</a:t>
            </a:r>
            <a:endParaRPr kumimoji="1" lang="zh-CN" altLang="en-US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4201" name="Rectangle 9">
            <a:extLst>
              <a:ext uri="{FF2B5EF4-FFF2-40B4-BE49-F238E27FC236}">
                <a16:creationId xmlns:a16="http://schemas.microsoft.com/office/drawing/2014/main" id="{FCD7AD2F-130E-4877-A40B-AA3AC33C8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00400"/>
            <a:ext cx="625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(b)</a:t>
            </a:r>
            <a:endParaRPr kumimoji="1" lang="zh-CN" altLang="en-US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4202" name="Rectangle 10">
            <a:extLst>
              <a:ext uri="{FF2B5EF4-FFF2-40B4-BE49-F238E27FC236}">
                <a16:creationId xmlns:a16="http://schemas.microsoft.com/office/drawing/2014/main" id="{AD9BC62C-A92E-4323-BCCA-0639CABC6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594360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(c)</a:t>
            </a:r>
            <a:endParaRPr kumimoji="1" lang="zh-CN" altLang="en-US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4204" name="Object 12">
            <a:extLst>
              <a:ext uri="{FF2B5EF4-FFF2-40B4-BE49-F238E27FC236}">
                <a16:creationId xmlns:a16="http://schemas.microsoft.com/office/drawing/2014/main" id="{6A5E690D-DFB3-4BF9-A73D-2FCC0CACE7F5}"/>
              </a:ext>
            </a:extLst>
          </p:cNvPr>
          <p:cNvGraphicFramePr>
            <a:graphicFrameLocks/>
          </p:cNvGraphicFramePr>
          <p:nvPr/>
        </p:nvGraphicFramePr>
        <p:xfrm>
          <a:off x="4978400" y="4800600"/>
          <a:ext cx="3784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80" name="Equation" r:id="rId9" imgW="3784600" imgH="838200" progId="Equation.DSMT4">
                  <p:embed/>
                </p:oleObj>
              </mc:Choice>
              <mc:Fallback>
                <p:oleObj name="Equation" r:id="rId9" imgW="3784600" imgH="838200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400" y="4800600"/>
                        <a:ext cx="3784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5" name="Text Box 13">
            <a:extLst>
              <a:ext uri="{FF2B5EF4-FFF2-40B4-BE49-F238E27FC236}">
                <a16:creationId xmlns:a16="http://schemas.microsoft.com/office/drawing/2014/main" id="{B754E531-EF5A-495E-BA77-7EE3B0215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2725" y="4560888"/>
            <a:ext cx="549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64206" name="Text Box 14">
            <a:extLst>
              <a:ext uri="{FF2B5EF4-FFF2-40B4-BE49-F238E27FC236}">
                <a16:creationId xmlns:a16="http://schemas.microsoft.com/office/drawing/2014/main" id="{7AD39D98-F265-4812-83C4-56C178F828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334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/>
      <p:bldP spid="264201" grpId="0"/>
      <p:bldP spid="264202" grpId="0"/>
      <p:bldP spid="264205" grpId="0"/>
      <p:bldP spid="26420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4">
            <a:extLst>
              <a:ext uri="{FF2B5EF4-FFF2-40B4-BE49-F238E27FC236}">
                <a16:creationId xmlns:a16="http://schemas.microsoft.com/office/drawing/2014/main" id="{BC0F2FC0-882B-4929-97BA-BFFB830AA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11275"/>
            <a:ext cx="15240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说明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1522E138-4F8E-4C05-941F-48C60C160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54200"/>
            <a:ext cx="81534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ts val="4000"/>
              </a:lnSpc>
              <a:spcBef>
                <a:spcPct val="2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1" lang="en-US" altLang="zh-CN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）替代定理适用于线性电路和非线性电路；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7D28DE4E-61F7-4D68-9D2C-C3629E7A1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606675"/>
            <a:ext cx="81534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kumimoji="1"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1" lang="en-US" altLang="zh-CN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）替代定理适用于单条支路和二端网络；</a:t>
            </a:r>
            <a:r>
              <a:rPr kumimoji="1"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C83561C-1DC4-4C8E-BAF7-C8D56C27D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368675"/>
            <a:ext cx="8153400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kumimoji="1" lang="en-US" altLang="zh-CN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）替代与等效不同，等效是对任意的外部电路而</a:t>
            </a:r>
          </a:p>
          <a:p>
            <a:pPr fontAlgn="t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言的，而替代是对某一具体电路而言的，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ext Box 2">
            <a:extLst>
              <a:ext uri="{FF2B5EF4-FFF2-40B4-BE49-F238E27FC236}">
                <a16:creationId xmlns:a16="http://schemas.microsoft.com/office/drawing/2014/main" id="{DDA45150-496F-4540-A0DC-5176B8DD2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516563"/>
            <a:ext cx="6337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(5)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替代后其余支路及参数不能改变。</a:t>
            </a:r>
          </a:p>
        </p:txBody>
      </p:sp>
      <p:sp>
        <p:nvSpPr>
          <p:cNvPr id="270339" name="Text Box 3">
            <a:extLst>
              <a:ext uri="{FF2B5EF4-FFF2-40B4-BE49-F238E27FC236}">
                <a16:creationId xmlns:a16="http://schemas.microsoft.com/office/drawing/2014/main" id="{362816EF-5495-49F0-B6B0-7AE51DF78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052513"/>
            <a:ext cx="5400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(4)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替代后电路必须有唯一解。</a:t>
            </a:r>
          </a:p>
        </p:txBody>
      </p:sp>
      <p:sp>
        <p:nvSpPr>
          <p:cNvPr id="270340" name="Text Box 4">
            <a:extLst>
              <a:ext uri="{FF2B5EF4-FFF2-40B4-BE49-F238E27FC236}">
                <a16:creationId xmlns:a16="http://schemas.microsoft.com/office/drawing/2014/main" id="{62FF00CC-1E01-4DD8-A12C-640B33433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1557338"/>
            <a:ext cx="3457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无电压源回路；</a:t>
            </a:r>
          </a:p>
        </p:txBody>
      </p:sp>
      <p:sp>
        <p:nvSpPr>
          <p:cNvPr id="270341" name="Text Box 5">
            <a:extLst>
              <a:ext uri="{FF2B5EF4-FFF2-40B4-BE49-F238E27FC236}">
                <a16:creationId xmlns:a16="http://schemas.microsoft.com/office/drawing/2014/main" id="{3940E7D5-AF64-4636-9230-38C02E286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060575"/>
            <a:ext cx="5329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无电流源结点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含广义结点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70342" name="AutoShape 6">
            <a:extLst>
              <a:ext uri="{FF2B5EF4-FFF2-40B4-BE49-F238E27FC236}">
                <a16:creationId xmlns:a16="http://schemas.microsoft.com/office/drawing/2014/main" id="{BE21EFA5-1ECB-42B1-B1E0-58CECE1C08ED}"/>
              </a:ext>
            </a:extLst>
          </p:cNvPr>
          <p:cNvSpPr>
            <a:spLocks/>
          </p:cNvSpPr>
          <p:nvPr/>
        </p:nvSpPr>
        <p:spPr bwMode="auto">
          <a:xfrm>
            <a:off x="1835150" y="1644650"/>
            <a:ext cx="215900" cy="1008063"/>
          </a:xfrm>
          <a:prstGeom prst="leftBrace">
            <a:avLst>
              <a:gd name="adj1" fmla="val 38909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70352" name="Group 16">
            <a:extLst>
              <a:ext uri="{FF2B5EF4-FFF2-40B4-BE49-F238E27FC236}">
                <a16:creationId xmlns:a16="http://schemas.microsoft.com/office/drawing/2014/main" id="{E0596380-7717-435F-B0E3-A6E88713463E}"/>
              </a:ext>
            </a:extLst>
          </p:cNvPr>
          <p:cNvGrpSpPr>
            <a:grpSpLocks/>
          </p:cNvGrpSpPr>
          <p:nvPr/>
        </p:nvGrpSpPr>
        <p:grpSpPr bwMode="auto">
          <a:xfrm>
            <a:off x="309563" y="3321050"/>
            <a:ext cx="3873500" cy="1944688"/>
            <a:chOff x="1338" y="2432"/>
            <a:chExt cx="2440" cy="1225"/>
          </a:xfrm>
        </p:grpSpPr>
        <p:sp>
          <p:nvSpPr>
            <p:cNvPr id="60486" name="Oval 17">
              <a:extLst>
                <a:ext uri="{FF2B5EF4-FFF2-40B4-BE49-F238E27FC236}">
                  <a16:creationId xmlns:a16="http://schemas.microsoft.com/office/drawing/2014/main" id="{8270DE6D-A37D-4594-A285-72FA52D36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840"/>
              <a:ext cx="363" cy="3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87" name="Oval 18">
              <a:extLst>
                <a:ext uri="{FF2B5EF4-FFF2-40B4-BE49-F238E27FC236}">
                  <a16:creationId xmlns:a16="http://schemas.microsoft.com/office/drawing/2014/main" id="{5CE5B11E-C8B4-4447-939C-AA8BCAC30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2840"/>
              <a:ext cx="363" cy="3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88" name="Text Box 19">
              <a:extLst>
                <a:ext uri="{FF2B5EF4-FFF2-40B4-BE49-F238E27FC236}">
                  <a16:creationId xmlns:a16="http://schemas.microsoft.com/office/drawing/2014/main" id="{20499D54-0C4E-4A4C-BE0D-FC838C540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" y="2884"/>
              <a:ext cx="504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60489" name="Text Box 20">
              <a:extLst>
                <a:ext uri="{FF2B5EF4-FFF2-40B4-BE49-F238E27FC236}">
                  <a16:creationId xmlns:a16="http://schemas.microsoft.com/office/drawing/2014/main" id="{FF60D0DE-883D-42C8-8DFD-8C6D56717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2" y="2884"/>
              <a:ext cx="39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5V</a:t>
              </a:r>
            </a:p>
          </p:txBody>
        </p:sp>
        <p:sp>
          <p:nvSpPr>
            <p:cNvPr id="60490" name="Text Box 21">
              <a:extLst>
                <a:ext uri="{FF2B5EF4-FFF2-40B4-BE49-F238E27FC236}">
                  <a16:creationId xmlns:a16="http://schemas.microsoft.com/office/drawing/2014/main" id="{E43DE66E-FC00-4AFD-85AE-1718DCF379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5" y="2521"/>
              <a:ext cx="40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91" name="Text Box 22">
              <a:extLst>
                <a:ext uri="{FF2B5EF4-FFF2-40B4-BE49-F238E27FC236}">
                  <a16:creationId xmlns:a16="http://schemas.microsoft.com/office/drawing/2014/main" id="{A134BEDD-7AC9-4421-ADB8-0FAF771E2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6" y="2884"/>
              <a:ext cx="40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92" name="Rectangle 23">
              <a:extLst>
                <a:ext uri="{FF2B5EF4-FFF2-40B4-BE49-F238E27FC236}">
                  <a16:creationId xmlns:a16="http://schemas.microsoft.com/office/drawing/2014/main" id="{52F448B2-506E-436C-8721-7978D34AC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477"/>
              <a:ext cx="2223" cy="118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93" name="Line 24">
              <a:extLst>
                <a:ext uri="{FF2B5EF4-FFF2-40B4-BE49-F238E27FC236}">
                  <a16:creationId xmlns:a16="http://schemas.microsoft.com/office/drawing/2014/main" id="{CC87F8A3-63EE-4525-8B55-450C028E8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2478"/>
              <a:ext cx="0" cy="117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94" name="Text Box 25">
              <a:extLst>
                <a:ext uri="{FF2B5EF4-FFF2-40B4-BE49-F238E27FC236}">
                  <a16:creationId xmlns:a16="http://schemas.microsoft.com/office/drawing/2014/main" id="{819236F7-58C8-47AF-BF2D-5ABAE1B57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2523"/>
              <a:ext cx="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60495" name="Text Box 26">
              <a:extLst>
                <a:ext uri="{FF2B5EF4-FFF2-40B4-BE49-F238E27FC236}">
                  <a16:creationId xmlns:a16="http://schemas.microsoft.com/office/drawing/2014/main" id="{B8918CB0-AD1E-4CC2-ADE6-0CEE5AD2BB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3249"/>
              <a:ext cx="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－</a:t>
              </a:r>
            </a:p>
          </p:txBody>
        </p:sp>
        <p:sp>
          <p:nvSpPr>
            <p:cNvPr id="60496" name="Text Box 27">
              <a:extLst>
                <a:ext uri="{FF2B5EF4-FFF2-40B4-BE49-F238E27FC236}">
                  <a16:creationId xmlns:a16="http://schemas.microsoft.com/office/drawing/2014/main" id="{05420AEA-4DA2-442D-A02E-4CAB5D2F6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6" y="3249"/>
              <a:ext cx="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－</a:t>
              </a:r>
            </a:p>
          </p:txBody>
        </p:sp>
        <p:sp>
          <p:nvSpPr>
            <p:cNvPr id="60497" name="Text Box 28">
              <a:extLst>
                <a:ext uri="{FF2B5EF4-FFF2-40B4-BE49-F238E27FC236}">
                  <a16:creationId xmlns:a16="http://schemas.microsoft.com/office/drawing/2014/main" id="{37CEADD2-4965-4826-B1B6-0F387E9D9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2478"/>
              <a:ext cx="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60498" name="Rectangle 29">
              <a:extLst>
                <a:ext uri="{FF2B5EF4-FFF2-40B4-BE49-F238E27FC236}">
                  <a16:creationId xmlns:a16="http://schemas.microsoft.com/office/drawing/2014/main" id="{7CC2030B-638C-4184-9698-49292BC81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886"/>
              <a:ext cx="127" cy="318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99" name="Rectangle 30">
              <a:extLst>
                <a:ext uri="{FF2B5EF4-FFF2-40B4-BE49-F238E27FC236}">
                  <a16:creationId xmlns:a16="http://schemas.microsoft.com/office/drawing/2014/main" id="{BEC96E8A-BD6B-4670-B01E-2E04C11FE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432"/>
              <a:ext cx="317" cy="136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0370" name="Group 34">
            <a:extLst>
              <a:ext uri="{FF2B5EF4-FFF2-40B4-BE49-F238E27FC236}">
                <a16:creationId xmlns:a16="http://schemas.microsoft.com/office/drawing/2014/main" id="{865CAB04-5592-4A41-8E28-9982451667B5}"/>
              </a:ext>
            </a:extLst>
          </p:cNvPr>
          <p:cNvGrpSpPr>
            <a:grpSpLocks/>
          </p:cNvGrpSpPr>
          <p:nvPr/>
        </p:nvGrpSpPr>
        <p:grpSpPr bwMode="auto">
          <a:xfrm>
            <a:off x="447675" y="2930525"/>
            <a:ext cx="890588" cy="525463"/>
            <a:chOff x="3484" y="1825"/>
            <a:chExt cx="561" cy="331"/>
          </a:xfrm>
        </p:grpSpPr>
        <p:sp>
          <p:nvSpPr>
            <p:cNvPr id="60484" name="Line 35">
              <a:extLst>
                <a:ext uri="{FF2B5EF4-FFF2-40B4-BE49-F238E27FC236}">
                  <a16:creationId xmlns:a16="http://schemas.microsoft.com/office/drawing/2014/main" id="{6AD71B76-C9AC-40A2-A80B-FA27D257B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0" y="2115"/>
              <a:ext cx="454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85" name="Text Box 36">
              <a:extLst>
                <a:ext uri="{FF2B5EF4-FFF2-40B4-BE49-F238E27FC236}">
                  <a16:creationId xmlns:a16="http://schemas.microsoft.com/office/drawing/2014/main" id="{2785A25B-D1D8-4474-B24A-A1430913D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4" y="1825"/>
              <a:ext cx="56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2.5A</a:t>
              </a:r>
            </a:p>
          </p:txBody>
        </p:sp>
      </p:grpSp>
      <p:grpSp>
        <p:nvGrpSpPr>
          <p:cNvPr id="270373" name="Group 37">
            <a:extLst>
              <a:ext uri="{FF2B5EF4-FFF2-40B4-BE49-F238E27FC236}">
                <a16:creationId xmlns:a16="http://schemas.microsoft.com/office/drawing/2014/main" id="{361F3A51-F8B3-481C-8537-32426AB261C1}"/>
              </a:ext>
            </a:extLst>
          </p:cNvPr>
          <p:cNvGrpSpPr>
            <a:grpSpLocks/>
          </p:cNvGrpSpPr>
          <p:nvPr/>
        </p:nvGrpSpPr>
        <p:grpSpPr bwMode="auto">
          <a:xfrm>
            <a:off x="2197100" y="4470400"/>
            <a:ext cx="1390650" cy="525463"/>
            <a:chOff x="3777" y="1592"/>
            <a:chExt cx="556" cy="331"/>
          </a:xfrm>
        </p:grpSpPr>
        <p:sp>
          <p:nvSpPr>
            <p:cNvPr id="60482" name="Line 38">
              <a:extLst>
                <a:ext uri="{FF2B5EF4-FFF2-40B4-BE49-F238E27FC236}">
                  <a16:creationId xmlns:a16="http://schemas.microsoft.com/office/drawing/2014/main" id="{94B1B638-7437-45A4-8D20-A7945F54F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680"/>
              <a:ext cx="0" cy="24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483" name="Text Box 39">
              <a:extLst>
                <a:ext uri="{FF2B5EF4-FFF2-40B4-BE49-F238E27FC236}">
                  <a16:creationId xmlns:a16="http://schemas.microsoft.com/office/drawing/2014/main" id="{1C20F2C6-B27A-4D34-A57B-9ED6E6DD8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7" y="1592"/>
              <a:ext cx="556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1.5A</a:t>
              </a:r>
            </a:p>
          </p:txBody>
        </p:sp>
      </p:grpSp>
      <p:grpSp>
        <p:nvGrpSpPr>
          <p:cNvPr id="270376" name="Group 40">
            <a:extLst>
              <a:ext uri="{FF2B5EF4-FFF2-40B4-BE49-F238E27FC236}">
                <a16:creationId xmlns:a16="http://schemas.microsoft.com/office/drawing/2014/main" id="{69372709-F385-438F-8976-2B665223071D}"/>
              </a:ext>
            </a:extLst>
          </p:cNvPr>
          <p:cNvGrpSpPr>
            <a:grpSpLocks/>
          </p:cNvGrpSpPr>
          <p:nvPr/>
        </p:nvGrpSpPr>
        <p:grpSpPr bwMode="auto">
          <a:xfrm>
            <a:off x="2757488" y="3332163"/>
            <a:ext cx="720725" cy="525462"/>
            <a:chOff x="4558" y="396"/>
            <a:chExt cx="454" cy="331"/>
          </a:xfrm>
        </p:grpSpPr>
        <p:sp>
          <p:nvSpPr>
            <p:cNvPr id="60480" name="Line 41">
              <a:extLst>
                <a:ext uri="{FF2B5EF4-FFF2-40B4-BE49-F238E27FC236}">
                  <a16:creationId xmlns:a16="http://schemas.microsoft.com/office/drawing/2014/main" id="{D45B1F36-FDD3-44EC-B000-0A08B07EF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436"/>
              <a:ext cx="45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81" name="Text Box 42">
              <a:extLst>
                <a:ext uri="{FF2B5EF4-FFF2-40B4-BE49-F238E27FC236}">
                  <a16:creationId xmlns:a16="http://schemas.microsoft.com/office/drawing/2014/main" id="{57EA38DB-F956-433D-BC7E-7B1AA3E6B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6" y="396"/>
              <a:ext cx="39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1A</a:t>
              </a:r>
            </a:p>
          </p:txBody>
        </p:sp>
      </p:grpSp>
      <p:grpSp>
        <p:nvGrpSpPr>
          <p:cNvPr id="270379" name="Group 43">
            <a:extLst>
              <a:ext uri="{FF2B5EF4-FFF2-40B4-BE49-F238E27FC236}">
                <a16:creationId xmlns:a16="http://schemas.microsoft.com/office/drawing/2014/main" id="{FE768214-92D5-4566-B716-319C96685A00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935288"/>
            <a:ext cx="4392613" cy="2665412"/>
            <a:chOff x="3125" y="1661"/>
            <a:chExt cx="2767" cy="1679"/>
          </a:xfrm>
        </p:grpSpPr>
        <p:sp>
          <p:nvSpPr>
            <p:cNvPr id="60460" name="Rectangle 44">
              <a:extLst>
                <a:ext uri="{FF2B5EF4-FFF2-40B4-BE49-F238E27FC236}">
                  <a16:creationId xmlns:a16="http://schemas.microsoft.com/office/drawing/2014/main" id="{31DF20F6-6FBB-4468-BF7B-0FF0E5063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" y="1661"/>
              <a:ext cx="2767" cy="1679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61" name="Oval 45">
              <a:extLst>
                <a:ext uri="{FF2B5EF4-FFF2-40B4-BE49-F238E27FC236}">
                  <a16:creationId xmlns:a16="http://schemas.microsoft.com/office/drawing/2014/main" id="{38DD8599-8ED9-4188-930C-0AC5361B0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1" y="2342"/>
              <a:ext cx="363" cy="3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62" name="Oval 46">
              <a:extLst>
                <a:ext uri="{FF2B5EF4-FFF2-40B4-BE49-F238E27FC236}">
                  <a16:creationId xmlns:a16="http://schemas.microsoft.com/office/drawing/2014/main" id="{3C9ECE2D-E515-4B09-B5F1-E0FA1FFA3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2341"/>
              <a:ext cx="363" cy="3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63" name="Oval 47">
              <a:extLst>
                <a:ext uri="{FF2B5EF4-FFF2-40B4-BE49-F238E27FC236}">
                  <a16:creationId xmlns:a16="http://schemas.microsoft.com/office/drawing/2014/main" id="{39206F91-3108-49D9-BC52-2E45E048B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2341"/>
              <a:ext cx="363" cy="36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64" name="Text Box 48">
              <a:extLst>
                <a:ext uri="{FF2B5EF4-FFF2-40B4-BE49-F238E27FC236}">
                  <a16:creationId xmlns:a16="http://schemas.microsoft.com/office/drawing/2014/main" id="{4466C480-FD46-4BA3-8AE2-549E2A790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9" y="2385"/>
              <a:ext cx="504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10V</a:t>
              </a:r>
            </a:p>
          </p:txBody>
        </p:sp>
        <p:sp>
          <p:nvSpPr>
            <p:cNvPr id="60465" name="Text Box 49">
              <a:extLst>
                <a:ext uri="{FF2B5EF4-FFF2-40B4-BE49-F238E27FC236}">
                  <a16:creationId xmlns:a16="http://schemas.microsoft.com/office/drawing/2014/main" id="{630E4948-E384-47C3-884C-5CC6462EF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2" y="2385"/>
              <a:ext cx="39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5V</a:t>
              </a:r>
            </a:p>
          </p:txBody>
        </p:sp>
        <p:sp>
          <p:nvSpPr>
            <p:cNvPr id="60466" name="Text Box 50">
              <a:extLst>
                <a:ext uri="{FF2B5EF4-FFF2-40B4-BE49-F238E27FC236}">
                  <a16:creationId xmlns:a16="http://schemas.microsoft.com/office/drawing/2014/main" id="{5DC04BD9-2584-4CF3-BB9B-9875BB28D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5" y="2022"/>
              <a:ext cx="40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endPara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67" name="Rectangle 51">
              <a:extLst>
                <a:ext uri="{FF2B5EF4-FFF2-40B4-BE49-F238E27FC236}">
                  <a16:creationId xmlns:a16="http://schemas.microsoft.com/office/drawing/2014/main" id="{52D3E0EA-8B94-4719-A428-CEC737811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1978"/>
              <a:ext cx="2223" cy="1180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68" name="Line 52">
              <a:extLst>
                <a:ext uri="{FF2B5EF4-FFF2-40B4-BE49-F238E27FC236}">
                  <a16:creationId xmlns:a16="http://schemas.microsoft.com/office/drawing/2014/main" id="{AF474C09-19B7-4AC3-AC12-9A56B3DFA7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9" y="1979"/>
              <a:ext cx="0" cy="117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9" name="Text Box 53">
              <a:extLst>
                <a:ext uri="{FF2B5EF4-FFF2-40B4-BE49-F238E27FC236}">
                  <a16:creationId xmlns:a16="http://schemas.microsoft.com/office/drawing/2014/main" id="{193F26FF-F5E9-4F32-A927-4F0AAEED6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024"/>
              <a:ext cx="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60470" name="Text Box 54">
              <a:extLst>
                <a:ext uri="{FF2B5EF4-FFF2-40B4-BE49-F238E27FC236}">
                  <a16:creationId xmlns:a16="http://schemas.microsoft.com/office/drawing/2014/main" id="{985C0D0A-16D5-4612-A55C-C19603705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704"/>
              <a:ext cx="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－</a:t>
              </a:r>
            </a:p>
          </p:txBody>
        </p:sp>
        <p:sp>
          <p:nvSpPr>
            <p:cNvPr id="60471" name="Text Box 55">
              <a:extLst>
                <a:ext uri="{FF2B5EF4-FFF2-40B4-BE49-F238E27FC236}">
                  <a16:creationId xmlns:a16="http://schemas.microsoft.com/office/drawing/2014/main" id="{B701BC85-E68B-433A-B22D-4309290DD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2750"/>
              <a:ext cx="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－</a:t>
              </a:r>
            </a:p>
          </p:txBody>
        </p:sp>
        <p:sp>
          <p:nvSpPr>
            <p:cNvPr id="60472" name="Text Box 56">
              <a:extLst>
                <a:ext uri="{FF2B5EF4-FFF2-40B4-BE49-F238E27FC236}">
                  <a16:creationId xmlns:a16="http://schemas.microsoft.com/office/drawing/2014/main" id="{B2D0ED54-57B6-4F76-B00B-66C163BE33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1979"/>
              <a:ext cx="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60473" name="Rectangle 57">
              <a:extLst>
                <a:ext uri="{FF2B5EF4-FFF2-40B4-BE49-F238E27FC236}">
                  <a16:creationId xmlns:a16="http://schemas.microsoft.com/office/drawing/2014/main" id="{F0CA4E97-413E-40FD-8F78-E7ADFF511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1933"/>
              <a:ext cx="317" cy="136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60474" name="Group 58">
              <a:extLst>
                <a:ext uri="{FF2B5EF4-FFF2-40B4-BE49-F238E27FC236}">
                  <a16:creationId xmlns:a16="http://schemas.microsoft.com/office/drawing/2014/main" id="{50FC96D7-96B3-4A83-978A-47D85F4B60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" y="1686"/>
              <a:ext cx="561" cy="331"/>
              <a:chOff x="3484" y="1825"/>
              <a:chExt cx="561" cy="331"/>
            </a:xfrm>
          </p:grpSpPr>
          <p:sp>
            <p:nvSpPr>
              <p:cNvPr id="60478" name="Line 59">
                <a:extLst>
                  <a:ext uri="{FF2B5EF4-FFF2-40B4-BE49-F238E27FC236}">
                    <a16:creationId xmlns:a16="http://schemas.microsoft.com/office/drawing/2014/main" id="{AEAF4EA0-1A58-4589-B890-EB9CCC34B7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60" y="2115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66FF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79" name="Text Box 60">
                <a:extLst>
                  <a:ext uri="{FF2B5EF4-FFF2-40B4-BE49-F238E27FC236}">
                    <a16:creationId xmlns:a16="http://schemas.microsoft.com/office/drawing/2014/main" id="{DFAAA871-239A-4C6D-9E3F-F01AEEF13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4" y="1825"/>
                <a:ext cx="561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2.5A</a:t>
                </a:r>
              </a:p>
            </p:txBody>
          </p:sp>
        </p:grpSp>
        <p:sp>
          <p:nvSpPr>
            <p:cNvPr id="60475" name="Text Box 61">
              <a:extLst>
                <a:ext uri="{FF2B5EF4-FFF2-40B4-BE49-F238E27FC236}">
                  <a16:creationId xmlns:a16="http://schemas.microsoft.com/office/drawing/2014/main" id="{AE27F08E-F019-4F1D-AFF6-7C133BE64C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0" y="2385"/>
              <a:ext cx="391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>
                  <a:schemeClr val="accent2"/>
                </a:buClr>
                <a:buSzPct val="75000"/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5V</a:t>
              </a:r>
            </a:p>
          </p:txBody>
        </p:sp>
        <p:sp>
          <p:nvSpPr>
            <p:cNvPr id="60476" name="Text Box 62">
              <a:extLst>
                <a:ext uri="{FF2B5EF4-FFF2-40B4-BE49-F238E27FC236}">
                  <a16:creationId xmlns:a16="http://schemas.microsoft.com/office/drawing/2014/main" id="{4F86F62D-5AC1-4FA5-A207-1B00026C8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9" y="1977"/>
              <a:ext cx="244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CC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60477" name="Text Box 63">
              <a:extLst>
                <a:ext uri="{FF2B5EF4-FFF2-40B4-BE49-F238E27FC236}">
                  <a16:creationId xmlns:a16="http://schemas.microsoft.com/office/drawing/2014/main" id="{89673AD8-3E13-4FC4-BCAD-0FC287D29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9" y="2705"/>
              <a:ext cx="4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－</a:t>
              </a:r>
            </a:p>
          </p:txBody>
        </p:sp>
      </p:grpSp>
      <p:grpSp>
        <p:nvGrpSpPr>
          <p:cNvPr id="270400" name="Group 64">
            <a:extLst>
              <a:ext uri="{FF2B5EF4-FFF2-40B4-BE49-F238E27FC236}">
                <a16:creationId xmlns:a16="http://schemas.microsoft.com/office/drawing/2014/main" id="{E30A7AD0-92E9-44BE-ACB8-F8B2AD6B5252}"/>
              </a:ext>
            </a:extLst>
          </p:cNvPr>
          <p:cNvGrpSpPr>
            <a:grpSpLocks/>
          </p:cNvGrpSpPr>
          <p:nvPr/>
        </p:nvGrpSpPr>
        <p:grpSpPr bwMode="auto">
          <a:xfrm>
            <a:off x="3043238" y="2790825"/>
            <a:ext cx="720725" cy="647700"/>
            <a:chOff x="4649" y="1933"/>
            <a:chExt cx="454" cy="408"/>
          </a:xfrm>
        </p:grpSpPr>
        <p:sp>
          <p:nvSpPr>
            <p:cNvPr id="60458" name="Text Box 65">
              <a:extLst>
                <a:ext uri="{FF2B5EF4-FFF2-40B4-BE49-F238E27FC236}">
                  <a16:creationId xmlns:a16="http://schemas.microsoft.com/office/drawing/2014/main" id="{9C79E56F-00DB-40D8-9E1E-5E03EF2FB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1933"/>
              <a:ext cx="409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6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60459" name="Line 66">
              <a:extLst>
                <a:ext uri="{FF2B5EF4-FFF2-40B4-BE49-F238E27FC236}">
                  <a16:creationId xmlns:a16="http://schemas.microsoft.com/office/drawing/2014/main" id="{7BC4EBA7-5B74-46C7-9D90-DBCFAE5D3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9" y="2341"/>
              <a:ext cx="31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0403" name="Group 67">
            <a:extLst>
              <a:ext uri="{FF2B5EF4-FFF2-40B4-BE49-F238E27FC236}">
                <a16:creationId xmlns:a16="http://schemas.microsoft.com/office/drawing/2014/main" id="{990397D1-804A-4848-A025-294445F00A3D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589463"/>
            <a:ext cx="649288" cy="649287"/>
            <a:chOff x="4558" y="2976"/>
            <a:chExt cx="409" cy="409"/>
          </a:xfrm>
        </p:grpSpPr>
        <p:sp>
          <p:nvSpPr>
            <p:cNvPr id="60456" name="Text Box 68">
              <a:extLst>
                <a:ext uri="{FF2B5EF4-FFF2-40B4-BE49-F238E27FC236}">
                  <a16:creationId xmlns:a16="http://schemas.microsoft.com/office/drawing/2014/main" id="{F8BF9914-9040-45FD-85B8-77833EE56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2976"/>
              <a:ext cx="409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6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60457" name="Line 69">
              <a:extLst>
                <a:ext uri="{FF2B5EF4-FFF2-40B4-BE49-F238E27FC236}">
                  <a16:creationId xmlns:a16="http://schemas.microsoft.com/office/drawing/2014/main" id="{554B7A39-0387-4D52-980F-ADA6C0D4B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2976"/>
              <a:ext cx="0" cy="409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0433" name="Group 97">
            <a:extLst>
              <a:ext uri="{FF2B5EF4-FFF2-40B4-BE49-F238E27FC236}">
                <a16:creationId xmlns:a16="http://schemas.microsoft.com/office/drawing/2014/main" id="{EF7C498B-0F08-43E7-9998-ACB07F0CC503}"/>
              </a:ext>
            </a:extLst>
          </p:cNvPr>
          <p:cNvGrpSpPr>
            <a:grpSpLocks/>
          </p:cNvGrpSpPr>
          <p:nvPr/>
        </p:nvGrpSpPr>
        <p:grpSpPr bwMode="auto">
          <a:xfrm>
            <a:off x="4598988" y="2897188"/>
            <a:ext cx="4392612" cy="2665412"/>
            <a:chOff x="2897" y="1825"/>
            <a:chExt cx="2767" cy="1679"/>
          </a:xfrm>
        </p:grpSpPr>
        <p:grpSp>
          <p:nvGrpSpPr>
            <p:cNvPr id="60431" name="Group 70">
              <a:extLst>
                <a:ext uri="{FF2B5EF4-FFF2-40B4-BE49-F238E27FC236}">
                  <a16:creationId xmlns:a16="http://schemas.microsoft.com/office/drawing/2014/main" id="{AE509FA2-67F0-4B0B-80E9-CAF0BFDF7C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7" y="1825"/>
              <a:ext cx="2767" cy="1679"/>
              <a:chOff x="3125" y="1661"/>
              <a:chExt cx="2767" cy="1679"/>
            </a:xfrm>
          </p:grpSpPr>
          <p:sp>
            <p:nvSpPr>
              <p:cNvPr id="60436" name="Rectangle 71">
                <a:extLst>
                  <a:ext uri="{FF2B5EF4-FFF2-40B4-BE49-F238E27FC236}">
                    <a16:creationId xmlns:a16="http://schemas.microsoft.com/office/drawing/2014/main" id="{BC540023-3942-4DCF-B382-60C5BEACE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5" y="1661"/>
                <a:ext cx="2767" cy="1679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437" name="Oval 72">
                <a:extLst>
                  <a:ext uri="{FF2B5EF4-FFF2-40B4-BE49-F238E27FC236}">
                    <a16:creationId xmlns:a16="http://schemas.microsoft.com/office/drawing/2014/main" id="{EB1DAE5C-2BAF-4D60-A520-37C0DF5DE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1" y="2342"/>
                <a:ext cx="363" cy="363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438" name="Oval 73">
                <a:extLst>
                  <a:ext uri="{FF2B5EF4-FFF2-40B4-BE49-F238E27FC236}">
                    <a16:creationId xmlns:a16="http://schemas.microsoft.com/office/drawing/2014/main" id="{4CD98F2F-BDF0-4E9B-96BB-012AB1E98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2341"/>
                <a:ext cx="363" cy="363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439" name="Oval 74">
                <a:extLst>
                  <a:ext uri="{FF2B5EF4-FFF2-40B4-BE49-F238E27FC236}">
                    <a16:creationId xmlns:a16="http://schemas.microsoft.com/office/drawing/2014/main" id="{6A5967DE-8931-4D36-B949-18AB3BEEE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2341"/>
                <a:ext cx="363" cy="363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440" name="Text Box 75">
                <a:extLst>
                  <a:ext uri="{FF2B5EF4-FFF2-40B4-BE49-F238E27FC236}">
                    <a16:creationId xmlns:a16="http://schemas.microsoft.com/office/drawing/2014/main" id="{A23F8C1E-7BD3-44C5-BA43-3F380BFE86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9" y="2385"/>
                <a:ext cx="504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10V</a:t>
                </a:r>
              </a:p>
            </p:txBody>
          </p:sp>
          <p:sp>
            <p:nvSpPr>
              <p:cNvPr id="60441" name="Text Box 76">
                <a:extLst>
                  <a:ext uri="{FF2B5EF4-FFF2-40B4-BE49-F238E27FC236}">
                    <a16:creationId xmlns:a16="http://schemas.microsoft.com/office/drawing/2014/main" id="{8DA64FE3-FE7F-4BE4-B9FA-1E46A7B5BD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2" y="2385"/>
                <a:ext cx="391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5V</a:t>
                </a:r>
              </a:p>
            </p:txBody>
          </p:sp>
          <p:sp>
            <p:nvSpPr>
              <p:cNvPr id="60442" name="Text Box 77">
                <a:extLst>
                  <a:ext uri="{FF2B5EF4-FFF2-40B4-BE49-F238E27FC236}">
                    <a16:creationId xmlns:a16="http://schemas.microsoft.com/office/drawing/2014/main" id="{170D6EFE-B0BD-432F-A657-76BC3D65EE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5" y="2022"/>
                <a:ext cx="401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</a:t>
                </a: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443" name="Rectangle 78">
                <a:extLst>
                  <a:ext uri="{FF2B5EF4-FFF2-40B4-BE49-F238E27FC236}">
                    <a16:creationId xmlns:a16="http://schemas.microsoft.com/office/drawing/2014/main" id="{5E1D4C61-6A52-40D0-A13B-EB54E27D46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9" y="1978"/>
                <a:ext cx="2223" cy="1180"/>
              </a:xfrm>
              <a:prstGeom prst="rect">
                <a:avLst/>
              </a:prstGeom>
              <a:noFill/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444" name="Line 79">
                <a:extLst>
                  <a:ext uri="{FF2B5EF4-FFF2-40B4-BE49-F238E27FC236}">
                    <a16:creationId xmlns:a16="http://schemas.microsoft.com/office/drawing/2014/main" id="{3968A545-F76B-4EEE-936B-55161F35C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9" y="1979"/>
                <a:ext cx="0" cy="1179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45" name="Text Box 80">
                <a:extLst>
                  <a:ext uri="{FF2B5EF4-FFF2-40B4-BE49-F238E27FC236}">
                    <a16:creationId xmlns:a16="http://schemas.microsoft.com/office/drawing/2014/main" id="{DDC12A39-63E1-4F45-BA45-929C70C1FB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9" y="2024"/>
                <a:ext cx="4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＋</a:t>
                </a:r>
              </a:p>
            </p:txBody>
          </p:sp>
          <p:sp>
            <p:nvSpPr>
              <p:cNvPr id="60446" name="Text Box 81">
                <a:extLst>
                  <a:ext uri="{FF2B5EF4-FFF2-40B4-BE49-F238E27FC236}">
                    <a16:creationId xmlns:a16="http://schemas.microsoft.com/office/drawing/2014/main" id="{4616F8AF-D13C-426D-BD71-F96C3763B2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9" y="2704"/>
                <a:ext cx="4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－</a:t>
                </a:r>
              </a:p>
            </p:txBody>
          </p:sp>
          <p:sp>
            <p:nvSpPr>
              <p:cNvPr id="60447" name="Text Box 82">
                <a:extLst>
                  <a:ext uri="{FF2B5EF4-FFF2-40B4-BE49-F238E27FC236}">
                    <a16:creationId xmlns:a16="http://schemas.microsoft.com/office/drawing/2014/main" id="{A9F58B04-CF3E-4382-8CFC-A501F85C08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6" y="2750"/>
                <a:ext cx="4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－</a:t>
                </a:r>
              </a:p>
            </p:txBody>
          </p:sp>
          <p:sp>
            <p:nvSpPr>
              <p:cNvPr id="60448" name="Text Box 83">
                <a:extLst>
                  <a:ext uri="{FF2B5EF4-FFF2-40B4-BE49-F238E27FC236}">
                    <a16:creationId xmlns:a16="http://schemas.microsoft.com/office/drawing/2014/main" id="{F9EDB514-9D25-4ADF-AC65-38CA501B9B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1" y="1979"/>
                <a:ext cx="40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＋</a:t>
                </a:r>
              </a:p>
            </p:txBody>
          </p:sp>
          <p:sp>
            <p:nvSpPr>
              <p:cNvPr id="60449" name="Rectangle 84">
                <a:extLst>
                  <a:ext uri="{FF2B5EF4-FFF2-40B4-BE49-F238E27FC236}">
                    <a16:creationId xmlns:a16="http://schemas.microsoft.com/office/drawing/2014/main" id="{5648302D-39E6-4401-AE38-280DE89EA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933"/>
                <a:ext cx="317" cy="136"/>
              </a:xfrm>
              <a:prstGeom prst="rect">
                <a:avLst/>
              </a:prstGeom>
              <a:solidFill>
                <a:schemeClr val="tx1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60450" name="Group 85">
                <a:extLst>
                  <a:ext uri="{FF2B5EF4-FFF2-40B4-BE49-F238E27FC236}">
                    <a16:creationId xmlns:a16="http://schemas.microsoft.com/office/drawing/2014/main" id="{4482B0B2-5A6F-4385-8F60-8F10C44ECD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86" y="1686"/>
                <a:ext cx="561" cy="331"/>
                <a:chOff x="3484" y="1825"/>
                <a:chExt cx="561" cy="331"/>
              </a:xfrm>
            </p:grpSpPr>
            <p:sp>
              <p:nvSpPr>
                <p:cNvPr id="60454" name="Line 86">
                  <a:extLst>
                    <a:ext uri="{FF2B5EF4-FFF2-40B4-BE49-F238E27FC236}">
                      <a16:creationId xmlns:a16="http://schemas.microsoft.com/office/drawing/2014/main" id="{F05066BF-F3F0-4F93-93D1-EADFCD5D81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60" y="2115"/>
                  <a:ext cx="454" cy="0"/>
                </a:xfrm>
                <a:prstGeom prst="line">
                  <a:avLst/>
                </a:prstGeom>
                <a:noFill/>
                <a:ln w="28575">
                  <a:solidFill>
                    <a:srgbClr val="66FFFF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0455" name="Text Box 87">
                  <a:extLst>
                    <a:ext uri="{FF2B5EF4-FFF2-40B4-BE49-F238E27FC236}">
                      <a16:creationId xmlns:a16="http://schemas.microsoft.com/office/drawing/2014/main" id="{31D4E80E-27B8-4F60-90E7-68C7F9D1C9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84" y="1825"/>
                  <a:ext cx="561" cy="3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FFCC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2.5A</a:t>
                  </a:r>
                </a:p>
              </p:txBody>
            </p:sp>
          </p:grpSp>
          <p:sp>
            <p:nvSpPr>
              <p:cNvPr id="60451" name="Text Box 88">
                <a:extLst>
                  <a:ext uri="{FF2B5EF4-FFF2-40B4-BE49-F238E27FC236}">
                    <a16:creationId xmlns:a16="http://schemas.microsoft.com/office/drawing/2014/main" id="{1818B278-4A94-45DD-9FA3-0D2EBE78E1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49" y="2385"/>
                <a:ext cx="115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>
                    <a:schemeClr val="accent2"/>
                  </a:buClr>
                  <a:buSzPct val="75000"/>
                  <a:buFont typeface="Monotype Sorts" pitchFamily="2" charset="2"/>
                  <a:buNone/>
                </a:pPr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452" name="Text Box 89">
                <a:extLst>
                  <a:ext uri="{FF2B5EF4-FFF2-40B4-BE49-F238E27FC236}">
                    <a16:creationId xmlns:a16="http://schemas.microsoft.com/office/drawing/2014/main" id="{7FAE8B4E-9861-4F34-9ED8-44FEF4D4B7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4" y="1977"/>
                <a:ext cx="115" cy="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FFCC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453" name="Text Box 90">
                <a:extLst>
                  <a:ext uri="{FF2B5EF4-FFF2-40B4-BE49-F238E27FC236}">
                    <a16:creationId xmlns:a16="http://schemas.microsoft.com/office/drawing/2014/main" id="{86E5D06A-EA33-45B3-BC8E-E2D73353A6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9" y="2705"/>
                <a:ext cx="46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0432" name="Rectangle 92">
              <a:extLst>
                <a:ext uri="{FF2B5EF4-FFF2-40B4-BE49-F238E27FC236}">
                  <a16:creationId xmlns:a16="http://schemas.microsoft.com/office/drawing/2014/main" id="{F195A2FD-1C33-43CE-9B48-D3C3486F1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2544"/>
              <a:ext cx="96" cy="2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0433" name="Line 93">
              <a:extLst>
                <a:ext uri="{FF2B5EF4-FFF2-40B4-BE49-F238E27FC236}">
                  <a16:creationId xmlns:a16="http://schemas.microsoft.com/office/drawing/2014/main" id="{1D1DBA88-5D82-42CA-AA69-62CEDC3F7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2688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Line 94">
              <a:extLst>
                <a:ext uri="{FF2B5EF4-FFF2-40B4-BE49-F238E27FC236}">
                  <a16:creationId xmlns:a16="http://schemas.microsoft.com/office/drawing/2014/main" id="{6F838807-FB38-4488-87F8-B1815EE08D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2880"/>
              <a:ext cx="0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5" name="Text Box 96">
              <a:extLst>
                <a:ext uri="{FF2B5EF4-FFF2-40B4-BE49-F238E27FC236}">
                  <a16:creationId xmlns:a16="http://schemas.microsoft.com/office/drawing/2014/main" id="{FA946B8A-F2B8-4044-95A6-BD5C187C7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544"/>
              <a:ext cx="4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70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0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0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7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70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0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7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7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8" grpId="0"/>
      <p:bldP spid="270339" grpId="0" autoUpdateAnimBg="0"/>
      <p:bldP spid="270340" grpId="0" autoUpdateAnimBg="0"/>
      <p:bldP spid="270341" grpId="0" autoUpdateAnimBg="0"/>
      <p:bldP spid="27034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BA493003-501D-4FE1-8382-F395C3436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14400"/>
            <a:ext cx="7994650" cy="3141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工程实际中，常常碰到只需研究某一支路的电压、电流或功率的问题。对所研究的支路来说，电路的其余部分就成为一个有源二端网络，可等效变换为较简单的含源支路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电压源与电阻串联或电流源与电阻并联支路）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使分析和计算简化。</a:t>
            </a:r>
          </a:p>
          <a:p>
            <a:pPr algn="just" eaLnBrk="1" hangingPunct="1">
              <a:lnSpc>
                <a:spcPts val="3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戴维南定理：电压源与电阻串联等效</a:t>
            </a:r>
          </a:p>
          <a:p>
            <a:pPr algn="just" eaLnBrk="1" hangingPunct="1">
              <a:lnSpc>
                <a:spcPts val="3000"/>
              </a:lnSpc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诺顿定理：电流源与电阻并联等效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C5D6F6FB-33D9-42AA-941D-7994B4104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79375"/>
            <a:ext cx="73152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§4-3 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戴维宁</a:t>
            </a: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南）定理和若顿定理</a:t>
            </a:r>
          </a:p>
        </p:txBody>
      </p:sp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0448B306-11EE-485D-ADE5-E7A03E183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581049"/>
              </p:ext>
            </p:extLst>
          </p:nvPr>
        </p:nvGraphicFramePr>
        <p:xfrm>
          <a:off x="4728210" y="3810000"/>
          <a:ext cx="4415790" cy="2432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7" name="Visio" r:id="rId3" imgW="2849301" imgH="1569017" progId="Visio.Drawing.11">
                  <p:embed/>
                </p:oleObj>
              </mc:Choice>
              <mc:Fallback>
                <p:oleObj name="Visio" r:id="rId3" imgW="2849301" imgH="1569017" progId="Visio.Drawing.11">
                  <p:embed/>
                  <p:pic>
                    <p:nvPicPr>
                      <p:cNvPr id="58373" name="Object 8">
                        <a:extLst>
                          <a:ext uri="{FF2B5EF4-FFF2-40B4-BE49-F238E27FC236}">
                            <a16:creationId xmlns:a16="http://schemas.microsoft.com/office/drawing/2014/main" id="{EE44FC1E-3ECC-4E7E-AB94-50821CB5CC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8210" y="3810000"/>
                        <a:ext cx="4415790" cy="24324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4CC29B8C-608E-427C-A3A1-EF8FB8AE4C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781222"/>
              </p:ext>
            </p:extLst>
          </p:nvPr>
        </p:nvGraphicFramePr>
        <p:xfrm>
          <a:off x="217561" y="3959444"/>
          <a:ext cx="4521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8" name="Visio" r:id="rId5" imgW="2195455" imgH="998337" progId="Visio.Drawing.11">
                  <p:embed/>
                </p:oleObj>
              </mc:Choice>
              <mc:Fallback>
                <p:oleObj name="Visio" r:id="rId5" imgW="2195455" imgH="998337" progId="Visio.Drawing.11">
                  <p:embed/>
                  <p:pic>
                    <p:nvPicPr>
                      <p:cNvPr id="75789" name="Object 13">
                        <a:extLst>
                          <a:ext uri="{FF2B5EF4-FFF2-40B4-BE49-F238E27FC236}">
                            <a16:creationId xmlns:a16="http://schemas.microsoft.com/office/drawing/2014/main" id="{50FBC461-CE3F-41C1-8656-64C7BAB7B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61" y="3959444"/>
                        <a:ext cx="45212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  <p:bldP spid="4096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>
            <a:extLst>
              <a:ext uri="{FF2B5EF4-FFF2-40B4-BE49-F238E27FC236}">
                <a16:creationId xmlns:a16="http://schemas.microsoft.com/office/drawing/2014/main" id="{305A2ED9-AFF8-4887-BB12-09A7AFF8D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521" y="665292"/>
            <a:ext cx="40386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2b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法、等效变换，节点法、支路法、网孔法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5789" name="Object 13">
            <a:extLst>
              <a:ext uri="{FF2B5EF4-FFF2-40B4-BE49-F238E27FC236}">
                <a16:creationId xmlns:a16="http://schemas.microsoft.com/office/drawing/2014/main" id="{50FBC461-CE3F-41C1-8656-64C7BAB7BB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162303"/>
              </p:ext>
            </p:extLst>
          </p:nvPr>
        </p:nvGraphicFramePr>
        <p:xfrm>
          <a:off x="203200" y="609600"/>
          <a:ext cx="4521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39" name="Visio" r:id="rId3" imgW="2195455" imgH="998337" progId="Visio.Drawing.11">
                  <p:embed/>
                </p:oleObj>
              </mc:Choice>
              <mc:Fallback>
                <p:oleObj name="Visio" r:id="rId3" imgW="2195455" imgH="998337" progId="Visio.Drawing.11">
                  <p:embed/>
                  <p:pic>
                    <p:nvPicPr>
                      <p:cNvPr id="75789" name="Object 13">
                        <a:extLst>
                          <a:ext uri="{FF2B5EF4-FFF2-40B4-BE49-F238E27FC236}">
                            <a16:creationId xmlns:a16="http://schemas.microsoft.com/office/drawing/2014/main" id="{50FBC461-CE3F-41C1-8656-64C7BAB7B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" y="609600"/>
                        <a:ext cx="45212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Text Box 30">
            <a:extLst>
              <a:ext uri="{FF2B5EF4-FFF2-40B4-BE49-F238E27FC236}">
                <a16:creationId xmlns:a16="http://schemas.microsoft.com/office/drawing/2014/main" id="{2617828D-BC8A-4591-A04B-1163A1FC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4618"/>
            <a:ext cx="7924800" cy="673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引例：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求电流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引出戴维南等效的概念。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8835A886-19A9-4B9D-9AA0-ABFC600202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9193953"/>
              </p:ext>
            </p:extLst>
          </p:nvPr>
        </p:nvGraphicFramePr>
        <p:xfrm>
          <a:off x="5370513" y="1735138"/>
          <a:ext cx="26003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0" name="Equation" r:id="rId5" imgW="2603160" imgH="431640" progId="Equation.DSMT4">
                  <p:embed/>
                </p:oleObj>
              </mc:Choice>
              <mc:Fallback>
                <p:oleObj name="Equation" r:id="rId5" imgW="2603160" imgH="431640" progId="Equation.DSMT4">
                  <p:embed/>
                  <p:pic>
                    <p:nvPicPr>
                      <p:cNvPr id="272387" name="Object 3">
                        <a:extLst>
                          <a:ext uri="{FF2B5EF4-FFF2-40B4-BE49-F238E27FC236}">
                            <a16:creationId xmlns:a16="http://schemas.microsoft.com/office/drawing/2014/main" id="{CCE6172F-84A0-41B1-B4AF-D8BC2D1639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lum bright="-18000" contrast="-18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513" y="1735138"/>
                        <a:ext cx="26003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6C56FFBA-8015-4B8C-8E43-5940E8D2BA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742926"/>
              </p:ext>
            </p:extLst>
          </p:nvPr>
        </p:nvGraphicFramePr>
        <p:xfrm>
          <a:off x="5257800" y="2212729"/>
          <a:ext cx="3657600" cy="270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1" name="Visio" r:id="rId7" imgW="2364084" imgH="1297510" progId="Visio.Drawing.11">
                  <p:embed/>
                </p:oleObj>
              </mc:Choice>
              <mc:Fallback>
                <p:oleObj name="Visio" r:id="rId7" imgW="2364084" imgH="1297510" progId="Visio.Drawing.11">
                  <p:embed/>
                  <p:pic>
                    <p:nvPicPr>
                      <p:cNvPr id="220169" name="Object 9">
                        <a:extLst>
                          <a:ext uri="{FF2B5EF4-FFF2-40B4-BE49-F238E27FC236}">
                            <a16:creationId xmlns:a16="http://schemas.microsoft.com/office/drawing/2014/main" id="{2D939103-28D3-4B5A-B4CB-3EDE241EEE6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 l="17686" r="14526" b="8936"/>
                      <a:stretch>
                        <a:fillRect/>
                      </a:stretch>
                    </p:blipFill>
                    <p:spPr bwMode="auto">
                      <a:xfrm>
                        <a:off x="5257800" y="2212729"/>
                        <a:ext cx="3657600" cy="270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683E7A14-2AF4-43EF-B87F-E23BEB3E8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680123"/>
              </p:ext>
            </p:extLst>
          </p:nvPr>
        </p:nvGraphicFramePr>
        <p:xfrm>
          <a:off x="135184" y="4823558"/>
          <a:ext cx="45085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2" name="Visio" r:id="rId9" imgW="2187940" imgH="912055" progId="Visio.Drawing.11">
                  <p:embed/>
                </p:oleObj>
              </mc:Choice>
              <mc:Fallback>
                <p:oleObj name="Visio" r:id="rId9" imgW="2187940" imgH="912055" progId="Visio.Drawing.11">
                  <p:embed/>
                  <p:pic>
                    <p:nvPicPr>
                      <p:cNvPr id="75789" name="Object 13">
                        <a:extLst>
                          <a:ext uri="{FF2B5EF4-FFF2-40B4-BE49-F238E27FC236}">
                            <a16:creationId xmlns:a16="http://schemas.microsoft.com/office/drawing/2014/main" id="{50FBC461-CE3F-41C1-8656-64C7BAB7B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184" y="4823558"/>
                        <a:ext cx="4508500" cy="198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4DDCE43A-5766-43C8-81F1-FE0E19605A09}"/>
              </a:ext>
            </a:extLst>
          </p:cNvPr>
          <p:cNvGrpSpPr/>
          <p:nvPr/>
        </p:nvGrpSpPr>
        <p:grpSpPr>
          <a:xfrm>
            <a:off x="1823692" y="5766182"/>
            <a:ext cx="665198" cy="565582"/>
            <a:chOff x="4685043" y="3290668"/>
            <a:chExt cx="665198" cy="565582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A8284763-70A5-4AC1-BDB9-15430FA2A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724791" y="3657600"/>
              <a:ext cx="625450" cy="198650"/>
            </a:xfrm>
            <a:prstGeom prst="rect">
              <a:avLst/>
            </a:prstGeom>
          </p:spPr>
        </p:pic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FD4E8D48-BC99-44E6-9F5D-0FD827B915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2254970"/>
                </p:ext>
              </p:extLst>
            </p:nvPr>
          </p:nvGraphicFramePr>
          <p:xfrm>
            <a:off x="4685043" y="3290668"/>
            <a:ext cx="553304" cy="3127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43" name="Equation" r:id="rId12" imgW="291960" imgH="164880" progId="Equation.DSMT4">
                    <p:embed/>
                  </p:oleObj>
                </mc:Choice>
                <mc:Fallback>
                  <p:oleObj name="Equation" r:id="rId12" imgW="2919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685043" y="3290668"/>
                          <a:ext cx="553304" cy="3127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74FD22A-7471-4D63-A782-0868B48448F8}"/>
              </a:ext>
            </a:extLst>
          </p:cNvPr>
          <p:cNvSpPr/>
          <p:nvPr/>
        </p:nvSpPr>
        <p:spPr bwMode="auto">
          <a:xfrm>
            <a:off x="306021" y="762144"/>
            <a:ext cx="3611605" cy="198219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3A9A285-17FC-4152-B7A1-98A9FF2379AC}"/>
              </a:ext>
            </a:extLst>
          </p:cNvPr>
          <p:cNvSpPr/>
          <p:nvPr/>
        </p:nvSpPr>
        <p:spPr bwMode="auto">
          <a:xfrm>
            <a:off x="221810" y="2743200"/>
            <a:ext cx="3611605" cy="190557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8B6F6FF-7828-4DDB-9E20-B09770CDDA0C}"/>
              </a:ext>
            </a:extLst>
          </p:cNvPr>
          <p:cNvSpPr/>
          <p:nvPr/>
        </p:nvSpPr>
        <p:spPr bwMode="auto">
          <a:xfrm>
            <a:off x="5353050" y="2362200"/>
            <a:ext cx="2419350" cy="228657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A270B44C-A6D6-46A0-9A7F-793C715ABE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584132"/>
              </p:ext>
            </p:extLst>
          </p:nvPr>
        </p:nvGraphicFramePr>
        <p:xfrm>
          <a:off x="5377887" y="3953473"/>
          <a:ext cx="3657600" cy="270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4" name="Visio" r:id="rId14" imgW="2364084" imgH="1297510" progId="Visio.Drawing.11">
                  <p:embed/>
                </p:oleObj>
              </mc:Choice>
              <mc:Fallback>
                <p:oleObj name="Visio" r:id="rId14" imgW="2364084" imgH="1297510" progId="Visio.Drawing.11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6C56FFBA-8015-4B8C-8E43-5940E8D2BA4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/>
                      <a:srcRect l="17686" r="14526" b="8936"/>
                      <a:stretch>
                        <a:fillRect/>
                      </a:stretch>
                    </p:blipFill>
                    <p:spPr bwMode="auto">
                      <a:xfrm>
                        <a:off x="5377887" y="3953473"/>
                        <a:ext cx="3657600" cy="270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131413B-72F3-4C9F-8416-7BBC0ECA5464}"/>
              </a:ext>
            </a:extLst>
          </p:cNvPr>
          <p:cNvSpPr/>
          <p:nvPr/>
        </p:nvSpPr>
        <p:spPr bwMode="auto">
          <a:xfrm>
            <a:off x="5330283" y="4904410"/>
            <a:ext cx="2419350" cy="171498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7" name="Object 13">
            <a:extLst>
              <a:ext uri="{FF2B5EF4-FFF2-40B4-BE49-F238E27FC236}">
                <a16:creationId xmlns:a16="http://schemas.microsoft.com/office/drawing/2014/main" id="{E5583EBF-AE26-4103-92F6-DC7BB14C52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7788543"/>
              </p:ext>
            </p:extLst>
          </p:nvPr>
        </p:nvGraphicFramePr>
        <p:xfrm>
          <a:off x="50800" y="2590800"/>
          <a:ext cx="4521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5" name="Visio" r:id="rId16" imgW="2195455" imgH="998337" progId="Visio.Drawing.11">
                  <p:embed/>
                </p:oleObj>
              </mc:Choice>
              <mc:Fallback>
                <p:oleObj name="Visio" r:id="rId16" imgW="2195455" imgH="998337" progId="Visio.Drawing.11">
                  <p:embed/>
                  <p:pic>
                    <p:nvPicPr>
                      <p:cNvPr id="75789" name="Object 13">
                        <a:extLst>
                          <a:ext uri="{FF2B5EF4-FFF2-40B4-BE49-F238E27FC236}">
                            <a16:creationId xmlns:a16="http://schemas.microsoft.com/office/drawing/2014/main" id="{50FBC461-CE3F-41C1-8656-64C7BAB7B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" y="2590800"/>
                        <a:ext cx="45212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958E7DA-C675-44F7-A3C7-10B1513014D7}"/>
              </a:ext>
            </a:extLst>
          </p:cNvPr>
          <p:cNvSpPr/>
          <p:nvPr/>
        </p:nvSpPr>
        <p:spPr bwMode="auto">
          <a:xfrm>
            <a:off x="152400" y="4811011"/>
            <a:ext cx="3714426" cy="189458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19" name="Object 3">
            <a:extLst>
              <a:ext uri="{FF2B5EF4-FFF2-40B4-BE49-F238E27FC236}">
                <a16:creationId xmlns:a16="http://schemas.microsoft.com/office/drawing/2014/main" id="{6B86925C-8E39-4E07-A27E-541E77396A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4783216"/>
              </p:ext>
            </p:extLst>
          </p:nvPr>
        </p:nvGraphicFramePr>
        <p:xfrm>
          <a:off x="4716167" y="6079047"/>
          <a:ext cx="145891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46" name="Equation" r:id="rId18" imgW="1460160" imgH="431640" progId="Equation.DSMT4">
                  <p:embed/>
                </p:oleObj>
              </mc:Choice>
              <mc:Fallback>
                <p:oleObj name="Equation" r:id="rId18" imgW="1460160" imgH="43164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8835A886-19A9-4B9D-9AA0-ABFC600202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lum bright="-18000" contrast="-18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167" y="6079047"/>
                        <a:ext cx="1458912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56500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 animBg="1"/>
      <p:bldP spid="14" grpId="0" animBg="1"/>
      <p:bldP spid="16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89" name="Object 13">
            <a:extLst>
              <a:ext uri="{FF2B5EF4-FFF2-40B4-BE49-F238E27FC236}">
                <a16:creationId xmlns:a16="http://schemas.microsoft.com/office/drawing/2014/main" id="{50FBC461-CE3F-41C1-8656-64C7BAB7BB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200348"/>
              </p:ext>
            </p:extLst>
          </p:nvPr>
        </p:nvGraphicFramePr>
        <p:xfrm>
          <a:off x="0" y="762000"/>
          <a:ext cx="4622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0" name="Visio" r:id="rId3" imgW="2252761" imgH="1214511" progId="Visio.Drawing.11">
                  <p:embed/>
                </p:oleObj>
              </mc:Choice>
              <mc:Fallback>
                <p:oleObj name="Visio" r:id="rId3" imgW="2252761" imgH="1214511" progId="Visio.Drawing.11">
                  <p:embed/>
                  <p:pic>
                    <p:nvPicPr>
                      <p:cNvPr id="75789" name="Object 13">
                        <a:extLst>
                          <a:ext uri="{FF2B5EF4-FFF2-40B4-BE49-F238E27FC236}">
                            <a16:creationId xmlns:a16="http://schemas.microsoft.com/office/drawing/2014/main" id="{50FBC461-CE3F-41C1-8656-64C7BAB7B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62000"/>
                        <a:ext cx="46228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Text Box 30">
            <a:extLst>
              <a:ext uri="{FF2B5EF4-FFF2-40B4-BE49-F238E27FC236}">
                <a16:creationId xmlns:a16="http://schemas.microsoft.com/office/drawing/2014/main" id="{2617828D-BC8A-4591-A04B-1163A1FC4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4618"/>
            <a:ext cx="61722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引例：引出戴维南等效的概念。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8835A886-19A9-4B9D-9AA0-ABFC600202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0320556"/>
              </p:ext>
            </p:extLst>
          </p:nvPr>
        </p:nvGraphicFramePr>
        <p:xfrm>
          <a:off x="2509570" y="2349373"/>
          <a:ext cx="12176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1" name="Equation" r:id="rId5" imgW="1218960" imgH="431640" progId="Equation.DSMT4">
                  <p:embed/>
                </p:oleObj>
              </mc:Choice>
              <mc:Fallback>
                <p:oleObj name="Equation" r:id="rId5" imgW="1218960" imgH="43164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8835A886-19A9-4B9D-9AA0-ABFC600202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lum bright="-18000" contrast="-18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570" y="2349373"/>
                        <a:ext cx="1217613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6C56FFBA-8015-4B8C-8E43-5940E8D2BA4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585286" y="2087455"/>
          <a:ext cx="3657600" cy="270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2" name="Visio" r:id="rId7" imgW="2364084" imgH="1297510" progId="Visio.Drawing.11">
                  <p:embed/>
                </p:oleObj>
              </mc:Choice>
              <mc:Fallback>
                <p:oleObj name="Visio" r:id="rId7" imgW="2364084" imgH="1297510" progId="Visio.Drawing.11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6C56FFBA-8015-4B8C-8E43-5940E8D2BA4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 l="17686" r="14526" b="8936"/>
                      <a:stretch>
                        <a:fillRect/>
                      </a:stretch>
                    </p:blipFill>
                    <p:spPr bwMode="auto">
                      <a:xfrm>
                        <a:off x="4585286" y="2087455"/>
                        <a:ext cx="3657600" cy="270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8B6F6FF-7828-4DDB-9E20-B09770CDDA0C}"/>
              </a:ext>
            </a:extLst>
          </p:cNvPr>
          <p:cNvSpPr/>
          <p:nvPr/>
        </p:nvSpPr>
        <p:spPr bwMode="auto">
          <a:xfrm>
            <a:off x="4819651" y="2362200"/>
            <a:ext cx="2419350" cy="228657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A270B44C-A6D6-46A0-9A7F-793C715ABEE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343400" y="4102010"/>
          <a:ext cx="3657600" cy="270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3" name="Visio" r:id="rId9" imgW="2364084" imgH="1297510" progId="Visio.Drawing.11">
                  <p:embed/>
                </p:oleObj>
              </mc:Choice>
              <mc:Fallback>
                <p:oleObj name="Visio" r:id="rId9" imgW="2364084" imgH="1297510" progId="Visio.Drawing.11">
                  <p:embed/>
                  <p:pic>
                    <p:nvPicPr>
                      <p:cNvPr id="15" name="Object 9">
                        <a:extLst>
                          <a:ext uri="{FF2B5EF4-FFF2-40B4-BE49-F238E27FC236}">
                            <a16:creationId xmlns:a16="http://schemas.microsoft.com/office/drawing/2014/main" id="{A270B44C-A6D6-46A0-9A7F-793C715ABEE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/>
                      <a:srcRect l="17686" r="14526" b="8936"/>
                      <a:stretch>
                        <a:fillRect/>
                      </a:stretch>
                    </p:blipFill>
                    <p:spPr bwMode="auto">
                      <a:xfrm>
                        <a:off x="4343400" y="4102010"/>
                        <a:ext cx="3657600" cy="270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131413B-72F3-4C9F-8416-7BBC0ECA5464}"/>
              </a:ext>
            </a:extLst>
          </p:cNvPr>
          <p:cNvSpPr/>
          <p:nvPr/>
        </p:nvSpPr>
        <p:spPr bwMode="auto">
          <a:xfrm>
            <a:off x="4370420" y="4901623"/>
            <a:ext cx="2419350" cy="171498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7" name="Object 13">
            <a:extLst>
              <a:ext uri="{FF2B5EF4-FFF2-40B4-BE49-F238E27FC236}">
                <a16:creationId xmlns:a16="http://schemas.microsoft.com/office/drawing/2014/main" id="{B8672DF1-6AF9-4AE6-ADFC-213E6892AE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062931"/>
              </p:ext>
            </p:extLst>
          </p:nvPr>
        </p:nvGraphicFramePr>
        <p:xfrm>
          <a:off x="-64085" y="3043797"/>
          <a:ext cx="4622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4" name="Visio" r:id="rId11" imgW="2252761" imgH="1214511" progId="Visio.Drawing.11">
                  <p:embed/>
                </p:oleObj>
              </mc:Choice>
              <mc:Fallback>
                <p:oleObj name="Visio" r:id="rId11" imgW="2252761" imgH="1214511" progId="Visio.Drawing.11">
                  <p:embed/>
                  <p:pic>
                    <p:nvPicPr>
                      <p:cNvPr id="75789" name="Object 13">
                        <a:extLst>
                          <a:ext uri="{FF2B5EF4-FFF2-40B4-BE49-F238E27FC236}">
                            <a16:creationId xmlns:a16="http://schemas.microsoft.com/office/drawing/2014/main" id="{50FBC461-CE3F-41C1-8656-64C7BAB7B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64085" y="3043797"/>
                        <a:ext cx="46228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6C824D3-8E31-4944-AE58-8C4CFF2CCD01}"/>
              </a:ext>
            </a:extLst>
          </p:cNvPr>
          <p:cNvSpPr/>
          <p:nvPr/>
        </p:nvSpPr>
        <p:spPr bwMode="auto">
          <a:xfrm>
            <a:off x="0" y="3758533"/>
            <a:ext cx="1143000" cy="138439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D496C0A-9AEF-4A8F-875A-95881330E120}"/>
              </a:ext>
            </a:extLst>
          </p:cNvPr>
          <p:cNvCxnSpPr>
            <a:cxnSpLocks/>
          </p:cNvCxnSpPr>
          <p:nvPr/>
        </p:nvCxnSpPr>
        <p:spPr bwMode="auto">
          <a:xfrm>
            <a:off x="713936" y="3695123"/>
            <a:ext cx="0" cy="156483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6" name="Object 3">
            <a:extLst>
              <a:ext uri="{FF2B5EF4-FFF2-40B4-BE49-F238E27FC236}">
                <a16:creationId xmlns:a16="http://schemas.microsoft.com/office/drawing/2014/main" id="{4F264E48-9B4C-4AE1-B728-A1BA4CA2F3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836699"/>
              </p:ext>
            </p:extLst>
          </p:nvPr>
        </p:nvGraphicFramePr>
        <p:xfrm>
          <a:off x="571500" y="5427111"/>
          <a:ext cx="23209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5" name="Equation" r:id="rId13" imgW="2323800" imgH="419040" progId="Equation.DSMT4">
                  <p:embed/>
                </p:oleObj>
              </mc:Choice>
              <mc:Fallback>
                <p:oleObj name="Equation" r:id="rId13" imgW="2323800" imgH="41904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8835A886-19A9-4B9D-9AA0-ABFC600202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lum bright="-18000" contrast="-18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427111"/>
                        <a:ext cx="232092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">
            <a:extLst>
              <a:ext uri="{FF2B5EF4-FFF2-40B4-BE49-F238E27FC236}">
                <a16:creationId xmlns:a16="http://schemas.microsoft.com/office/drawing/2014/main" id="{A2245104-6D29-4B87-878B-00E173E0C3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8071425"/>
              </p:ext>
            </p:extLst>
          </p:nvPr>
        </p:nvGraphicFramePr>
        <p:xfrm>
          <a:off x="422275" y="5852650"/>
          <a:ext cx="23209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6" name="Equation" r:id="rId15" imgW="1841400" imgH="825480" progId="Equation.DSMT4">
                  <p:embed/>
                </p:oleObj>
              </mc:Choice>
              <mc:Fallback>
                <p:oleObj name="Equation" r:id="rId15" imgW="1841400" imgH="82548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8835A886-19A9-4B9D-9AA0-ABFC600202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lum bright="-18000" contrast="-18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5852650"/>
                        <a:ext cx="2320925" cy="828675"/>
                      </a:xfrm>
                      <a:prstGeom prst="rect">
                        <a:avLst/>
                      </a:prstGeom>
                      <a:solidFill>
                        <a:srgbClr val="99FF99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3">
            <a:extLst>
              <a:ext uri="{FF2B5EF4-FFF2-40B4-BE49-F238E27FC236}">
                <a16:creationId xmlns:a16="http://schemas.microsoft.com/office/drawing/2014/main" id="{854C0787-F253-4CC3-8E61-7D91F1E00B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758372"/>
              </p:ext>
            </p:extLst>
          </p:nvPr>
        </p:nvGraphicFramePr>
        <p:xfrm>
          <a:off x="4370420" y="42304"/>
          <a:ext cx="4622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7" name="Visio" r:id="rId17" imgW="2252761" imgH="1214511" progId="Visio.Drawing.11">
                  <p:embed/>
                </p:oleObj>
              </mc:Choice>
              <mc:Fallback>
                <p:oleObj name="Visio" r:id="rId17" imgW="2252761" imgH="1214511" progId="Visio.Drawing.11">
                  <p:embed/>
                  <p:pic>
                    <p:nvPicPr>
                      <p:cNvPr id="75789" name="Object 13">
                        <a:extLst>
                          <a:ext uri="{FF2B5EF4-FFF2-40B4-BE49-F238E27FC236}">
                            <a16:creationId xmlns:a16="http://schemas.microsoft.com/office/drawing/2014/main" id="{50FBC461-CE3F-41C1-8656-64C7BAB7BB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0420" y="42304"/>
                        <a:ext cx="46228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">
            <a:extLst>
              <a:ext uri="{FF2B5EF4-FFF2-40B4-BE49-F238E27FC236}">
                <a16:creationId xmlns:a16="http://schemas.microsoft.com/office/drawing/2014/main" id="{1AC47061-9E82-4901-B51B-3E456BC15A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2453286"/>
              </p:ext>
            </p:extLst>
          </p:nvPr>
        </p:nvGraphicFramePr>
        <p:xfrm>
          <a:off x="5544772" y="783777"/>
          <a:ext cx="24225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8" name="Equation" r:id="rId19" imgW="2425680" imgH="419040" progId="Equation.DSMT4">
                  <p:embed/>
                </p:oleObj>
              </mc:Choice>
              <mc:Fallback>
                <p:oleObj name="Equation" r:id="rId19" imgW="2425680" imgH="419040" progId="Equation.DSMT4">
                  <p:embed/>
                  <p:pic>
                    <p:nvPicPr>
                      <p:cNvPr id="26" name="Object 3">
                        <a:extLst>
                          <a:ext uri="{FF2B5EF4-FFF2-40B4-BE49-F238E27FC236}">
                            <a16:creationId xmlns:a16="http://schemas.microsoft.com/office/drawing/2014/main" id="{4F264E48-9B4C-4AE1-B728-A1BA4CA2F3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lum bright="-18000" contrast="-18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772" y="783777"/>
                        <a:ext cx="24225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>
            <a:extLst>
              <a:ext uri="{FF2B5EF4-FFF2-40B4-BE49-F238E27FC236}">
                <a16:creationId xmlns:a16="http://schemas.microsoft.com/office/drawing/2014/main" id="{E791BACF-FE2F-494A-97ED-AEC9AEF7E4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5373210"/>
              </p:ext>
            </p:extLst>
          </p:nvPr>
        </p:nvGraphicFramePr>
        <p:xfrm>
          <a:off x="5730875" y="1778355"/>
          <a:ext cx="22701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9" name="Equation" r:id="rId21" imgW="2273040" imgH="431640" progId="Equation.DSMT4">
                  <p:embed/>
                </p:oleObj>
              </mc:Choice>
              <mc:Fallback>
                <p:oleObj name="Equation" r:id="rId21" imgW="2273040" imgH="431640" progId="Equation.DSMT4">
                  <p:embed/>
                  <p:pic>
                    <p:nvPicPr>
                      <p:cNvPr id="29" name="Object 3">
                        <a:extLst>
                          <a:ext uri="{FF2B5EF4-FFF2-40B4-BE49-F238E27FC236}">
                            <a16:creationId xmlns:a16="http://schemas.microsoft.com/office/drawing/2014/main" id="{1AC47061-9E82-4901-B51B-3E456BC15A7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lum bright="-18000" contrast="-18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1778355"/>
                        <a:ext cx="22701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519416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37" name="Rectangle 41">
            <a:extLst>
              <a:ext uri="{FF2B5EF4-FFF2-40B4-BE49-F238E27FC236}">
                <a16:creationId xmlns:a16="http://schemas.microsoft.com/office/drawing/2014/main" id="{2F4A0E22-09F2-4281-AD50-A9934EB20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191000"/>
            <a:ext cx="1143000" cy="1828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336" name="Rectangle 40">
            <a:extLst>
              <a:ext uri="{FF2B5EF4-FFF2-40B4-BE49-F238E27FC236}">
                <a16:creationId xmlns:a16="http://schemas.microsoft.com/office/drawing/2014/main" id="{F8481174-1ED9-43CD-9C12-A19402BB3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114800"/>
            <a:ext cx="1524000" cy="1905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298" name="Text Box 2">
            <a:extLst>
              <a:ext uri="{FF2B5EF4-FFF2-40B4-BE49-F238E27FC236}">
                <a16:creationId xmlns:a16="http://schemas.microsoft.com/office/drawing/2014/main" id="{DED7BF83-B8DF-4314-ACB7-9A9194F01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85800"/>
            <a:ext cx="8763000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定理内容</a:t>
            </a:r>
          </a:p>
          <a:p>
            <a:pPr>
              <a:lnSpc>
                <a:spcPts val="4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一个与外部电路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无耦合关系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的线性含源二端电阻网络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，对外电路而言，可以用一个电压源和一个电阻串联的支路来等效，此电压源的电压等于网络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的开路电压  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，串联电阻等于网络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中的全部独立电源置零后二端网络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的输入电阻（等效电阻</a:t>
            </a:r>
            <a:r>
              <a:rPr lang="en-US" altLang="zh-CN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eq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B6E1AFA-7804-4D2E-8DA8-FF324ACF6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9375"/>
            <a:ext cx="3810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32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lang="zh-CN" altLang="en-US" sz="32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戴维南定理</a:t>
            </a:r>
          </a:p>
        </p:txBody>
      </p:sp>
      <p:graphicFrame>
        <p:nvGraphicFramePr>
          <p:cNvPr id="55325" name="Object 29">
            <a:extLst>
              <a:ext uri="{FF2B5EF4-FFF2-40B4-BE49-F238E27FC236}">
                <a16:creationId xmlns:a16="http://schemas.microsoft.com/office/drawing/2014/main" id="{AF8003E1-3AD9-445E-BB7B-2D6FBBEB9848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717550" y="3879850"/>
          <a:ext cx="3930650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1" name="Visio" r:id="rId3" imgW="1965198" imgH="1221867" progId="Visio.Drawing.11">
                  <p:embed/>
                </p:oleObj>
              </mc:Choice>
              <mc:Fallback>
                <p:oleObj name="Visio" r:id="rId3" imgW="1965198" imgH="1221867" progId="Visio.Drawing.11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879850"/>
                        <a:ext cx="3930650" cy="24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8" name="Object 32">
            <a:extLst>
              <a:ext uri="{FF2B5EF4-FFF2-40B4-BE49-F238E27FC236}">
                <a16:creationId xmlns:a16="http://schemas.microsoft.com/office/drawing/2014/main" id="{97ECDBE9-81E1-442F-99BA-3D2F97F97552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572000" y="3881438"/>
          <a:ext cx="3505200" cy="243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2" name="Visio" r:id="rId5" imgW="1754392" imgH="1221545" progId="Visio.Drawing.11">
                  <p:embed/>
                </p:oleObj>
              </mc:Choice>
              <mc:Fallback>
                <p:oleObj name="Visio" r:id="rId5" imgW="1754392" imgH="1221545" progId="Visio.Drawing.11">
                  <p:embed/>
                  <p:pic>
                    <p:nvPicPr>
                      <p:cNvPr id="0" name="Object 3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881438"/>
                        <a:ext cx="3505200" cy="2439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33" name="Object 37">
            <a:extLst>
              <a:ext uri="{FF2B5EF4-FFF2-40B4-BE49-F238E27FC236}">
                <a16:creationId xmlns:a16="http://schemas.microsoft.com/office/drawing/2014/main" id="{D1B0B3FE-9A68-4777-BBC4-E772B22CF64B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838200" y="2743200"/>
          <a:ext cx="4889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3" name="Equation" r:id="rId7" imgW="406224" imgH="431613" progId="Equation.DSMT4">
                  <p:embed/>
                </p:oleObj>
              </mc:Choice>
              <mc:Fallback>
                <p:oleObj name="Equation" r:id="rId7" imgW="406224" imgH="431613" progId="Equation.DSMT4">
                  <p:embed/>
                  <p:pic>
                    <p:nvPicPr>
                      <p:cNvPr id="0" name="Object 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743200"/>
                        <a:ext cx="48895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5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>
            <a:extLst>
              <a:ext uri="{FF2B5EF4-FFF2-40B4-BE49-F238E27FC236}">
                <a16:creationId xmlns:a16="http://schemas.microsoft.com/office/drawing/2014/main" id="{C2A2BCCC-4270-4ADB-A5D3-3D67C18F3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914400"/>
            <a:ext cx="48768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戴维南定理证明详细解释</a:t>
            </a:r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11337A95-7718-4C93-BA1D-EE7CE624C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00200"/>
            <a:ext cx="83058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）替代处理：线性含源网络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与外部电路相连，</a:t>
            </a:r>
          </a:p>
          <a:p>
            <a:pPr eaLnBrk="1" hangingPunct="1">
              <a:lnSpc>
                <a:spcPct val="110000"/>
              </a:lnSpc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用电流源替代 。</a:t>
            </a:r>
          </a:p>
        </p:txBody>
      </p:sp>
      <p:graphicFrame>
        <p:nvGraphicFramePr>
          <p:cNvPr id="271364" name="Object 4">
            <a:extLst>
              <a:ext uri="{FF2B5EF4-FFF2-40B4-BE49-F238E27FC236}">
                <a16:creationId xmlns:a16="http://schemas.microsoft.com/office/drawing/2014/main" id="{D1587FBD-4356-40B2-8A34-B0F952932BA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85800" y="2667000"/>
          <a:ext cx="3930650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63" name="Visio" r:id="rId3" imgW="1965286" imgH="1221632" progId="Visio.Drawing.11">
                  <p:embed/>
                </p:oleObj>
              </mc:Choice>
              <mc:Fallback>
                <p:oleObj name="Visio" r:id="rId3" imgW="1965286" imgH="1221632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667000"/>
                        <a:ext cx="3930650" cy="244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5" name="Object 5">
            <a:extLst>
              <a:ext uri="{FF2B5EF4-FFF2-40B4-BE49-F238E27FC236}">
                <a16:creationId xmlns:a16="http://schemas.microsoft.com/office/drawing/2014/main" id="{AAD2F62A-FD6E-469B-9C24-ECE50DC6CF4A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105400" y="2743200"/>
          <a:ext cx="3001963" cy="238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64" name="Visio" r:id="rId5" imgW="1502421" imgH="1195421" progId="Visio.Drawing.11">
                  <p:embed/>
                </p:oleObj>
              </mc:Choice>
              <mc:Fallback>
                <p:oleObj name="Visio" r:id="rId5" imgW="1502421" imgH="1195421" progId="Visio.Drawing.11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743200"/>
                        <a:ext cx="3001963" cy="238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6" name="Rectangle 6">
            <a:extLst>
              <a:ext uri="{FF2B5EF4-FFF2-40B4-BE49-F238E27FC236}">
                <a16:creationId xmlns:a16="http://schemas.microsoft.com/office/drawing/2014/main" id="{82FB1C9B-9640-4DB2-B09F-5847E57BD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05400"/>
            <a:ext cx="8001000" cy="103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）叠加处理：线性含源网络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与电流源分别单独作用时候的伏安关系 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1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7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1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02" name="Rectangle 18">
            <a:extLst>
              <a:ext uri="{FF2B5EF4-FFF2-40B4-BE49-F238E27FC236}">
                <a16:creationId xmlns:a16="http://schemas.microsoft.com/office/drawing/2014/main" id="{9B01F594-A021-4BFF-8ED6-ADE22650F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57200"/>
            <a:ext cx="1143000" cy="1600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2396" name="Rectangle 12">
            <a:extLst>
              <a:ext uri="{FF2B5EF4-FFF2-40B4-BE49-F238E27FC236}">
                <a16:creationId xmlns:a16="http://schemas.microsoft.com/office/drawing/2014/main" id="{11770A8E-9BA2-4781-8617-7DFCE6BBC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572000"/>
            <a:ext cx="1143000" cy="1905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2387" name="Object 3">
            <a:extLst>
              <a:ext uri="{FF2B5EF4-FFF2-40B4-BE49-F238E27FC236}">
                <a16:creationId xmlns:a16="http://schemas.microsoft.com/office/drawing/2014/main" id="{CCE6172F-84A0-41B1-B4AF-D8BC2D16397A}"/>
              </a:ext>
            </a:extLst>
          </p:cNvPr>
          <p:cNvGraphicFramePr>
            <a:graphicFrameLocks/>
          </p:cNvGraphicFramePr>
          <p:nvPr/>
        </p:nvGraphicFramePr>
        <p:xfrm>
          <a:off x="1143000" y="2286000"/>
          <a:ext cx="138271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1" name="Equation" r:id="rId3" imgW="1384300" imgH="469900" progId="Equation.DSMT4">
                  <p:embed/>
                </p:oleObj>
              </mc:Choice>
              <mc:Fallback>
                <p:oleObj name="Equation" r:id="rId3" imgW="1384300" imgH="4699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lum bright="-18000" contrast="-18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86000"/>
                        <a:ext cx="138271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88" name="Object 4">
            <a:extLst>
              <a:ext uri="{FF2B5EF4-FFF2-40B4-BE49-F238E27FC236}">
                <a16:creationId xmlns:a16="http://schemas.microsoft.com/office/drawing/2014/main" id="{0E1D6E3C-F3A2-497C-88BD-449EC69B331C}"/>
              </a:ext>
            </a:extLst>
          </p:cNvPr>
          <p:cNvGraphicFramePr>
            <a:graphicFrameLocks/>
          </p:cNvGraphicFramePr>
          <p:nvPr/>
        </p:nvGraphicFramePr>
        <p:xfrm>
          <a:off x="609600" y="2895600"/>
          <a:ext cx="31400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2" name="Equation" r:id="rId5" imgW="3149600" imgH="469900" progId="Equation.DSMT4">
                  <p:embed/>
                </p:oleObj>
              </mc:Choice>
              <mc:Fallback>
                <p:oleObj name="Equation" r:id="rId5" imgW="3149600" imgH="4699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95600"/>
                        <a:ext cx="314007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89" name="Rectangle 5">
            <a:extLst>
              <a:ext uri="{FF2B5EF4-FFF2-40B4-BE49-F238E27FC236}">
                <a16:creationId xmlns:a16="http://schemas.microsoft.com/office/drawing/2014/main" id="{8FF761FC-25BC-4B2B-BFDC-050C47BAD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429000"/>
            <a:ext cx="5181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（端口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对应的电路正好是网络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的戴维南等效电路。） </a:t>
            </a:r>
          </a:p>
        </p:txBody>
      </p:sp>
      <p:graphicFrame>
        <p:nvGraphicFramePr>
          <p:cNvPr id="272390" name="Object 6">
            <a:extLst>
              <a:ext uri="{FF2B5EF4-FFF2-40B4-BE49-F238E27FC236}">
                <a16:creationId xmlns:a16="http://schemas.microsoft.com/office/drawing/2014/main" id="{4FEBC4E3-F545-4295-A65E-4510250B22B6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5715000" y="1905000"/>
          <a:ext cx="2590800" cy="206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3" name="Visio" r:id="rId7" imgW="1502421" imgH="1195421" progId="Visio.Drawing.11">
                  <p:embed/>
                </p:oleObj>
              </mc:Choice>
              <mc:Fallback>
                <p:oleObj name="Visio" r:id="rId7" imgW="1502421" imgH="1195421" progId="Visio.Drawing.11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905000"/>
                        <a:ext cx="2590800" cy="206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1" name="Object 7">
            <a:extLst>
              <a:ext uri="{FF2B5EF4-FFF2-40B4-BE49-F238E27FC236}">
                <a16:creationId xmlns:a16="http://schemas.microsoft.com/office/drawing/2014/main" id="{18747E72-25D7-4886-81D4-3E1189E3AEA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562600" y="381000"/>
          <a:ext cx="2362200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4" name="Visio" r:id="rId9" imgW="1541069" imgH="1195426" progId="Visio.Drawing.11">
                  <p:embed/>
                </p:oleObj>
              </mc:Choice>
              <mc:Fallback>
                <p:oleObj name="Visio" r:id="rId9" imgW="1541069" imgH="1195426" progId="Visio.Drawing.11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81000"/>
                        <a:ext cx="2362200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2" name="Rectangle 8">
            <a:extLst>
              <a:ext uri="{FF2B5EF4-FFF2-40B4-BE49-F238E27FC236}">
                <a16:creationId xmlns:a16="http://schemas.microsoft.com/office/drawing/2014/main" id="{D9E01167-0619-438B-B5C4-8F12AAA77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0"/>
            <a:ext cx="52911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 网络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内部电源单独作用，在端口产生开路电压</a:t>
            </a:r>
            <a:r>
              <a:rPr kumimoji="1"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oc</a:t>
            </a:r>
          </a:p>
        </p:txBody>
      </p:sp>
      <p:sp>
        <p:nvSpPr>
          <p:cNvPr id="272393" name="Rectangle 9">
            <a:extLst>
              <a:ext uri="{FF2B5EF4-FFF2-40B4-BE49-F238E27FC236}">
                <a16:creationId xmlns:a16="http://schemas.microsoft.com/office/drawing/2014/main" id="{40191192-9E4D-41F7-9A3C-6799B3875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00200"/>
            <a:ext cx="3756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②独立电流源单独作用</a:t>
            </a:r>
          </a:p>
        </p:txBody>
      </p:sp>
      <p:sp>
        <p:nvSpPr>
          <p:cNvPr id="272394" name="Rectangle 10">
            <a:extLst>
              <a:ext uri="{FF2B5EF4-FFF2-40B4-BE49-F238E27FC236}">
                <a16:creationId xmlns:a16="http://schemas.microsoft.com/office/drawing/2014/main" id="{75CFE613-3ED1-4268-AAED-0CFE77560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943600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得证！</a:t>
            </a:r>
          </a:p>
        </p:txBody>
      </p:sp>
      <p:graphicFrame>
        <p:nvGraphicFramePr>
          <p:cNvPr id="272395" name="Object 11">
            <a:extLst>
              <a:ext uri="{FF2B5EF4-FFF2-40B4-BE49-F238E27FC236}">
                <a16:creationId xmlns:a16="http://schemas.microsoft.com/office/drawing/2014/main" id="{AF85B394-09FC-4DE0-A915-2A0CF723C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4340225"/>
          <a:ext cx="3505200" cy="251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5" name="Visio" r:id="rId11" imgW="1754429" imgH="1221638" progId="Visio.Drawing.11">
                  <p:embed/>
                </p:oleObj>
              </mc:Choice>
              <mc:Fallback>
                <p:oleObj name="Visio" r:id="rId11" imgW="1754429" imgH="1221638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340225"/>
                        <a:ext cx="3505200" cy="251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7" name="Object 13">
            <a:extLst>
              <a:ext uri="{FF2B5EF4-FFF2-40B4-BE49-F238E27FC236}">
                <a16:creationId xmlns:a16="http://schemas.microsoft.com/office/drawing/2014/main" id="{A80125DD-6CF9-4046-93DC-88A137C110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4038600"/>
          <a:ext cx="2590800" cy="206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6" name="Visio" r:id="rId13" imgW="1502359" imgH="1195426" progId="Visio.Drawing.11">
                  <p:embed/>
                </p:oleObj>
              </mc:Choice>
              <mc:Fallback>
                <p:oleObj name="Visio" r:id="rId13" imgW="1502359" imgH="1195426" progId="Visio.Drawing.11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4038600"/>
                        <a:ext cx="2590800" cy="206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398" name="Line 14">
            <a:extLst>
              <a:ext uri="{FF2B5EF4-FFF2-40B4-BE49-F238E27FC236}">
                <a16:creationId xmlns:a16="http://schemas.microsoft.com/office/drawing/2014/main" id="{8EE5B7A8-7D99-4B7D-BEC6-FA30481E5B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2766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2399" name="Line 15">
            <a:extLst>
              <a:ext uri="{FF2B5EF4-FFF2-40B4-BE49-F238E27FC236}">
                <a16:creationId xmlns:a16="http://schemas.microsoft.com/office/drawing/2014/main" id="{72727BAE-419F-4669-8012-172AFE141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276600"/>
            <a:ext cx="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2400" name="Object 16">
            <a:extLst>
              <a:ext uri="{FF2B5EF4-FFF2-40B4-BE49-F238E27FC236}">
                <a16:creationId xmlns:a16="http://schemas.microsoft.com/office/drawing/2014/main" id="{D90741F5-DB5C-48FE-A6D3-5B8781D54A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4738" y="3200400"/>
          <a:ext cx="444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7" name="Equation" r:id="rId15" imgW="274320" imgH="281940" progId="Equation.DSMT4">
                  <p:embed/>
                </p:oleObj>
              </mc:Choice>
              <mc:Fallback>
                <p:oleObj name="Equation" r:id="rId15" imgW="274320" imgH="2819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738" y="3200400"/>
                        <a:ext cx="444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01" name="AutoShape 17">
            <a:extLst>
              <a:ext uri="{FF2B5EF4-FFF2-40B4-BE49-F238E27FC236}">
                <a16:creationId xmlns:a16="http://schemas.microsoft.com/office/drawing/2014/main" id="{B8387F3E-0549-491E-BDFF-9A23DED64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810000"/>
            <a:ext cx="152400" cy="533400"/>
          </a:xfrm>
          <a:prstGeom prst="downArrow">
            <a:avLst>
              <a:gd name="adj1" fmla="val 50000"/>
              <a:gd name="adj2" fmla="val 87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2403" name="Object 19">
            <a:extLst>
              <a:ext uri="{FF2B5EF4-FFF2-40B4-BE49-F238E27FC236}">
                <a16:creationId xmlns:a16="http://schemas.microsoft.com/office/drawing/2014/main" id="{901B6300-48D3-4BBD-9B8C-D036EA33C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457200"/>
          <a:ext cx="4302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8" name="Equation" r:id="rId17" imgW="304668" imgH="431613" progId="Equation.DSMT4">
                  <p:embed/>
                </p:oleObj>
              </mc:Choice>
              <mc:Fallback>
                <p:oleObj name="Equation" r:id="rId17" imgW="304668" imgH="431613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57200"/>
                        <a:ext cx="430213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04" name="Object 20">
            <a:extLst>
              <a:ext uri="{FF2B5EF4-FFF2-40B4-BE49-F238E27FC236}">
                <a16:creationId xmlns:a16="http://schemas.microsoft.com/office/drawing/2014/main" id="{88D7008A-1F26-4D35-B434-95D7FB269E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1219200"/>
          <a:ext cx="304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59" name="Equation" r:id="rId19" imgW="215806" imgH="431613" progId="Equation.DSMT4">
                  <p:embed/>
                </p:oleObj>
              </mc:Choice>
              <mc:Fallback>
                <p:oleObj name="Equation" r:id="rId19" imgW="215806" imgH="43161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219200"/>
                        <a:ext cx="304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05" name="Object 21">
            <a:extLst>
              <a:ext uri="{FF2B5EF4-FFF2-40B4-BE49-F238E27FC236}">
                <a16:creationId xmlns:a16="http://schemas.microsoft.com/office/drawing/2014/main" id="{E1200ABF-8982-49D8-8C7C-24AF4E392C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139950"/>
          <a:ext cx="7493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60" name="Equation" r:id="rId21" imgW="863225" imgH="431613" progId="Equation.DSMT4">
                  <p:embed/>
                </p:oleObj>
              </mc:Choice>
              <mc:Fallback>
                <p:oleObj name="Equation" r:id="rId21" imgW="863225" imgH="431613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139950"/>
                        <a:ext cx="7493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06" name="Object 22">
            <a:extLst>
              <a:ext uri="{FF2B5EF4-FFF2-40B4-BE49-F238E27FC236}">
                <a16:creationId xmlns:a16="http://schemas.microsoft.com/office/drawing/2014/main" id="{B9131744-D8F8-4856-A128-EA949D9BE0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64250" y="2901950"/>
          <a:ext cx="6604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61" name="Equation" r:id="rId23" imgW="761669" imgH="431613" progId="Equation.DSMT4">
                  <p:embed/>
                </p:oleObj>
              </mc:Choice>
              <mc:Fallback>
                <p:oleObj name="Equation" r:id="rId23" imgW="761669" imgH="431613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0" y="2901950"/>
                        <a:ext cx="6604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7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7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7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7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7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7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27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9" grpId="0"/>
      <p:bldP spid="272392" grpId="0"/>
      <p:bldP spid="272393" grpId="0"/>
      <p:bldP spid="27239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B8EC1B75-D370-4301-9913-9FA8C25BF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7950"/>
            <a:ext cx="5181600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000"/>
              </a:lnSpc>
            </a:pP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开路电压       的计算</a:t>
            </a:r>
          </a:p>
        </p:txBody>
      </p:sp>
      <p:graphicFrame>
        <p:nvGraphicFramePr>
          <p:cNvPr id="68611" name="Object 3">
            <a:extLst>
              <a:ext uri="{FF2B5EF4-FFF2-40B4-BE49-F238E27FC236}">
                <a16:creationId xmlns:a16="http://schemas.microsoft.com/office/drawing/2014/main" id="{306FD95D-9142-4382-9250-A1F8D51C30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7788" y="1371600"/>
          <a:ext cx="58261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13" name="Equation" r:id="rId3" imgW="406224" imgH="431613" progId="Equation.DSMT4">
                  <p:embed/>
                </p:oleObj>
              </mc:Choice>
              <mc:Fallback>
                <p:oleObj name="Equation" r:id="rId3" imgW="406224" imgH="43161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1371600"/>
                        <a:ext cx="582612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>
            <a:extLst>
              <a:ext uri="{FF2B5EF4-FFF2-40B4-BE49-F238E27FC236}">
                <a16:creationId xmlns:a16="http://schemas.microsoft.com/office/drawing/2014/main" id="{EC55BF5F-2AA7-4663-AD1D-E44FAA4E01FD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514600" y="2082800"/>
          <a:ext cx="2819400" cy="200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814" name="Visio" r:id="rId5" imgW="1658112" imgH="1178357" progId="Visio.Drawing.11">
                  <p:embed/>
                </p:oleObj>
              </mc:Choice>
              <mc:Fallback>
                <p:oleObj name="Visio" r:id="rId5" imgW="1658112" imgH="1178357" progId="Visio.Drawing.11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082800"/>
                        <a:ext cx="2819400" cy="200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3" name="Rectangle 5">
            <a:extLst>
              <a:ext uri="{FF2B5EF4-FFF2-40B4-BE49-F238E27FC236}">
                <a16:creationId xmlns:a16="http://schemas.microsoft.com/office/drawing/2014/main" id="{39653CD8-C7CE-4F28-8C19-B4CDCCC72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962400"/>
            <a:ext cx="64770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VCR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电阻串、并联的分压、分流公式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节点电压法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网孔电流法</a:t>
            </a:r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53BC1585-029A-4760-98BC-C9C0FBAA4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62000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3)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参数求法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202FE88-10A5-4D3F-BE43-51A9A6992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822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等效电阻      的计算（</a:t>
            </a:r>
            <a:r>
              <a:rPr lang="zh-CN" altLang="en-US" b="1">
                <a:solidFill>
                  <a:srgbClr val="99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即与求输入电阻方法相同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9635" name="Object 3">
            <a:extLst>
              <a:ext uri="{FF2B5EF4-FFF2-40B4-BE49-F238E27FC236}">
                <a16:creationId xmlns:a16="http://schemas.microsoft.com/office/drawing/2014/main" id="{BBDFF0D5-BD78-4ACA-A562-52D388F569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3413" y="990600"/>
          <a:ext cx="4587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4" name="Equation" r:id="rId3" imgW="457200" imgH="469900" progId="Equation.DSMT4">
                  <p:embed/>
                </p:oleObj>
              </mc:Choice>
              <mc:Fallback>
                <p:oleObj name="Equation" r:id="rId3" imgW="457200" imgH="469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3413" y="990600"/>
                        <a:ext cx="45878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36" name="Group 4">
            <a:extLst>
              <a:ext uri="{FF2B5EF4-FFF2-40B4-BE49-F238E27FC236}">
                <a16:creationId xmlns:a16="http://schemas.microsoft.com/office/drawing/2014/main" id="{4DDB11B0-1B31-41CD-B074-EFF51D153FD3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3581400"/>
            <a:ext cx="6781800" cy="2017713"/>
            <a:chOff x="768" y="2304"/>
            <a:chExt cx="4272" cy="1271"/>
          </a:xfrm>
        </p:grpSpPr>
        <p:sp>
          <p:nvSpPr>
            <p:cNvPr id="69655" name="Rectangle 5">
              <a:extLst>
                <a:ext uri="{FF2B5EF4-FFF2-40B4-BE49-F238E27FC236}">
                  <a16:creationId xmlns:a16="http://schemas.microsoft.com/office/drawing/2014/main" id="{0461BA3C-6E17-426B-8574-C15F31139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304"/>
              <a:ext cx="4272" cy="3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4000"/>
                </a:lnSpc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不含受控源：串、并联及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Y-△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变换</a:t>
              </a:r>
            </a:p>
          </p:txBody>
        </p:sp>
        <p:sp>
          <p:nvSpPr>
            <p:cNvPr id="69656" name="Rectangle 6">
              <a:extLst>
                <a:ext uri="{FF2B5EF4-FFF2-40B4-BE49-F238E27FC236}">
                  <a16:creationId xmlns:a16="http://schemas.microsoft.com/office/drawing/2014/main" id="{65F5EB00-33E3-47E9-9537-45038B377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816"/>
              <a:ext cx="2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含受控源：外加电压源</a:t>
              </a:r>
            </a:p>
          </p:txBody>
        </p:sp>
        <p:graphicFrame>
          <p:nvGraphicFramePr>
            <p:cNvPr id="69657" name="Object 7">
              <a:extLst>
                <a:ext uri="{FF2B5EF4-FFF2-40B4-BE49-F238E27FC236}">
                  <a16:creationId xmlns:a16="http://schemas.microsoft.com/office/drawing/2014/main" id="{6A0364DA-1AF8-4E24-A015-2366354FEC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48" y="2868"/>
            <a:ext cx="933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65" name="Equation" r:id="rId5" imgW="1473200" imgH="469900" progId="Equation.DSMT4">
                    <p:embed/>
                  </p:oleObj>
                </mc:Choice>
                <mc:Fallback>
                  <p:oleObj name="Equation" r:id="rId5" imgW="1473200" imgH="4699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8" y="2868"/>
                          <a:ext cx="933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58" name="Rectangle 8">
              <a:extLst>
                <a:ext uri="{FF2B5EF4-FFF2-40B4-BE49-F238E27FC236}">
                  <a16:creationId xmlns:a16="http://schemas.microsoft.com/office/drawing/2014/main" id="{C6163231-C09D-4AC5-A11E-0A979DCDD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248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外加电流源</a:t>
              </a:r>
            </a:p>
          </p:txBody>
        </p:sp>
        <p:graphicFrame>
          <p:nvGraphicFramePr>
            <p:cNvPr id="69659" name="Object 9">
              <a:extLst>
                <a:ext uri="{FF2B5EF4-FFF2-40B4-BE49-F238E27FC236}">
                  <a16:creationId xmlns:a16="http://schemas.microsoft.com/office/drawing/2014/main" id="{B781FDFD-4833-4D2E-9326-7DCAB5522E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48" y="3252"/>
            <a:ext cx="90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66" name="Equation" r:id="rId7" imgW="1435100" imgH="469900" progId="Equation.DSMT4">
                    <p:embed/>
                  </p:oleObj>
                </mc:Choice>
                <mc:Fallback>
                  <p:oleObj name="Equation" r:id="rId7" imgW="1435100" imgH="4699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8" y="3252"/>
                          <a:ext cx="90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637" name="Object 11">
            <a:extLst>
              <a:ext uri="{FF2B5EF4-FFF2-40B4-BE49-F238E27FC236}">
                <a16:creationId xmlns:a16="http://schemas.microsoft.com/office/drawing/2014/main" id="{5EBFEFCE-F05A-485B-9457-7DE0F12CB73B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838200" y="1524000"/>
          <a:ext cx="33369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7" name="Visio" r:id="rId9" imgW="1666951" imgH="1122274" progId="Visio.Drawing.11">
                  <p:embed/>
                </p:oleObj>
              </mc:Choice>
              <mc:Fallback>
                <p:oleObj name="Visio" r:id="rId9" imgW="1666951" imgH="1122274" progId="Visio.Drawing.11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33369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8" name="Object 12">
            <a:extLst>
              <a:ext uri="{FF2B5EF4-FFF2-40B4-BE49-F238E27FC236}">
                <a16:creationId xmlns:a16="http://schemas.microsoft.com/office/drawing/2014/main" id="{FE5B0C60-0BDA-4478-98B8-C6A267F024D8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84900" y="5638800"/>
          <a:ext cx="1549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8" name="Equation" r:id="rId11" imgW="774364" imgH="241195" progId="Equation.DSMT4">
                  <p:embed/>
                </p:oleObj>
              </mc:Choice>
              <mc:Fallback>
                <p:oleObj name="Equation" r:id="rId11" imgW="774364" imgH="241195" progId="Equation.DSMT4">
                  <p:embed/>
                  <p:pic>
                    <p:nvPicPr>
                      <p:cNvPr id="0" name="Object 1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5638800"/>
                        <a:ext cx="1549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5" name="Object 13">
            <a:extLst>
              <a:ext uri="{FF2B5EF4-FFF2-40B4-BE49-F238E27FC236}">
                <a16:creationId xmlns:a16="http://schemas.microsoft.com/office/drawing/2014/main" id="{AD81CC5A-37C7-44B2-9FE0-66B02EE4109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657600" y="1905000"/>
          <a:ext cx="433388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69" name="Visio" r:id="rId13" imgW="442874" imgH="1126846" progId="Visio.Drawing.11">
                  <p:embed/>
                </p:oleObj>
              </mc:Choice>
              <mc:Fallback>
                <p:oleObj name="Visio" r:id="rId13" imgW="442874" imgH="1126846" progId="Visio.Drawing.11">
                  <p:embed/>
                  <p:pic>
                    <p:nvPicPr>
                      <p:cNvPr id="0" name="Object 1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905000"/>
                        <a:ext cx="433388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40" name="Group 14">
            <a:extLst>
              <a:ext uri="{FF2B5EF4-FFF2-40B4-BE49-F238E27FC236}">
                <a16:creationId xmlns:a16="http://schemas.microsoft.com/office/drawing/2014/main" id="{49C7395F-AD8E-4D75-A03B-4C8140FFCD56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5638800"/>
            <a:ext cx="8001000" cy="519113"/>
            <a:chOff x="624" y="3552"/>
            <a:chExt cx="5040" cy="327"/>
          </a:xfrm>
        </p:grpSpPr>
        <p:graphicFrame>
          <p:nvGraphicFramePr>
            <p:cNvPr id="69653" name="Object 15">
              <a:extLst>
                <a:ext uri="{FF2B5EF4-FFF2-40B4-BE49-F238E27FC236}">
                  <a16:creationId xmlns:a16="http://schemas.microsoft.com/office/drawing/2014/main" id="{E5CFC5CD-7C1F-4C08-A6C4-5C372AB6E4F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50" y="3696"/>
            <a:ext cx="72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170" name="Equation" r:id="rId15" imgW="114102" imgH="177492" progId="Equation.DSMT4">
                    <p:embed/>
                  </p:oleObj>
                </mc:Choice>
                <mc:Fallback>
                  <p:oleObj name="Equation" r:id="rId15" imgW="114102" imgH="177492" progId="Equation.DSMT4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3696"/>
                          <a:ext cx="72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654" name="Rectangle 16">
              <a:extLst>
                <a:ext uri="{FF2B5EF4-FFF2-40B4-BE49-F238E27FC236}">
                  <a16:creationId xmlns:a16="http://schemas.microsoft.com/office/drawing/2014/main" id="{3D51AC64-2149-47AE-9F8C-42FA15FC8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3552"/>
              <a:ext cx="50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特别的，若已知短路电流，则</a:t>
              </a:r>
            </a:p>
          </p:txBody>
        </p:sp>
      </p:grpSp>
      <p:graphicFrame>
        <p:nvGraphicFramePr>
          <p:cNvPr id="274449" name="Object 17">
            <a:extLst>
              <a:ext uri="{FF2B5EF4-FFF2-40B4-BE49-F238E27FC236}">
                <a16:creationId xmlns:a16="http://schemas.microsoft.com/office/drawing/2014/main" id="{AD160B5F-1D9E-4066-BA53-C52461A5CE79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3817938" y="2352675"/>
          <a:ext cx="525462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71" name="Visio" r:id="rId17" imgW="262738" imgH="462077" progId="Visio.Drawing.11">
                  <p:embed/>
                </p:oleObj>
              </mc:Choice>
              <mc:Fallback>
                <p:oleObj name="Visio" r:id="rId17" imgW="262738" imgH="462077" progId="Visio.Drawing.11">
                  <p:embed/>
                  <p:pic>
                    <p:nvPicPr>
                      <p:cNvPr id="0" name="Object 1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938" y="2352675"/>
                        <a:ext cx="525462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50" name="Object 18">
            <a:extLst>
              <a:ext uri="{FF2B5EF4-FFF2-40B4-BE49-F238E27FC236}">
                <a16:creationId xmlns:a16="http://schemas.microsoft.com/office/drawing/2014/main" id="{10518CEE-E7B8-4311-8B89-29B661A1B5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5" y="1447800"/>
          <a:ext cx="3336925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72" name="Visio" r:id="rId19" imgW="1666951" imgH="1122274" progId="Visio.Drawing.11">
                  <p:embed/>
                </p:oleObj>
              </mc:Choice>
              <mc:Fallback>
                <p:oleObj name="Visio" r:id="rId19" imgW="1666951" imgH="1122274" progId="Visio.Drawing.11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1447800"/>
                        <a:ext cx="3336925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51" name="Object 19">
            <a:extLst>
              <a:ext uri="{FF2B5EF4-FFF2-40B4-BE49-F238E27FC236}">
                <a16:creationId xmlns:a16="http://schemas.microsoft.com/office/drawing/2014/main" id="{96B6ABA3-E223-4274-873A-DF2F16021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2438400"/>
          <a:ext cx="279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73" name="Equation" r:id="rId20" imgW="139598" imgH="193548" progId="Equation.DSMT4">
                  <p:embed/>
                </p:oleObj>
              </mc:Choice>
              <mc:Fallback>
                <p:oleObj name="Equation" r:id="rId20" imgW="139598" imgH="193548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438400"/>
                        <a:ext cx="2794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52" name="Object 20">
            <a:extLst>
              <a:ext uri="{FF2B5EF4-FFF2-40B4-BE49-F238E27FC236}">
                <a16:creationId xmlns:a16="http://schemas.microsoft.com/office/drawing/2014/main" id="{8D1C1A9B-7BD6-49D0-B096-8E880056A1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1752600"/>
          <a:ext cx="2143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74" name="Equation" r:id="rId22" imgW="107290" imgH="193548" progId="Equation.DSMT4">
                  <p:embed/>
                </p:oleObj>
              </mc:Choice>
              <mc:Fallback>
                <p:oleObj name="Equation" r:id="rId22" imgW="107290" imgH="193548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752600"/>
                        <a:ext cx="2143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53" name="Object 21">
            <a:extLst>
              <a:ext uri="{FF2B5EF4-FFF2-40B4-BE49-F238E27FC236}">
                <a16:creationId xmlns:a16="http://schemas.microsoft.com/office/drawing/2014/main" id="{26B08FDC-DC03-419D-8501-3DFA5AC91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2362200"/>
          <a:ext cx="214313" cy="23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75" name="Equation" r:id="rId24" imgW="107290" imgH="118262" progId="Equation.DSMT4">
                  <p:embed/>
                </p:oleObj>
              </mc:Choice>
              <mc:Fallback>
                <p:oleObj name="Equation" r:id="rId24" imgW="107290" imgH="11826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2362200"/>
                        <a:ext cx="214313" cy="23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54" name="Object 22">
            <a:extLst>
              <a:ext uri="{FF2B5EF4-FFF2-40B4-BE49-F238E27FC236}">
                <a16:creationId xmlns:a16="http://schemas.microsoft.com/office/drawing/2014/main" id="{9BB5825E-1397-4032-B501-59ED1E539D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752600"/>
          <a:ext cx="17145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76" name="Equation" r:id="rId26" imgW="85954" imgH="150266" progId="Equation.DSMT4">
                  <p:embed/>
                </p:oleObj>
              </mc:Choice>
              <mc:Fallback>
                <p:oleObj name="Equation" r:id="rId26" imgW="85954" imgH="150266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752600"/>
                        <a:ext cx="171450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7" name="Text Box 23">
            <a:extLst>
              <a:ext uri="{FF2B5EF4-FFF2-40B4-BE49-F238E27FC236}">
                <a16:creationId xmlns:a16="http://schemas.microsoft.com/office/drawing/2014/main" id="{249D8C1A-67AB-4334-9198-450E57796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905000"/>
            <a:ext cx="38735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  <a:p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  <a:p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4456" name="Object 24">
            <a:extLst>
              <a:ext uri="{FF2B5EF4-FFF2-40B4-BE49-F238E27FC236}">
                <a16:creationId xmlns:a16="http://schemas.microsoft.com/office/drawing/2014/main" id="{3C878CEA-1580-4CB8-AB4B-5DF7768801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5213" y="1828800"/>
          <a:ext cx="433387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77" name="Visio" r:id="rId28" imgW="442874" imgH="1126846" progId="Visio.Drawing.11">
                  <p:embed/>
                </p:oleObj>
              </mc:Choice>
              <mc:Fallback>
                <p:oleObj name="Visio" r:id="rId28" imgW="442874" imgH="1126846" progId="Visio.Drawing.11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213" y="1828800"/>
                        <a:ext cx="433387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57" name="Object 25">
            <a:extLst>
              <a:ext uri="{FF2B5EF4-FFF2-40B4-BE49-F238E27FC236}">
                <a16:creationId xmlns:a16="http://schemas.microsoft.com/office/drawing/2014/main" id="{990C896B-70ED-4FA1-8FAF-C1C8533829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2209800"/>
          <a:ext cx="50641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78" name="Visio" r:id="rId29" imgW="279197" imgH="262738" progId="Visio.Drawing.11">
                  <p:embed/>
                </p:oleObj>
              </mc:Choice>
              <mc:Fallback>
                <p:oleObj name="Visio" r:id="rId29" imgW="279197" imgH="262738" progId="Visio.Drawing.11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209800"/>
                        <a:ext cx="50641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58" name="Text Box 26">
            <a:extLst>
              <a:ext uri="{FF2B5EF4-FFF2-40B4-BE49-F238E27FC236}">
                <a16:creationId xmlns:a16="http://schemas.microsoft.com/office/drawing/2014/main" id="{F1F9A7BF-ED53-4E41-9D7F-E9CA7BC62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828800"/>
            <a:ext cx="392113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</a:p>
          <a:p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</a:p>
          <a:p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4459" name="Object 27">
            <a:extLst>
              <a:ext uri="{FF2B5EF4-FFF2-40B4-BE49-F238E27FC236}">
                <a16:creationId xmlns:a16="http://schemas.microsoft.com/office/drawing/2014/main" id="{2908FA85-4869-4951-9DB0-F88185E8AB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3352800"/>
          <a:ext cx="33782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179" name="Visio" r:id="rId31" imgW="1754429" imgH="1221638" progId="Visio.Drawing.11">
                  <p:embed/>
                </p:oleObj>
              </mc:Choice>
              <mc:Fallback>
                <p:oleObj name="Visio" r:id="rId31" imgW="1754429" imgH="1221638" progId="Visio.Drawing.11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352800"/>
                        <a:ext cx="33782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2" name="Rectangle 28">
            <a:extLst>
              <a:ext uri="{FF2B5EF4-FFF2-40B4-BE49-F238E27FC236}">
                <a16:creationId xmlns:a16="http://schemas.microsoft.com/office/drawing/2014/main" id="{F9A4EAD4-1891-4D8A-9384-007E74ADA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6172200"/>
            <a:ext cx="358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注意：电压电流的方向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4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7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7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7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7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7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7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7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7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7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7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CB11D11-8504-4CDA-84F5-B94B2FF5D3EC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914400" y="428625"/>
            <a:ext cx="7315200" cy="2143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图中开路电压</a:t>
            </a:r>
            <a:r>
              <a:rPr kumimoji="0" lang="en-US" altLang="zh-CN" b="1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0" lang="en-US" altLang="zh-CN" b="1" i="0" u="none" strike="noStrike" cap="none" normalizeH="0" baseline="-2500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oc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0" lang="en-US" altLang="zh-CN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CA4AF1-9DD1-4147-A1FC-EECB3A7A6957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828800" y="2286000"/>
            <a:ext cx="1295400" cy="6429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Arial" charset="0"/>
              </a:rPr>
              <a:t>3V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D3EA02-9DD4-4A93-A52D-74A3FF2D6C50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793631" y="3285391"/>
            <a:ext cx="2362200" cy="6429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宋体" pitchFamily="2" charset="-122"/>
              </a:rPr>
              <a:t>9V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1B325A-675B-4E4D-BDEA-50691FD35B32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828800" y="4001235"/>
            <a:ext cx="2362200" cy="6429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宋体" pitchFamily="2" charset="-122"/>
              </a:rPr>
              <a:t>0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330EAF-3056-4E3E-9CBE-094A32D72B6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760806" y="4852365"/>
            <a:ext cx="2362200" cy="6429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宋体" pitchFamily="2" charset="-122"/>
              </a:rPr>
              <a:t>6V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D49518C-8792-4AB1-ACEC-39780DEA817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35029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6A48955-23F0-4468-B704-010D99BEFA3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20754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05A2915-B158-44A6-B799-BF5369DE93D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06479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CCBD91D-B621-42FD-9EB7-B4ADCC7345C6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14425" y="492204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C2601AA-0678-4939-BD23-9A7573928035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096000" y="5310664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提交</a:t>
            </a:r>
          </a:p>
        </p:txBody>
      </p:sp>
      <p:graphicFrame>
        <p:nvGraphicFramePr>
          <p:cNvPr id="22" name="Object 11">
            <a:extLst>
              <a:ext uri="{FF2B5EF4-FFF2-40B4-BE49-F238E27FC236}">
                <a16:creationId xmlns:a16="http://schemas.microsoft.com/office/drawing/2014/main" id="{6BF00E62-6271-4DA4-AB41-6A4E4D0E23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334205"/>
              </p:ext>
            </p:extLst>
          </p:nvPr>
        </p:nvGraphicFramePr>
        <p:xfrm>
          <a:off x="3692134" y="1655762"/>
          <a:ext cx="5172075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30" name="Visio" r:id="rId20" imgW="2586729" imgH="1344402" progId="Visio.Drawing.11">
                  <p:embed/>
                </p:oleObj>
              </mc:Choice>
              <mc:Fallback>
                <p:oleObj name="Visio" r:id="rId20" imgW="2586729" imgH="1344402" progId="Visio.Drawing.11">
                  <p:embed/>
                  <p:pic>
                    <p:nvPicPr>
                      <p:cNvPr id="61451" name="Object 11">
                        <a:extLst>
                          <a:ext uri="{FF2B5EF4-FFF2-40B4-BE49-F238E27FC236}">
                            <a16:creationId xmlns:a16="http://schemas.microsoft.com/office/drawing/2014/main" id="{92511C32-3B52-4993-9C19-11267410D24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134" y="1655762"/>
                        <a:ext cx="5172075" cy="268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579F733A-78E4-4B4F-833E-AF861655290E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DD28B8FD-CB3B-44ED-B948-83662498A20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33EDBFBC-DDCD-4EAD-BD21-17B10F2A1F9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FBD2A54E-1A0C-4DC0-90AA-C324E6A26C5B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宋体" pitchFamily="2" charset="-122"/>
                </a:rPr>
                <a:t>单选题</a:t>
              </a:r>
            </a:p>
          </p:txBody>
        </p:sp>
        <p:sp>
          <p:nvSpPr>
            <p:cNvPr id="5" name="TipText">
              <a:extLst>
                <a:ext uri="{FF2B5EF4-FFF2-40B4-BE49-F238E27FC236}">
                  <a16:creationId xmlns:a16="http://schemas.microsoft.com/office/drawing/2014/main" id="{15C97AD0-DB54-47EC-9C10-16DC006976EF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195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8B457655-B9DA-492E-BE99-DCCC5D6FC94A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17527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1854C8F-CAE0-4A08-9E66-A73DFD1B0D96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0"/>
            <a:ext cx="482600" cy="1270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00DC490-FCFF-412F-AD35-464965F4E01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54000" y="456802"/>
            <a:ext cx="7315200" cy="2143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如图电路，从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端向网络看进入的戴维南等效电阻</a:t>
            </a:r>
            <a:r>
              <a:rPr lang="en-US" altLang="zh-CN" sz="2600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6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0" lang="zh-CN" altLang="en-US" sz="2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06154F-B4F9-42D2-8087-982F0D21E33A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828800" y="2514600"/>
            <a:ext cx="1447800" cy="6429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宋体" pitchFamily="2" charset="-122"/>
              </a:rPr>
              <a:t>4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C6883F-5B0D-4596-BDF7-407BD74CA21A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828800" y="3371850"/>
            <a:ext cx="1219200" cy="6429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宋体" pitchFamily="2" charset="-122"/>
              </a:rPr>
              <a:t>2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1945F8-1538-439A-A002-CC18D092702D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851074" y="4229099"/>
            <a:ext cx="990600" cy="6429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宋体" pitchFamily="2" charset="-122"/>
              </a:rPr>
              <a:t>7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CBD249-7DBF-41A2-87C8-43240EA36CA3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811802" y="5022056"/>
            <a:ext cx="1029872" cy="6429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kumimoji="0" lang="en-US" altLang="zh-CN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宋体" pitchFamily="2" charset="-122"/>
              </a:rPr>
              <a:t>3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Ω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E904AB7-DF8C-4AA9-A294-9E4ADD9F3A7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257889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25641AE-46A5-4A33-93CB-7DB329F1D85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343614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467A8BB-AC0B-4A46-8176-DCC5B0099854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14425" y="429339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C59A12B-DC2F-4CC3-A6EC-33ABA5039DF4}"/>
              </a:ext>
            </a:extLst>
          </p:cNvPr>
          <p:cNvSpPr>
            <a:spLocks noChangeAspect="1"/>
          </p:cNvSpPr>
          <p:nvPr>
            <p:custDataLst>
              <p:tags r:id="rId12"/>
            </p:custDataLst>
          </p:nvPr>
        </p:nvSpPr>
        <p:spPr bwMode="auto">
          <a:xfrm>
            <a:off x="1114425" y="515064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448C5F3-EBC2-4D48-A57B-9A07D193D67D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248400" y="5343524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charset="0"/>
                <a:ea typeface="宋体" pitchFamily="2" charset="-122"/>
              </a:rPr>
              <a:t>提交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68B5D8F-7980-42FB-B9AB-1A26F297C529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574800" cy="635000"/>
            <a:chOff x="0" y="0"/>
            <a:chExt cx="1574800" cy="635000"/>
          </a:xfrm>
        </p:grpSpPr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2D56B5DD-83E5-46B5-A0F0-ACB9E52D011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36A3E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49E7D53A-4519-4A0E-BAA2-BE54357C1E3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304800" y="0"/>
              <a:ext cx="1270000" cy="635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  <a:ea typeface="宋体" pitchFamily="2" charset="-122"/>
                </a:rPr>
                <a:t>单选题</a:t>
              </a:r>
            </a:p>
          </p:txBody>
        </p:sp>
      </p:grpSp>
      <p:graphicFrame>
        <p:nvGraphicFramePr>
          <p:cNvPr id="17" name="Object 11">
            <a:extLst>
              <a:ext uri="{FF2B5EF4-FFF2-40B4-BE49-F238E27FC236}">
                <a16:creationId xmlns:a16="http://schemas.microsoft.com/office/drawing/2014/main" id="{5C0D06BE-2964-46D0-BB5E-515D997383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122632"/>
              </p:ext>
            </p:extLst>
          </p:nvPr>
        </p:nvGraphicFramePr>
        <p:xfrm>
          <a:off x="3911600" y="1567461"/>
          <a:ext cx="5172075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3" name="Visio" r:id="rId19" imgW="2586729" imgH="1344402" progId="Visio.Drawing.11">
                  <p:embed/>
                </p:oleObj>
              </mc:Choice>
              <mc:Fallback>
                <p:oleObj name="Visio" r:id="rId19" imgW="2586729" imgH="1344402" progId="Visio.Drawing.11">
                  <p:embed/>
                  <p:pic>
                    <p:nvPicPr>
                      <p:cNvPr id="61451" name="Object 11">
                        <a:extLst>
                          <a:ext uri="{FF2B5EF4-FFF2-40B4-BE49-F238E27FC236}">
                            <a16:creationId xmlns:a16="http://schemas.microsoft.com/office/drawing/2014/main" id="{92511C32-3B52-4993-9C19-11267410D24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600" y="1567461"/>
                        <a:ext cx="5172075" cy="268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8214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3" name="Object 3">
            <a:extLst>
              <a:ext uri="{FF2B5EF4-FFF2-40B4-BE49-F238E27FC236}">
                <a16:creationId xmlns:a16="http://schemas.microsoft.com/office/drawing/2014/main" id="{8983FC5C-8585-48EC-803F-BE8933ACA850}"/>
              </a:ext>
            </a:extLst>
          </p:cNvPr>
          <p:cNvGraphicFramePr>
            <a:graphicFrameLocks/>
          </p:cNvGraphicFramePr>
          <p:nvPr/>
        </p:nvGraphicFramePr>
        <p:xfrm>
          <a:off x="2265363" y="5486400"/>
          <a:ext cx="33670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81" name="Equation" r:id="rId3" imgW="3378200" imgH="482600" progId="Equation.DSMT4">
                  <p:embed/>
                </p:oleObj>
              </mc:Choice>
              <mc:Fallback>
                <p:oleObj name="Equation" r:id="rId3" imgW="3378200" imgH="482600" progId="Equation.DSMT4">
                  <p:embed/>
                  <p:pic>
                    <p:nvPicPr>
                      <p:cNvPr id="61443" name="Object 3">
                        <a:extLst>
                          <a:ext uri="{FF2B5EF4-FFF2-40B4-BE49-F238E27FC236}">
                            <a16:creationId xmlns:a16="http://schemas.microsoft.com/office/drawing/2014/main" id="{8983FC5C-8585-48EC-803F-BE8933ACA8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3" y="5486400"/>
                        <a:ext cx="33670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1">
            <a:extLst>
              <a:ext uri="{FF2B5EF4-FFF2-40B4-BE49-F238E27FC236}">
                <a16:creationId xmlns:a16="http://schemas.microsoft.com/office/drawing/2014/main" id="{92511C32-3B52-4993-9C19-11267410D24D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-228600" y="1371600"/>
          <a:ext cx="5172075" cy="268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82" name="Visio" r:id="rId5" imgW="2586609" imgH="1344549" progId="Visio.Drawing.11">
                  <p:embed/>
                </p:oleObj>
              </mc:Choice>
              <mc:Fallback>
                <p:oleObj name="Visio" r:id="rId5" imgW="2586609" imgH="1344549" progId="Visio.Drawing.11">
                  <p:embed/>
                  <p:pic>
                    <p:nvPicPr>
                      <p:cNvPr id="61451" name="Object 11">
                        <a:extLst>
                          <a:ext uri="{FF2B5EF4-FFF2-40B4-BE49-F238E27FC236}">
                            <a16:creationId xmlns:a16="http://schemas.microsoft.com/office/drawing/2014/main" id="{92511C32-3B52-4993-9C19-11267410D24D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8600" y="1371600"/>
                        <a:ext cx="5172075" cy="268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7" name="Object 17">
            <a:extLst>
              <a:ext uri="{FF2B5EF4-FFF2-40B4-BE49-F238E27FC236}">
                <a16:creationId xmlns:a16="http://schemas.microsoft.com/office/drawing/2014/main" id="{57596DF5-EE80-445B-A422-4F3DA5FB0F64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06888" y="1752600"/>
          <a:ext cx="4837112" cy="245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83" name="Visio" r:id="rId7" imgW="2418170" imgH="1224874" progId="Visio.Drawing.11">
                  <p:embed/>
                </p:oleObj>
              </mc:Choice>
              <mc:Fallback>
                <p:oleObj name="Visio" r:id="rId7" imgW="2418170" imgH="1224874" progId="Visio.Drawing.11">
                  <p:embed/>
                  <p:pic>
                    <p:nvPicPr>
                      <p:cNvPr id="61457" name="Object 17">
                        <a:extLst>
                          <a:ext uri="{FF2B5EF4-FFF2-40B4-BE49-F238E27FC236}">
                            <a16:creationId xmlns:a16="http://schemas.microsoft.com/office/drawing/2014/main" id="{57596DF5-EE80-445B-A422-4F3DA5FB0F6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6888" y="1752600"/>
                        <a:ext cx="4837112" cy="2452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0" name="Rectangle 20">
            <a:extLst>
              <a:ext uri="{FF2B5EF4-FFF2-40B4-BE49-F238E27FC236}">
                <a16:creationId xmlns:a16="http://schemas.microsoft.com/office/drawing/2014/main" id="{5C382FC1-BAF3-411F-8F24-0C72EBB7D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1148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>
                <a:solidFill>
                  <a:schemeClr val="bg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(a)</a:t>
            </a:r>
            <a:r>
              <a:rPr kumimoji="1" lang="en-US" altLang="zh-CN" sz="2400">
                <a:solidFill>
                  <a:schemeClr val="bg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61463" name="Group 23">
            <a:extLst>
              <a:ext uri="{FF2B5EF4-FFF2-40B4-BE49-F238E27FC236}">
                <a16:creationId xmlns:a16="http://schemas.microsoft.com/office/drawing/2014/main" id="{A0444928-E5AE-475C-9448-E32EBCEA048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4724400"/>
            <a:ext cx="8305800" cy="609600"/>
            <a:chOff x="192" y="2880"/>
            <a:chExt cx="4464" cy="384"/>
          </a:xfrm>
        </p:grpSpPr>
        <p:sp>
          <p:nvSpPr>
            <p:cNvPr id="70667" name="Rectangle 21">
              <a:extLst>
                <a:ext uri="{FF2B5EF4-FFF2-40B4-BE49-F238E27FC236}">
                  <a16:creationId xmlns:a16="http://schemas.microsoft.com/office/drawing/2014/main" id="{9C0FE992-DB45-464D-9E58-52B12245F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880"/>
              <a:ext cx="44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【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解</a:t>
              </a: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】(1) </a:t>
              </a: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求开路电压     </a:t>
              </a: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电路如图（</a:t>
              </a: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）所示。</a:t>
              </a:r>
            </a:p>
          </p:txBody>
        </p:sp>
        <p:graphicFrame>
          <p:nvGraphicFramePr>
            <p:cNvPr id="70668" name="Object 22">
              <a:extLst>
                <a:ext uri="{FF2B5EF4-FFF2-40B4-BE49-F238E27FC236}">
                  <a16:creationId xmlns:a16="http://schemas.microsoft.com/office/drawing/2014/main" id="{2894DF5B-526E-4C14-91AE-AB69A2655F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9" y="2925"/>
            <a:ext cx="353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84" name="Equation" r:id="rId9" imgW="241300" imgH="228600" progId="Equation.DSMT4">
                    <p:embed/>
                  </p:oleObj>
                </mc:Choice>
                <mc:Fallback>
                  <p:oleObj name="Equation" r:id="rId9" imgW="241300" imgH="228600" progId="Equation.DSMT4">
                    <p:embed/>
                    <p:pic>
                      <p:nvPicPr>
                        <p:cNvPr id="70668" name="Object 22">
                          <a:extLst>
                            <a:ext uri="{FF2B5EF4-FFF2-40B4-BE49-F238E27FC236}">
                              <a16:creationId xmlns:a16="http://schemas.microsoft.com/office/drawing/2014/main" id="{2894DF5B-526E-4C14-91AE-AB69A2655F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-100000" contras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9" y="2925"/>
                          <a:ext cx="353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473" name="Rectangle 33">
            <a:extLst>
              <a:ext uri="{FF2B5EF4-FFF2-40B4-BE49-F238E27FC236}">
                <a16:creationId xmlns:a16="http://schemas.microsoft.com/office/drawing/2014/main" id="{3E2484B5-27AD-42F2-BF4A-FB7A8EB7C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25500"/>
            <a:ext cx="822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4-6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试用戴维南定理求图</a:t>
            </a:r>
            <a:r>
              <a:rPr kumimoji="1" lang="en-US" altLang="zh-CN" b="1">
                <a:solidFill>
                  <a:schemeClr val="bg2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(a)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电路中的电流   。</a:t>
            </a:r>
          </a:p>
        </p:txBody>
      </p:sp>
      <p:graphicFrame>
        <p:nvGraphicFramePr>
          <p:cNvPr id="70664" name="Object 34">
            <a:extLst>
              <a:ext uri="{FF2B5EF4-FFF2-40B4-BE49-F238E27FC236}">
                <a16:creationId xmlns:a16="http://schemas.microsoft.com/office/drawing/2014/main" id="{BCDD02BD-D63C-4911-92F0-E594BB256F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914400"/>
          <a:ext cx="203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85" name="Equation" r:id="rId11" imgW="203112" imgH="291973" progId="Equation.DSMT4">
                  <p:embed/>
                </p:oleObj>
              </mc:Choice>
              <mc:Fallback>
                <p:oleObj name="Equation" r:id="rId11" imgW="203112" imgH="291973" progId="Equation.DSMT4">
                  <p:embed/>
                  <p:pic>
                    <p:nvPicPr>
                      <p:cNvPr id="70664" name="Object 34">
                        <a:extLst>
                          <a:ext uri="{FF2B5EF4-FFF2-40B4-BE49-F238E27FC236}">
                            <a16:creationId xmlns:a16="http://schemas.microsoft.com/office/drawing/2014/main" id="{BCDD02BD-D63C-4911-92F0-E594BB256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914400"/>
                        <a:ext cx="2032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7" name="Rectangle 37">
            <a:extLst>
              <a:ext uri="{FF2B5EF4-FFF2-40B4-BE49-F238E27FC236}">
                <a16:creationId xmlns:a16="http://schemas.microsoft.com/office/drawing/2014/main" id="{B43E0928-D4A5-44AD-AFB8-D8B6B5317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038600"/>
            <a:ext cx="11033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61478" name="AutoShape 38">
            <a:extLst>
              <a:ext uri="{FF2B5EF4-FFF2-40B4-BE49-F238E27FC236}">
                <a16:creationId xmlns:a16="http://schemas.microsoft.com/office/drawing/2014/main" id="{71A6E200-4CC2-4860-ABAE-40DD15C02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0"/>
            <a:ext cx="3705225" cy="576263"/>
          </a:xfrm>
          <a:prstGeom prst="wedgeRoundRectCallout">
            <a:avLst>
              <a:gd name="adj1" fmla="val -55097"/>
              <a:gd name="adj2" fmla="val 128787"/>
              <a:gd name="adj3" fmla="val 16667"/>
            </a:avLst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掌握求解方法和过程</a:t>
            </a:r>
          </a:p>
        </p:txBody>
      </p:sp>
    </p:spTree>
    <p:extLst>
      <p:ext uri="{BB962C8B-B14F-4D97-AF65-F5344CB8AC3E}">
        <p14:creationId xmlns:p14="http://schemas.microsoft.com/office/powerpoint/2010/main" val="2616414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1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6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0" grpId="0"/>
      <p:bldP spid="61473" grpId="0"/>
      <p:bldP spid="61477" grpId="0"/>
      <p:bldP spid="6147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466" name="Object 2">
            <a:extLst>
              <a:ext uri="{FF2B5EF4-FFF2-40B4-BE49-F238E27FC236}">
                <a16:creationId xmlns:a16="http://schemas.microsoft.com/office/drawing/2014/main" id="{518F8EE8-1745-4058-A146-E7C157240A6B}"/>
              </a:ext>
            </a:extLst>
          </p:cNvPr>
          <p:cNvGraphicFramePr>
            <a:graphicFrameLocks/>
          </p:cNvGraphicFramePr>
          <p:nvPr/>
        </p:nvGraphicFramePr>
        <p:xfrm>
          <a:off x="1358900" y="4724400"/>
          <a:ext cx="44799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2" name="Equation" r:id="rId3" imgW="4495800" imgH="482600" progId="Equation.DSMT4">
                  <p:embed/>
                </p:oleObj>
              </mc:Choice>
              <mc:Fallback>
                <p:oleObj name="Equation" r:id="rId3" imgW="4495800" imgH="48260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4724400"/>
                        <a:ext cx="44799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7" name="Object 3">
            <a:extLst>
              <a:ext uri="{FF2B5EF4-FFF2-40B4-BE49-F238E27FC236}">
                <a16:creationId xmlns:a16="http://schemas.microsoft.com/office/drawing/2014/main" id="{E2BB1DA4-8C6C-4148-89ED-B51B64F0450B}"/>
              </a:ext>
            </a:extLst>
          </p:cNvPr>
          <p:cNvGraphicFramePr>
            <a:graphicFrameLocks/>
          </p:cNvGraphicFramePr>
          <p:nvPr/>
        </p:nvGraphicFramePr>
        <p:xfrm>
          <a:off x="3200400" y="5334000"/>
          <a:ext cx="22098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3" name="Equation" r:id="rId5" imgW="2209800" imgH="825500" progId="Equation.DSMT4">
                  <p:embed/>
                </p:oleObj>
              </mc:Choice>
              <mc:Fallback>
                <p:oleObj name="Equation" r:id="rId5" imgW="2209800" imgH="8255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334000"/>
                        <a:ext cx="22098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4" name="Object 10">
            <a:extLst>
              <a:ext uri="{FF2B5EF4-FFF2-40B4-BE49-F238E27FC236}">
                <a16:creationId xmlns:a16="http://schemas.microsoft.com/office/drawing/2014/main" id="{06F3E73C-714E-42F7-94A1-CBE00A66304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990600" y="1371600"/>
          <a:ext cx="4857750" cy="292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4" name="Visio" r:id="rId7" imgW="2427351" imgH="1461135" progId="Visio.Drawing.11">
                  <p:embed/>
                </p:oleObj>
              </mc:Choice>
              <mc:Fallback>
                <p:oleObj name="Visio" r:id="rId7" imgW="2427351" imgH="1461135" progId="Visio.Drawing.11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371600"/>
                        <a:ext cx="4857750" cy="292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Text Box 4">
            <a:extLst>
              <a:ext uri="{FF2B5EF4-FFF2-40B4-BE49-F238E27FC236}">
                <a16:creationId xmlns:a16="http://schemas.microsoft.com/office/drawing/2014/main" id="{F1C5B45E-C116-447B-A55F-18AFFCCFC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962400"/>
            <a:ext cx="533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(c)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62515" name="Group 51">
            <a:extLst>
              <a:ext uri="{FF2B5EF4-FFF2-40B4-BE49-F238E27FC236}">
                <a16:creationId xmlns:a16="http://schemas.microsoft.com/office/drawing/2014/main" id="{68E778AD-0123-4DC9-B58D-36C561F899C6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823913"/>
            <a:ext cx="6934200" cy="587375"/>
            <a:chOff x="336" y="528"/>
            <a:chExt cx="4368" cy="370"/>
          </a:xfrm>
        </p:grpSpPr>
        <p:sp>
          <p:nvSpPr>
            <p:cNvPr id="71688" name="Rectangle 35">
              <a:extLst>
                <a:ext uri="{FF2B5EF4-FFF2-40B4-BE49-F238E27FC236}">
                  <a16:creationId xmlns:a16="http://schemas.microsoft.com/office/drawing/2014/main" id="{450B32EE-8582-435D-9A31-DF54E2F01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528"/>
              <a:ext cx="4368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4000"/>
                </a:lnSpc>
              </a:pP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</a:t>
              </a: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求      </a:t>
              </a: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电路如图（</a:t>
              </a:r>
              <a:r>
                <a:rPr kumimoji="1"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1"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）所示。</a:t>
              </a:r>
            </a:p>
          </p:txBody>
        </p:sp>
        <p:graphicFrame>
          <p:nvGraphicFramePr>
            <p:cNvPr id="71689" name="Object 36">
              <a:extLst>
                <a:ext uri="{FF2B5EF4-FFF2-40B4-BE49-F238E27FC236}">
                  <a16:creationId xmlns:a16="http://schemas.microsoft.com/office/drawing/2014/main" id="{9C057D68-C059-4F04-A7E8-8E66DD4C49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6" y="603"/>
            <a:ext cx="37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85" name="Equation" r:id="rId9" imgW="457200" imgH="469900" progId="Equation.DSMT4">
                    <p:embed/>
                  </p:oleObj>
                </mc:Choice>
                <mc:Fallback>
                  <p:oleObj name="Equation" r:id="rId9" imgW="457200" imgH="4699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lum bright="-84000" contrast="-10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6" y="603"/>
                          <a:ext cx="372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2517" name="Freeform 53">
            <a:extLst>
              <a:ext uri="{FF2B5EF4-FFF2-40B4-BE49-F238E27FC236}">
                <a16:creationId xmlns:a16="http://schemas.microsoft.com/office/drawing/2014/main" id="{117C665A-FD4B-4931-B631-A4DDAB22343F}"/>
              </a:ext>
            </a:extLst>
          </p:cNvPr>
          <p:cNvSpPr>
            <a:spLocks/>
          </p:cNvSpPr>
          <p:nvPr/>
        </p:nvSpPr>
        <p:spPr bwMode="auto">
          <a:xfrm>
            <a:off x="2032000" y="2667000"/>
            <a:ext cx="2921000" cy="1231900"/>
          </a:xfrm>
          <a:custGeom>
            <a:avLst/>
            <a:gdLst>
              <a:gd name="T0" fmla="*/ 2768600 w 1840"/>
              <a:gd name="T1" fmla="*/ 152400 h 776"/>
              <a:gd name="T2" fmla="*/ 482600 w 1840"/>
              <a:gd name="T3" fmla="*/ 152400 h 776"/>
              <a:gd name="T4" fmla="*/ 406400 w 1840"/>
              <a:gd name="T5" fmla="*/ 1066800 h 776"/>
              <a:gd name="T6" fmla="*/ 2921000 w 1840"/>
              <a:gd name="T7" fmla="*/ 1143000 h 77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840" h="776">
                <a:moveTo>
                  <a:pt x="1744" y="96"/>
                </a:moveTo>
                <a:cubicBezTo>
                  <a:pt x="1148" y="48"/>
                  <a:pt x="552" y="0"/>
                  <a:pt x="304" y="96"/>
                </a:cubicBezTo>
                <a:cubicBezTo>
                  <a:pt x="56" y="192"/>
                  <a:pt x="0" y="568"/>
                  <a:pt x="256" y="672"/>
                </a:cubicBezTo>
                <a:cubicBezTo>
                  <a:pt x="512" y="776"/>
                  <a:pt x="1176" y="748"/>
                  <a:pt x="1840" y="720"/>
                </a:cubicBezTo>
              </a:path>
            </a:pathLst>
          </a:custGeom>
          <a:noFill/>
          <a:ln w="28575" cap="flat" cmpd="sng">
            <a:solidFill>
              <a:srgbClr val="FF3300"/>
            </a:solidFill>
            <a:prstDash val="dash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164" name="Object 4">
            <a:extLst>
              <a:ext uri="{FF2B5EF4-FFF2-40B4-BE49-F238E27FC236}">
                <a16:creationId xmlns:a16="http://schemas.microsoft.com/office/drawing/2014/main" id="{BF23F2CD-07D4-4135-94EC-F8F5CB37E733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2667000" y="4876800"/>
          <a:ext cx="20224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09" name="Equation" r:id="rId3" imgW="2019300" imgH="838200" progId="Equation.DSMT4">
                  <p:embed/>
                </p:oleObj>
              </mc:Choice>
              <mc:Fallback>
                <p:oleObj name="Equation" r:id="rId3" imgW="2019300" imgH="838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-100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876800"/>
                        <a:ext cx="20224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Text Box 4">
            <a:extLst>
              <a:ext uri="{FF2B5EF4-FFF2-40B4-BE49-F238E27FC236}">
                <a16:creationId xmlns:a16="http://schemas.microsoft.com/office/drawing/2014/main" id="{CA0C08C7-E717-41EA-86A1-BD9D0B871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114800"/>
            <a:ext cx="533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(d)</a:t>
            </a:r>
            <a:endParaRPr lang="zh-CN" altLang="en-US" sz="24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220169" name="Object 9">
            <a:extLst>
              <a:ext uri="{FF2B5EF4-FFF2-40B4-BE49-F238E27FC236}">
                <a16:creationId xmlns:a16="http://schemas.microsoft.com/office/drawing/2014/main" id="{2D939103-28D3-4B5A-B4CB-3EDE241EEE60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1524000" y="1473200"/>
          <a:ext cx="3657600" cy="270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10" name="Visio" r:id="rId5" imgW="2363953" imgH="1297832" progId="Visio.Drawing.11">
                  <p:embed/>
                </p:oleObj>
              </mc:Choice>
              <mc:Fallback>
                <p:oleObj name="Visio" r:id="rId5" imgW="2363953" imgH="1297832" progId="Visio.Drawing.11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686" r="14526" b="8936"/>
                      <a:stretch>
                        <a:fillRect/>
                      </a:stretch>
                    </p:blipFill>
                    <p:spPr bwMode="auto">
                      <a:xfrm>
                        <a:off x="1524000" y="1473200"/>
                        <a:ext cx="3657600" cy="270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73" name="Rectangle 13">
            <a:extLst>
              <a:ext uri="{FF2B5EF4-FFF2-40B4-BE49-F238E27FC236}">
                <a16:creationId xmlns:a16="http://schemas.microsoft.com/office/drawing/2014/main" id="{D9B817AD-9357-4E54-984E-531AC8F6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914400"/>
            <a:ext cx="7315200" cy="57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</a:pP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(3) 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求电流   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电路如图（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）所示。</a:t>
            </a:r>
          </a:p>
        </p:txBody>
      </p:sp>
      <p:graphicFrame>
        <p:nvGraphicFramePr>
          <p:cNvPr id="220174" name="Object 14">
            <a:extLst>
              <a:ext uri="{FF2B5EF4-FFF2-40B4-BE49-F238E27FC236}">
                <a16:creationId xmlns:a16="http://schemas.microsoft.com/office/drawing/2014/main" id="{7DEE10D7-92A9-4944-BE82-909EFCFA34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1066800"/>
          <a:ext cx="5651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11" name="Equation" r:id="rId7" imgW="126780" imgH="164814" progId="Equation.DSMT4">
                  <p:embed/>
                </p:oleObj>
              </mc:Choice>
              <mc:Fallback>
                <p:oleObj name="Equation" r:id="rId7" imgW="126780" imgH="164814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84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066800"/>
                        <a:ext cx="5651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79" name="Rectangle 19">
            <a:extLst>
              <a:ext uri="{FF2B5EF4-FFF2-40B4-BE49-F238E27FC236}">
                <a16:creationId xmlns:a16="http://schemas.microsoft.com/office/drawing/2014/main" id="{082ED22B-F6CB-471E-A074-269D39BF6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02920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可得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220173" grpId="0"/>
      <p:bldP spid="22017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4">
            <a:extLst>
              <a:ext uri="{FF2B5EF4-FFF2-40B4-BE49-F238E27FC236}">
                <a16:creationId xmlns:a16="http://schemas.microsoft.com/office/drawing/2014/main" id="{088DA648-552F-4E03-8DD9-243158AC0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89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5541" name="Text Box 5">
            <a:extLst>
              <a:ext uri="{FF2B5EF4-FFF2-40B4-BE49-F238E27FC236}">
                <a16:creationId xmlns:a16="http://schemas.microsoft.com/office/drawing/2014/main" id="{9741071E-D4E8-4CAF-96CD-B99D1D5FD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800"/>
            <a:ext cx="8382000" cy="263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一个与外部电路无耦合关系的线性含源二端电阻网络</a:t>
            </a:r>
            <a:r>
              <a:rPr lang="en-US" altLang="zh-CN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，可以用一个电流源和一个电导的并联组合等效，此电压源的电流等于网络</a:t>
            </a:r>
            <a:r>
              <a:rPr lang="en-US" altLang="zh-CN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的短路电流      ，电导</a:t>
            </a:r>
            <a:r>
              <a:rPr lang="en-US" altLang="zh-CN" b="1" i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等于网络</a:t>
            </a:r>
            <a:r>
              <a:rPr lang="en-US" altLang="zh-CN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中的全部独立电源置零后所得二端网络的输入电导        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41F616F-5257-435A-8E96-938EA6F4E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20650"/>
            <a:ext cx="38100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3600" b="1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sz="3600" b="1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诺顿定理</a:t>
            </a:r>
          </a:p>
        </p:txBody>
      </p:sp>
      <p:graphicFrame>
        <p:nvGraphicFramePr>
          <p:cNvPr id="65544" name="Object 8">
            <a:extLst>
              <a:ext uri="{FF2B5EF4-FFF2-40B4-BE49-F238E27FC236}">
                <a16:creationId xmlns:a16="http://schemas.microsoft.com/office/drawing/2014/main" id="{BE3F0315-7E93-459F-8646-2A84DA2B7A5A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143000" y="3886200"/>
          <a:ext cx="22256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2" name="Visio" r:id="rId3" imgW="1189863" imgH="1126617" progId="Visio.Drawing.11">
                  <p:embed/>
                </p:oleObj>
              </mc:Choice>
              <mc:Fallback>
                <p:oleObj name="Visio" r:id="rId3" imgW="1189863" imgH="1126617" progId="Visio.Drawing.11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6409" b="5219"/>
                      <a:stretch>
                        <a:fillRect/>
                      </a:stretch>
                    </p:blipFill>
                    <p:spPr bwMode="auto">
                      <a:xfrm>
                        <a:off x="1143000" y="3886200"/>
                        <a:ext cx="22256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6" name="Object 10">
            <a:extLst>
              <a:ext uri="{FF2B5EF4-FFF2-40B4-BE49-F238E27FC236}">
                <a16:creationId xmlns:a16="http://schemas.microsoft.com/office/drawing/2014/main" id="{70821704-31E8-4F89-8216-2CCEEBF0BA4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029200" y="3733800"/>
          <a:ext cx="28956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3" name="Visio" r:id="rId5" imgW="1317041" imgH="1126541" progId="Visio.Drawing.11">
                  <p:embed/>
                </p:oleObj>
              </mc:Choice>
              <mc:Fallback>
                <p:oleObj name="Visio" r:id="rId5" imgW="1317041" imgH="1126541" progId="Visio.Drawing.11">
                  <p:embed/>
                  <p:pic>
                    <p:nvPicPr>
                      <p:cNvPr id="0" name="Object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903" b="10149"/>
                      <a:stretch>
                        <a:fillRect/>
                      </a:stretch>
                    </p:blipFill>
                    <p:spPr bwMode="auto">
                      <a:xfrm>
                        <a:off x="5029200" y="3733800"/>
                        <a:ext cx="28956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0" name="AutoShape 14">
            <a:extLst>
              <a:ext uri="{FF2B5EF4-FFF2-40B4-BE49-F238E27FC236}">
                <a16:creationId xmlns:a16="http://schemas.microsoft.com/office/drawing/2014/main" id="{71735708-9BC7-418E-B271-796463540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800600"/>
            <a:ext cx="914400" cy="3048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2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65555" name="Object 19">
            <a:extLst>
              <a:ext uri="{FF2B5EF4-FFF2-40B4-BE49-F238E27FC236}">
                <a16:creationId xmlns:a16="http://schemas.microsoft.com/office/drawing/2014/main" id="{71A8B39B-FDD8-422E-83B3-A53742B1FEA0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553200" y="2209800"/>
          <a:ext cx="3460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4" name="Equation" r:id="rId7" imgW="342751" imgH="304668" progId="Equation.DSMT4">
                  <p:embed/>
                </p:oleObj>
              </mc:Choice>
              <mc:Fallback>
                <p:oleObj name="Equation" r:id="rId7" imgW="342751" imgH="304668" progId="Equation.DSMT4">
                  <p:embed/>
                  <p:pic>
                    <p:nvPicPr>
                      <p:cNvPr id="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209800"/>
                        <a:ext cx="346075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8" name="Object 22">
            <a:extLst>
              <a:ext uri="{FF2B5EF4-FFF2-40B4-BE49-F238E27FC236}">
                <a16:creationId xmlns:a16="http://schemas.microsoft.com/office/drawing/2014/main" id="{E1B6E20C-8EF9-40E7-B744-5F625C871C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8313" y="3227388"/>
          <a:ext cx="4873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205" name="Equation" r:id="rId9" imgW="482391" imgH="355446" progId="Equation.DSMT4">
                  <p:embed/>
                </p:oleObj>
              </mc:Choice>
              <mc:Fallback>
                <p:oleObj name="Equation" r:id="rId9" imgW="482391" imgH="355446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3227388"/>
                        <a:ext cx="48736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/>
      <p:bldP spid="4" grpId="0"/>
      <p:bldP spid="6555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0F18BE98-D883-462C-BE5E-A072F23486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0050" y="742765"/>
            <a:ext cx="7315200" cy="635001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下列描述正确的是（）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7ECABE-1F01-4691-A429-1D12E7928DA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60756" y="1524000"/>
            <a:ext cx="70612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对于一个电路的外电路而言，当戴维南等效电阻为零时，就不存在诺顿等效电路；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6305D0-95D1-4DCE-9CAE-C37F1436420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476375" y="252055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对于一个电路的外电路而言，当戴维南等效电阻为零时，就不存在戴维南等效电路；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4B1411-4F81-4191-A5AA-1C6A20A295D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476375" y="337780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对于一个电路的外电路而言，当若顿等效电导为零时，就不存在诺顿等效电路；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A8F9F9-D08C-4B2F-A7E4-C4504378CB8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76350" y="423505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Microsoft Yahei" panose="020B0503020204020204" pitchFamily="34" charset="-122"/>
              </a:rPr>
              <a:t>于一个电路的外电路而言，当诺顿等效电导为零时，就不存在戴维南等效电路；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7B0D4C-259D-4467-AEC1-85BA994EFF8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762000" y="172759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7E7481-85E7-4485-A31B-C69ABFDEF6D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762000" y="258484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83A372-8B93-42B6-85AF-FA59C7AAB53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762000" y="344209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C9932C-FEC6-4726-8146-4D7EC90E4E1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762000" y="429934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99391CB-5B2F-4361-B7F4-D3D8CB9E9600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5410200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D9D17DC-A917-40D5-B1E8-D1894267D3B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8" name="TitleBackground">
              <a:extLst>
                <a:ext uri="{FF2B5EF4-FFF2-40B4-BE49-F238E27FC236}">
                  <a16:creationId xmlns:a16="http://schemas.microsoft.com/office/drawing/2014/main" id="{1CCAA006-B1FF-455B-991E-3F9CA799D5F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" name="ColorBlock">
              <a:extLst>
                <a:ext uri="{FF2B5EF4-FFF2-40B4-BE49-F238E27FC236}">
                  <a16:creationId xmlns:a16="http://schemas.microsoft.com/office/drawing/2014/main" id="{3FE4F68B-927B-4902-AE23-D0AE3D2FB02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0" name="TypeText">
              <a:extLst>
                <a:ext uri="{FF2B5EF4-FFF2-40B4-BE49-F238E27FC236}">
                  <a16:creationId xmlns:a16="http://schemas.microsoft.com/office/drawing/2014/main" id="{3960B3C5-16CA-416A-AB10-99E29F683FA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1" name="TipText">
              <a:extLst>
                <a:ext uri="{FF2B5EF4-FFF2-40B4-BE49-F238E27FC236}">
                  <a16:creationId xmlns:a16="http://schemas.microsoft.com/office/drawing/2014/main" id="{251E8F92-BA9B-4D9A-B5C1-50E72CDFA94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FCB89B45-FB10-4750-AD6A-86B295244E6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66635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6" name="Text Box 6">
            <a:extLst>
              <a:ext uri="{FF2B5EF4-FFF2-40B4-BE49-F238E27FC236}">
                <a16:creationId xmlns:a16="http://schemas.microsoft.com/office/drawing/2014/main" id="{48FAB7F4-5150-4EEC-90D8-7461C6945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72000"/>
            <a:ext cx="47244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时只存在戴维南等效电路。</a:t>
            </a:r>
          </a:p>
        </p:txBody>
      </p:sp>
      <p:graphicFrame>
        <p:nvGraphicFramePr>
          <p:cNvPr id="66568" name="Object 8">
            <a:extLst>
              <a:ext uri="{FF2B5EF4-FFF2-40B4-BE49-F238E27FC236}">
                <a16:creationId xmlns:a16="http://schemas.microsoft.com/office/drawing/2014/main" id="{70AE039D-B314-4EA7-818E-F43F105B741F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990600" y="3276600"/>
          <a:ext cx="25987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30" name="Equation" r:id="rId3" imgW="2870200" imgH="469900" progId="Equation.DSMT4">
                  <p:embed/>
                </p:oleObj>
              </mc:Choice>
              <mc:Fallback>
                <p:oleObj name="Equation" r:id="rId3" imgW="2870200" imgH="469900" progId="Equation.DSMT4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lum bright="-96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276600"/>
                        <a:ext cx="25987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2" name="Object 12">
            <a:extLst>
              <a:ext uri="{FF2B5EF4-FFF2-40B4-BE49-F238E27FC236}">
                <a16:creationId xmlns:a16="http://schemas.microsoft.com/office/drawing/2014/main" id="{C1841926-A403-41B9-9199-0FC52AF000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038600"/>
          <a:ext cx="1012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31" name="Equation" r:id="rId5" imgW="1028700" imgH="469900" progId="Equation.DSMT4">
                  <p:embed/>
                </p:oleObj>
              </mc:Choice>
              <mc:Fallback>
                <p:oleObj name="Equation" r:id="rId5" imgW="1028700" imgH="469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-96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038600"/>
                        <a:ext cx="101282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3" name="Object 13">
            <a:extLst>
              <a:ext uri="{FF2B5EF4-FFF2-40B4-BE49-F238E27FC236}">
                <a16:creationId xmlns:a16="http://schemas.microsoft.com/office/drawing/2014/main" id="{A83DB524-A749-4DAC-AC0E-D9859C493F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4800600"/>
          <a:ext cx="10017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32" name="Equation" r:id="rId7" imgW="1016000" imgH="469900" progId="Equation.DSMT4">
                  <p:embed/>
                </p:oleObj>
              </mc:Choice>
              <mc:Fallback>
                <p:oleObj name="Equation" r:id="rId7" imgW="1016000" imgH="469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lum bright="-96000" contrast="-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800600"/>
                        <a:ext cx="10017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4" name="Rectangle 14">
            <a:extLst>
              <a:ext uri="{FF2B5EF4-FFF2-40B4-BE49-F238E27FC236}">
                <a16:creationId xmlns:a16="http://schemas.microsoft.com/office/drawing/2014/main" id="{20ED4EDE-A73C-4DAD-87A8-F7CF93736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27660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0000"/>
                </a:solidFill>
              </a:rPr>
              <a:t>；</a:t>
            </a:r>
          </a:p>
        </p:txBody>
      </p:sp>
      <p:grpSp>
        <p:nvGrpSpPr>
          <p:cNvPr id="77831" name="Group 15">
            <a:extLst>
              <a:ext uri="{FF2B5EF4-FFF2-40B4-BE49-F238E27FC236}">
                <a16:creationId xmlns:a16="http://schemas.microsoft.com/office/drawing/2014/main" id="{019CA23D-EF23-4E7B-9346-82303642AA1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838200"/>
            <a:ext cx="1644650" cy="850900"/>
            <a:chOff x="385" y="3022"/>
            <a:chExt cx="1036" cy="536"/>
          </a:xfrm>
        </p:grpSpPr>
        <p:pic>
          <p:nvPicPr>
            <p:cNvPr id="77838" name="Picture 16" descr="123">
              <a:extLst>
                <a:ext uri="{FF2B5EF4-FFF2-40B4-BE49-F238E27FC236}">
                  <a16:creationId xmlns:a16="http://schemas.microsoft.com/office/drawing/2014/main" id="{A44665D2-459D-4D60-AB65-2E357D1529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39" name="Text Box 17">
              <a:extLst>
                <a:ext uri="{FF2B5EF4-FFF2-40B4-BE49-F238E27FC236}">
                  <a16:creationId xmlns:a16="http://schemas.microsoft.com/office/drawing/2014/main" id="{C868DA76-F072-4BEF-8A23-B421AF351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>
                  <a:solidFill>
                    <a:srgbClr val="CC6600"/>
                  </a:solidFill>
                  <a:ea typeface="华文行楷" panose="02010800040101010101" pitchFamily="2" charset="-122"/>
                </a:rPr>
                <a:t>说明</a:t>
              </a:r>
            </a:p>
          </p:txBody>
        </p:sp>
      </p:grpSp>
      <p:sp>
        <p:nvSpPr>
          <p:cNvPr id="66578" name="Text Box 18">
            <a:extLst>
              <a:ext uri="{FF2B5EF4-FFF2-40B4-BE49-F238E27FC236}">
                <a16:creationId xmlns:a16="http://schemas.microsoft.com/office/drawing/2014/main" id="{0D51D254-2F17-41B5-B551-10FDE47BE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00200"/>
            <a:ext cx="8077200" cy="150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666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一般情况，诺顿等效电路可由戴维宁等效电路经电源等效变换得到。诺顿等效电路可采用与戴维宁定理类似的方法证明。</a:t>
            </a:r>
          </a:p>
        </p:txBody>
      </p:sp>
      <p:graphicFrame>
        <p:nvGraphicFramePr>
          <p:cNvPr id="66579" name="Object 19">
            <a:extLst>
              <a:ext uri="{FF2B5EF4-FFF2-40B4-BE49-F238E27FC236}">
                <a16:creationId xmlns:a16="http://schemas.microsoft.com/office/drawing/2014/main" id="{95BE4C09-5C4D-4A84-8C95-1562056F9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3124200"/>
          <a:ext cx="1622425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33" name="Visio" r:id="rId10" imgW="811073" imgH="703678" progId="Visio.Drawing.11">
                  <p:embed/>
                </p:oleObj>
              </mc:Choice>
              <mc:Fallback>
                <p:oleObj name="Visio" r:id="rId10" imgW="811073" imgH="703678" progId="Visio.Drawing.11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124200"/>
                        <a:ext cx="1622425" cy="1406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0" name="Rectangle 20">
            <a:extLst>
              <a:ext uri="{FF2B5EF4-FFF2-40B4-BE49-F238E27FC236}">
                <a16:creationId xmlns:a16="http://schemas.microsoft.com/office/drawing/2014/main" id="{C3D00C63-05B7-42AD-A7C3-3BC54F0FB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962400"/>
            <a:ext cx="4211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/>
              <a:t> </a:t>
            </a:r>
            <a:r>
              <a:rPr lang="zh-CN" altLang="en-US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时只存在诺顿等效电路；</a:t>
            </a:r>
          </a:p>
        </p:txBody>
      </p:sp>
      <p:graphicFrame>
        <p:nvGraphicFramePr>
          <p:cNvPr id="66581" name="Object 21">
            <a:extLst>
              <a:ext uri="{FF2B5EF4-FFF2-40B4-BE49-F238E27FC236}">
                <a16:creationId xmlns:a16="http://schemas.microsoft.com/office/drawing/2014/main" id="{BCCD4B3E-14E5-4A83-B04B-B6BDCB1508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4648200"/>
          <a:ext cx="1695450" cy="175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34" name="Visio" r:id="rId12" imgW="850392" imgH="882005" progId="Visio.Drawing.11">
                  <p:embed/>
                </p:oleObj>
              </mc:Choice>
              <mc:Fallback>
                <p:oleObj name="Visio" r:id="rId12" imgW="850392" imgH="882005" progId="Visio.Drawing.11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648200"/>
                        <a:ext cx="1695450" cy="175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2" name="Line 22">
            <a:extLst>
              <a:ext uri="{FF2B5EF4-FFF2-40B4-BE49-F238E27FC236}">
                <a16:creationId xmlns:a16="http://schemas.microsoft.com/office/drawing/2014/main" id="{0E3E1DA5-D68E-4317-A125-D3994EF2DE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3962400"/>
            <a:ext cx="685800" cy="2286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583" name="Line 23">
            <a:extLst>
              <a:ext uri="{FF2B5EF4-FFF2-40B4-BE49-F238E27FC236}">
                <a16:creationId xmlns:a16="http://schemas.microsoft.com/office/drawing/2014/main" id="{D6586DDA-05D1-426F-926D-59DA7CDA9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181600"/>
            <a:ext cx="685800" cy="457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6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6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6" grpId="0"/>
      <p:bldP spid="66574" grpId="0"/>
      <p:bldP spid="66578" grpId="0" autoUpdateAnimBg="0"/>
      <p:bldP spid="6658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7" name="Object 3">
            <a:extLst>
              <a:ext uri="{FF2B5EF4-FFF2-40B4-BE49-F238E27FC236}">
                <a16:creationId xmlns:a16="http://schemas.microsoft.com/office/drawing/2014/main" id="{EE2BE54A-ABBB-4B73-A6BA-33C7407854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5106988"/>
          <a:ext cx="27447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0" name="Equation" r:id="rId3" imgW="2743200" imgH="431800" progId="Equation.DSMT4">
                  <p:embed/>
                </p:oleObj>
              </mc:Choice>
              <mc:Fallback>
                <p:oleObj name="Equation" r:id="rId3" imgW="27432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106988"/>
                        <a:ext cx="27447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Text Box 6">
            <a:extLst>
              <a:ext uri="{FF2B5EF4-FFF2-40B4-BE49-F238E27FC236}">
                <a16:creationId xmlns:a16="http://schemas.microsoft.com/office/drawing/2014/main" id="{581D6AE3-2AA4-4B6A-888D-C7FB72B93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14400"/>
            <a:ext cx="8229600" cy="2338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715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4000"/>
              </a:lnSpc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一个线性含源单口电路，当所接负载不同时，一端口电路传输给负载的功率就不同。</a:t>
            </a:r>
          </a:p>
          <a:p>
            <a:pPr algn="just" eaLnBrk="1" hangingPunct="1">
              <a:lnSpc>
                <a:spcPts val="4000"/>
              </a:lnSpc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讨论：负载为何值时，能从电路获取最大功率，及最大功率的值是多少？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9712C6E-7DA4-4B33-832B-F896A22CB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0650"/>
            <a:ext cx="54102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anchor="ctr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t">
              <a:lnSpc>
                <a:spcPct val="105000"/>
              </a:lnSpc>
              <a:spcBef>
                <a:spcPct val="20000"/>
              </a:spcBef>
            </a:pPr>
            <a:r>
              <a:rPr lang="en-US" altLang="zh-CN" sz="3600" b="1">
                <a:solidFill>
                  <a:srgbClr val="3366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§4-4 </a:t>
            </a:r>
            <a:r>
              <a:rPr lang="zh-CN" altLang="en-US" sz="3600" b="1">
                <a:solidFill>
                  <a:srgbClr val="3366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最大功率传递定理</a:t>
            </a:r>
          </a:p>
        </p:txBody>
      </p:sp>
      <p:graphicFrame>
        <p:nvGraphicFramePr>
          <p:cNvPr id="72715" name="Object 11">
            <a:extLst>
              <a:ext uri="{FF2B5EF4-FFF2-40B4-BE49-F238E27FC236}">
                <a16:creationId xmlns:a16="http://schemas.microsoft.com/office/drawing/2014/main" id="{D5BD2412-D7BF-41AF-AAF2-B5B98CA72D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3200400"/>
          <a:ext cx="2673350" cy="207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1" name="Visio" r:id="rId5" imgW="1336548" imgH="1040282" progId="Visio.Drawing.11">
                  <p:embed/>
                </p:oleObj>
              </mc:Choice>
              <mc:Fallback>
                <p:oleObj name="Visio" r:id="rId5" imgW="1336548" imgH="1040282" progId="Visio.Drawing.11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200400"/>
                        <a:ext cx="2673350" cy="207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6" name="Object 12">
            <a:extLst>
              <a:ext uri="{FF2B5EF4-FFF2-40B4-BE49-F238E27FC236}">
                <a16:creationId xmlns:a16="http://schemas.microsoft.com/office/drawing/2014/main" id="{E6241D3B-DCF5-4D02-B60F-532C88AC82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2808288"/>
          <a:ext cx="3200400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2" name="Visio" r:id="rId7" imgW="2147011" imgH="1185977" progId="Visio.Drawing.11">
                  <p:embed/>
                </p:oleObj>
              </mc:Choice>
              <mc:Fallback>
                <p:oleObj name="Visio" r:id="rId7" imgW="2147011" imgH="1185977" progId="Visio.Drawing.11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5471"/>
                      <a:stretch>
                        <a:fillRect/>
                      </a:stretch>
                    </p:blipFill>
                    <p:spPr bwMode="auto">
                      <a:xfrm>
                        <a:off x="4800600" y="2808288"/>
                        <a:ext cx="3200400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BAEEDD52-E762-40B2-BE38-D1A513B267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3700" y="5638800"/>
          <a:ext cx="3330575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3" name="Equation" r:id="rId9" imgW="3327120" imgH="1015920" progId="Equation.DSMT4">
                  <p:embed/>
                </p:oleObj>
              </mc:Choice>
              <mc:Fallback>
                <p:oleObj name="Equation" r:id="rId9" imgW="3327120" imgH="10159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700" y="5638800"/>
                        <a:ext cx="3330575" cy="1016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1" name="Object 3">
            <a:extLst>
              <a:ext uri="{FF2B5EF4-FFF2-40B4-BE49-F238E27FC236}">
                <a16:creationId xmlns:a16="http://schemas.microsoft.com/office/drawing/2014/main" id="{282D0A75-C509-4DFB-8EF3-E948569E5A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2995732"/>
              </p:ext>
            </p:extLst>
          </p:nvPr>
        </p:nvGraphicFramePr>
        <p:xfrm>
          <a:off x="5257800" y="2874963"/>
          <a:ext cx="11271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53" name="Equation" r:id="rId3" imgW="1130300" imgH="914400" progId="Equation.DSMT4">
                  <p:embed/>
                </p:oleObj>
              </mc:Choice>
              <mc:Fallback>
                <p:oleObj name="Equation" r:id="rId3" imgW="1130300" imgH="914400" progId="Equation.DSMT4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874963"/>
                        <a:ext cx="112712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EF96906A-87FD-47E9-9579-D5ED72FA6B15}"/>
              </a:ext>
            </a:extLst>
          </p:cNvPr>
          <p:cNvGraphicFramePr>
            <a:graphicFrameLocks/>
          </p:cNvGraphicFramePr>
          <p:nvPr/>
        </p:nvGraphicFramePr>
        <p:xfrm>
          <a:off x="1371600" y="4648200"/>
          <a:ext cx="4211638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54" name="Equation" r:id="rId5" imgW="3810000" imgH="1181100" progId="Equation.DSMT4">
                  <p:embed/>
                </p:oleObj>
              </mc:Choice>
              <mc:Fallback>
                <p:oleObj name="Equation" r:id="rId5" imgW="3810000" imgH="1181100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648200"/>
                        <a:ext cx="4211638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Text Box 6">
            <a:extLst>
              <a:ext uri="{FF2B5EF4-FFF2-40B4-BE49-F238E27FC236}">
                <a16:creationId xmlns:a16="http://schemas.microsoft.com/office/drawing/2014/main" id="{866DAB07-FF67-4AE6-AC02-534B2C335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971800"/>
            <a:ext cx="487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要使</a:t>
            </a:r>
            <a:r>
              <a:rPr lang="zh-CN" altLang="en-US" b="1" i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为最大，应该满足：</a:t>
            </a:r>
          </a:p>
        </p:txBody>
      </p:sp>
      <p:sp>
        <p:nvSpPr>
          <p:cNvPr id="73739" name="Rectangle 11">
            <a:extLst>
              <a:ext uri="{FF2B5EF4-FFF2-40B4-BE49-F238E27FC236}">
                <a16:creationId xmlns:a16="http://schemas.microsoft.com/office/drawing/2014/main" id="{2B51F876-F336-4F98-8AC5-942374F3B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99" y="1065849"/>
            <a:ext cx="525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推导：  为任意值时的功率</a:t>
            </a:r>
          </a:p>
        </p:txBody>
      </p:sp>
      <p:sp>
        <p:nvSpPr>
          <p:cNvPr id="82950" name="Rectangle 13">
            <a:extLst>
              <a:ext uri="{FF2B5EF4-FFF2-40B4-BE49-F238E27FC236}">
                <a16:creationId xmlns:a16="http://schemas.microsoft.com/office/drawing/2014/main" id="{F9522A12-779E-47D4-A725-3A7B8CBE5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3150" y="1836738"/>
            <a:ext cx="698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2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1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2951" name="Object 15">
            <a:extLst>
              <a:ext uri="{FF2B5EF4-FFF2-40B4-BE49-F238E27FC236}">
                <a16:creationId xmlns:a16="http://schemas.microsoft.com/office/drawing/2014/main" id="{9501A39C-C1E3-4826-87C9-219391DEC44A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1676400" y="1085850"/>
          <a:ext cx="3857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55" name="Equation" r:id="rId7" imgW="380835" imgH="431613" progId="Equation.DSMT4">
                  <p:embed/>
                </p:oleObj>
              </mc:Choice>
              <mc:Fallback>
                <p:oleObj name="Equation" r:id="rId7" imgW="380835" imgH="431613" progId="Equation.DSMT4">
                  <p:embed/>
                  <p:pic>
                    <p:nvPicPr>
                      <p:cNvPr id="0" name="Object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lum bright="-100000" contrast="-5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085850"/>
                        <a:ext cx="3857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5" name="Object 17">
            <a:extLst>
              <a:ext uri="{FF2B5EF4-FFF2-40B4-BE49-F238E27FC236}">
                <a16:creationId xmlns:a16="http://schemas.microsoft.com/office/drawing/2014/main" id="{56B7BFE0-49A4-4D04-8AF9-8AC228777794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78000" y="3106738"/>
          <a:ext cx="28416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56" name="Equation" r:id="rId9" imgW="279279" imgH="291973" progId="Equation.DSMT4">
                  <p:embed/>
                </p:oleObj>
              </mc:Choice>
              <mc:Fallback>
                <p:oleObj name="Equation" r:id="rId9" imgW="279279" imgH="291973" progId="Equation.DSMT4">
                  <p:embed/>
                  <p:pic>
                    <p:nvPicPr>
                      <p:cNvPr id="0" name="Object 1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3106738"/>
                        <a:ext cx="284163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23">
            <a:extLst>
              <a:ext uri="{FF2B5EF4-FFF2-40B4-BE49-F238E27FC236}">
                <a16:creationId xmlns:a16="http://schemas.microsoft.com/office/drawing/2014/main" id="{585E5AD1-2067-41E2-9460-025A17A20942}"/>
              </a:ext>
            </a:extLst>
          </p:cNvPr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316549148"/>
              </p:ext>
            </p:extLst>
          </p:nvPr>
        </p:nvGraphicFramePr>
        <p:xfrm>
          <a:off x="4495800" y="1143000"/>
          <a:ext cx="284163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57" name="Equation" r:id="rId11" imgW="279279" imgH="291973" progId="Equation.DSMT4">
                  <p:embed/>
                </p:oleObj>
              </mc:Choice>
              <mc:Fallback>
                <p:oleObj name="Equation" r:id="rId11" imgW="279279" imgH="291973" progId="Equation.DSMT4">
                  <p:embed/>
                  <p:pic>
                    <p:nvPicPr>
                      <p:cNvPr id="0" name="Object 2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143000"/>
                        <a:ext cx="284163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4" name="Object 26">
            <a:extLst>
              <a:ext uri="{FF2B5EF4-FFF2-40B4-BE49-F238E27FC236}">
                <a16:creationId xmlns:a16="http://schemas.microsoft.com/office/drawing/2014/main" id="{BA193F1D-5C85-4FCD-A5AC-91371AA87B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542013"/>
              </p:ext>
            </p:extLst>
          </p:nvPr>
        </p:nvGraphicFramePr>
        <p:xfrm>
          <a:off x="764345" y="1706563"/>
          <a:ext cx="36576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58" name="Equation" r:id="rId13" imgW="3670300" imgH="1181100" progId="Equation.DSMT4">
                  <p:embed/>
                </p:oleObj>
              </mc:Choice>
              <mc:Fallback>
                <p:oleObj name="Equation" r:id="rId13" imgW="3670300" imgH="11811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45" y="1706563"/>
                        <a:ext cx="3657600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89" name="Rectangle 61">
            <a:extLst>
              <a:ext uri="{FF2B5EF4-FFF2-40B4-BE49-F238E27FC236}">
                <a16:creationId xmlns:a16="http://schemas.microsoft.com/office/drawing/2014/main" id="{0E886B12-2A8A-4961-9EB7-BCB731D00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10000"/>
            <a:ext cx="745013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可得，当             时，负载      可获得最大功率，</a:t>
            </a:r>
          </a:p>
        </p:txBody>
      </p:sp>
      <p:sp>
        <p:nvSpPr>
          <p:cNvPr id="82956" name="Rectangle 72">
            <a:extLst>
              <a:ext uri="{FF2B5EF4-FFF2-40B4-BE49-F238E27FC236}">
                <a16:creationId xmlns:a16="http://schemas.microsoft.com/office/drawing/2014/main" id="{D3BBEDF6-3C37-4244-B7CB-CA41E37AF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63" y="4746625"/>
            <a:ext cx="9048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3802" name="Object 74">
            <a:extLst>
              <a:ext uri="{FF2B5EF4-FFF2-40B4-BE49-F238E27FC236}">
                <a16:creationId xmlns:a16="http://schemas.microsoft.com/office/drawing/2014/main" id="{16D303DE-9632-4CEB-A2D5-28A43FD9F644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197100" y="3833813"/>
          <a:ext cx="1193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59" name="Equation" r:id="rId15" imgW="1193800" imgH="469900" progId="Equation.DSMT4">
                  <p:embed/>
                </p:oleObj>
              </mc:Choice>
              <mc:Fallback>
                <p:oleObj name="Equation" r:id="rId15" imgW="1193800" imgH="469900" progId="Equation.DSMT4">
                  <p:embed/>
                  <p:pic>
                    <p:nvPicPr>
                      <p:cNvPr id="0" name="Object 7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3833813"/>
                        <a:ext cx="1193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05" name="Object 77">
            <a:extLst>
              <a:ext uri="{FF2B5EF4-FFF2-40B4-BE49-F238E27FC236}">
                <a16:creationId xmlns:a16="http://schemas.microsoft.com/office/drawing/2014/main" id="{44F185B5-F631-4E55-8C46-7621F2E5A4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3833813"/>
          <a:ext cx="381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0" name="Equation" r:id="rId17" imgW="380835" imgH="431613" progId="Equation.DSMT4">
                  <p:embed/>
                </p:oleObj>
              </mc:Choice>
              <mc:Fallback>
                <p:oleObj name="Equation" r:id="rId17" imgW="380835" imgH="431613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833813"/>
                        <a:ext cx="381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09" name="Rectangle 81">
            <a:extLst>
              <a:ext uri="{FF2B5EF4-FFF2-40B4-BE49-F238E27FC236}">
                <a16:creationId xmlns:a16="http://schemas.microsoft.com/office/drawing/2014/main" id="{2843BFB6-A53C-4FB5-9766-B535875C0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953000"/>
            <a:ext cx="22209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(“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匹配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”</a:t>
            </a: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功率</a:t>
            </a:r>
            <a:r>
              <a:rPr kumimoji="1"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6" name="Object 12">
            <a:extLst>
              <a:ext uri="{FF2B5EF4-FFF2-40B4-BE49-F238E27FC236}">
                <a16:creationId xmlns:a16="http://schemas.microsoft.com/office/drawing/2014/main" id="{1D2AD3D6-C582-4445-B07B-504735264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079008"/>
              </p:ext>
            </p:extLst>
          </p:nvPr>
        </p:nvGraphicFramePr>
        <p:xfrm>
          <a:off x="5181600" y="217488"/>
          <a:ext cx="3200400" cy="237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61" name="Visio" r:id="rId19" imgW="2147011" imgH="1185977" progId="Visio.Drawing.11">
                  <p:embed/>
                </p:oleObj>
              </mc:Choice>
              <mc:Fallback>
                <p:oleObj name="Visio" r:id="rId19" imgW="2147011" imgH="1185977" progId="Visio.Drawing.11">
                  <p:embed/>
                  <p:pic>
                    <p:nvPicPr>
                      <p:cNvPr id="72716" name="Object 12">
                        <a:extLst>
                          <a:ext uri="{FF2B5EF4-FFF2-40B4-BE49-F238E27FC236}">
                            <a16:creationId xmlns:a16="http://schemas.microsoft.com/office/drawing/2014/main" id="{E6241D3B-DCF5-4D02-B60F-532C88AC82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5471"/>
                      <a:stretch>
                        <a:fillRect/>
                      </a:stretch>
                    </p:blipFill>
                    <p:spPr bwMode="auto">
                      <a:xfrm>
                        <a:off x="5181600" y="217488"/>
                        <a:ext cx="3200400" cy="237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3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73739" grpId="0"/>
      <p:bldP spid="73789" grpId="0"/>
      <p:bldP spid="7380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组合 1">
            <a:extLst>
              <a:ext uri="{FF2B5EF4-FFF2-40B4-BE49-F238E27FC236}">
                <a16:creationId xmlns:a16="http://schemas.microsoft.com/office/drawing/2014/main" id="{93869399-2BB5-4097-9116-268F2FADAA60}"/>
              </a:ext>
            </a:extLst>
          </p:cNvPr>
          <p:cNvGrpSpPr>
            <a:grpSpLocks/>
          </p:cNvGrpSpPr>
          <p:nvPr/>
        </p:nvGrpSpPr>
        <p:grpSpPr bwMode="auto">
          <a:xfrm>
            <a:off x="355600" y="1143000"/>
            <a:ext cx="8331200" cy="3594100"/>
            <a:chOff x="355600" y="1143000"/>
            <a:chExt cx="8331200" cy="3594100"/>
          </a:xfrm>
        </p:grpSpPr>
        <p:sp>
          <p:nvSpPr>
            <p:cNvPr id="83971" name="Rectangle 5">
              <a:extLst>
                <a:ext uri="{FF2B5EF4-FFF2-40B4-BE49-F238E27FC236}">
                  <a16:creationId xmlns:a16="http://schemas.microsoft.com/office/drawing/2014/main" id="{FD6D5D00-0D25-4B54-BC8D-835DDF439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600" y="1958975"/>
              <a:ext cx="8331200" cy="277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indent="611188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）最大功率传输定理是指负载可变，而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不变的情况下得到的。如果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可变，而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不变，则只有在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</a:t>
              </a:r>
            </a:p>
            <a:p>
              <a:pPr>
                <a:lnSpc>
                  <a:spcPct val="130000"/>
                </a:lnSpc>
              </a:pP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时，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才获得最大功率。</a:t>
              </a:r>
            </a:p>
            <a:p>
              <a:pPr>
                <a:lnSpc>
                  <a:spcPct val="130000"/>
                </a:lnSpc>
              </a:pP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）负载得最大功率时，电源传递给负载的效率为</a:t>
              </a:r>
              <a:r>
                <a:rPr lang="en-US" altLang="zh-CN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50%</a:t>
              </a:r>
              <a:r>
                <a:rPr lang="zh-CN" altLang="en-US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。这时电源内阻和负载电阻消耗电功率相等。</a:t>
              </a:r>
            </a:p>
          </p:txBody>
        </p:sp>
        <p:graphicFrame>
          <p:nvGraphicFramePr>
            <p:cNvPr id="83972" name="Object 6">
              <a:extLst>
                <a:ext uri="{FF2B5EF4-FFF2-40B4-BE49-F238E27FC236}">
                  <a16:creationId xmlns:a16="http://schemas.microsoft.com/office/drawing/2014/main" id="{175615A9-0CC9-4D6E-B2F4-AFE78BB67D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4873" y="3153509"/>
            <a:ext cx="10160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68" name="Equation" r:id="rId3" imgW="1016000" imgH="469900" progId="Equation.DSMT4">
                    <p:embed/>
                  </p:oleObj>
                </mc:Choice>
                <mc:Fallback>
                  <p:oleObj name="Equation" r:id="rId3" imgW="1016000" imgH="4699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873" y="3153509"/>
                          <a:ext cx="10160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73" name="Object 7">
              <a:extLst>
                <a:ext uri="{FF2B5EF4-FFF2-40B4-BE49-F238E27FC236}">
                  <a16:creationId xmlns:a16="http://schemas.microsoft.com/office/drawing/2014/main" id="{53206547-2F0E-4258-B0D1-BAED4B4FCE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9443" y="3112282"/>
            <a:ext cx="3810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69" name="Equation" r:id="rId5" imgW="380835" imgH="431613" progId="Equation.DSMT4">
                    <p:embed/>
                  </p:oleObj>
                </mc:Choice>
                <mc:Fallback>
                  <p:oleObj name="Equation" r:id="rId5" imgW="380835" imgH="431613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9443" y="3112282"/>
                          <a:ext cx="3810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74" name="Object 8">
              <a:extLst>
                <a:ext uri="{FF2B5EF4-FFF2-40B4-BE49-F238E27FC236}">
                  <a16:creationId xmlns:a16="http://schemas.microsoft.com/office/drawing/2014/main" id="{7F09ED92-AF8A-4998-B41C-166D7C6193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3556" y="2642382"/>
            <a:ext cx="4572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70" name="Equation" r:id="rId7" imgW="457200" imgH="469900" progId="Equation.DSMT4">
                    <p:embed/>
                  </p:oleObj>
                </mc:Choice>
                <mc:Fallback>
                  <p:oleObj name="Equation" r:id="rId7" imgW="457200" imgH="4699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3556" y="2642382"/>
                          <a:ext cx="4572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75" name="Object 9">
              <a:extLst>
                <a:ext uri="{FF2B5EF4-FFF2-40B4-BE49-F238E27FC236}">
                  <a16:creationId xmlns:a16="http://schemas.microsoft.com/office/drawing/2014/main" id="{22DDBF4E-C183-452A-A7B5-FDE4FD3C69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26300" y="2133600"/>
            <a:ext cx="4572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71" name="Equation" r:id="rId9" imgW="457200" imgH="469900" progId="Equation.DSMT4">
                    <p:embed/>
                  </p:oleObj>
                </mc:Choice>
                <mc:Fallback>
                  <p:oleObj name="Equation" r:id="rId9" imgW="457200" imgH="4699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6300" y="2133600"/>
                          <a:ext cx="4572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976" name="Object 10">
              <a:extLst>
                <a:ext uri="{FF2B5EF4-FFF2-40B4-BE49-F238E27FC236}">
                  <a16:creationId xmlns:a16="http://schemas.microsoft.com/office/drawing/2014/main" id="{83C76465-52C5-4246-8627-1626C4F686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15000" y="2631831"/>
            <a:ext cx="3810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72" name="Equation" r:id="rId11" imgW="380835" imgH="431613" progId="Equation.DSMT4">
                    <p:embed/>
                  </p:oleObj>
                </mc:Choice>
                <mc:Fallback>
                  <p:oleObj name="Equation" r:id="rId11" imgW="380835" imgH="431613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15000" y="2631831"/>
                          <a:ext cx="3810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977" name="Rectangle 12">
              <a:extLst>
                <a:ext uri="{FF2B5EF4-FFF2-40B4-BE49-F238E27FC236}">
                  <a16:creationId xmlns:a16="http://schemas.microsoft.com/office/drawing/2014/main" id="{89654B1B-5F43-4247-AE1F-078E6A09C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1143000"/>
              <a:ext cx="6288901" cy="612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应用最大功率传输定理要注意的问题：</a:t>
              </a:r>
            </a:p>
          </p:txBody>
        </p:sp>
      </p:grp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1D0967-55F3-409F-A8F7-C4161FB80C6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632618" y="762000"/>
            <a:ext cx="7901781" cy="214312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例：如图所示的电路中，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为线性含独立源二端网络，开关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闭合，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无穷时，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=29 V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；当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=4Ω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时，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获得最大功率。求开关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断开时，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取何值时获最大功率？并求最大功率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max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en-US" sz="2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7239DB4C-B304-4C37-B24E-A8840D454A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748974"/>
              </p:ext>
            </p:extLst>
          </p:nvPr>
        </p:nvGraphicFramePr>
        <p:xfrm>
          <a:off x="1207689" y="2905125"/>
          <a:ext cx="6751638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9" name="Visio" r:id="rId4" imgW="2834270" imgH="930812" progId="Visio.Drawing.11">
                  <p:embed/>
                </p:oleObj>
              </mc:Choice>
              <mc:Fallback>
                <p:oleObj name="Visio" r:id="rId4" imgW="2834270" imgH="930812" progId="Visio.Drawing.11">
                  <p:embed/>
                  <p:pic>
                    <p:nvPicPr>
                      <p:cNvPr id="19" name="Object 8">
                        <a:extLst>
                          <a:ext uri="{FF2B5EF4-FFF2-40B4-BE49-F238E27FC236}">
                            <a16:creationId xmlns:a16="http://schemas.microsoft.com/office/drawing/2014/main" id="{A6E5ED10-BB65-4A89-962C-4B5F6D537F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7689" y="2905125"/>
                        <a:ext cx="6751638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87967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2" name="Rectangle 4">
            <a:extLst>
              <a:ext uri="{FF2B5EF4-FFF2-40B4-BE49-F238E27FC236}">
                <a16:creationId xmlns:a16="http://schemas.microsoft.com/office/drawing/2014/main" id="{C2045C4C-799A-45E3-8A9F-4591A1427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6147"/>
            <a:ext cx="135165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 </a:t>
            </a:r>
          </a:p>
        </p:txBody>
      </p:sp>
      <p:sp>
        <p:nvSpPr>
          <p:cNvPr id="309253" name="Rectangle 5">
            <a:extLst>
              <a:ext uri="{FF2B5EF4-FFF2-40B4-BE49-F238E27FC236}">
                <a16:creationId xmlns:a16="http://schemas.microsoft.com/office/drawing/2014/main" id="{157B377A-B337-4BA5-A01F-C669C24E2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802973"/>
            <a:ext cx="78406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闭合，由戴维南定理，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左右部分可以分别等效如图所示 。</a:t>
            </a:r>
          </a:p>
        </p:txBody>
      </p:sp>
      <p:graphicFrame>
        <p:nvGraphicFramePr>
          <p:cNvPr id="309254" name="Object 6">
            <a:extLst>
              <a:ext uri="{FF2B5EF4-FFF2-40B4-BE49-F238E27FC236}">
                <a16:creationId xmlns:a16="http://schemas.microsoft.com/office/drawing/2014/main" id="{D9E90147-152A-4C79-BBCA-2FAFEB3986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105468"/>
              </p:ext>
            </p:extLst>
          </p:nvPr>
        </p:nvGraphicFramePr>
        <p:xfrm>
          <a:off x="5022850" y="1276048"/>
          <a:ext cx="4191000" cy="291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17" name="Visio" r:id="rId3" imgW="1667866" imgH="1158850" progId="Visio.Drawing.11">
                  <p:embed/>
                </p:oleObj>
              </mc:Choice>
              <mc:Fallback>
                <p:oleObj name="Visio" r:id="rId3" imgW="1667866" imgH="1158850" progId="Visio.Drawing.11">
                  <p:embed/>
                  <p:pic>
                    <p:nvPicPr>
                      <p:cNvPr id="309254" name="Object 6">
                        <a:extLst>
                          <a:ext uri="{FF2B5EF4-FFF2-40B4-BE49-F238E27FC236}">
                            <a16:creationId xmlns:a16="http://schemas.microsoft.com/office/drawing/2014/main" id="{D9E90147-152A-4C79-BBCA-2FAFEB3986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1276048"/>
                        <a:ext cx="4191000" cy="291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58" name="Rectangle 10">
            <a:extLst>
              <a:ext uri="{FF2B5EF4-FFF2-40B4-BE49-F238E27FC236}">
                <a16:creationId xmlns:a16="http://schemas.microsoft.com/office/drawing/2014/main" id="{35DF40F0-38E0-476C-AF4D-D50E3D441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057400"/>
            <a:ext cx="473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               可获最大功率，则</a:t>
            </a:r>
          </a:p>
        </p:txBody>
      </p:sp>
      <p:graphicFrame>
        <p:nvGraphicFramePr>
          <p:cNvPr id="309259" name="Object 11">
            <a:extLst>
              <a:ext uri="{FF2B5EF4-FFF2-40B4-BE49-F238E27FC236}">
                <a16:creationId xmlns:a16="http://schemas.microsoft.com/office/drawing/2014/main" id="{02827049-2333-41EA-963F-D6A82939D5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057400"/>
          <a:ext cx="12096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18" name="Equation" r:id="rId5" imgW="545760" imgH="228600" progId="Equation.DSMT4">
                  <p:embed/>
                </p:oleObj>
              </mc:Choice>
              <mc:Fallback>
                <p:oleObj name="Equation" r:id="rId5" imgW="545760" imgH="228600" progId="Equation.DSMT4">
                  <p:embed/>
                  <p:pic>
                    <p:nvPicPr>
                      <p:cNvPr id="309259" name="Object 11">
                        <a:extLst>
                          <a:ext uri="{FF2B5EF4-FFF2-40B4-BE49-F238E27FC236}">
                            <a16:creationId xmlns:a16="http://schemas.microsoft.com/office/drawing/2014/main" id="{02827049-2333-41EA-963F-D6A82939D5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057400"/>
                        <a:ext cx="120967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60" name="Object 12">
            <a:extLst>
              <a:ext uri="{FF2B5EF4-FFF2-40B4-BE49-F238E27FC236}">
                <a16:creationId xmlns:a16="http://schemas.microsoft.com/office/drawing/2014/main" id="{9A3E5B55-B6C6-4229-9075-2D24F40018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26575"/>
              </p:ext>
            </p:extLst>
          </p:nvPr>
        </p:nvGraphicFramePr>
        <p:xfrm>
          <a:off x="414918" y="2685583"/>
          <a:ext cx="1684337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19" name="Equation" r:id="rId7" imgW="685800" imgH="469800" progId="Equation.DSMT4">
                  <p:embed/>
                </p:oleObj>
              </mc:Choice>
              <mc:Fallback>
                <p:oleObj name="Equation" r:id="rId7" imgW="685800" imgH="469800" progId="Equation.DSMT4">
                  <p:embed/>
                  <p:pic>
                    <p:nvPicPr>
                      <p:cNvPr id="309260" name="Object 12">
                        <a:extLst>
                          <a:ext uri="{FF2B5EF4-FFF2-40B4-BE49-F238E27FC236}">
                            <a16:creationId xmlns:a16="http://schemas.microsoft.com/office/drawing/2014/main" id="{9A3E5B55-B6C6-4229-9075-2D24F40018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918" y="2685583"/>
                        <a:ext cx="1684337" cy="1162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262" name="Object 14">
            <a:extLst>
              <a:ext uri="{FF2B5EF4-FFF2-40B4-BE49-F238E27FC236}">
                <a16:creationId xmlns:a16="http://schemas.microsoft.com/office/drawing/2014/main" id="{3FF3FAFF-B010-42EB-A8D6-CB79E0D84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037967"/>
              </p:ext>
            </p:extLst>
          </p:nvPr>
        </p:nvGraphicFramePr>
        <p:xfrm>
          <a:off x="2708275" y="2930501"/>
          <a:ext cx="1863725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20" name="Equation" r:id="rId9" imgW="634680" imgH="241200" progId="Equation.DSMT4">
                  <p:embed/>
                </p:oleObj>
              </mc:Choice>
              <mc:Fallback>
                <p:oleObj name="Equation" r:id="rId9" imgW="634680" imgH="241200" progId="Equation.DSMT4">
                  <p:embed/>
                  <p:pic>
                    <p:nvPicPr>
                      <p:cNvPr id="309262" name="Object 14">
                        <a:extLst>
                          <a:ext uri="{FF2B5EF4-FFF2-40B4-BE49-F238E27FC236}">
                            <a16:creationId xmlns:a16="http://schemas.microsoft.com/office/drawing/2014/main" id="{3FF3FAFF-B010-42EB-A8D6-CB79E0D84C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275" y="2930501"/>
                        <a:ext cx="1863725" cy="706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64" name="Rectangle 16">
            <a:extLst>
              <a:ext uri="{FF2B5EF4-FFF2-40B4-BE49-F238E27FC236}">
                <a16:creationId xmlns:a16="http://schemas.microsoft.com/office/drawing/2014/main" id="{73EADD40-6CF3-4AB4-8154-711DFAC66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7425" y="2949599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得</a:t>
            </a:r>
          </a:p>
        </p:txBody>
      </p:sp>
      <p:sp>
        <p:nvSpPr>
          <p:cNvPr id="309266" name="Rectangle 18">
            <a:extLst>
              <a:ext uri="{FF2B5EF4-FFF2-40B4-BE49-F238E27FC236}">
                <a16:creationId xmlns:a16="http://schemas.microsoft.com/office/drawing/2014/main" id="{C5827EDF-3FB9-410C-A072-E33300917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3127375"/>
            <a:ext cx="10287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闭合，</a:t>
            </a:r>
            <a:r>
              <a:rPr kumimoji="0" lang="en-US" altLang="zh-CN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268" name="Rectangle 20">
            <a:extLst>
              <a:ext uri="{FF2B5EF4-FFF2-40B4-BE49-F238E27FC236}">
                <a16:creationId xmlns:a16="http://schemas.microsoft.com/office/drawing/2014/main" id="{DCE95FCE-1836-4DD5-8305-9E4C34402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44" y="3942064"/>
            <a:ext cx="600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闭合，               时，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=29V,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则</a:t>
            </a:r>
          </a:p>
        </p:txBody>
      </p:sp>
      <p:graphicFrame>
        <p:nvGraphicFramePr>
          <p:cNvPr id="309269" name="Object 21">
            <a:extLst>
              <a:ext uri="{FF2B5EF4-FFF2-40B4-BE49-F238E27FC236}">
                <a16:creationId xmlns:a16="http://schemas.microsoft.com/office/drawing/2014/main" id="{A8AAAC0C-8891-43CD-9BBA-6F0A19EF1D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974145"/>
              </p:ext>
            </p:extLst>
          </p:nvPr>
        </p:nvGraphicFramePr>
        <p:xfrm>
          <a:off x="2498725" y="3933500"/>
          <a:ext cx="114141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21" name="Equation" r:id="rId11" imgW="457200" imgH="228600" progId="Equation.DSMT4">
                  <p:embed/>
                </p:oleObj>
              </mc:Choice>
              <mc:Fallback>
                <p:oleObj name="Equation" r:id="rId11" imgW="457200" imgH="228600" progId="Equation.DSMT4">
                  <p:embed/>
                  <p:pic>
                    <p:nvPicPr>
                      <p:cNvPr id="309269" name="Object 21">
                        <a:extLst>
                          <a:ext uri="{FF2B5EF4-FFF2-40B4-BE49-F238E27FC236}">
                            <a16:creationId xmlns:a16="http://schemas.microsoft.com/office/drawing/2014/main" id="{A8AAAC0C-8891-43CD-9BBA-6F0A19EF1D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8725" y="3933500"/>
                        <a:ext cx="1141412" cy="576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71" name="Rectangle 23">
            <a:extLst>
              <a:ext uri="{FF2B5EF4-FFF2-40B4-BE49-F238E27FC236}">
                <a16:creationId xmlns:a16="http://schemas.microsoft.com/office/drawing/2014/main" id="{02A91215-D3EC-4699-B7EB-4B8EFE2B8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689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9270" name="Object 22">
            <a:extLst>
              <a:ext uri="{FF2B5EF4-FFF2-40B4-BE49-F238E27FC236}">
                <a16:creationId xmlns:a16="http://schemas.microsoft.com/office/drawing/2014/main" id="{A49571BD-AD0C-49BA-9083-F9D7E6844A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491893"/>
              </p:ext>
            </p:extLst>
          </p:nvPr>
        </p:nvGraphicFramePr>
        <p:xfrm>
          <a:off x="1879600" y="4603750"/>
          <a:ext cx="2963863" cy="193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22" name="Equation" r:id="rId13" imgW="1168200" imgH="761760" progId="Equation.DSMT4">
                  <p:embed/>
                </p:oleObj>
              </mc:Choice>
              <mc:Fallback>
                <p:oleObj name="Equation" r:id="rId13" imgW="1168200" imgH="761760" progId="Equation.DSMT4">
                  <p:embed/>
                  <p:pic>
                    <p:nvPicPr>
                      <p:cNvPr id="309270" name="Object 22">
                        <a:extLst>
                          <a:ext uri="{FF2B5EF4-FFF2-40B4-BE49-F238E27FC236}">
                            <a16:creationId xmlns:a16="http://schemas.microsoft.com/office/drawing/2014/main" id="{A49571BD-AD0C-49BA-9083-F9D7E6844A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4603750"/>
                        <a:ext cx="2963863" cy="193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272" name="Rectangle 24">
            <a:extLst>
              <a:ext uri="{FF2B5EF4-FFF2-40B4-BE49-F238E27FC236}">
                <a16:creationId xmlns:a16="http://schemas.microsoft.com/office/drawing/2014/main" id="{6E59D968-F1CC-47AE-8947-BAB1FC66B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8521" y="5251418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所以：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9273" name="Object 25">
            <a:extLst>
              <a:ext uri="{FF2B5EF4-FFF2-40B4-BE49-F238E27FC236}">
                <a16:creationId xmlns:a16="http://schemas.microsoft.com/office/drawing/2014/main" id="{0D7CFD8E-D420-4187-AACE-78084282E1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62750" y="5276850"/>
          <a:ext cx="1901825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23" name="Equation" r:id="rId15" imgW="647640" imgH="228600" progId="Equation.DSMT4">
                  <p:embed/>
                </p:oleObj>
              </mc:Choice>
              <mc:Fallback>
                <p:oleObj name="Equation" r:id="rId15" imgW="647640" imgH="228600" progId="Equation.DSMT4">
                  <p:embed/>
                  <p:pic>
                    <p:nvPicPr>
                      <p:cNvPr id="309273" name="Object 25">
                        <a:extLst>
                          <a:ext uri="{FF2B5EF4-FFF2-40B4-BE49-F238E27FC236}">
                            <a16:creationId xmlns:a16="http://schemas.microsoft.com/office/drawing/2014/main" id="{0D7CFD8E-D420-4187-AACE-78084282E1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2750" y="5276850"/>
                        <a:ext cx="1901825" cy="66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114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9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9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2" grpId="0"/>
      <p:bldP spid="309253" grpId="0"/>
      <p:bldP spid="309258" grpId="0"/>
      <p:bldP spid="309264" grpId="0"/>
      <p:bldP spid="309268" grpId="0"/>
      <p:bldP spid="30927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5" name="Rectangle 3">
            <a:extLst>
              <a:ext uri="{FF2B5EF4-FFF2-40B4-BE49-F238E27FC236}">
                <a16:creationId xmlns:a16="http://schemas.microsoft.com/office/drawing/2014/main" id="{795E1DA0-B5B2-4C10-8DF3-B7BBBC872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27125"/>
            <a:ext cx="78406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断开时，如图所示，</a:t>
            </a:r>
          </a:p>
        </p:txBody>
      </p:sp>
      <p:sp>
        <p:nvSpPr>
          <p:cNvPr id="310276" name="Rectangle 4">
            <a:extLst>
              <a:ext uri="{FF2B5EF4-FFF2-40B4-BE49-F238E27FC236}">
                <a16:creationId xmlns:a16="http://schemas.microsoft.com/office/drawing/2014/main" id="{B04D5261-2286-4CF1-90A4-CFFF84E4E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0278" name="Rectangle 6">
            <a:extLst>
              <a:ext uri="{FF2B5EF4-FFF2-40B4-BE49-F238E27FC236}">
                <a16:creationId xmlns:a16="http://schemas.microsoft.com/office/drawing/2014/main" id="{1823FA45-1B92-4C4A-BA84-54E37BCD6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057400"/>
            <a:ext cx="4827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可获最大功率，最大功率为：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283" name="Rectangle 11">
            <a:extLst>
              <a:ext uri="{FF2B5EF4-FFF2-40B4-BE49-F238E27FC236}">
                <a16:creationId xmlns:a16="http://schemas.microsoft.com/office/drawing/2014/main" id="{B7059384-2037-41A0-94F5-E144AD435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3127375"/>
            <a:ext cx="10287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．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闭合，</a:t>
            </a:r>
            <a:r>
              <a:rPr kumimoji="0" lang="en-US" altLang="zh-CN" sz="10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kumimoji="0" lang="en-US" altLang="zh-CN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10290" name="Object 18">
            <a:extLst>
              <a:ext uri="{FF2B5EF4-FFF2-40B4-BE49-F238E27FC236}">
                <a16:creationId xmlns:a16="http://schemas.microsoft.com/office/drawing/2014/main" id="{D2658420-E396-491B-9157-B23F88BC4D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38800" y="1600200"/>
          <a:ext cx="3455988" cy="338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45" name="Visio" r:id="rId3" imgW="1186282" imgH="1158850" progId="Visio.Drawing.11">
                  <p:embed/>
                </p:oleObj>
              </mc:Choice>
              <mc:Fallback>
                <p:oleObj name="Visio" r:id="rId3" imgW="1186282" imgH="1158850" progId="Visio.Drawing.11">
                  <p:embed/>
                  <p:pic>
                    <p:nvPicPr>
                      <p:cNvPr id="310290" name="Object 18">
                        <a:extLst>
                          <a:ext uri="{FF2B5EF4-FFF2-40B4-BE49-F238E27FC236}">
                            <a16:creationId xmlns:a16="http://schemas.microsoft.com/office/drawing/2014/main" id="{D2658420-E396-491B-9157-B23F88BC4D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00200"/>
                        <a:ext cx="3455988" cy="338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0292" name="Object 20">
            <a:extLst>
              <a:ext uri="{FF2B5EF4-FFF2-40B4-BE49-F238E27FC236}">
                <a16:creationId xmlns:a16="http://schemas.microsoft.com/office/drawing/2014/main" id="{E3AE7DA7-7075-4047-A30A-C3FABF62E0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1074738"/>
          <a:ext cx="2351088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46" name="Equation" r:id="rId5" imgW="939600" imgH="241200" progId="Equation.DSMT4">
                  <p:embed/>
                </p:oleObj>
              </mc:Choice>
              <mc:Fallback>
                <p:oleObj name="Equation" r:id="rId5" imgW="939600" imgH="241200" progId="Equation.DSMT4">
                  <p:embed/>
                  <p:pic>
                    <p:nvPicPr>
                      <p:cNvPr id="310292" name="Object 20">
                        <a:extLst>
                          <a:ext uri="{FF2B5EF4-FFF2-40B4-BE49-F238E27FC236}">
                            <a16:creationId xmlns:a16="http://schemas.microsoft.com/office/drawing/2014/main" id="{E3AE7DA7-7075-4047-A30A-C3FABF62E0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074738"/>
                        <a:ext cx="2351088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0294" name="Rectangle 22">
            <a:extLst>
              <a:ext uri="{FF2B5EF4-FFF2-40B4-BE49-F238E27FC236}">
                <a16:creationId xmlns:a16="http://schemas.microsoft.com/office/drawing/2014/main" id="{B25FD7BC-1412-4223-A150-A5AF230E5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10293" name="Object 21">
            <a:extLst>
              <a:ext uri="{FF2B5EF4-FFF2-40B4-BE49-F238E27FC236}">
                <a16:creationId xmlns:a16="http://schemas.microsoft.com/office/drawing/2014/main" id="{FA6D02CB-31A6-4683-8505-98296AACF8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438" y="2952750"/>
          <a:ext cx="5368925" cy="1411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47" name="Equation" r:id="rId7" imgW="1803240" imgH="469800" progId="Equation.DSMT4">
                  <p:embed/>
                </p:oleObj>
              </mc:Choice>
              <mc:Fallback>
                <p:oleObj name="Equation" r:id="rId7" imgW="1803240" imgH="469800" progId="Equation.DSMT4">
                  <p:embed/>
                  <p:pic>
                    <p:nvPicPr>
                      <p:cNvPr id="310293" name="Object 21">
                        <a:extLst>
                          <a:ext uri="{FF2B5EF4-FFF2-40B4-BE49-F238E27FC236}">
                            <a16:creationId xmlns:a16="http://schemas.microsoft.com/office/drawing/2014/main" id="{FA6D02CB-31A6-4683-8505-98296AACF8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8" y="2952750"/>
                        <a:ext cx="5368925" cy="1411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863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5" grpId="0"/>
      <p:bldP spid="31027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576891E1-5A89-45E2-836D-AF0979718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>
                <a:solidFill>
                  <a:srgbClr val="000000"/>
                </a:solidFill>
              </a:rPr>
              <a:t>练习题</a:t>
            </a:r>
          </a:p>
          <a:p>
            <a:r>
              <a:rPr lang="en-US" altLang="zh-CN" b="1">
                <a:solidFill>
                  <a:srgbClr val="000000"/>
                </a:solidFill>
              </a:rPr>
              <a:t>4-2</a:t>
            </a:r>
            <a:r>
              <a:rPr lang="zh-CN" altLang="en-US" b="1">
                <a:solidFill>
                  <a:srgbClr val="000000"/>
                </a:solidFill>
              </a:rPr>
              <a:t>、</a:t>
            </a:r>
            <a:r>
              <a:rPr lang="en-US" altLang="zh-CN" b="1">
                <a:solidFill>
                  <a:srgbClr val="000000"/>
                </a:solidFill>
              </a:rPr>
              <a:t>4-3</a:t>
            </a:r>
            <a:r>
              <a:rPr lang="zh-CN" altLang="en-US" b="1">
                <a:solidFill>
                  <a:srgbClr val="000000"/>
                </a:solidFill>
              </a:rPr>
              <a:t>、</a:t>
            </a:r>
            <a:r>
              <a:rPr lang="en-US" altLang="zh-CN" b="1">
                <a:solidFill>
                  <a:srgbClr val="000000"/>
                </a:solidFill>
              </a:rPr>
              <a:t>4-4</a:t>
            </a:r>
            <a:r>
              <a:rPr lang="zh-CN" altLang="en-US" b="1">
                <a:solidFill>
                  <a:srgbClr val="000000"/>
                </a:solidFill>
              </a:rPr>
              <a:t>（叠加定理）</a:t>
            </a:r>
            <a:r>
              <a:rPr lang="en-US" altLang="zh-CN" b="1">
                <a:solidFill>
                  <a:srgbClr val="000000"/>
                </a:solidFill>
              </a:rPr>
              <a:t>4-7</a:t>
            </a:r>
            <a:r>
              <a:rPr lang="zh-CN" altLang="en-US" b="1">
                <a:solidFill>
                  <a:srgbClr val="000000"/>
                </a:solidFill>
              </a:rPr>
              <a:t>、</a:t>
            </a:r>
            <a:r>
              <a:rPr lang="en-US" altLang="zh-CN" b="1">
                <a:solidFill>
                  <a:srgbClr val="000000"/>
                </a:solidFill>
              </a:rPr>
              <a:t>4-8</a:t>
            </a:r>
          </a:p>
          <a:p>
            <a:r>
              <a:rPr lang="en-US" altLang="zh-CN" b="1">
                <a:solidFill>
                  <a:srgbClr val="000000"/>
                </a:solidFill>
              </a:rPr>
              <a:t>4-12</a:t>
            </a:r>
            <a:r>
              <a:rPr lang="zh-CN" altLang="en-US" b="1">
                <a:solidFill>
                  <a:srgbClr val="000000"/>
                </a:solidFill>
              </a:rPr>
              <a:t>，戴维南</a:t>
            </a:r>
          </a:p>
          <a:p>
            <a:r>
              <a:rPr lang="en-US" altLang="zh-CN" b="1">
                <a:solidFill>
                  <a:srgbClr val="000000"/>
                </a:solidFill>
              </a:rPr>
              <a:t>4-17</a:t>
            </a:r>
            <a:r>
              <a:rPr lang="zh-CN" altLang="en-US" b="1">
                <a:solidFill>
                  <a:srgbClr val="000000"/>
                </a:solidFill>
              </a:rPr>
              <a:t>，最大功率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Setting"/>
  <p:tag name="RAINPROBLEM" val="ProblemSetti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默认设计模板">
  <a:themeElements>
    <a:clrScheme name="默认设计模板 15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008000"/>
      </a:hlink>
      <a:folHlink>
        <a:srgbClr val="0080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003399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003399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5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008000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15">
      <a:dk1>
        <a:srgbClr val="3E3E5C"/>
      </a:dk1>
      <a:lt1>
        <a:srgbClr val="FFFFFF"/>
      </a:lt1>
      <a:dk2>
        <a:srgbClr val="666699"/>
      </a:dk2>
      <a:lt2>
        <a:srgbClr val="FFFFFF"/>
      </a:lt2>
      <a:accent1>
        <a:srgbClr val="60597B"/>
      </a:accent1>
      <a:accent2>
        <a:srgbClr val="6666FF"/>
      </a:accent2>
      <a:accent3>
        <a:srgbClr val="B8B8CA"/>
      </a:accent3>
      <a:accent4>
        <a:srgbClr val="DADADA"/>
      </a:accent4>
      <a:accent5>
        <a:srgbClr val="B6B5BF"/>
      </a:accent5>
      <a:accent6>
        <a:srgbClr val="5C5CE7"/>
      </a:accent6>
      <a:hlink>
        <a:srgbClr val="008000"/>
      </a:hlink>
      <a:folHlink>
        <a:srgbClr val="0080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003399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4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003399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5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008000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 2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9858</TotalTime>
  <Words>2530</Words>
  <Application>Microsoft Office PowerPoint</Application>
  <PresentationFormat>全屏显示(4:3)</PresentationFormat>
  <Paragraphs>440</Paragraphs>
  <Slides>50</Slides>
  <Notes>0</Notes>
  <HiddenSlides>8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50</vt:i4>
      </vt:variant>
    </vt:vector>
  </HeadingPairs>
  <TitlesOfParts>
    <vt:vector size="73" baseType="lpstr">
      <vt:lpstr>Gungsuh</vt:lpstr>
      <vt:lpstr>Microsoft Yahei</vt:lpstr>
      <vt:lpstr>Monotype Sorts</vt:lpstr>
      <vt:lpstr>仿宋_GB2312</vt:lpstr>
      <vt:lpstr>黑体</vt:lpstr>
      <vt:lpstr>华文行楷</vt:lpstr>
      <vt:lpstr>华文楷体</vt:lpstr>
      <vt:lpstr>楷体_GB2312</vt:lpstr>
      <vt:lpstr>宋体</vt:lpstr>
      <vt:lpstr>Arial</vt:lpstr>
      <vt:lpstr>Calibri</vt:lpstr>
      <vt:lpstr>Impact</vt:lpstr>
      <vt:lpstr>MT Extra</vt:lpstr>
      <vt:lpstr>Symbol</vt:lpstr>
      <vt:lpstr>Times New Roman</vt:lpstr>
      <vt:lpstr>Wingdings</vt:lpstr>
      <vt:lpstr>默认设计模板</vt:lpstr>
      <vt:lpstr>1_默认设计模板</vt:lpstr>
      <vt:lpstr>3_Office 主题</vt:lpstr>
      <vt:lpstr>Equation</vt:lpstr>
      <vt:lpstr>Visio</vt:lpstr>
      <vt:lpstr>公式</vt:lpstr>
      <vt:lpstr>Microsoft Visio 绘图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jxf</cp:lastModifiedBy>
  <cp:revision>934</cp:revision>
  <cp:lastPrinted>1601-01-01T00:00:00Z</cp:lastPrinted>
  <dcterms:created xsi:type="dcterms:W3CDTF">1601-01-01T00:00:00Z</dcterms:created>
  <dcterms:modified xsi:type="dcterms:W3CDTF">2018-10-11T02:27:49Z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