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 Chongjie" initials="MC" lastIdx="1" clrIdx="0">
    <p:extLst>
      <p:ext uri="{19B8F6BF-5375-455C-9EA6-DF929625EA0E}">
        <p15:presenceInfo xmlns:p15="http://schemas.microsoft.com/office/powerpoint/2012/main" userId="297e3fb0f4373db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ADBC7B-4347-451D-BF59-78D1D22BC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786ABAE-2D7E-45B6-93C9-304BA2042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002DF4-AEBF-4804-86E6-E2A646187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CDB1-2BEE-4A2F-ACBC-64AA16612E01}" type="datetimeFigureOut">
              <a:rPr lang="zh-CN" altLang="en-US" smtClean="0"/>
              <a:t>2020/9/28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5D43CB-FE32-4347-9760-6A0564070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4A5EB7-4FD2-4897-9418-48CDA4295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C6C5-D757-4282-B73D-861B2C945A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302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CDC20-A34F-46FE-9234-AD80A9400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0F187D-77FE-45F7-8A89-F100EBBF4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F045E4-9914-497F-9481-957C104E7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CDB1-2BEE-4A2F-ACBC-64AA16612E01}" type="datetimeFigureOut">
              <a:rPr lang="zh-CN" altLang="en-US" smtClean="0"/>
              <a:t>2020/9/28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C942AC-B1FD-456F-9CB9-AE3E6F3FC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3D31C5-6B59-42C1-923C-9CA1DC4E2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C6C5-D757-4282-B73D-861B2C945A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9900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9DFE5-6C17-455B-9750-4D523843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467A98-C1B3-4556-AFD3-37DDB69DC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4670C3-D13A-4BCA-A8AE-DE77C4A68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CDB1-2BEE-4A2F-ACBC-64AA16612E01}" type="datetimeFigureOut">
              <a:rPr lang="zh-CN" altLang="en-US" smtClean="0"/>
              <a:t>2020/9/28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2CE972-B173-46A2-9983-725FC4793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131A8B-F782-4F70-B88B-903A4742C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C6C5-D757-4282-B73D-861B2C945A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381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32F998-062F-4E64-8EA8-CC759B737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3A6922-31D6-493E-90F0-3777220E87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A431EF-6B3A-4823-A8B7-0E9661F5F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17807C-D5AE-4858-979C-D857AEA6D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CDB1-2BEE-4A2F-ACBC-64AA16612E01}" type="datetimeFigureOut">
              <a:rPr lang="zh-CN" altLang="en-US" smtClean="0"/>
              <a:t>2020/9/28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8A3A72-18F2-4F83-9EE1-0F06E726F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2973FD-F0E4-42B8-B37B-242C0629D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C6C5-D757-4282-B73D-861B2C945A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66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556578-0782-4557-9082-A0FC0F6DB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1D1E62-EACA-47E9-9159-D64DE2018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DF7DF8-EE36-4625-A617-162DCF85F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7F856A-5B54-4692-9AB0-7BA15B3BBA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0B4BE3-68E2-4805-8BE9-4B604CE688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EA340C1-C3E2-4A91-B078-A983F94E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CDB1-2BEE-4A2F-ACBC-64AA16612E01}" type="datetimeFigureOut">
              <a:rPr lang="zh-CN" altLang="en-US" smtClean="0"/>
              <a:t>2020/9/28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0F09CB4-D544-4C92-BED4-8154EE23E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B7D56EE-4387-4532-9675-41FA40906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C6C5-D757-4282-B73D-861B2C945A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158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487965-FA43-47BA-B4F2-3F08AC0C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FFBA84B-5497-43D1-B2E2-2EAE78BA2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CDB1-2BEE-4A2F-ACBC-64AA16612E01}" type="datetimeFigureOut">
              <a:rPr lang="zh-CN" altLang="en-US" smtClean="0"/>
              <a:t>2020/9/28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2390112-DEFA-414B-85A5-E4FE74A37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12889A-21DF-46C3-B739-670CC358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C6C5-D757-4282-B73D-861B2C945A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499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F2CCBFF-AB1E-4FEF-A090-5F11BBF72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CDB1-2BEE-4A2F-ACBC-64AA16612E01}" type="datetimeFigureOut">
              <a:rPr lang="zh-CN" altLang="en-US" smtClean="0"/>
              <a:t>2020/9/28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0293B0-098D-4D3C-A86C-32FD8FA0C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83E2D5-6166-40AE-816E-6A6A4AD90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C6C5-D757-4282-B73D-861B2C945A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362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3CCE81-135C-4166-80C7-F635D22F8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2AF4CD-F6A4-4196-8A31-F40BDC008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2B9098-CEEF-4DE7-AE81-DAF6051AD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67F0E7-53B7-499E-8C6E-94726D4F5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CDB1-2BEE-4A2F-ACBC-64AA16612E01}" type="datetimeFigureOut">
              <a:rPr lang="zh-CN" altLang="en-US" smtClean="0"/>
              <a:t>2020/9/28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5D651A-9343-4795-AC0A-9AE218BD2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560CEB-3CD4-4B6A-B208-FAB9D7DCE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C6C5-D757-4282-B73D-861B2C945A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68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34AEB9-1227-4E23-BF5B-7CE8ACDEC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0B4D3B2-CF3A-4379-AFB8-B148F0EE4D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92C6C6-ECCF-4303-A688-594467DA6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F3174E-BC2A-4253-A62F-807637C4C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CDB1-2BEE-4A2F-ACBC-64AA16612E01}" type="datetimeFigureOut">
              <a:rPr lang="zh-CN" altLang="en-US" smtClean="0"/>
              <a:t>2020/9/28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A26A0A-7C8A-42BB-97E4-B6ACB8F4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F8F80B-CC5C-4D10-905B-7FECD33C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C6C5-D757-4282-B73D-861B2C945A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24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BA170D-D250-4674-A427-A93D2BFC0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3B64A6-B5CA-4016-AEE1-DBACBAA1D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C8E45A-BC69-49E9-9560-54FD125EA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CDB1-2BEE-4A2F-ACBC-64AA16612E01}" type="datetimeFigureOut">
              <a:rPr lang="zh-CN" altLang="en-US" smtClean="0"/>
              <a:t>2020/9/28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A4D4C0-6DE7-42D9-ACCB-07430E054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7E2AD5-02C1-4D25-8C0A-E847DF08B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C6C5-D757-4282-B73D-861B2C945A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672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D6DD17-A962-4E1D-8ACC-2D29A4875F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0CA7DB-4346-4621-AB47-A2D90E8E5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8A12FE-55A1-40DC-8355-0619A9F6E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FCDB1-2BEE-4A2F-ACBC-64AA16612E01}" type="datetimeFigureOut">
              <a:rPr lang="zh-CN" altLang="en-US" smtClean="0"/>
              <a:t>2020/9/28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2EB480-29BB-45D0-9A19-CAC30E7D5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745170-D0DC-4769-BBA5-9F41E06ED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DC6C5-D757-4282-B73D-861B2C945A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60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5D3C5DD-2684-4A89-B6E2-E5F452090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BEC067-5A7E-47F5-8A77-874174F00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B1223E-9EAF-439A-B5C8-1197D9209C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FCDB1-2BEE-4A2F-ACBC-64AA16612E01}" type="datetimeFigureOut">
              <a:rPr lang="zh-CN" altLang="en-US" smtClean="0"/>
              <a:t>2020/9/28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686C19-3D98-45D8-A9D6-5C015D01D1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FA83A0-12DA-4324-9E32-2FD523B16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DC6C5-D757-4282-B73D-861B2C945A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127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5C81FD5E-F018-4AFC-A26A-27B10F95C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348" y="0"/>
            <a:ext cx="6185304" cy="6858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0D13172-3750-4F66-9913-74091471823F}"/>
              </a:ext>
            </a:extLst>
          </p:cNvPr>
          <p:cNvSpPr txBox="1"/>
          <p:nvPr/>
        </p:nvSpPr>
        <p:spPr>
          <a:xfrm>
            <a:off x="7980218" y="6317671"/>
            <a:ext cx="3888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小组成员：陈梓渲，朱雨豪，莫崇杰</a:t>
            </a:r>
          </a:p>
        </p:txBody>
      </p:sp>
    </p:spTree>
    <p:extLst>
      <p:ext uri="{BB962C8B-B14F-4D97-AF65-F5344CB8AC3E}">
        <p14:creationId xmlns:p14="http://schemas.microsoft.com/office/powerpoint/2010/main" val="2291211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A829731-D2B4-478E-B3CF-2E5567CCB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82" y="565684"/>
            <a:ext cx="10344101" cy="337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32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E5B4211-5922-414A-B7B5-810B8139C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67" y="602879"/>
            <a:ext cx="11078065" cy="424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63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6099BE-E238-4CE6-8504-827A2A478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51" y="802322"/>
            <a:ext cx="10109497" cy="410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168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ED796834-C99D-48F7-888D-52F48A30D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997" y="1175654"/>
            <a:ext cx="9231305" cy="110542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138E1C3-7AAF-4F77-A624-19D11DF464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114"/>
          <a:stretch/>
        </p:blipFill>
        <p:spPr>
          <a:xfrm>
            <a:off x="1760641" y="2348297"/>
            <a:ext cx="9034661" cy="66537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AA181CB-8953-4498-BA62-A6D24522F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353" y="3700331"/>
            <a:ext cx="9427949" cy="105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72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6CDEA78-D730-4CC4-9293-4A4F2EB69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77" y="664485"/>
            <a:ext cx="9817009" cy="465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736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C721747-541C-4DA5-A923-CA0F27009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296" y="1095869"/>
            <a:ext cx="8698937" cy="466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480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0A3C08F-B5B7-4600-A405-8A18C364B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21" y="737387"/>
            <a:ext cx="10256880" cy="440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499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A58863-432C-4A00-BB5E-A1B663DE9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23" y="660727"/>
            <a:ext cx="8446759" cy="578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835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A5B3E1B-B032-49AA-9294-1E8517871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160" y="1049033"/>
            <a:ext cx="9817839" cy="200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181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3FB2C95-F959-47F7-9F89-2A2DE94D6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871" y="808212"/>
            <a:ext cx="9908941" cy="338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828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BD1D7A6-616E-4E17-A992-E094C3E4D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112" y="898887"/>
            <a:ext cx="9984855" cy="468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858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133161C-4DE8-43C7-95EE-288C54195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645" y="821053"/>
            <a:ext cx="9915447" cy="193197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5D107B2-2E6A-4FF3-B0F9-391C96E45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263" y="2944762"/>
            <a:ext cx="7508807" cy="233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77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88D1DBF-D97D-4FEF-AE70-1A9E547B9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861" y="881593"/>
            <a:ext cx="9704623" cy="361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312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CA68B7C-AE87-4359-A6CB-1A46823ED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551" y="769896"/>
            <a:ext cx="5482055" cy="584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588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718A84-8EBC-4966-B6AF-2CC204DA0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278" y="754281"/>
            <a:ext cx="6391579" cy="585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500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4B59D8-D291-4ED9-83F7-4E2A817E2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18" y="720051"/>
            <a:ext cx="8333038" cy="525437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14C89DF-1699-4241-AD67-770FFE2D3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18" y="5974422"/>
            <a:ext cx="5241392" cy="66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22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230D45-08B1-4576-B700-CA7555BD7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47" y="816818"/>
            <a:ext cx="9717172" cy="3632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89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F417E8F-7E80-4CCC-B19A-80CFF74CA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78" y="816845"/>
            <a:ext cx="8907863" cy="583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29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E019D27-94E4-4BBD-A6A5-2A780AA6D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886" y="721771"/>
            <a:ext cx="8233451" cy="107753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1581524-7393-454E-B2E3-F3BA752A8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543" y="2094270"/>
            <a:ext cx="9885896" cy="408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631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ED2FED2-E17F-4C61-A219-19B9923AC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564" y="775703"/>
            <a:ext cx="9561048" cy="164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920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10</Words>
  <Application>Microsoft Office PowerPoint</Application>
  <PresentationFormat>宽屏</PresentationFormat>
  <Paragraphs>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Mo Chongjie</dc:creator>
  <cp:lastModifiedBy>Mo Chongjie</cp:lastModifiedBy>
  <cp:revision>10</cp:revision>
  <dcterms:created xsi:type="dcterms:W3CDTF">2020-09-28T10:35:26Z</dcterms:created>
  <dcterms:modified xsi:type="dcterms:W3CDTF">2020-09-28T12:15:52Z</dcterms:modified>
</cp:coreProperties>
</file>