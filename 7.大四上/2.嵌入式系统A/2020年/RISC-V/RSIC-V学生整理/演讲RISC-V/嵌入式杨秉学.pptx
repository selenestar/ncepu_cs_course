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302" r:id="rId3"/>
    <p:sldId id="285" r:id="rId4"/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2" r:id="rId21"/>
    <p:sldId id="283" r:id="rId22"/>
    <p:sldId id="284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8" r:id="rId34"/>
    <p:sldId id="299" r:id="rId35"/>
    <p:sldId id="296" r:id="rId36"/>
    <p:sldId id="297" r:id="rId37"/>
    <p:sldId id="300" r:id="rId38"/>
    <p:sldId id="273" r:id="rId39"/>
    <p:sldId id="303" r:id="rId40"/>
    <p:sldId id="308" r:id="rId41"/>
    <p:sldId id="309" r:id="rId42"/>
    <p:sldId id="281" r:id="rId4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true"/>
          <p:cNvCxnSpPr/>
          <p:nvPr userDrawn="true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78200" y="2829560"/>
            <a:ext cx="543496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" altLang="en-US" sz="7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RISC-V演讲</a:t>
            </a:r>
            <a:endParaRPr lang="" altLang="en-US" sz="7200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Text Box 2"/>
          <p:cNvSpPr txBox="true"/>
          <p:nvPr/>
        </p:nvSpPr>
        <p:spPr>
          <a:xfrm>
            <a:off x="6247765" y="4723765"/>
            <a:ext cx="4572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120171080212 </a:t>
            </a:r>
            <a:endParaRPr lang="" altLang="en-US"/>
          </a:p>
          <a:p>
            <a:r>
              <a:rPr lang="" altLang="en-US"/>
              <a:t>计算1702 楊秉學</a:t>
            </a:r>
            <a:endParaRPr lang="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37m49s54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vlcsnap-2020-10-05-13h20m57s61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22m20s33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25m17s67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true"/>
          <p:nvPr/>
        </p:nvSpPr>
        <p:spPr>
          <a:xfrm>
            <a:off x="444500" y="1473200"/>
            <a:ext cx="117322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sz="9600" b="1"/>
              <a:t>指令集架构位数</a:t>
            </a:r>
            <a:endParaRPr lang="" altLang="en-US" sz="9600" b="1"/>
          </a:p>
          <a:p>
            <a:r>
              <a:rPr lang="" altLang="en-US" sz="9600" b="1"/>
              <a:t>	= 寄存器的宽度</a:t>
            </a:r>
            <a:endParaRPr lang="" altLang="en-US" sz="9600" b="1"/>
          </a:p>
          <a:p>
            <a:r>
              <a:rPr lang="" altLang="en-US" sz="9600" b="1"/>
              <a:t>  !=编码长度</a:t>
            </a:r>
            <a:endParaRPr lang="" altLang="en-US" sz="9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36m27s25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38m34s22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  <p:pic>
        <p:nvPicPr>
          <p:cNvPr id="3" name="Picture 2" descr="vlcsnap-2020-10-05-13h38m34s22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40m06s01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41m58s44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45m10s58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47m08s52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47m36s25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48m06s505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0m10s107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true"/>
          <p:nvPr/>
        </p:nvSpPr>
        <p:spPr>
          <a:xfrm>
            <a:off x="951865" y="633730"/>
            <a:ext cx="792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设计哲学</a:t>
            </a:r>
            <a:endParaRPr lang="" altLang="en-US"/>
          </a:p>
        </p:txBody>
      </p:sp>
      <p:sp>
        <p:nvSpPr>
          <p:cNvPr id="3" name="Rectangle 2"/>
          <p:cNvSpPr/>
          <p:nvPr/>
        </p:nvSpPr>
        <p:spPr>
          <a:xfrm>
            <a:off x="1833245" y="2025650"/>
            <a:ext cx="800735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" altLang="en-US" sz="96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欲练神功</a:t>
            </a:r>
            <a:endParaRPr lang="" altLang="en-US" sz="9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0m41s195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3m30s35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4m42s608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6m31s08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7m33s53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8m11s597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3h59m25s5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04m57s80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06m35s20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06m56s98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09m56s94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14m53s64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0m43s25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1m40s77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2m19s172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8m20s849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8m43s78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7m02s13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7m18s54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58229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29m34s89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30m23s539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  <p:sp>
        <p:nvSpPr>
          <p:cNvPr id="3" name="Text Box 2"/>
          <p:cNvSpPr txBox="true"/>
          <p:nvPr/>
        </p:nvSpPr>
        <p:spPr>
          <a:xfrm>
            <a:off x="1066800" y="2553970"/>
            <a:ext cx="4036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b="1"/>
              <a:t>易造成死锁</a:t>
            </a:r>
            <a:endParaRPr lang="" altLang="en-US" b="1"/>
          </a:p>
          <a:p>
            <a:endParaRPr lang="" altLang="en-US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31m39s409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vlcsnap-2020-10-05-14h32m34s11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vlcsnap-2020-10-05-14h33m07s90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000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2020-09-28_19:09:23_select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551180"/>
            <a:ext cx="10058400" cy="5702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Presentation</Application>
  <PresentationFormat>宽屏</PresentationFormat>
  <Paragraphs>16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Arial</vt:lpstr>
      <vt:lpstr>SimSun</vt:lpstr>
      <vt:lpstr>Wingdings</vt:lpstr>
      <vt:lpstr>DejaVu Sans</vt:lpstr>
      <vt:lpstr>宋体</vt:lpstr>
      <vt:lpstr>Arial Unicode MS</vt:lpstr>
      <vt:lpstr>Arial Black</vt:lpstr>
      <vt:lpstr>微软雅黑</vt:lpstr>
      <vt:lpstr>AR PL KaitiM Big5 [unknown]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</dc:creator>
  <cp:lastModifiedBy>tony</cp:lastModifiedBy>
  <cp:revision>43</cp:revision>
  <dcterms:created xsi:type="dcterms:W3CDTF">2020-10-05T05:35:06Z</dcterms:created>
  <dcterms:modified xsi:type="dcterms:W3CDTF">2020-10-05T05:35:06Z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1033-11.1.0.9662</vt:lpwstr>
  </property>
</Properties>
</file>