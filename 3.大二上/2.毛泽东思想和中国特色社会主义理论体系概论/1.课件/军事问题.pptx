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44"/>
  </p:notesMasterIdLst>
  <p:sldIdLst>
    <p:sldId id="256" r:id="rId3"/>
    <p:sldId id="299" r:id="rId4"/>
    <p:sldId id="262" r:id="rId5"/>
    <p:sldId id="259" r:id="rId6"/>
    <p:sldId id="260" r:id="rId7"/>
    <p:sldId id="297" r:id="rId8"/>
    <p:sldId id="279" r:id="rId9"/>
    <p:sldId id="298" r:id="rId10"/>
    <p:sldId id="261" r:id="rId11"/>
    <p:sldId id="263" r:id="rId12"/>
    <p:sldId id="264" r:id="rId13"/>
    <p:sldId id="265" r:id="rId14"/>
    <p:sldId id="266" r:id="rId15"/>
    <p:sldId id="267" r:id="rId16"/>
    <p:sldId id="268" r:id="rId17"/>
    <p:sldId id="269" r:id="rId18"/>
    <p:sldId id="270" r:id="rId19"/>
    <p:sldId id="271" r:id="rId20"/>
    <p:sldId id="272" r:id="rId21"/>
    <p:sldId id="274" r:id="rId22"/>
    <p:sldId id="273" r:id="rId23"/>
    <p:sldId id="277" r:id="rId24"/>
    <p:sldId id="276" r:id="rId25"/>
    <p:sldId id="275" r:id="rId26"/>
    <p:sldId id="278" r:id="rId27"/>
    <p:sldId id="280" r:id="rId28"/>
    <p:sldId id="281" r:id="rId29"/>
    <p:sldId id="282" r:id="rId30"/>
    <p:sldId id="283" r:id="rId31"/>
    <p:sldId id="284" r:id="rId32"/>
    <p:sldId id="286" r:id="rId33"/>
    <p:sldId id="287" r:id="rId34"/>
    <p:sldId id="288" r:id="rId35"/>
    <p:sldId id="289" r:id="rId36"/>
    <p:sldId id="290" r:id="rId37"/>
    <p:sldId id="291" r:id="rId38"/>
    <p:sldId id="292" r:id="rId39"/>
    <p:sldId id="293" r:id="rId40"/>
    <p:sldId id="294" r:id="rId41"/>
    <p:sldId id="295" r:id="rId42"/>
    <p:sldId id="296" r:id="rId43"/>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144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s>
</file>

<file path=ppt/diagrams/_rels/data1.xml.rels><?xml version="1.0" encoding="UTF-8" standalone="yes"?>
<Relationships xmlns="http://schemas.openxmlformats.org/package/2006/relationships"><Relationship Id="rId1" Type="http://schemas.openxmlformats.org/officeDocument/2006/relationships/image" Target="../media/image9.png"/></Relationships>
</file>

<file path=ppt/diagrams/_rels/drawing1.xml.rels><?xml version="1.0" encoding="UTF-8" standalone="yes"?>
<Relationships xmlns="http://schemas.openxmlformats.org/package/2006/relationships"><Relationship Id="rId1" Type="http://schemas.openxmlformats.org/officeDocument/2006/relationships/image" Target="../media/image9.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CDF2BD6-AE0A-45CA-8D6E-C3F2F4163767}" type="doc">
      <dgm:prSet loTypeId="urn:microsoft.com/office/officeart/2005/8/layout/radial2" loCatId="relationship" qsTypeId="urn:microsoft.com/office/officeart/2005/8/quickstyle/simple1" qsCatId="simple" csTypeId="urn:microsoft.com/office/officeart/2005/8/colors/accent1_2" csCatId="accent1" phldr="1"/>
      <dgm:spPr/>
      <dgm:t>
        <a:bodyPr/>
        <a:lstStyle/>
        <a:p>
          <a:endParaRPr lang="zh-CN" altLang="en-US"/>
        </a:p>
      </dgm:t>
    </dgm:pt>
    <dgm:pt modelId="{FBA8E21D-53AA-42B3-A7F6-96594441DB98}">
      <dgm:prSet phldrT="[文本]"/>
      <dgm:spPr/>
      <dgm:t>
        <a:bodyPr/>
        <a:lstStyle/>
        <a:p>
          <a:r>
            <a:rPr lang="zh-CN" altLang="en-US" dirty="0" smtClean="0"/>
            <a:t>东北</a:t>
          </a:r>
          <a:endParaRPr lang="zh-CN" altLang="en-US" dirty="0"/>
        </a:p>
      </dgm:t>
    </dgm:pt>
    <dgm:pt modelId="{1E6EC4E4-5AAF-40DC-9ECC-74264C0CBF9F}" type="parTrans" cxnId="{E438CFA2-EE1A-407B-80AB-564F8129BF75}">
      <dgm:prSet/>
      <dgm:spPr/>
      <dgm:t>
        <a:bodyPr/>
        <a:lstStyle/>
        <a:p>
          <a:endParaRPr lang="zh-CN" altLang="en-US"/>
        </a:p>
      </dgm:t>
    </dgm:pt>
    <dgm:pt modelId="{6B9C4811-8C93-4C87-A5AE-44B26CADF947}" type="sibTrans" cxnId="{E438CFA2-EE1A-407B-80AB-564F8129BF75}">
      <dgm:prSet/>
      <dgm:spPr/>
      <dgm:t>
        <a:bodyPr/>
        <a:lstStyle/>
        <a:p>
          <a:endParaRPr lang="zh-CN" altLang="en-US"/>
        </a:p>
      </dgm:t>
    </dgm:pt>
    <dgm:pt modelId="{EB675981-CBC1-4D46-A221-EF8775E72B5D}">
      <dgm:prSet phldrT="[文本]" custT="1"/>
      <dgm:spPr/>
      <dgm:t>
        <a:bodyPr/>
        <a:lstStyle/>
        <a:p>
          <a:r>
            <a:rPr lang="zh-CN" altLang="en-US" sz="2000" b="1" dirty="0" smtClean="0"/>
            <a:t>党：高岗</a:t>
          </a:r>
          <a:endParaRPr lang="zh-CN" altLang="en-US" sz="2000" b="1" dirty="0"/>
        </a:p>
      </dgm:t>
    </dgm:pt>
    <dgm:pt modelId="{44212969-656D-4B82-BD2A-0F98F0EA3A1F}" type="parTrans" cxnId="{CE1FF545-E0DC-4680-A87B-310413639DF4}">
      <dgm:prSet/>
      <dgm:spPr/>
      <dgm:t>
        <a:bodyPr/>
        <a:lstStyle/>
        <a:p>
          <a:endParaRPr lang="zh-CN" altLang="en-US"/>
        </a:p>
      </dgm:t>
    </dgm:pt>
    <dgm:pt modelId="{B48D43C5-B716-4D07-86E7-FB5FFCC584CB}" type="sibTrans" cxnId="{CE1FF545-E0DC-4680-A87B-310413639DF4}">
      <dgm:prSet/>
      <dgm:spPr/>
      <dgm:t>
        <a:bodyPr/>
        <a:lstStyle/>
        <a:p>
          <a:endParaRPr lang="zh-CN" altLang="en-US"/>
        </a:p>
      </dgm:t>
    </dgm:pt>
    <dgm:pt modelId="{52132D77-2BFC-4790-B687-91D311416C07}">
      <dgm:prSet phldrT="[文本]" custT="1"/>
      <dgm:spPr/>
      <dgm:t>
        <a:bodyPr/>
        <a:lstStyle/>
        <a:p>
          <a:r>
            <a:rPr lang="zh-CN" altLang="en-US" sz="2000" b="1" dirty="0" smtClean="0"/>
            <a:t>政：高岗</a:t>
          </a:r>
          <a:endParaRPr lang="zh-CN" altLang="en-US" sz="2000" b="1" dirty="0"/>
        </a:p>
      </dgm:t>
    </dgm:pt>
    <dgm:pt modelId="{B7C2AD6A-17F4-402C-B394-FA4F9F974C7C}" type="parTrans" cxnId="{5F81427D-A896-4FC5-BFD1-A16FA807A5AC}">
      <dgm:prSet/>
      <dgm:spPr/>
      <dgm:t>
        <a:bodyPr/>
        <a:lstStyle/>
        <a:p>
          <a:endParaRPr lang="zh-CN" altLang="en-US"/>
        </a:p>
      </dgm:t>
    </dgm:pt>
    <dgm:pt modelId="{073CD4EE-AECC-41EC-BDC3-F93227B9EDD2}" type="sibTrans" cxnId="{5F81427D-A896-4FC5-BFD1-A16FA807A5AC}">
      <dgm:prSet/>
      <dgm:spPr/>
      <dgm:t>
        <a:bodyPr/>
        <a:lstStyle/>
        <a:p>
          <a:endParaRPr lang="zh-CN" altLang="en-US"/>
        </a:p>
      </dgm:t>
    </dgm:pt>
    <dgm:pt modelId="{F1EEFD3E-1B0D-4398-9585-FC4F82F84F80}">
      <dgm:prSet phldrT="[文本]"/>
      <dgm:spPr/>
      <dgm:t>
        <a:bodyPr/>
        <a:lstStyle/>
        <a:p>
          <a:r>
            <a:rPr lang="zh-CN" altLang="en-US" dirty="0" smtClean="0"/>
            <a:t>华北</a:t>
          </a:r>
          <a:endParaRPr lang="zh-CN" altLang="en-US" dirty="0"/>
        </a:p>
      </dgm:t>
    </dgm:pt>
    <dgm:pt modelId="{01A425F9-1548-49D1-9271-21B642FF5400}" type="parTrans" cxnId="{E9AE13D2-CC0A-4725-B72C-EB4E16714314}">
      <dgm:prSet/>
      <dgm:spPr/>
      <dgm:t>
        <a:bodyPr/>
        <a:lstStyle/>
        <a:p>
          <a:endParaRPr lang="zh-CN" altLang="en-US"/>
        </a:p>
      </dgm:t>
    </dgm:pt>
    <dgm:pt modelId="{E6C8B960-226E-4447-AF13-0B8692AE4E52}" type="sibTrans" cxnId="{E9AE13D2-CC0A-4725-B72C-EB4E16714314}">
      <dgm:prSet/>
      <dgm:spPr/>
      <dgm:t>
        <a:bodyPr/>
        <a:lstStyle/>
        <a:p>
          <a:endParaRPr lang="zh-CN" altLang="en-US"/>
        </a:p>
      </dgm:t>
    </dgm:pt>
    <dgm:pt modelId="{CEA1AC30-0202-46B4-8867-611B5D620A61}">
      <dgm:prSet phldrT="[文本]"/>
      <dgm:spPr/>
      <dgm:t>
        <a:bodyPr/>
        <a:lstStyle/>
        <a:p>
          <a:r>
            <a:rPr lang="zh-CN" altLang="en-US" b="1" dirty="0" smtClean="0"/>
            <a:t>党：薄一波</a:t>
          </a:r>
          <a:endParaRPr lang="zh-CN" altLang="en-US" b="1" dirty="0"/>
        </a:p>
      </dgm:t>
    </dgm:pt>
    <dgm:pt modelId="{0FC929D7-4080-4FC8-B6C1-5A3F3A30FB58}" type="parTrans" cxnId="{D6A8C56D-9FF3-4B10-80E6-BD97A03FFE22}">
      <dgm:prSet/>
      <dgm:spPr/>
      <dgm:t>
        <a:bodyPr/>
        <a:lstStyle/>
        <a:p>
          <a:endParaRPr lang="zh-CN" altLang="en-US"/>
        </a:p>
      </dgm:t>
    </dgm:pt>
    <dgm:pt modelId="{060A0A7B-1961-4FBE-95DF-BAE551432F1F}" type="sibTrans" cxnId="{D6A8C56D-9FF3-4B10-80E6-BD97A03FFE22}">
      <dgm:prSet/>
      <dgm:spPr/>
      <dgm:t>
        <a:bodyPr/>
        <a:lstStyle/>
        <a:p>
          <a:endParaRPr lang="zh-CN" altLang="en-US"/>
        </a:p>
      </dgm:t>
    </dgm:pt>
    <dgm:pt modelId="{982D1710-4D75-43D0-8E9B-F84EC1156B2B}">
      <dgm:prSet phldrT="[文本]"/>
      <dgm:spPr/>
      <dgm:t>
        <a:bodyPr/>
        <a:lstStyle/>
        <a:p>
          <a:r>
            <a:rPr lang="zh-CN" altLang="en-US" dirty="0" smtClean="0"/>
            <a:t>华东</a:t>
          </a:r>
          <a:endParaRPr lang="zh-CN" altLang="en-US" dirty="0"/>
        </a:p>
      </dgm:t>
    </dgm:pt>
    <dgm:pt modelId="{81104029-7906-4994-B17C-4757140573BD}" type="parTrans" cxnId="{D7AC482C-F0EB-4B70-A7F1-9EB96ACF6056}">
      <dgm:prSet/>
      <dgm:spPr/>
      <dgm:t>
        <a:bodyPr/>
        <a:lstStyle/>
        <a:p>
          <a:endParaRPr lang="zh-CN" altLang="en-US"/>
        </a:p>
      </dgm:t>
    </dgm:pt>
    <dgm:pt modelId="{EA7DAC50-F589-4925-B412-2626A73159A5}" type="sibTrans" cxnId="{D7AC482C-F0EB-4B70-A7F1-9EB96ACF6056}">
      <dgm:prSet/>
      <dgm:spPr/>
      <dgm:t>
        <a:bodyPr/>
        <a:lstStyle/>
        <a:p>
          <a:endParaRPr lang="zh-CN" altLang="en-US"/>
        </a:p>
      </dgm:t>
    </dgm:pt>
    <dgm:pt modelId="{C9A9B649-576F-4403-BBAD-A0E52E082DC6}">
      <dgm:prSet phldrT="[文本]"/>
      <dgm:spPr/>
      <dgm:t>
        <a:bodyPr/>
        <a:lstStyle/>
        <a:p>
          <a:r>
            <a:rPr lang="zh-CN" altLang="en-US" b="1" dirty="0" smtClean="0"/>
            <a:t>党：饶漱石</a:t>
          </a:r>
          <a:endParaRPr lang="zh-CN" altLang="en-US" b="1" dirty="0"/>
        </a:p>
      </dgm:t>
    </dgm:pt>
    <dgm:pt modelId="{75F01532-107F-4452-BD75-A628A9A29200}" type="parTrans" cxnId="{FA69270D-B436-4070-A24A-9E0E582C5BC6}">
      <dgm:prSet/>
      <dgm:spPr/>
      <dgm:t>
        <a:bodyPr/>
        <a:lstStyle/>
        <a:p>
          <a:endParaRPr lang="zh-CN" altLang="en-US"/>
        </a:p>
      </dgm:t>
    </dgm:pt>
    <dgm:pt modelId="{E77D59AB-CB20-4218-998A-D2FB20BEE662}" type="sibTrans" cxnId="{FA69270D-B436-4070-A24A-9E0E582C5BC6}">
      <dgm:prSet/>
      <dgm:spPr/>
      <dgm:t>
        <a:bodyPr/>
        <a:lstStyle/>
        <a:p>
          <a:endParaRPr lang="zh-CN" altLang="en-US"/>
        </a:p>
      </dgm:t>
    </dgm:pt>
    <dgm:pt modelId="{C4533AFB-FBF4-4F04-BCAE-265CC4E44D26}">
      <dgm:prSet phldrT="[文本]"/>
      <dgm:spPr/>
      <dgm:t>
        <a:bodyPr/>
        <a:lstStyle/>
        <a:p>
          <a:r>
            <a:rPr lang="zh-CN" altLang="en-US" b="1" dirty="0" smtClean="0"/>
            <a:t>军：陈毅</a:t>
          </a:r>
          <a:endParaRPr lang="zh-CN" altLang="en-US" b="1" dirty="0"/>
        </a:p>
      </dgm:t>
    </dgm:pt>
    <dgm:pt modelId="{CB3165D3-38FC-4AE1-AB9F-898E7498B889}" type="parTrans" cxnId="{0F843F2D-BB6D-4DCE-9BC0-6A2774086C27}">
      <dgm:prSet/>
      <dgm:spPr/>
      <dgm:t>
        <a:bodyPr/>
        <a:lstStyle/>
        <a:p>
          <a:endParaRPr lang="zh-CN" altLang="en-US"/>
        </a:p>
      </dgm:t>
    </dgm:pt>
    <dgm:pt modelId="{BA5DE9F9-5C71-4D48-9D45-1913388EF6C8}" type="sibTrans" cxnId="{0F843F2D-BB6D-4DCE-9BC0-6A2774086C27}">
      <dgm:prSet/>
      <dgm:spPr/>
      <dgm:t>
        <a:bodyPr/>
        <a:lstStyle/>
        <a:p>
          <a:endParaRPr lang="zh-CN" altLang="en-US"/>
        </a:p>
      </dgm:t>
    </dgm:pt>
    <dgm:pt modelId="{A062DE2E-9F5F-4106-815A-2598AE1C05D4}">
      <dgm:prSet phldrT="[文本]"/>
      <dgm:spPr/>
      <dgm:t>
        <a:bodyPr/>
        <a:lstStyle/>
        <a:p>
          <a:r>
            <a:rPr lang="zh-CN" altLang="en-US" b="1" dirty="0" smtClean="0"/>
            <a:t>政：董必武</a:t>
          </a:r>
          <a:endParaRPr lang="zh-CN" altLang="en-US" b="1" dirty="0"/>
        </a:p>
      </dgm:t>
    </dgm:pt>
    <dgm:pt modelId="{5C3070E1-30AE-4947-893D-BAAB0B64E335}" type="parTrans" cxnId="{AB69E80D-4203-4366-B116-8D224D9C4E19}">
      <dgm:prSet/>
      <dgm:spPr/>
      <dgm:t>
        <a:bodyPr/>
        <a:lstStyle/>
        <a:p>
          <a:endParaRPr lang="zh-CN" altLang="en-US"/>
        </a:p>
      </dgm:t>
    </dgm:pt>
    <dgm:pt modelId="{7DFCAA52-19DC-447E-9233-EA21F50B1622}" type="sibTrans" cxnId="{AB69E80D-4203-4366-B116-8D224D9C4E19}">
      <dgm:prSet/>
      <dgm:spPr/>
      <dgm:t>
        <a:bodyPr/>
        <a:lstStyle/>
        <a:p>
          <a:endParaRPr lang="zh-CN" altLang="en-US"/>
        </a:p>
      </dgm:t>
    </dgm:pt>
    <dgm:pt modelId="{9F44B290-CB95-4F44-91F2-58334552B947}">
      <dgm:prSet phldrT="[文本]"/>
      <dgm:spPr/>
      <dgm:t>
        <a:bodyPr/>
        <a:lstStyle/>
        <a:p>
          <a:r>
            <a:rPr lang="zh-CN" altLang="en-US" b="1" dirty="0" smtClean="0"/>
            <a:t>军：聂荣臻</a:t>
          </a:r>
          <a:endParaRPr lang="zh-CN" altLang="en-US" b="1" dirty="0"/>
        </a:p>
      </dgm:t>
    </dgm:pt>
    <dgm:pt modelId="{316CFF7A-2D9C-4C16-B74A-AC243ECA7FAC}" type="parTrans" cxnId="{1186DFE5-AD0B-425C-89D0-EEBC58B2C4A6}">
      <dgm:prSet/>
      <dgm:spPr/>
      <dgm:t>
        <a:bodyPr/>
        <a:lstStyle/>
        <a:p>
          <a:endParaRPr lang="zh-CN" altLang="en-US"/>
        </a:p>
      </dgm:t>
    </dgm:pt>
    <dgm:pt modelId="{0DB94587-72FD-47FA-A656-C315E3101106}" type="sibTrans" cxnId="{1186DFE5-AD0B-425C-89D0-EEBC58B2C4A6}">
      <dgm:prSet/>
      <dgm:spPr/>
      <dgm:t>
        <a:bodyPr/>
        <a:lstStyle/>
        <a:p>
          <a:endParaRPr lang="zh-CN" altLang="en-US"/>
        </a:p>
      </dgm:t>
    </dgm:pt>
    <dgm:pt modelId="{A9C37C6D-05CB-44AF-B87A-BAF5F16503F8}">
      <dgm:prSet phldrT="[文本]" custT="1"/>
      <dgm:spPr/>
      <dgm:t>
        <a:bodyPr/>
        <a:lstStyle/>
        <a:p>
          <a:r>
            <a:rPr lang="zh-CN" altLang="en-US" sz="2000" b="1" dirty="0" smtClean="0"/>
            <a:t>军：高岗</a:t>
          </a:r>
          <a:endParaRPr lang="zh-CN" altLang="en-US" sz="2000" b="1" dirty="0"/>
        </a:p>
      </dgm:t>
    </dgm:pt>
    <dgm:pt modelId="{ACC62CF6-2DAE-4278-B7FB-E3D1F0FE60A0}" type="parTrans" cxnId="{F1F6EBF5-9B07-4A1E-9F16-D1FDB6C215C1}">
      <dgm:prSet/>
      <dgm:spPr/>
      <dgm:t>
        <a:bodyPr/>
        <a:lstStyle/>
        <a:p>
          <a:endParaRPr lang="zh-CN" altLang="en-US"/>
        </a:p>
      </dgm:t>
    </dgm:pt>
    <dgm:pt modelId="{ABB1D6F7-1629-4C6D-AABF-767A53D1BB5C}" type="sibTrans" cxnId="{F1F6EBF5-9B07-4A1E-9F16-D1FDB6C215C1}">
      <dgm:prSet/>
      <dgm:spPr/>
      <dgm:t>
        <a:bodyPr/>
        <a:lstStyle/>
        <a:p>
          <a:endParaRPr lang="zh-CN" altLang="en-US"/>
        </a:p>
      </dgm:t>
    </dgm:pt>
    <dgm:pt modelId="{8ED4B100-5D82-46D3-BFB3-4BB4DFFD4803}">
      <dgm:prSet phldrT="[文本]"/>
      <dgm:spPr/>
      <dgm:t>
        <a:bodyPr/>
        <a:lstStyle/>
        <a:p>
          <a:r>
            <a:rPr lang="zh-CN" altLang="en-US" b="1" dirty="0" smtClean="0"/>
            <a:t>政：饶漱石</a:t>
          </a:r>
          <a:endParaRPr lang="zh-CN" altLang="en-US" b="1" dirty="0"/>
        </a:p>
      </dgm:t>
    </dgm:pt>
    <dgm:pt modelId="{449E24BD-4295-44F9-A865-9825AA89E4C2}" type="parTrans" cxnId="{4B0599F9-D5BA-4243-B6FB-8A1DDC2C1B42}">
      <dgm:prSet/>
      <dgm:spPr/>
      <dgm:t>
        <a:bodyPr/>
        <a:lstStyle/>
        <a:p>
          <a:endParaRPr lang="zh-CN" altLang="en-US"/>
        </a:p>
      </dgm:t>
    </dgm:pt>
    <dgm:pt modelId="{BCB99B0C-4133-4039-9B83-CF9B73C08C78}" type="sibTrans" cxnId="{4B0599F9-D5BA-4243-B6FB-8A1DDC2C1B42}">
      <dgm:prSet/>
      <dgm:spPr/>
      <dgm:t>
        <a:bodyPr/>
        <a:lstStyle/>
        <a:p>
          <a:endParaRPr lang="zh-CN" altLang="en-US"/>
        </a:p>
      </dgm:t>
    </dgm:pt>
    <dgm:pt modelId="{5CB32F8B-E83B-479D-BDF5-3F937D010D1F}">
      <dgm:prSet phldrT="[文本]"/>
      <dgm:spPr/>
      <dgm:t>
        <a:bodyPr/>
        <a:lstStyle/>
        <a:p>
          <a:r>
            <a:rPr lang="zh-CN" altLang="en-US" dirty="0" smtClean="0"/>
            <a:t>西北</a:t>
          </a:r>
          <a:endParaRPr lang="zh-CN" altLang="en-US" dirty="0"/>
        </a:p>
      </dgm:t>
    </dgm:pt>
    <dgm:pt modelId="{CC84D0ED-6F09-46A4-B785-2A484F47E4EC}" type="parTrans" cxnId="{68758AC4-F41F-4C8B-8472-1B6B88AF6C0D}">
      <dgm:prSet/>
      <dgm:spPr/>
      <dgm:t>
        <a:bodyPr/>
        <a:lstStyle/>
        <a:p>
          <a:endParaRPr lang="zh-CN" altLang="en-US"/>
        </a:p>
      </dgm:t>
    </dgm:pt>
    <dgm:pt modelId="{4FBF24C8-2B02-451F-95E7-48745830821F}" type="sibTrans" cxnId="{68758AC4-F41F-4C8B-8472-1B6B88AF6C0D}">
      <dgm:prSet/>
      <dgm:spPr/>
      <dgm:t>
        <a:bodyPr/>
        <a:lstStyle/>
        <a:p>
          <a:endParaRPr lang="zh-CN" altLang="en-US"/>
        </a:p>
      </dgm:t>
    </dgm:pt>
    <dgm:pt modelId="{B19C6667-5EC4-4566-8962-3D41A2CAAFE8}">
      <dgm:prSet phldrT="[文本]"/>
      <dgm:spPr/>
      <dgm:t>
        <a:bodyPr/>
        <a:lstStyle/>
        <a:p>
          <a:r>
            <a:rPr lang="zh-CN" altLang="en-US" b="1" dirty="0" smtClean="0"/>
            <a:t>党：彭德怀</a:t>
          </a:r>
          <a:endParaRPr lang="zh-CN" altLang="en-US" b="1" dirty="0"/>
        </a:p>
      </dgm:t>
    </dgm:pt>
    <dgm:pt modelId="{40D1B2BA-12C0-4564-A3D0-50CECFA41594}" type="parTrans" cxnId="{FECF2BA6-D564-407E-A35B-A85F8FA97390}">
      <dgm:prSet/>
      <dgm:spPr/>
      <dgm:t>
        <a:bodyPr/>
        <a:lstStyle/>
        <a:p>
          <a:endParaRPr lang="zh-CN" altLang="en-US"/>
        </a:p>
      </dgm:t>
    </dgm:pt>
    <dgm:pt modelId="{8DC263BE-8CC9-43EA-8C24-4B94851AFF1B}" type="sibTrans" cxnId="{FECF2BA6-D564-407E-A35B-A85F8FA97390}">
      <dgm:prSet/>
      <dgm:spPr/>
      <dgm:t>
        <a:bodyPr/>
        <a:lstStyle/>
        <a:p>
          <a:endParaRPr lang="zh-CN" altLang="en-US"/>
        </a:p>
      </dgm:t>
    </dgm:pt>
    <dgm:pt modelId="{06BDA94D-DE4F-4430-AC5F-5845A7286170}">
      <dgm:prSet phldrT="[文本]"/>
      <dgm:spPr/>
      <dgm:t>
        <a:bodyPr/>
        <a:lstStyle/>
        <a:p>
          <a:r>
            <a:rPr lang="zh-CN" altLang="en-US" b="1" dirty="0" smtClean="0"/>
            <a:t>政：彭德怀</a:t>
          </a:r>
          <a:endParaRPr lang="zh-CN" altLang="en-US" b="1" dirty="0"/>
        </a:p>
      </dgm:t>
    </dgm:pt>
    <dgm:pt modelId="{64FFD9CB-4FDC-432D-92F5-D8D022F8FBFE}" type="parTrans" cxnId="{D413A7BD-0642-41F8-AA93-A592F015A856}">
      <dgm:prSet/>
      <dgm:spPr/>
      <dgm:t>
        <a:bodyPr/>
        <a:lstStyle/>
        <a:p>
          <a:endParaRPr lang="zh-CN" altLang="en-US"/>
        </a:p>
      </dgm:t>
    </dgm:pt>
    <dgm:pt modelId="{2F84F171-C080-4295-AAF1-6A618B9044DB}" type="sibTrans" cxnId="{D413A7BD-0642-41F8-AA93-A592F015A856}">
      <dgm:prSet/>
      <dgm:spPr/>
      <dgm:t>
        <a:bodyPr/>
        <a:lstStyle/>
        <a:p>
          <a:endParaRPr lang="zh-CN" altLang="en-US"/>
        </a:p>
      </dgm:t>
    </dgm:pt>
    <dgm:pt modelId="{5A3CA975-0F63-4C58-B6E0-E235197D29EA}">
      <dgm:prSet phldrT="[文本]"/>
      <dgm:spPr/>
      <dgm:t>
        <a:bodyPr/>
        <a:lstStyle/>
        <a:p>
          <a:r>
            <a:rPr lang="zh-CN" altLang="en-US" b="1" dirty="0" smtClean="0"/>
            <a:t>军：彭德怀</a:t>
          </a:r>
          <a:endParaRPr lang="zh-CN" altLang="en-US" b="1" dirty="0"/>
        </a:p>
      </dgm:t>
    </dgm:pt>
    <dgm:pt modelId="{3DF84B57-6AAC-4A2D-A2E5-D390598D0C9A}" type="parTrans" cxnId="{FDDEB70E-E989-4227-A478-A1E34E6D8F2D}">
      <dgm:prSet/>
      <dgm:spPr/>
      <dgm:t>
        <a:bodyPr/>
        <a:lstStyle/>
        <a:p>
          <a:endParaRPr lang="zh-CN" altLang="en-US"/>
        </a:p>
      </dgm:t>
    </dgm:pt>
    <dgm:pt modelId="{DB7963F8-939F-455B-B6B9-05985FD7A390}" type="sibTrans" cxnId="{FDDEB70E-E989-4227-A478-A1E34E6D8F2D}">
      <dgm:prSet/>
      <dgm:spPr/>
      <dgm:t>
        <a:bodyPr/>
        <a:lstStyle/>
        <a:p>
          <a:endParaRPr lang="zh-CN" altLang="en-US"/>
        </a:p>
      </dgm:t>
    </dgm:pt>
    <dgm:pt modelId="{66ECD4E3-6E0D-4468-9C82-22D4AB0C18DC}">
      <dgm:prSet phldrT="[文本]"/>
      <dgm:spPr/>
      <dgm:t>
        <a:bodyPr/>
        <a:lstStyle/>
        <a:p>
          <a:r>
            <a:rPr lang="zh-CN" altLang="en-US" dirty="0" smtClean="0"/>
            <a:t>西南</a:t>
          </a:r>
          <a:endParaRPr lang="zh-CN" altLang="en-US" dirty="0"/>
        </a:p>
      </dgm:t>
    </dgm:pt>
    <dgm:pt modelId="{C1A791AB-6947-41AD-8A0A-0A876411BA6B}" type="parTrans" cxnId="{5DD570D6-EBBA-4783-9581-B3AC90E6BD9A}">
      <dgm:prSet/>
      <dgm:spPr/>
      <dgm:t>
        <a:bodyPr/>
        <a:lstStyle/>
        <a:p>
          <a:endParaRPr lang="zh-CN" altLang="en-US"/>
        </a:p>
      </dgm:t>
    </dgm:pt>
    <dgm:pt modelId="{8AC7E298-B02B-40C4-8DF8-B7A4935938F5}" type="sibTrans" cxnId="{5DD570D6-EBBA-4783-9581-B3AC90E6BD9A}">
      <dgm:prSet/>
      <dgm:spPr/>
      <dgm:t>
        <a:bodyPr/>
        <a:lstStyle/>
        <a:p>
          <a:endParaRPr lang="zh-CN" altLang="en-US"/>
        </a:p>
      </dgm:t>
    </dgm:pt>
    <dgm:pt modelId="{0C70C6E8-2E47-4B3D-9412-C211007516B7}">
      <dgm:prSet phldrT="[文本]"/>
      <dgm:spPr/>
      <dgm:t>
        <a:bodyPr/>
        <a:lstStyle/>
        <a:p>
          <a:r>
            <a:rPr lang="zh-CN" altLang="en-US" b="1" dirty="0" smtClean="0"/>
            <a:t>党：邓小平</a:t>
          </a:r>
          <a:endParaRPr lang="zh-CN" altLang="en-US" b="1" dirty="0"/>
        </a:p>
      </dgm:t>
    </dgm:pt>
    <dgm:pt modelId="{DDA2C606-55DB-425F-BB76-47FC07E805A1}" type="parTrans" cxnId="{23761E94-C854-496C-B08F-89775B1F4855}">
      <dgm:prSet/>
      <dgm:spPr/>
      <dgm:t>
        <a:bodyPr/>
        <a:lstStyle/>
        <a:p>
          <a:endParaRPr lang="zh-CN" altLang="en-US"/>
        </a:p>
      </dgm:t>
    </dgm:pt>
    <dgm:pt modelId="{5174E34F-4134-4667-B27F-CB199D8D1313}" type="sibTrans" cxnId="{23761E94-C854-496C-B08F-89775B1F4855}">
      <dgm:prSet/>
      <dgm:spPr/>
      <dgm:t>
        <a:bodyPr/>
        <a:lstStyle/>
        <a:p>
          <a:endParaRPr lang="zh-CN" altLang="en-US"/>
        </a:p>
      </dgm:t>
    </dgm:pt>
    <dgm:pt modelId="{529B0A51-B0F3-4208-9A30-9EF3F04A4C4A}">
      <dgm:prSet phldrT="[文本]"/>
      <dgm:spPr/>
      <dgm:t>
        <a:bodyPr/>
        <a:lstStyle/>
        <a:p>
          <a:r>
            <a:rPr lang="zh-CN" altLang="en-US" b="1" dirty="0" smtClean="0"/>
            <a:t>政：刘伯承</a:t>
          </a:r>
          <a:endParaRPr lang="zh-CN" altLang="en-US" b="1" dirty="0"/>
        </a:p>
      </dgm:t>
    </dgm:pt>
    <dgm:pt modelId="{A250CA34-F290-4E95-8115-29EAC2B51894}" type="parTrans" cxnId="{2ABAA0CA-5635-4496-83ED-234239B304CE}">
      <dgm:prSet/>
      <dgm:spPr/>
      <dgm:t>
        <a:bodyPr/>
        <a:lstStyle/>
        <a:p>
          <a:endParaRPr lang="zh-CN" altLang="en-US"/>
        </a:p>
      </dgm:t>
    </dgm:pt>
    <dgm:pt modelId="{09B69BB9-2E6E-4B9F-8063-DE72251B5295}" type="sibTrans" cxnId="{2ABAA0CA-5635-4496-83ED-234239B304CE}">
      <dgm:prSet/>
      <dgm:spPr/>
      <dgm:t>
        <a:bodyPr/>
        <a:lstStyle/>
        <a:p>
          <a:endParaRPr lang="zh-CN" altLang="en-US"/>
        </a:p>
      </dgm:t>
    </dgm:pt>
    <dgm:pt modelId="{1741C34A-9A48-4CD5-A1B6-BC9C0B8F9658}">
      <dgm:prSet phldrT="[文本]"/>
      <dgm:spPr/>
      <dgm:t>
        <a:bodyPr/>
        <a:lstStyle/>
        <a:p>
          <a:r>
            <a:rPr lang="zh-CN" altLang="en-US" b="1" dirty="0" smtClean="0"/>
            <a:t>军：刘伯承</a:t>
          </a:r>
          <a:endParaRPr lang="zh-CN" altLang="en-US" b="1" dirty="0"/>
        </a:p>
      </dgm:t>
    </dgm:pt>
    <dgm:pt modelId="{C0FED9C3-A558-470A-8C76-A13AAF2D3780}" type="parTrans" cxnId="{C958402C-CD59-41FE-B7DA-F25B153EE8CB}">
      <dgm:prSet/>
      <dgm:spPr/>
      <dgm:t>
        <a:bodyPr/>
        <a:lstStyle/>
        <a:p>
          <a:endParaRPr lang="zh-CN" altLang="en-US"/>
        </a:p>
      </dgm:t>
    </dgm:pt>
    <dgm:pt modelId="{280D8DED-2F2D-4F86-A101-58218577ABF9}" type="sibTrans" cxnId="{C958402C-CD59-41FE-B7DA-F25B153EE8CB}">
      <dgm:prSet/>
      <dgm:spPr/>
      <dgm:t>
        <a:bodyPr/>
        <a:lstStyle/>
        <a:p>
          <a:endParaRPr lang="zh-CN" altLang="en-US"/>
        </a:p>
      </dgm:t>
    </dgm:pt>
    <dgm:pt modelId="{7942A404-9756-4971-A58D-13A76EAB3084}">
      <dgm:prSet phldrT="[文本]"/>
      <dgm:spPr/>
      <dgm:t>
        <a:bodyPr/>
        <a:lstStyle/>
        <a:p>
          <a:r>
            <a:rPr lang="zh-CN" altLang="en-US" dirty="0" smtClean="0"/>
            <a:t>中南</a:t>
          </a:r>
          <a:endParaRPr lang="zh-CN" altLang="en-US" dirty="0"/>
        </a:p>
      </dgm:t>
    </dgm:pt>
    <dgm:pt modelId="{529362DA-540F-46EE-B5EE-F3048E054BEA}" type="parTrans" cxnId="{09638DF5-674A-43DA-A7ED-0A8157703A08}">
      <dgm:prSet/>
      <dgm:spPr/>
      <dgm:t>
        <a:bodyPr/>
        <a:lstStyle/>
        <a:p>
          <a:endParaRPr lang="zh-CN" altLang="en-US"/>
        </a:p>
      </dgm:t>
    </dgm:pt>
    <dgm:pt modelId="{683BE59B-EBB1-4374-AA88-25DA55CF2DE9}" type="sibTrans" cxnId="{09638DF5-674A-43DA-A7ED-0A8157703A08}">
      <dgm:prSet/>
      <dgm:spPr/>
      <dgm:t>
        <a:bodyPr/>
        <a:lstStyle/>
        <a:p>
          <a:endParaRPr lang="zh-CN" altLang="en-US"/>
        </a:p>
      </dgm:t>
    </dgm:pt>
    <dgm:pt modelId="{021672A4-7BB8-4A52-B086-95AF05D9F7F2}">
      <dgm:prSet phldrT="[文本]"/>
      <dgm:spPr/>
      <dgm:t>
        <a:bodyPr/>
        <a:lstStyle/>
        <a:p>
          <a:r>
            <a:rPr lang="zh-CN" altLang="en-US" b="1" dirty="0" smtClean="0"/>
            <a:t>党：林彪</a:t>
          </a:r>
          <a:endParaRPr lang="zh-CN" altLang="en-US" b="1" dirty="0"/>
        </a:p>
      </dgm:t>
    </dgm:pt>
    <dgm:pt modelId="{B0B9C217-9BAA-4FAB-A148-C3CC62B5DD9D}" type="parTrans" cxnId="{11531AF2-BDF0-4E2A-9C93-BBE0D44FB320}">
      <dgm:prSet/>
      <dgm:spPr/>
      <dgm:t>
        <a:bodyPr/>
        <a:lstStyle/>
        <a:p>
          <a:endParaRPr lang="zh-CN" altLang="en-US"/>
        </a:p>
      </dgm:t>
    </dgm:pt>
    <dgm:pt modelId="{F7494413-2F15-4242-B8D3-180B9BE9E62A}" type="sibTrans" cxnId="{11531AF2-BDF0-4E2A-9C93-BBE0D44FB320}">
      <dgm:prSet/>
      <dgm:spPr/>
      <dgm:t>
        <a:bodyPr/>
        <a:lstStyle/>
        <a:p>
          <a:endParaRPr lang="zh-CN" altLang="en-US"/>
        </a:p>
      </dgm:t>
    </dgm:pt>
    <dgm:pt modelId="{4598566B-DAB5-4C86-BE5B-7C1712DE94D7}">
      <dgm:prSet phldrT="[文本]"/>
      <dgm:spPr/>
      <dgm:t>
        <a:bodyPr/>
        <a:lstStyle/>
        <a:p>
          <a:r>
            <a:rPr lang="zh-CN" altLang="en-US" b="1" dirty="0" smtClean="0"/>
            <a:t>政：林彪</a:t>
          </a:r>
          <a:endParaRPr lang="zh-CN" altLang="en-US" b="1" dirty="0"/>
        </a:p>
      </dgm:t>
    </dgm:pt>
    <dgm:pt modelId="{7BEF8A71-84B7-4D3F-B398-B96BE274F84C}" type="parTrans" cxnId="{ADCF0308-3BD3-4183-BCFD-418A1F0BC81A}">
      <dgm:prSet/>
      <dgm:spPr/>
      <dgm:t>
        <a:bodyPr/>
        <a:lstStyle/>
        <a:p>
          <a:endParaRPr lang="zh-CN" altLang="en-US"/>
        </a:p>
      </dgm:t>
    </dgm:pt>
    <dgm:pt modelId="{76249944-0259-401D-9F78-B6CD7B4478A0}" type="sibTrans" cxnId="{ADCF0308-3BD3-4183-BCFD-418A1F0BC81A}">
      <dgm:prSet/>
      <dgm:spPr/>
      <dgm:t>
        <a:bodyPr/>
        <a:lstStyle/>
        <a:p>
          <a:endParaRPr lang="zh-CN" altLang="en-US"/>
        </a:p>
      </dgm:t>
    </dgm:pt>
    <dgm:pt modelId="{CC878D53-A838-437D-92AB-B32F0D0869A6}">
      <dgm:prSet phldrT="[文本]"/>
      <dgm:spPr/>
      <dgm:t>
        <a:bodyPr/>
        <a:lstStyle/>
        <a:p>
          <a:r>
            <a:rPr lang="zh-CN" altLang="en-US" b="1" dirty="0" smtClean="0"/>
            <a:t>军：林彪</a:t>
          </a:r>
          <a:endParaRPr lang="zh-CN" altLang="en-US" b="1" dirty="0"/>
        </a:p>
      </dgm:t>
    </dgm:pt>
    <dgm:pt modelId="{1891DCF8-6603-482A-AF3B-97E52BC8F49A}" type="parTrans" cxnId="{FF583798-3821-42F2-8550-D285D2FB0E4F}">
      <dgm:prSet/>
      <dgm:spPr/>
      <dgm:t>
        <a:bodyPr/>
        <a:lstStyle/>
        <a:p>
          <a:endParaRPr lang="zh-CN" altLang="en-US"/>
        </a:p>
      </dgm:t>
    </dgm:pt>
    <dgm:pt modelId="{F1A193BB-94B2-4447-8BCD-6836E49B2AB0}" type="sibTrans" cxnId="{FF583798-3821-42F2-8550-D285D2FB0E4F}">
      <dgm:prSet/>
      <dgm:spPr/>
      <dgm:t>
        <a:bodyPr/>
        <a:lstStyle/>
        <a:p>
          <a:endParaRPr lang="zh-CN" altLang="en-US"/>
        </a:p>
      </dgm:t>
    </dgm:pt>
    <dgm:pt modelId="{6E2B86EA-A934-4096-B2AA-0F4C78B21C9C}" type="pres">
      <dgm:prSet presAssocID="{7CDF2BD6-AE0A-45CA-8D6E-C3F2F4163767}" presName="composite" presStyleCnt="0">
        <dgm:presLayoutVars>
          <dgm:chMax val="5"/>
          <dgm:dir/>
          <dgm:animLvl val="ctr"/>
          <dgm:resizeHandles val="exact"/>
        </dgm:presLayoutVars>
      </dgm:prSet>
      <dgm:spPr/>
      <dgm:t>
        <a:bodyPr/>
        <a:lstStyle/>
        <a:p>
          <a:endParaRPr lang="zh-CN" altLang="en-US"/>
        </a:p>
      </dgm:t>
    </dgm:pt>
    <dgm:pt modelId="{CBFF5225-4759-4695-AE85-98EC83450128}" type="pres">
      <dgm:prSet presAssocID="{7CDF2BD6-AE0A-45CA-8D6E-C3F2F4163767}" presName="cycle" presStyleCnt="0"/>
      <dgm:spPr/>
    </dgm:pt>
    <dgm:pt modelId="{549F906A-0E9D-42DC-B471-B1C07485B98C}" type="pres">
      <dgm:prSet presAssocID="{7CDF2BD6-AE0A-45CA-8D6E-C3F2F4163767}" presName="centerShape" presStyleCnt="0"/>
      <dgm:spPr/>
    </dgm:pt>
    <dgm:pt modelId="{1CD9A254-DCAF-40C1-8FF3-7FB870A8C421}" type="pres">
      <dgm:prSet presAssocID="{7CDF2BD6-AE0A-45CA-8D6E-C3F2F4163767}" presName="connSite" presStyleLbl="node1" presStyleIdx="0" presStyleCnt="7"/>
      <dgm:spPr/>
    </dgm:pt>
    <dgm:pt modelId="{5D57FFB5-51A0-4E4B-B603-4E1DCD098608}" type="pres">
      <dgm:prSet presAssocID="{7CDF2BD6-AE0A-45CA-8D6E-C3F2F4163767}" presName="visible" presStyleLbl="node1" presStyleIdx="0" presStyleCnt="7"/>
      <dgm:spPr>
        <a:blipFill rotWithShape="1">
          <a:blip xmlns:r="http://schemas.openxmlformats.org/officeDocument/2006/relationships" r:embed="rId1"/>
          <a:stretch>
            <a:fillRect/>
          </a:stretch>
        </a:blipFill>
      </dgm:spPr>
    </dgm:pt>
    <dgm:pt modelId="{F09072AE-1631-448B-A05A-54D274CBA8C6}" type="pres">
      <dgm:prSet presAssocID="{1E6EC4E4-5AAF-40DC-9ECC-74264C0CBF9F}" presName="Name25" presStyleLbl="parChTrans1D1" presStyleIdx="0" presStyleCnt="6"/>
      <dgm:spPr/>
      <dgm:t>
        <a:bodyPr/>
        <a:lstStyle/>
        <a:p>
          <a:endParaRPr lang="zh-CN" altLang="en-US"/>
        </a:p>
      </dgm:t>
    </dgm:pt>
    <dgm:pt modelId="{8859A710-3757-42A5-9F72-6E6F0BAE4292}" type="pres">
      <dgm:prSet presAssocID="{FBA8E21D-53AA-42B3-A7F6-96594441DB98}" presName="node" presStyleCnt="0"/>
      <dgm:spPr/>
    </dgm:pt>
    <dgm:pt modelId="{35574646-9BC8-4FBF-8D49-6C3F3BBC0DB4}" type="pres">
      <dgm:prSet presAssocID="{FBA8E21D-53AA-42B3-A7F6-96594441DB98}" presName="parentNode" presStyleLbl="node1" presStyleIdx="1" presStyleCnt="7" custLinFactNeighborX="-24260" custLinFactNeighborY="57617">
        <dgm:presLayoutVars>
          <dgm:chMax val="1"/>
          <dgm:bulletEnabled val="1"/>
        </dgm:presLayoutVars>
      </dgm:prSet>
      <dgm:spPr/>
      <dgm:t>
        <a:bodyPr/>
        <a:lstStyle/>
        <a:p>
          <a:endParaRPr lang="zh-CN" altLang="en-US"/>
        </a:p>
      </dgm:t>
    </dgm:pt>
    <dgm:pt modelId="{61DAD930-CE8C-4951-BFD6-A568151DE2BF}" type="pres">
      <dgm:prSet presAssocID="{FBA8E21D-53AA-42B3-A7F6-96594441DB98}" presName="childNode" presStyleLbl="revTx" presStyleIdx="0" presStyleCnt="6">
        <dgm:presLayoutVars>
          <dgm:bulletEnabled val="1"/>
        </dgm:presLayoutVars>
      </dgm:prSet>
      <dgm:spPr/>
      <dgm:t>
        <a:bodyPr/>
        <a:lstStyle/>
        <a:p>
          <a:endParaRPr lang="zh-CN" altLang="en-US"/>
        </a:p>
      </dgm:t>
    </dgm:pt>
    <dgm:pt modelId="{B3B87B45-5FAA-49A2-AC1D-30685576E889}" type="pres">
      <dgm:prSet presAssocID="{01A425F9-1548-49D1-9271-21B642FF5400}" presName="Name25" presStyleLbl="parChTrans1D1" presStyleIdx="1" presStyleCnt="6"/>
      <dgm:spPr/>
      <dgm:t>
        <a:bodyPr/>
        <a:lstStyle/>
        <a:p>
          <a:endParaRPr lang="zh-CN" altLang="en-US"/>
        </a:p>
      </dgm:t>
    </dgm:pt>
    <dgm:pt modelId="{C96DE157-842C-49E0-8672-B87D543A369E}" type="pres">
      <dgm:prSet presAssocID="{F1EEFD3E-1B0D-4398-9585-FC4F82F84F80}" presName="node" presStyleCnt="0"/>
      <dgm:spPr/>
    </dgm:pt>
    <dgm:pt modelId="{47004370-52EC-4486-B45B-5957DC213561}" type="pres">
      <dgm:prSet presAssocID="{F1EEFD3E-1B0D-4398-9585-FC4F82F84F80}" presName="parentNode" presStyleLbl="node1" presStyleIdx="2" presStyleCnt="7" custLinFactY="50107" custLinFactNeighborX="-68230" custLinFactNeighborY="100000">
        <dgm:presLayoutVars>
          <dgm:chMax val="1"/>
          <dgm:bulletEnabled val="1"/>
        </dgm:presLayoutVars>
      </dgm:prSet>
      <dgm:spPr/>
      <dgm:t>
        <a:bodyPr/>
        <a:lstStyle/>
        <a:p>
          <a:endParaRPr lang="zh-CN" altLang="en-US"/>
        </a:p>
      </dgm:t>
    </dgm:pt>
    <dgm:pt modelId="{6608ED74-D96A-4CC1-A4AF-3AC4CA137CC9}" type="pres">
      <dgm:prSet presAssocID="{F1EEFD3E-1B0D-4398-9585-FC4F82F84F80}" presName="childNode" presStyleLbl="revTx" presStyleIdx="1" presStyleCnt="6">
        <dgm:presLayoutVars>
          <dgm:bulletEnabled val="1"/>
        </dgm:presLayoutVars>
      </dgm:prSet>
      <dgm:spPr/>
      <dgm:t>
        <a:bodyPr/>
        <a:lstStyle/>
        <a:p>
          <a:endParaRPr lang="zh-CN" altLang="en-US"/>
        </a:p>
      </dgm:t>
    </dgm:pt>
    <dgm:pt modelId="{36868581-2045-410A-95E3-1057F4C5BF4E}" type="pres">
      <dgm:prSet presAssocID="{81104029-7906-4994-B17C-4757140573BD}" presName="Name25" presStyleLbl="parChTrans1D1" presStyleIdx="2" presStyleCnt="6"/>
      <dgm:spPr/>
      <dgm:t>
        <a:bodyPr/>
        <a:lstStyle/>
        <a:p>
          <a:endParaRPr lang="zh-CN" altLang="en-US"/>
        </a:p>
      </dgm:t>
    </dgm:pt>
    <dgm:pt modelId="{1C3352AD-251D-4871-BB5B-42CB1C7DB036}" type="pres">
      <dgm:prSet presAssocID="{982D1710-4D75-43D0-8E9B-F84EC1156B2B}" presName="node" presStyleCnt="0"/>
      <dgm:spPr/>
    </dgm:pt>
    <dgm:pt modelId="{BC8FA4A4-B770-4EB2-9507-C3EAB82C2934}" type="pres">
      <dgm:prSet presAssocID="{982D1710-4D75-43D0-8E9B-F84EC1156B2B}" presName="parentNode" presStyleLbl="node1" presStyleIdx="3" presStyleCnt="7" custLinFactY="74366" custLinFactNeighborX="-25776" custLinFactNeighborY="100000">
        <dgm:presLayoutVars>
          <dgm:chMax val="1"/>
          <dgm:bulletEnabled val="1"/>
        </dgm:presLayoutVars>
      </dgm:prSet>
      <dgm:spPr/>
      <dgm:t>
        <a:bodyPr/>
        <a:lstStyle/>
        <a:p>
          <a:endParaRPr lang="zh-CN" altLang="en-US"/>
        </a:p>
      </dgm:t>
    </dgm:pt>
    <dgm:pt modelId="{91DC121C-EBA4-42A1-AB39-185ECB46B63F}" type="pres">
      <dgm:prSet presAssocID="{982D1710-4D75-43D0-8E9B-F84EC1156B2B}" presName="childNode" presStyleLbl="revTx" presStyleIdx="2" presStyleCnt="6">
        <dgm:presLayoutVars>
          <dgm:bulletEnabled val="1"/>
        </dgm:presLayoutVars>
      </dgm:prSet>
      <dgm:spPr/>
      <dgm:t>
        <a:bodyPr/>
        <a:lstStyle/>
        <a:p>
          <a:endParaRPr lang="zh-CN" altLang="en-US"/>
        </a:p>
      </dgm:t>
    </dgm:pt>
    <dgm:pt modelId="{3BE35524-5E3F-4A16-AC64-17D924C199F7}" type="pres">
      <dgm:prSet presAssocID="{CC84D0ED-6F09-46A4-B785-2A484F47E4EC}" presName="Name25" presStyleLbl="parChTrans1D1" presStyleIdx="3" presStyleCnt="6"/>
      <dgm:spPr/>
      <dgm:t>
        <a:bodyPr/>
        <a:lstStyle/>
        <a:p>
          <a:endParaRPr lang="zh-CN" altLang="en-US"/>
        </a:p>
      </dgm:t>
    </dgm:pt>
    <dgm:pt modelId="{A45A4D46-07CB-4689-9D9B-2B3BFB5E0A4B}" type="pres">
      <dgm:prSet presAssocID="{5CB32F8B-E83B-479D-BDF5-3F937D010D1F}" presName="node" presStyleCnt="0"/>
      <dgm:spPr/>
    </dgm:pt>
    <dgm:pt modelId="{0471B31F-197D-41C9-80C4-9AC49FCACE64}" type="pres">
      <dgm:prSet presAssocID="{5CB32F8B-E83B-479D-BDF5-3F937D010D1F}" presName="parentNode" presStyleLbl="node1" presStyleIdx="4" presStyleCnt="7" custLinFactX="-300000" custLinFactY="-100000" custLinFactNeighborX="-327380" custLinFactNeighborY="-165134">
        <dgm:presLayoutVars>
          <dgm:chMax val="1"/>
          <dgm:bulletEnabled val="1"/>
        </dgm:presLayoutVars>
      </dgm:prSet>
      <dgm:spPr/>
      <dgm:t>
        <a:bodyPr/>
        <a:lstStyle/>
        <a:p>
          <a:endParaRPr lang="zh-CN" altLang="en-US"/>
        </a:p>
      </dgm:t>
    </dgm:pt>
    <dgm:pt modelId="{EFD11158-D0CB-4539-88FE-A738C5CC40D3}" type="pres">
      <dgm:prSet presAssocID="{5CB32F8B-E83B-479D-BDF5-3F937D010D1F}" presName="childNode" presStyleLbl="revTx" presStyleIdx="3" presStyleCnt="6">
        <dgm:presLayoutVars>
          <dgm:bulletEnabled val="1"/>
        </dgm:presLayoutVars>
      </dgm:prSet>
      <dgm:spPr/>
      <dgm:t>
        <a:bodyPr/>
        <a:lstStyle/>
        <a:p>
          <a:endParaRPr lang="zh-CN" altLang="en-US"/>
        </a:p>
      </dgm:t>
    </dgm:pt>
    <dgm:pt modelId="{55742444-09F9-4055-A8EC-7A01848043B3}" type="pres">
      <dgm:prSet presAssocID="{C1A791AB-6947-41AD-8A0A-0A876411BA6B}" presName="Name25" presStyleLbl="parChTrans1D1" presStyleIdx="4" presStyleCnt="6"/>
      <dgm:spPr/>
      <dgm:t>
        <a:bodyPr/>
        <a:lstStyle/>
        <a:p>
          <a:endParaRPr lang="zh-CN" altLang="en-US"/>
        </a:p>
      </dgm:t>
    </dgm:pt>
    <dgm:pt modelId="{85C99BC2-350A-4F0D-BACA-7B3D4AE3606D}" type="pres">
      <dgm:prSet presAssocID="{66ECD4E3-6E0D-4468-9C82-22D4AB0C18DC}" presName="node" presStyleCnt="0"/>
      <dgm:spPr/>
    </dgm:pt>
    <dgm:pt modelId="{860606D3-95DA-4B95-B929-ABF337A4C515}" type="pres">
      <dgm:prSet presAssocID="{66ECD4E3-6E0D-4468-9C82-22D4AB0C18DC}" presName="parentNode" presStyleLbl="node1" presStyleIdx="5" presStyleCnt="7" custLinFactX="-300000" custLinFactNeighborX="-304779" custLinFactNeighborY="-27375">
        <dgm:presLayoutVars>
          <dgm:chMax val="1"/>
          <dgm:bulletEnabled val="1"/>
        </dgm:presLayoutVars>
      </dgm:prSet>
      <dgm:spPr/>
      <dgm:t>
        <a:bodyPr/>
        <a:lstStyle/>
        <a:p>
          <a:endParaRPr lang="zh-CN" altLang="en-US"/>
        </a:p>
      </dgm:t>
    </dgm:pt>
    <dgm:pt modelId="{F9DB265E-7D93-4BDF-8F41-72D73E7A0BB1}" type="pres">
      <dgm:prSet presAssocID="{66ECD4E3-6E0D-4468-9C82-22D4AB0C18DC}" presName="childNode" presStyleLbl="revTx" presStyleIdx="4" presStyleCnt="6">
        <dgm:presLayoutVars>
          <dgm:bulletEnabled val="1"/>
        </dgm:presLayoutVars>
      </dgm:prSet>
      <dgm:spPr/>
      <dgm:t>
        <a:bodyPr/>
        <a:lstStyle/>
        <a:p>
          <a:endParaRPr lang="zh-CN" altLang="en-US"/>
        </a:p>
      </dgm:t>
    </dgm:pt>
    <dgm:pt modelId="{A448BC6A-7DB3-4554-859E-A5FB446FBE00}" type="pres">
      <dgm:prSet presAssocID="{529362DA-540F-46EE-B5EE-F3048E054BEA}" presName="Name25" presStyleLbl="parChTrans1D1" presStyleIdx="5" presStyleCnt="6"/>
      <dgm:spPr/>
      <dgm:t>
        <a:bodyPr/>
        <a:lstStyle/>
        <a:p>
          <a:endParaRPr lang="zh-CN" altLang="en-US"/>
        </a:p>
      </dgm:t>
    </dgm:pt>
    <dgm:pt modelId="{BF31F758-AABB-4E6E-A6B4-8ABA61109E70}" type="pres">
      <dgm:prSet presAssocID="{7942A404-9756-4971-A58D-13A76EAB3084}" presName="node" presStyleCnt="0"/>
      <dgm:spPr/>
    </dgm:pt>
    <dgm:pt modelId="{6559CABC-35B9-4231-BE49-FE5DBCE22CFB}" type="pres">
      <dgm:prSet presAssocID="{7942A404-9756-4971-A58D-13A76EAB3084}" presName="parentNode" presStyleLbl="node1" presStyleIdx="6" presStyleCnt="7" custLinFactX="-50108" custLinFactNeighborX="-100000" custLinFactNeighborY="-66714">
        <dgm:presLayoutVars>
          <dgm:chMax val="1"/>
          <dgm:bulletEnabled val="1"/>
        </dgm:presLayoutVars>
      </dgm:prSet>
      <dgm:spPr/>
      <dgm:t>
        <a:bodyPr/>
        <a:lstStyle/>
        <a:p>
          <a:endParaRPr lang="zh-CN" altLang="en-US"/>
        </a:p>
      </dgm:t>
    </dgm:pt>
    <dgm:pt modelId="{F775FC07-1F11-4CCF-83FE-D5B67C51E977}" type="pres">
      <dgm:prSet presAssocID="{7942A404-9756-4971-A58D-13A76EAB3084}" presName="childNode" presStyleLbl="revTx" presStyleIdx="5" presStyleCnt="6">
        <dgm:presLayoutVars>
          <dgm:bulletEnabled val="1"/>
        </dgm:presLayoutVars>
      </dgm:prSet>
      <dgm:spPr/>
      <dgm:t>
        <a:bodyPr/>
        <a:lstStyle/>
        <a:p>
          <a:endParaRPr lang="zh-CN" altLang="en-US"/>
        </a:p>
      </dgm:t>
    </dgm:pt>
  </dgm:ptLst>
  <dgm:cxnLst>
    <dgm:cxn modelId="{29860F7A-9C0F-4B6C-BA42-7445633FC78A}" type="presOf" srcId="{7942A404-9756-4971-A58D-13A76EAB3084}" destId="{6559CABC-35B9-4231-BE49-FE5DBCE22CFB}" srcOrd="0" destOrd="0" presId="urn:microsoft.com/office/officeart/2005/8/layout/radial2"/>
    <dgm:cxn modelId="{F3FEB4D6-5163-41BE-B5B6-9F75910861B3}" type="presOf" srcId="{7CDF2BD6-AE0A-45CA-8D6E-C3F2F4163767}" destId="{6E2B86EA-A934-4096-B2AA-0F4C78B21C9C}" srcOrd="0" destOrd="0" presId="urn:microsoft.com/office/officeart/2005/8/layout/radial2"/>
    <dgm:cxn modelId="{AD1DF0A9-440F-4555-97EF-6D5DF24CFF2C}" type="presOf" srcId="{9F44B290-CB95-4F44-91F2-58334552B947}" destId="{6608ED74-D96A-4CC1-A4AF-3AC4CA137CC9}" srcOrd="0" destOrd="2" presId="urn:microsoft.com/office/officeart/2005/8/layout/radial2"/>
    <dgm:cxn modelId="{A8C51AD9-A7A8-4AD0-BA96-F57C131E756F}" type="presOf" srcId="{52132D77-2BFC-4790-B687-91D311416C07}" destId="{61DAD930-CE8C-4951-BFD6-A568151DE2BF}" srcOrd="0" destOrd="1" presId="urn:microsoft.com/office/officeart/2005/8/layout/radial2"/>
    <dgm:cxn modelId="{8082B22A-32A0-4F23-9B1A-0EA0D8F4E903}" type="presOf" srcId="{B19C6667-5EC4-4566-8962-3D41A2CAAFE8}" destId="{EFD11158-D0CB-4539-88FE-A738C5CC40D3}" srcOrd="0" destOrd="0" presId="urn:microsoft.com/office/officeart/2005/8/layout/radial2"/>
    <dgm:cxn modelId="{F1F6EBF5-9B07-4A1E-9F16-D1FDB6C215C1}" srcId="{FBA8E21D-53AA-42B3-A7F6-96594441DB98}" destId="{A9C37C6D-05CB-44AF-B87A-BAF5F16503F8}" srcOrd="2" destOrd="0" parTransId="{ACC62CF6-2DAE-4278-B7FB-E3D1F0FE60A0}" sibTransId="{ABB1D6F7-1629-4C6D-AABF-767A53D1BB5C}"/>
    <dgm:cxn modelId="{FA69270D-B436-4070-A24A-9E0E582C5BC6}" srcId="{982D1710-4D75-43D0-8E9B-F84EC1156B2B}" destId="{C9A9B649-576F-4403-BBAD-A0E52E082DC6}" srcOrd="0" destOrd="0" parTransId="{75F01532-107F-4452-BD75-A628A9A29200}" sibTransId="{E77D59AB-CB20-4218-998A-D2FB20BEE662}"/>
    <dgm:cxn modelId="{1FC4D335-94E0-431E-A854-CC2638990BFF}" type="presOf" srcId="{01A425F9-1548-49D1-9271-21B642FF5400}" destId="{B3B87B45-5FAA-49A2-AC1D-30685576E889}" srcOrd="0" destOrd="0" presId="urn:microsoft.com/office/officeart/2005/8/layout/radial2"/>
    <dgm:cxn modelId="{2F58CD52-4A5F-4D94-9FF1-2942FB0CA0C7}" type="presOf" srcId="{021672A4-7BB8-4A52-B086-95AF05D9F7F2}" destId="{F775FC07-1F11-4CCF-83FE-D5B67C51E977}" srcOrd="0" destOrd="0" presId="urn:microsoft.com/office/officeart/2005/8/layout/radial2"/>
    <dgm:cxn modelId="{DB0AEAA9-D11C-4E70-9593-B4BF98BECB9F}" type="presOf" srcId="{C1A791AB-6947-41AD-8A0A-0A876411BA6B}" destId="{55742444-09F9-4055-A8EC-7A01848043B3}" srcOrd="0" destOrd="0" presId="urn:microsoft.com/office/officeart/2005/8/layout/radial2"/>
    <dgm:cxn modelId="{2ABAA0CA-5635-4496-83ED-234239B304CE}" srcId="{66ECD4E3-6E0D-4468-9C82-22D4AB0C18DC}" destId="{529B0A51-B0F3-4208-9A30-9EF3F04A4C4A}" srcOrd="1" destOrd="0" parTransId="{A250CA34-F290-4E95-8115-29EAC2B51894}" sibTransId="{09B69BB9-2E6E-4B9F-8063-DE72251B5295}"/>
    <dgm:cxn modelId="{09638DF5-674A-43DA-A7ED-0A8157703A08}" srcId="{7CDF2BD6-AE0A-45CA-8D6E-C3F2F4163767}" destId="{7942A404-9756-4971-A58D-13A76EAB3084}" srcOrd="5" destOrd="0" parTransId="{529362DA-540F-46EE-B5EE-F3048E054BEA}" sibTransId="{683BE59B-EBB1-4374-AA88-25DA55CF2DE9}"/>
    <dgm:cxn modelId="{21690635-5707-4F51-B331-2B415428D7E4}" type="presOf" srcId="{F1EEFD3E-1B0D-4398-9585-FC4F82F84F80}" destId="{47004370-52EC-4486-B45B-5957DC213561}" srcOrd="0" destOrd="0" presId="urn:microsoft.com/office/officeart/2005/8/layout/radial2"/>
    <dgm:cxn modelId="{0F843F2D-BB6D-4DCE-9BC0-6A2774086C27}" srcId="{982D1710-4D75-43D0-8E9B-F84EC1156B2B}" destId="{C4533AFB-FBF4-4F04-BCAE-265CC4E44D26}" srcOrd="2" destOrd="0" parTransId="{CB3165D3-38FC-4AE1-AB9F-898E7498B889}" sibTransId="{BA5DE9F9-5C71-4D48-9D45-1913388EF6C8}"/>
    <dgm:cxn modelId="{CEBF3866-7EF8-4991-B155-3DECBA5EA451}" type="presOf" srcId="{FBA8E21D-53AA-42B3-A7F6-96594441DB98}" destId="{35574646-9BC8-4FBF-8D49-6C3F3BBC0DB4}" srcOrd="0" destOrd="0" presId="urn:microsoft.com/office/officeart/2005/8/layout/radial2"/>
    <dgm:cxn modelId="{FECF2BA6-D564-407E-A35B-A85F8FA97390}" srcId="{5CB32F8B-E83B-479D-BDF5-3F937D010D1F}" destId="{B19C6667-5EC4-4566-8962-3D41A2CAAFE8}" srcOrd="0" destOrd="0" parTransId="{40D1B2BA-12C0-4564-A3D0-50CECFA41594}" sibTransId="{8DC263BE-8CC9-43EA-8C24-4B94851AFF1B}"/>
    <dgm:cxn modelId="{F9E08140-7B44-4ADF-857F-DE64D8A09BC1}" type="presOf" srcId="{1741C34A-9A48-4CD5-A1B6-BC9C0B8F9658}" destId="{F9DB265E-7D93-4BDF-8F41-72D73E7A0BB1}" srcOrd="0" destOrd="2" presId="urn:microsoft.com/office/officeart/2005/8/layout/radial2"/>
    <dgm:cxn modelId="{D317837A-65C9-4FE9-917E-B179A13BA943}" type="presOf" srcId="{CEA1AC30-0202-46B4-8867-611B5D620A61}" destId="{6608ED74-D96A-4CC1-A4AF-3AC4CA137CC9}" srcOrd="0" destOrd="0" presId="urn:microsoft.com/office/officeart/2005/8/layout/radial2"/>
    <dgm:cxn modelId="{400C04C1-A4CE-41A8-BB31-B7BAF887D564}" type="presOf" srcId="{81104029-7906-4994-B17C-4757140573BD}" destId="{36868581-2045-410A-95E3-1057F4C5BF4E}" srcOrd="0" destOrd="0" presId="urn:microsoft.com/office/officeart/2005/8/layout/radial2"/>
    <dgm:cxn modelId="{AB69E80D-4203-4366-B116-8D224D9C4E19}" srcId="{F1EEFD3E-1B0D-4398-9585-FC4F82F84F80}" destId="{A062DE2E-9F5F-4106-815A-2598AE1C05D4}" srcOrd="1" destOrd="0" parTransId="{5C3070E1-30AE-4947-893D-BAAB0B64E335}" sibTransId="{7DFCAA52-19DC-447E-9233-EA21F50B1622}"/>
    <dgm:cxn modelId="{6BBD2E49-DB79-4D3F-86CD-D35479F36CC1}" type="presOf" srcId="{5A3CA975-0F63-4C58-B6E0-E235197D29EA}" destId="{EFD11158-D0CB-4539-88FE-A738C5CC40D3}" srcOrd="0" destOrd="2" presId="urn:microsoft.com/office/officeart/2005/8/layout/radial2"/>
    <dgm:cxn modelId="{CE1FF545-E0DC-4680-A87B-310413639DF4}" srcId="{FBA8E21D-53AA-42B3-A7F6-96594441DB98}" destId="{EB675981-CBC1-4D46-A221-EF8775E72B5D}" srcOrd="0" destOrd="0" parTransId="{44212969-656D-4B82-BD2A-0F98F0EA3A1F}" sibTransId="{B48D43C5-B716-4D07-86E7-FB5FFCC584CB}"/>
    <dgm:cxn modelId="{0FB4CE76-8B09-4FDC-BDF5-D7DC765633DB}" type="presOf" srcId="{A062DE2E-9F5F-4106-815A-2598AE1C05D4}" destId="{6608ED74-D96A-4CC1-A4AF-3AC4CA137CC9}" srcOrd="0" destOrd="1" presId="urn:microsoft.com/office/officeart/2005/8/layout/radial2"/>
    <dgm:cxn modelId="{F128A15E-A636-4616-83CF-7299CF668EC3}" type="presOf" srcId="{5CB32F8B-E83B-479D-BDF5-3F937D010D1F}" destId="{0471B31F-197D-41C9-80C4-9AC49FCACE64}" srcOrd="0" destOrd="0" presId="urn:microsoft.com/office/officeart/2005/8/layout/radial2"/>
    <dgm:cxn modelId="{68758AC4-F41F-4C8B-8472-1B6B88AF6C0D}" srcId="{7CDF2BD6-AE0A-45CA-8D6E-C3F2F4163767}" destId="{5CB32F8B-E83B-479D-BDF5-3F937D010D1F}" srcOrd="3" destOrd="0" parTransId="{CC84D0ED-6F09-46A4-B785-2A484F47E4EC}" sibTransId="{4FBF24C8-2B02-451F-95E7-48745830821F}"/>
    <dgm:cxn modelId="{B0BD948D-2F3E-49CA-A99A-A66894CA4E4E}" type="presOf" srcId="{0C70C6E8-2E47-4B3D-9412-C211007516B7}" destId="{F9DB265E-7D93-4BDF-8F41-72D73E7A0BB1}" srcOrd="0" destOrd="0" presId="urn:microsoft.com/office/officeart/2005/8/layout/radial2"/>
    <dgm:cxn modelId="{FF583798-3821-42F2-8550-D285D2FB0E4F}" srcId="{7942A404-9756-4971-A58D-13A76EAB3084}" destId="{CC878D53-A838-437D-92AB-B32F0D0869A6}" srcOrd="2" destOrd="0" parTransId="{1891DCF8-6603-482A-AF3B-97E52BC8F49A}" sibTransId="{F1A193BB-94B2-4447-8BCD-6836E49B2AB0}"/>
    <dgm:cxn modelId="{5AD74508-55D3-4859-9E0E-D4B3D3E06F46}" type="presOf" srcId="{982D1710-4D75-43D0-8E9B-F84EC1156B2B}" destId="{BC8FA4A4-B770-4EB2-9507-C3EAB82C2934}" srcOrd="0" destOrd="0" presId="urn:microsoft.com/office/officeart/2005/8/layout/radial2"/>
    <dgm:cxn modelId="{4B0599F9-D5BA-4243-B6FB-8A1DDC2C1B42}" srcId="{982D1710-4D75-43D0-8E9B-F84EC1156B2B}" destId="{8ED4B100-5D82-46D3-BFB3-4BB4DFFD4803}" srcOrd="1" destOrd="0" parTransId="{449E24BD-4295-44F9-A865-9825AA89E4C2}" sibTransId="{BCB99B0C-4133-4039-9B83-CF9B73C08C78}"/>
    <dgm:cxn modelId="{D7AC482C-F0EB-4B70-A7F1-9EB96ACF6056}" srcId="{7CDF2BD6-AE0A-45CA-8D6E-C3F2F4163767}" destId="{982D1710-4D75-43D0-8E9B-F84EC1156B2B}" srcOrd="2" destOrd="0" parTransId="{81104029-7906-4994-B17C-4757140573BD}" sibTransId="{EA7DAC50-F589-4925-B412-2626A73159A5}"/>
    <dgm:cxn modelId="{DD27E853-2577-4F42-B8BC-5F5FEE1DCF23}" type="presOf" srcId="{1E6EC4E4-5AAF-40DC-9ECC-74264C0CBF9F}" destId="{F09072AE-1631-448B-A05A-54D274CBA8C6}" srcOrd="0" destOrd="0" presId="urn:microsoft.com/office/officeart/2005/8/layout/radial2"/>
    <dgm:cxn modelId="{8DD21C46-0749-4F69-9FF0-F807DCCA5623}" type="presOf" srcId="{CC84D0ED-6F09-46A4-B785-2A484F47E4EC}" destId="{3BE35524-5E3F-4A16-AC64-17D924C199F7}" srcOrd="0" destOrd="0" presId="urn:microsoft.com/office/officeart/2005/8/layout/radial2"/>
    <dgm:cxn modelId="{2F3B55F9-6E33-47AD-8A62-99B6A79C5BDD}" type="presOf" srcId="{CC878D53-A838-437D-92AB-B32F0D0869A6}" destId="{F775FC07-1F11-4CCF-83FE-D5B67C51E977}" srcOrd="0" destOrd="2" presId="urn:microsoft.com/office/officeart/2005/8/layout/radial2"/>
    <dgm:cxn modelId="{5DD570D6-EBBA-4783-9581-B3AC90E6BD9A}" srcId="{7CDF2BD6-AE0A-45CA-8D6E-C3F2F4163767}" destId="{66ECD4E3-6E0D-4468-9C82-22D4AB0C18DC}" srcOrd="4" destOrd="0" parTransId="{C1A791AB-6947-41AD-8A0A-0A876411BA6B}" sibTransId="{8AC7E298-B02B-40C4-8DF8-B7A4935938F5}"/>
    <dgm:cxn modelId="{D413A7BD-0642-41F8-AA93-A592F015A856}" srcId="{5CB32F8B-E83B-479D-BDF5-3F937D010D1F}" destId="{06BDA94D-DE4F-4430-AC5F-5845A7286170}" srcOrd="1" destOrd="0" parTransId="{64FFD9CB-4FDC-432D-92F5-D8D022F8FBFE}" sibTransId="{2F84F171-C080-4295-AAF1-6A618B9044DB}"/>
    <dgm:cxn modelId="{E438CFA2-EE1A-407B-80AB-564F8129BF75}" srcId="{7CDF2BD6-AE0A-45CA-8D6E-C3F2F4163767}" destId="{FBA8E21D-53AA-42B3-A7F6-96594441DB98}" srcOrd="0" destOrd="0" parTransId="{1E6EC4E4-5AAF-40DC-9ECC-74264C0CBF9F}" sibTransId="{6B9C4811-8C93-4C87-A5AE-44B26CADF947}"/>
    <dgm:cxn modelId="{8C24D9A0-7D6F-48A3-9F46-E726CCE18513}" type="presOf" srcId="{529362DA-540F-46EE-B5EE-F3048E054BEA}" destId="{A448BC6A-7DB3-4554-859E-A5FB446FBE00}" srcOrd="0" destOrd="0" presId="urn:microsoft.com/office/officeart/2005/8/layout/radial2"/>
    <dgm:cxn modelId="{32C325CA-6454-464F-AB0E-BF234873F000}" type="presOf" srcId="{66ECD4E3-6E0D-4468-9C82-22D4AB0C18DC}" destId="{860606D3-95DA-4B95-B929-ABF337A4C515}" srcOrd="0" destOrd="0" presId="urn:microsoft.com/office/officeart/2005/8/layout/radial2"/>
    <dgm:cxn modelId="{BE6C4A75-EDEC-4CE5-A612-4CA0427C7C89}" type="presOf" srcId="{8ED4B100-5D82-46D3-BFB3-4BB4DFFD4803}" destId="{91DC121C-EBA4-42A1-AB39-185ECB46B63F}" srcOrd="0" destOrd="1" presId="urn:microsoft.com/office/officeart/2005/8/layout/radial2"/>
    <dgm:cxn modelId="{1186DFE5-AD0B-425C-89D0-EEBC58B2C4A6}" srcId="{F1EEFD3E-1B0D-4398-9585-FC4F82F84F80}" destId="{9F44B290-CB95-4F44-91F2-58334552B947}" srcOrd="2" destOrd="0" parTransId="{316CFF7A-2D9C-4C16-B74A-AC243ECA7FAC}" sibTransId="{0DB94587-72FD-47FA-A656-C315E3101106}"/>
    <dgm:cxn modelId="{E9AE13D2-CC0A-4725-B72C-EB4E16714314}" srcId="{7CDF2BD6-AE0A-45CA-8D6E-C3F2F4163767}" destId="{F1EEFD3E-1B0D-4398-9585-FC4F82F84F80}" srcOrd="1" destOrd="0" parTransId="{01A425F9-1548-49D1-9271-21B642FF5400}" sibTransId="{E6C8B960-226E-4447-AF13-0B8692AE4E52}"/>
    <dgm:cxn modelId="{11531AF2-BDF0-4E2A-9C93-BBE0D44FB320}" srcId="{7942A404-9756-4971-A58D-13A76EAB3084}" destId="{021672A4-7BB8-4A52-B086-95AF05D9F7F2}" srcOrd="0" destOrd="0" parTransId="{B0B9C217-9BAA-4FAB-A148-C3CC62B5DD9D}" sibTransId="{F7494413-2F15-4242-B8D3-180B9BE9E62A}"/>
    <dgm:cxn modelId="{EFFE870C-739E-4C4B-AE48-CCE7DF4E9348}" type="presOf" srcId="{529B0A51-B0F3-4208-9A30-9EF3F04A4C4A}" destId="{F9DB265E-7D93-4BDF-8F41-72D73E7A0BB1}" srcOrd="0" destOrd="1" presId="urn:microsoft.com/office/officeart/2005/8/layout/radial2"/>
    <dgm:cxn modelId="{5F81427D-A896-4FC5-BFD1-A16FA807A5AC}" srcId="{FBA8E21D-53AA-42B3-A7F6-96594441DB98}" destId="{52132D77-2BFC-4790-B687-91D311416C07}" srcOrd="1" destOrd="0" parTransId="{B7C2AD6A-17F4-402C-B394-FA4F9F974C7C}" sibTransId="{073CD4EE-AECC-41EC-BDC3-F93227B9EDD2}"/>
    <dgm:cxn modelId="{4E39C980-24CF-45F0-91C6-539D1696666D}" type="presOf" srcId="{06BDA94D-DE4F-4430-AC5F-5845A7286170}" destId="{EFD11158-D0CB-4539-88FE-A738C5CC40D3}" srcOrd="0" destOrd="1" presId="urn:microsoft.com/office/officeart/2005/8/layout/radial2"/>
    <dgm:cxn modelId="{16468395-48F1-4D28-ABEB-80304297269D}" type="presOf" srcId="{C4533AFB-FBF4-4F04-BCAE-265CC4E44D26}" destId="{91DC121C-EBA4-42A1-AB39-185ECB46B63F}" srcOrd="0" destOrd="2" presId="urn:microsoft.com/office/officeart/2005/8/layout/radial2"/>
    <dgm:cxn modelId="{FDDEB70E-E989-4227-A478-A1E34E6D8F2D}" srcId="{5CB32F8B-E83B-479D-BDF5-3F937D010D1F}" destId="{5A3CA975-0F63-4C58-B6E0-E235197D29EA}" srcOrd="2" destOrd="0" parTransId="{3DF84B57-6AAC-4A2D-A2E5-D390598D0C9A}" sibTransId="{DB7963F8-939F-455B-B6B9-05985FD7A390}"/>
    <dgm:cxn modelId="{E0718EE3-2269-4C5D-89D9-AB8A5DEB0206}" type="presOf" srcId="{EB675981-CBC1-4D46-A221-EF8775E72B5D}" destId="{61DAD930-CE8C-4951-BFD6-A568151DE2BF}" srcOrd="0" destOrd="0" presId="urn:microsoft.com/office/officeart/2005/8/layout/radial2"/>
    <dgm:cxn modelId="{48786BD3-8271-4EA2-B3E5-68FF07B05FC7}" type="presOf" srcId="{4598566B-DAB5-4C86-BE5B-7C1712DE94D7}" destId="{F775FC07-1F11-4CCF-83FE-D5B67C51E977}" srcOrd="0" destOrd="1" presId="urn:microsoft.com/office/officeart/2005/8/layout/radial2"/>
    <dgm:cxn modelId="{23761E94-C854-496C-B08F-89775B1F4855}" srcId="{66ECD4E3-6E0D-4468-9C82-22D4AB0C18DC}" destId="{0C70C6E8-2E47-4B3D-9412-C211007516B7}" srcOrd="0" destOrd="0" parTransId="{DDA2C606-55DB-425F-BB76-47FC07E805A1}" sibTransId="{5174E34F-4134-4667-B27F-CB199D8D1313}"/>
    <dgm:cxn modelId="{21111202-6471-4729-8D32-60EC191C5F3F}" type="presOf" srcId="{A9C37C6D-05CB-44AF-B87A-BAF5F16503F8}" destId="{61DAD930-CE8C-4951-BFD6-A568151DE2BF}" srcOrd="0" destOrd="2" presId="urn:microsoft.com/office/officeart/2005/8/layout/radial2"/>
    <dgm:cxn modelId="{C958402C-CD59-41FE-B7DA-F25B153EE8CB}" srcId="{66ECD4E3-6E0D-4468-9C82-22D4AB0C18DC}" destId="{1741C34A-9A48-4CD5-A1B6-BC9C0B8F9658}" srcOrd="2" destOrd="0" parTransId="{C0FED9C3-A558-470A-8C76-A13AAF2D3780}" sibTransId="{280D8DED-2F2D-4F86-A101-58218577ABF9}"/>
    <dgm:cxn modelId="{40A1A545-600E-4423-90F3-AD56420C9C48}" type="presOf" srcId="{C9A9B649-576F-4403-BBAD-A0E52E082DC6}" destId="{91DC121C-EBA4-42A1-AB39-185ECB46B63F}" srcOrd="0" destOrd="0" presId="urn:microsoft.com/office/officeart/2005/8/layout/radial2"/>
    <dgm:cxn modelId="{ADCF0308-3BD3-4183-BCFD-418A1F0BC81A}" srcId="{7942A404-9756-4971-A58D-13A76EAB3084}" destId="{4598566B-DAB5-4C86-BE5B-7C1712DE94D7}" srcOrd="1" destOrd="0" parTransId="{7BEF8A71-84B7-4D3F-B398-B96BE274F84C}" sibTransId="{76249944-0259-401D-9F78-B6CD7B4478A0}"/>
    <dgm:cxn modelId="{D6A8C56D-9FF3-4B10-80E6-BD97A03FFE22}" srcId="{F1EEFD3E-1B0D-4398-9585-FC4F82F84F80}" destId="{CEA1AC30-0202-46B4-8867-611B5D620A61}" srcOrd="0" destOrd="0" parTransId="{0FC929D7-4080-4FC8-B6C1-5A3F3A30FB58}" sibTransId="{060A0A7B-1961-4FBE-95DF-BAE551432F1F}"/>
    <dgm:cxn modelId="{DFC358E1-C085-4344-B23D-FC98D229A3A1}" type="presParOf" srcId="{6E2B86EA-A934-4096-B2AA-0F4C78B21C9C}" destId="{CBFF5225-4759-4695-AE85-98EC83450128}" srcOrd="0" destOrd="0" presId="urn:microsoft.com/office/officeart/2005/8/layout/radial2"/>
    <dgm:cxn modelId="{19F9C9FB-F1D5-49B5-812E-6AAB06AA4B19}" type="presParOf" srcId="{CBFF5225-4759-4695-AE85-98EC83450128}" destId="{549F906A-0E9D-42DC-B471-B1C07485B98C}" srcOrd="0" destOrd="0" presId="urn:microsoft.com/office/officeart/2005/8/layout/radial2"/>
    <dgm:cxn modelId="{0E6FAF74-1A90-433F-A0CD-3AB7F5CAA487}" type="presParOf" srcId="{549F906A-0E9D-42DC-B471-B1C07485B98C}" destId="{1CD9A254-DCAF-40C1-8FF3-7FB870A8C421}" srcOrd="0" destOrd="0" presId="urn:microsoft.com/office/officeart/2005/8/layout/radial2"/>
    <dgm:cxn modelId="{DD5E6D59-437B-44C2-A335-D11EF69E1B25}" type="presParOf" srcId="{549F906A-0E9D-42DC-B471-B1C07485B98C}" destId="{5D57FFB5-51A0-4E4B-B603-4E1DCD098608}" srcOrd="1" destOrd="0" presId="urn:microsoft.com/office/officeart/2005/8/layout/radial2"/>
    <dgm:cxn modelId="{5A9AB898-2587-47DF-BBDE-9ECBBF0317AC}" type="presParOf" srcId="{CBFF5225-4759-4695-AE85-98EC83450128}" destId="{F09072AE-1631-448B-A05A-54D274CBA8C6}" srcOrd="1" destOrd="0" presId="urn:microsoft.com/office/officeart/2005/8/layout/radial2"/>
    <dgm:cxn modelId="{75F542F2-5167-4F41-821B-6944FBC17CA9}" type="presParOf" srcId="{CBFF5225-4759-4695-AE85-98EC83450128}" destId="{8859A710-3757-42A5-9F72-6E6F0BAE4292}" srcOrd="2" destOrd="0" presId="urn:microsoft.com/office/officeart/2005/8/layout/radial2"/>
    <dgm:cxn modelId="{B9988261-7379-40E8-9DC2-B8719954A65B}" type="presParOf" srcId="{8859A710-3757-42A5-9F72-6E6F0BAE4292}" destId="{35574646-9BC8-4FBF-8D49-6C3F3BBC0DB4}" srcOrd="0" destOrd="0" presId="urn:microsoft.com/office/officeart/2005/8/layout/radial2"/>
    <dgm:cxn modelId="{B75AD5B3-E3AE-475E-9270-C5EF139C9FEF}" type="presParOf" srcId="{8859A710-3757-42A5-9F72-6E6F0BAE4292}" destId="{61DAD930-CE8C-4951-BFD6-A568151DE2BF}" srcOrd="1" destOrd="0" presId="urn:microsoft.com/office/officeart/2005/8/layout/radial2"/>
    <dgm:cxn modelId="{6AF9B0AE-E66D-4C1D-B3CC-AF091E5DB420}" type="presParOf" srcId="{CBFF5225-4759-4695-AE85-98EC83450128}" destId="{B3B87B45-5FAA-49A2-AC1D-30685576E889}" srcOrd="3" destOrd="0" presId="urn:microsoft.com/office/officeart/2005/8/layout/radial2"/>
    <dgm:cxn modelId="{55FD9B44-B38A-480F-9CEA-48875A9FFE22}" type="presParOf" srcId="{CBFF5225-4759-4695-AE85-98EC83450128}" destId="{C96DE157-842C-49E0-8672-B87D543A369E}" srcOrd="4" destOrd="0" presId="urn:microsoft.com/office/officeart/2005/8/layout/radial2"/>
    <dgm:cxn modelId="{323AA2F5-D234-4592-B3D0-B0B0EB685609}" type="presParOf" srcId="{C96DE157-842C-49E0-8672-B87D543A369E}" destId="{47004370-52EC-4486-B45B-5957DC213561}" srcOrd="0" destOrd="0" presId="urn:microsoft.com/office/officeart/2005/8/layout/radial2"/>
    <dgm:cxn modelId="{C4A19F6A-612F-42ED-85B1-CF2DD6139D6B}" type="presParOf" srcId="{C96DE157-842C-49E0-8672-B87D543A369E}" destId="{6608ED74-D96A-4CC1-A4AF-3AC4CA137CC9}" srcOrd="1" destOrd="0" presId="urn:microsoft.com/office/officeart/2005/8/layout/radial2"/>
    <dgm:cxn modelId="{0869DDE4-9568-4C55-BDE2-FC8EA040C653}" type="presParOf" srcId="{CBFF5225-4759-4695-AE85-98EC83450128}" destId="{36868581-2045-410A-95E3-1057F4C5BF4E}" srcOrd="5" destOrd="0" presId="urn:microsoft.com/office/officeart/2005/8/layout/radial2"/>
    <dgm:cxn modelId="{3EAC43D2-0CD7-40E5-B264-899702166381}" type="presParOf" srcId="{CBFF5225-4759-4695-AE85-98EC83450128}" destId="{1C3352AD-251D-4871-BB5B-42CB1C7DB036}" srcOrd="6" destOrd="0" presId="urn:microsoft.com/office/officeart/2005/8/layout/radial2"/>
    <dgm:cxn modelId="{B2AD73A9-18F9-43C1-A692-DE0BE6BAF8AA}" type="presParOf" srcId="{1C3352AD-251D-4871-BB5B-42CB1C7DB036}" destId="{BC8FA4A4-B770-4EB2-9507-C3EAB82C2934}" srcOrd="0" destOrd="0" presId="urn:microsoft.com/office/officeart/2005/8/layout/radial2"/>
    <dgm:cxn modelId="{225AB1F3-04B8-4D28-9C73-D97871587789}" type="presParOf" srcId="{1C3352AD-251D-4871-BB5B-42CB1C7DB036}" destId="{91DC121C-EBA4-42A1-AB39-185ECB46B63F}" srcOrd="1" destOrd="0" presId="urn:microsoft.com/office/officeart/2005/8/layout/radial2"/>
    <dgm:cxn modelId="{AC96D5E0-D614-45AA-B991-9689D9C8665C}" type="presParOf" srcId="{CBFF5225-4759-4695-AE85-98EC83450128}" destId="{3BE35524-5E3F-4A16-AC64-17D924C199F7}" srcOrd="7" destOrd="0" presId="urn:microsoft.com/office/officeart/2005/8/layout/radial2"/>
    <dgm:cxn modelId="{23E1888A-6E17-452F-90F3-87374311F359}" type="presParOf" srcId="{CBFF5225-4759-4695-AE85-98EC83450128}" destId="{A45A4D46-07CB-4689-9D9B-2B3BFB5E0A4B}" srcOrd="8" destOrd="0" presId="urn:microsoft.com/office/officeart/2005/8/layout/radial2"/>
    <dgm:cxn modelId="{994E319D-5E70-4718-AF75-DBD0829AC940}" type="presParOf" srcId="{A45A4D46-07CB-4689-9D9B-2B3BFB5E0A4B}" destId="{0471B31F-197D-41C9-80C4-9AC49FCACE64}" srcOrd="0" destOrd="0" presId="urn:microsoft.com/office/officeart/2005/8/layout/radial2"/>
    <dgm:cxn modelId="{034DCE47-CFB5-4582-AAE3-151A66A5736D}" type="presParOf" srcId="{A45A4D46-07CB-4689-9D9B-2B3BFB5E0A4B}" destId="{EFD11158-D0CB-4539-88FE-A738C5CC40D3}" srcOrd="1" destOrd="0" presId="urn:microsoft.com/office/officeart/2005/8/layout/radial2"/>
    <dgm:cxn modelId="{4CDAB167-5281-4464-A760-2EC47CDEB0DA}" type="presParOf" srcId="{CBFF5225-4759-4695-AE85-98EC83450128}" destId="{55742444-09F9-4055-A8EC-7A01848043B3}" srcOrd="9" destOrd="0" presId="urn:microsoft.com/office/officeart/2005/8/layout/radial2"/>
    <dgm:cxn modelId="{D8429C40-728D-4E27-908E-318B8F51B122}" type="presParOf" srcId="{CBFF5225-4759-4695-AE85-98EC83450128}" destId="{85C99BC2-350A-4F0D-BACA-7B3D4AE3606D}" srcOrd="10" destOrd="0" presId="urn:microsoft.com/office/officeart/2005/8/layout/radial2"/>
    <dgm:cxn modelId="{EEDE864A-BADB-4581-904A-E2C6943DBF96}" type="presParOf" srcId="{85C99BC2-350A-4F0D-BACA-7B3D4AE3606D}" destId="{860606D3-95DA-4B95-B929-ABF337A4C515}" srcOrd="0" destOrd="0" presId="urn:microsoft.com/office/officeart/2005/8/layout/radial2"/>
    <dgm:cxn modelId="{59CF841F-C4F9-4CC9-8EA4-BD2435A6639F}" type="presParOf" srcId="{85C99BC2-350A-4F0D-BACA-7B3D4AE3606D}" destId="{F9DB265E-7D93-4BDF-8F41-72D73E7A0BB1}" srcOrd="1" destOrd="0" presId="urn:microsoft.com/office/officeart/2005/8/layout/radial2"/>
    <dgm:cxn modelId="{93869C4C-A9C4-49F1-89CC-4F9563DAF76B}" type="presParOf" srcId="{CBFF5225-4759-4695-AE85-98EC83450128}" destId="{A448BC6A-7DB3-4554-859E-A5FB446FBE00}" srcOrd="11" destOrd="0" presId="urn:microsoft.com/office/officeart/2005/8/layout/radial2"/>
    <dgm:cxn modelId="{890C0543-513F-4426-BEA9-7C8490483ED0}" type="presParOf" srcId="{CBFF5225-4759-4695-AE85-98EC83450128}" destId="{BF31F758-AABB-4E6E-A6B4-8ABA61109E70}" srcOrd="12" destOrd="0" presId="urn:microsoft.com/office/officeart/2005/8/layout/radial2"/>
    <dgm:cxn modelId="{399F987A-5C91-4D61-B291-E15BB54AFDEE}" type="presParOf" srcId="{BF31F758-AABB-4E6E-A6B4-8ABA61109E70}" destId="{6559CABC-35B9-4231-BE49-FE5DBCE22CFB}" srcOrd="0" destOrd="0" presId="urn:microsoft.com/office/officeart/2005/8/layout/radial2"/>
    <dgm:cxn modelId="{4A54B29C-A210-471E-838D-59488D89ADF4}" type="presParOf" srcId="{BF31F758-AABB-4E6E-A6B4-8ABA61109E70}" destId="{F775FC07-1F11-4CCF-83FE-D5B67C51E977}" srcOrd="1" destOrd="0" presId="urn:microsoft.com/office/officeart/2005/8/layout/radial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E3445F8-8BD3-476F-B4FB-6CC98946A148}"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zh-CN" altLang="en-US"/>
        </a:p>
      </dgm:t>
    </dgm:pt>
    <dgm:pt modelId="{7F5E55E3-3E6C-41CA-BABB-F1118C8896DD}">
      <dgm:prSet phldrT="[文本]"/>
      <dgm:spPr/>
      <dgm:t>
        <a:bodyPr/>
        <a:lstStyle/>
        <a:p>
          <a:r>
            <a:rPr lang="zh-CN" altLang="en-US" dirty="0" smtClean="0"/>
            <a:t>秦汉：中央分离，地方合一</a:t>
          </a:r>
          <a:endParaRPr lang="zh-CN" altLang="en-US" dirty="0"/>
        </a:p>
      </dgm:t>
    </dgm:pt>
    <dgm:pt modelId="{305E27F2-DF8E-44FF-91F1-87568DF2417B}" type="parTrans" cxnId="{0A88CD12-D0DE-4F75-98AB-9EF0DB84DED6}">
      <dgm:prSet/>
      <dgm:spPr/>
      <dgm:t>
        <a:bodyPr/>
        <a:lstStyle/>
        <a:p>
          <a:endParaRPr lang="zh-CN" altLang="en-US"/>
        </a:p>
      </dgm:t>
    </dgm:pt>
    <dgm:pt modelId="{F1A30062-08C1-46CD-96E4-C35BA8094A9A}" type="sibTrans" cxnId="{0A88CD12-D0DE-4F75-98AB-9EF0DB84DED6}">
      <dgm:prSet/>
      <dgm:spPr/>
      <dgm:t>
        <a:bodyPr/>
        <a:lstStyle/>
        <a:p>
          <a:endParaRPr lang="zh-CN" altLang="en-US"/>
        </a:p>
      </dgm:t>
    </dgm:pt>
    <dgm:pt modelId="{4429E9EC-1887-42A6-8405-7FC243B36919}">
      <dgm:prSet phldrT="[文本]"/>
      <dgm:spPr/>
      <dgm:t>
        <a:bodyPr/>
        <a:lstStyle/>
        <a:p>
          <a:r>
            <a:rPr lang="zh-CN" altLang="en-US" dirty="0" smtClean="0"/>
            <a:t>唐宋：地方逐渐分离</a:t>
          </a:r>
          <a:endParaRPr lang="zh-CN" altLang="en-US" dirty="0"/>
        </a:p>
      </dgm:t>
    </dgm:pt>
    <dgm:pt modelId="{934DA768-3B3D-4BB6-87AC-D820A63E823F}" type="parTrans" cxnId="{7EBCE5F9-4620-4096-925E-46834BA9861B}">
      <dgm:prSet/>
      <dgm:spPr/>
      <dgm:t>
        <a:bodyPr/>
        <a:lstStyle/>
        <a:p>
          <a:endParaRPr lang="zh-CN" altLang="en-US"/>
        </a:p>
      </dgm:t>
    </dgm:pt>
    <dgm:pt modelId="{E8ED19DB-F337-4C1F-8F20-2B48BA4C21CE}" type="sibTrans" cxnId="{7EBCE5F9-4620-4096-925E-46834BA9861B}">
      <dgm:prSet/>
      <dgm:spPr/>
      <dgm:t>
        <a:bodyPr/>
        <a:lstStyle/>
        <a:p>
          <a:endParaRPr lang="zh-CN" altLang="en-US"/>
        </a:p>
      </dgm:t>
    </dgm:pt>
    <dgm:pt modelId="{F61A1E36-1E9C-4A4F-AFFF-5A671A3DA2FC}">
      <dgm:prSet phldrT="[文本]"/>
      <dgm:spPr/>
      <dgm:t>
        <a:bodyPr/>
        <a:lstStyle/>
        <a:p>
          <a:r>
            <a:rPr lang="zh-CN" altLang="en-US" dirty="0" smtClean="0"/>
            <a:t>明清：三司分离、督抚集中</a:t>
          </a:r>
          <a:endParaRPr lang="en-US" altLang="zh-CN" dirty="0" smtClean="0"/>
        </a:p>
      </dgm:t>
    </dgm:pt>
    <dgm:pt modelId="{21E14A75-5EDA-4D25-8902-F4D7DEB8700B}" type="parTrans" cxnId="{664A94F3-C43A-499D-86FF-95250FB579AE}">
      <dgm:prSet/>
      <dgm:spPr/>
      <dgm:t>
        <a:bodyPr/>
        <a:lstStyle/>
        <a:p>
          <a:endParaRPr lang="zh-CN" altLang="en-US"/>
        </a:p>
      </dgm:t>
    </dgm:pt>
    <dgm:pt modelId="{584EF77B-AADD-4D0F-8212-04B380BA3C72}" type="sibTrans" cxnId="{664A94F3-C43A-499D-86FF-95250FB579AE}">
      <dgm:prSet/>
      <dgm:spPr/>
      <dgm:t>
        <a:bodyPr/>
        <a:lstStyle/>
        <a:p>
          <a:endParaRPr lang="zh-CN" altLang="en-US"/>
        </a:p>
      </dgm:t>
    </dgm:pt>
    <dgm:pt modelId="{695A6771-13CA-4FF3-BCB5-3D103F6D7782}">
      <dgm:prSet phldrT="[文本]"/>
      <dgm:spPr/>
      <dgm:t>
        <a:bodyPr/>
        <a:lstStyle/>
        <a:p>
          <a:r>
            <a:rPr lang="zh-CN" altLang="en-US" dirty="0" smtClean="0"/>
            <a:t>本朝：军政系统彻底分离，权力集中最高领导人</a:t>
          </a:r>
          <a:endParaRPr lang="en-US" altLang="zh-CN" dirty="0" smtClean="0"/>
        </a:p>
      </dgm:t>
    </dgm:pt>
    <dgm:pt modelId="{74ED916F-745F-4B37-B95C-58D2A08BD5CB}" type="parTrans" cxnId="{9D395316-3A56-4DD0-9053-278B598C6D08}">
      <dgm:prSet/>
      <dgm:spPr/>
      <dgm:t>
        <a:bodyPr/>
        <a:lstStyle/>
        <a:p>
          <a:endParaRPr lang="zh-CN" altLang="en-US"/>
        </a:p>
      </dgm:t>
    </dgm:pt>
    <dgm:pt modelId="{3029A3B9-F94C-4621-8CE0-8CC937842A88}" type="sibTrans" cxnId="{9D395316-3A56-4DD0-9053-278B598C6D08}">
      <dgm:prSet/>
      <dgm:spPr/>
      <dgm:t>
        <a:bodyPr/>
        <a:lstStyle/>
        <a:p>
          <a:endParaRPr lang="zh-CN" altLang="en-US"/>
        </a:p>
      </dgm:t>
    </dgm:pt>
    <dgm:pt modelId="{2788F9A6-10B7-4C38-A10A-2BE09C4CE3C3}" type="pres">
      <dgm:prSet presAssocID="{9E3445F8-8BD3-476F-B4FB-6CC98946A148}" presName="outerComposite" presStyleCnt="0">
        <dgm:presLayoutVars>
          <dgm:chMax val="5"/>
          <dgm:dir/>
          <dgm:resizeHandles val="exact"/>
        </dgm:presLayoutVars>
      </dgm:prSet>
      <dgm:spPr/>
      <dgm:t>
        <a:bodyPr/>
        <a:lstStyle/>
        <a:p>
          <a:endParaRPr lang="zh-CN" altLang="en-US"/>
        </a:p>
      </dgm:t>
    </dgm:pt>
    <dgm:pt modelId="{19CAE4DB-A349-4E6A-9E53-4F634BFE2C12}" type="pres">
      <dgm:prSet presAssocID="{9E3445F8-8BD3-476F-B4FB-6CC98946A148}" presName="dummyMaxCanvas" presStyleCnt="0">
        <dgm:presLayoutVars/>
      </dgm:prSet>
      <dgm:spPr/>
    </dgm:pt>
    <dgm:pt modelId="{19CAA4AE-1C8B-4152-937E-6E616723F38B}" type="pres">
      <dgm:prSet presAssocID="{9E3445F8-8BD3-476F-B4FB-6CC98946A148}" presName="FourNodes_1" presStyleLbl="node1" presStyleIdx="0" presStyleCnt="4">
        <dgm:presLayoutVars>
          <dgm:bulletEnabled val="1"/>
        </dgm:presLayoutVars>
      </dgm:prSet>
      <dgm:spPr/>
      <dgm:t>
        <a:bodyPr/>
        <a:lstStyle/>
        <a:p>
          <a:endParaRPr lang="zh-CN" altLang="en-US"/>
        </a:p>
      </dgm:t>
    </dgm:pt>
    <dgm:pt modelId="{11B96BE5-99A7-4CC2-A7FF-E4D69BC376B3}" type="pres">
      <dgm:prSet presAssocID="{9E3445F8-8BD3-476F-B4FB-6CC98946A148}" presName="FourNodes_2" presStyleLbl="node1" presStyleIdx="1" presStyleCnt="4">
        <dgm:presLayoutVars>
          <dgm:bulletEnabled val="1"/>
        </dgm:presLayoutVars>
      </dgm:prSet>
      <dgm:spPr/>
      <dgm:t>
        <a:bodyPr/>
        <a:lstStyle/>
        <a:p>
          <a:endParaRPr lang="zh-CN" altLang="en-US"/>
        </a:p>
      </dgm:t>
    </dgm:pt>
    <dgm:pt modelId="{FC99257C-9FAF-43BA-9E20-C944DEBFDD5F}" type="pres">
      <dgm:prSet presAssocID="{9E3445F8-8BD3-476F-B4FB-6CC98946A148}" presName="FourNodes_3" presStyleLbl="node1" presStyleIdx="2" presStyleCnt="4">
        <dgm:presLayoutVars>
          <dgm:bulletEnabled val="1"/>
        </dgm:presLayoutVars>
      </dgm:prSet>
      <dgm:spPr/>
      <dgm:t>
        <a:bodyPr/>
        <a:lstStyle/>
        <a:p>
          <a:endParaRPr lang="zh-CN" altLang="en-US"/>
        </a:p>
      </dgm:t>
    </dgm:pt>
    <dgm:pt modelId="{6F429684-605D-4E13-A527-54FD6B3D8207}" type="pres">
      <dgm:prSet presAssocID="{9E3445F8-8BD3-476F-B4FB-6CC98946A148}" presName="FourNodes_4" presStyleLbl="node1" presStyleIdx="3" presStyleCnt="4">
        <dgm:presLayoutVars>
          <dgm:bulletEnabled val="1"/>
        </dgm:presLayoutVars>
      </dgm:prSet>
      <dgm:spPr/>
      <dgm:t>
        <a:bodyPr/>
        <a:lstStyle/>
        <a:p>
          <a:endParaRPr lang="zh-CN" altLang="en-US"/>
        </a:p>
      </dgm:t>
    </dgm:pt>
    <dgm:pt modelId="{DF2E0D91-5207-4A81-ABAD-B46A0BA85548}" type="pres">
      <dgm:prSet presAssocID="{9E3445F8-8BD3-476F-B4FB-6CC98946A148}" presName="FourConn_1-2" presStyleLbl="fgAccFollowNode1" presStyleIdx="0" presStyleCnt="3">
        <dgm:presLayoutVars>
          <dgm:bulletEnabled val="1"/>
        </dgm:presLayoutVars>
      </dgm:prSet>
      <dgm:spPr/>
      <dgm:t>
        <a:bodyPr/>
        <a:lstStyle/>
        <a:p>
          <a:endParaRPr lang="zh-CN" altLang="en-US"/>
        </a:p>
      </dgm:t>
    </dgm:pt>
    <dgm:pt modelId="{12C9371A-058E-429C-8047-2DB1C6F5FB27}" type="pres">
      <dgm:prSet presAssocID="{9E3445F8-8BD3-476F-B4FB-6CC98946A148}" presName="FourConn_2-3" presStyleLbl="fgAccFollowNode1" presStyleIdx="1" presStyleCnt="3">
        <dgm:presLayoutVars>
          <dgm:bulletEnabled val="1"/>
        </dgm:presLayoutVars>
      </dgm:prSet>
      <dgm:spPr/>
      <dgm:t>
        <a:bodyPr/>
        <a:lstStyle/>
        <a:p>
          <a:endParaRPr lang="zh-CN" altLang="en-US"/>
        </a:p>
      </dgm:t>
    </dgm:pt>
    <dgm:pt modelId="{5B912456-D25C-4A9A-882D-45E3DFAB7576}" type="pres">
      <dgm:prSet presAssocID="{9E3445F8-8BD3-476F-B4FB-6CC98946A148}" presName="FourConn_3-4" presStyleLbl="fgAccFollowNode1" presStyleIdx="2" presStyleCnt="3">
        <dgm:presLayoutVars>
          <dgm:bulletEnabled val="1"/>
        </dgm:presLayoutVars>
      </dgm:prSet>
      <dgm:spPr/>
      <dgm:t>
        <a:bodyPr/>
        <a:lstStyle/>
        <a:p>
          <a:endParaRPr lang="zh-CN" altLang="en-US"/>
        </a:p>
      </dgm:t>
    </dgm:pt>
    <dgm:pt modelId="{6A366A01-83E8-4FCB-9B42-6CB0B534288C}" type="pres">
      <dgm:prSet presAssocID="{9E3445F8-8BD3-476F-B4FB-6CC98946A148}" presName="FourNodes_1_text" presStyleLbl="node1" presStyleIdx="3" presStyleCnt="4">
        <dgm:presLayoutVars>
          <dgm:bulletEnabled val="1"/>
        </dgm:presLayoutVars>
      </dgm:prSet>
      <dgm:spPr/>
      <dgm:t>
        <a:bodyPr/>
        <a:lstStyle/>
        <a:p>
          <a:endParaRPr lang="zh-CN" altLang="en-US"/>
        </a:p>
      </dgm:t>
    </dgm:pt>
    <dgm:pt modelId="{E3496BF1-4F7A-47A3-80FA-13ADC3689BB7}" type="pres">
      <dgm:prSet presAssocID="{9E3445F8-8BD3-476F-B4FB-6CC98946A148}" presName="FourNodes_2_text" presStyleLbl="node1" presStyleIdx="3" presStyleCnt="4">
        <dgm:presLayoutVars>
          <dgm:bulletEnabled val="1"/>
        </dgm:presLayoutVars>
      </dgm:prSet>
      <dgm:spPr/>
      <dgm:t>
        <a:bodyPr/>
        <a:lstStyle/>
        <a:p>
          <a:endParaRPr lang="zh-CN" altLang="en-US"/>
        </a:p>
      </dgm:t>
    </dgm:pt>
    <dgm:pt modelId="{5C31C92B-B06B-4263-9908-254C92F08761}" type="pres">
      <dgm:prSet presAssocID="{9E3445F8-8BD3-476F-B4FB-6CC98946A148}" presName="FourNodes_3_text" presStyleLbl="node1" presStyleIdx="3" presStyleCnt="4">
        <dgm:presLayoutVars>
          <dgm:bulletEnabled val="1"/>
        </dgm:presLayoutVars>
      </dgm:prSet>
      <dgm:spPr/>
      <dgm:t>
        <a:bodyPr/>
        <a:lstStyle/>
        <a:p>
          <a:endParaRPr lang="zh-CN" altLang="en-US"/>
        </a:p>
      </dgm:t>
    </dgm:pt>
    <dgm:pt modelId="{E0717396-D519-45B8-B2AD-E4AB95BAC8D6}" type="pres">
      <dgm:prSet presAssocID="{9E3445F8-8BD3-476F-B4FB-6CC98946A148}" presName="FourNodes_4_text" presStyleLbl="node1" presStyleIdx="3" presStyleCnt="4">
        <dgm:presLayoutVars>
          <dgm:bulletEnabled val="1"/>
        </dgm:presLayoutVars>
      </dgm:prSet>
      <dgm:spPr/>
      <dgm:t>
        <a:bodyPr/>
        <a:lstStyle/>
        <a:p>
          <a:endParaRPr lang="zh-CN" altLang="en-US"/>
        </a:p>
      </dgm:t>
    </dgm:pt>
  </dgm:ptLst>
  <dgm:cxnLst>
    <dgm:cxn modelId="{34494A65-6854-48E2-8477-4FB5BB1C5014}" type="presOf" srcId="{F61A1E36-1E9C-4A4F-AFFF-5A671A3DA2FC}" destId="{FC99257C-9FAF-43BA-9E20-C944DEBFDD5F}" srcOrd="0" destOrd="0" presId="urn:microsoft.com/office/officeart/2005/8/layout/vProcess5"/>
    <dgm:cxn modelId="{1DFE30DB-3C87-46CC-9C49-C61DFDB8FDB0}" type="presOf" srcId="{4429E9EC-1887-42A6-8405-7FC243B36919}" destId="{E3496BF1-4F7A-47A3-80FA-13ADC3689BB7}" srcOrd="1" destOrd="0" presId="urn:microsoft.com/office/officeart/2005/8/layout/vProcess5"/>
    <dgm:cxn modelId="{4C91A617-3D33-40E1-9038-043151AEFC1C}" type="presOf" srcId="{F61A1E36-1E9C-4A4F-AFFF-5A671A3DA2FC}" destId="{5C31C92B-B06B-4263-9908-254C92F08761}" srcOrd="1" destOrd="0" presId="urn:microsoft.com/office/officeart/2005/8/layout/vProcess5"/>
    <dgm:cxn modelId="{7EBCE5F9-4620-4096-925E-46834BA9861B}" srcId="{9E3445F8-8BD3-476F-B4FB-6CC98946A148}" destId="{4429E9EC-1887-42A6-8405-7FC243B36919}" srcOrd="1" destOrd="0" parTransId="{934DA768-3B3D-4BB6-87AC-D820A63E823F}" sibTransId="{E8ED19DB-F337-4C1F-8F20-2B48BA4C21CE}"/>
    <dgm:cxn modelId="{A747844D-5E45-4A01-A64C-F03F544C6757}" type="presOf" srcId="{F1A30062-08C1-46CD-96E4-C35BA8094A9A}" destId="{DF2E0D91-5207-4A81-ABAD-B46A0BA85548}" srcOrd="0" destOrd="0" presId="urn:microsoft.com/office/officeart/2005/8/layout/vProcess5"/>
    <dgm:cxn modelId="{7643E195-F4DA-49D7-A532-A8FDEC0CE50B}" type="presOf" srcId="{7F5E55E3-3E6C-41CA-BABB-F1118C8896DD}" destId="{6A366A01-83E8-4FCB-9B42-6CB0B534288C}" srcOrd="1" destOrd="0" presId="urn:microsoft.com/office/officeart/2005/8/layout/vProcess5"/>
    <dgm:cxn modelId="{61D04C17-254F-41D1-8111-B8D0F839DA56}" type="presOf" srcId="{E8ED19DB-F337-4C1F-8F20-2B48BA4C21CE}" destId="{12C9371A-058E-429C-8047-2DB1C6F5FB27}" srcOrd="0" destOrd="0" presId="urn:microsoft.com/office/officeart/2005/8/layout/vProcess5"/>
    <dgm:cxn modelId="{EBDC25E4-F127-4D6A-8D68-7F35C5E5928E}" type="presOf" srcId="{584EF77B-AADD-4D0F-8212-04B380BA3C72}" destId="{5B912456-D25C-4A9A-882D-45E3DFAB7576}" srcOrd="0" destOrd="0" presId="urn:microsoft.com/office/officeart/2005/8/layout/vProcess5"/>
    <dgm:cxn modelId="{742FB04A-260F-4888-AA5D-3EF8D70DDAF6}" type="presOf" srcId="{9E3445F8-8BD3-476F-B4FB-6CC98946A148}" destId="{2788F9A6-10B7-4C38-A10A-2BE09C4CE3C3}" srcOrd="0" destOrd="0" presId="urn:microsoft.com/office/officeart/2005/8/layout/vProcess5"/>
    <dgm:cxn modelId="{DD5E1D8C-F3F5-41EE-B2D1-32A2BB304FF2}" type="presOf" srcId="{4429E9EC-1887-42A6-8405-7FC243B36919}" destId="{11B96BE5-99A7-4CC2-A7FF-E4D69BC376B3}" srcOrd="0" destOrd="0" presId="urn:microsoft.com/office/officeart/2005/8/layout/vProcess5"/>
    <dgm:cxn modelId="{664A94F3-C43A-499D-86FF-95250FB579AE}" srcId="{9E3445F8-8BD3-476F-B4FB-6CC98946A148}" destId="{F61A1E36-1E9C-4A4F-AFFF-5A671A3DA2FC}" srcOrd="2" destOrd="0" parTransId="{21E14A75-5EDA-4D25-8902-F4D7DEB8700B}" sibTransId="{584EF77B-AADD-4D0F-8212-04B380BA3C72}"/>
    <dgm:cxn modelId="{0A88CD12-D0DE-4F75-98AB-9EF0DB84DED6}" srcId="{9E3445F8-8BD3-476F-B4FB-6CC98946A148}" destId="{7F5E55E3-3E6C-41CA-BABB-F1118C8896DD}" srcOrd="0" destOrd="0" parTransId="{305E27F2-DF8E-44FF-91F1-87568DF2417B}" sibTransId="{F1A30062-08C1-46CD-96E4-C35BA8094A9A}"/>
    <dgm:cxn modelId="{9D395316-3A56-4DD0-9053-278B598C6D08}" srcId="{9E3445F8-8BD3-476F-B4FB-6CC98946A148}" destId="{695A6771-13CA-4FF3-BCB5-3D103F6D7782}" srcOrd="3" destOrd="0" parTransId="{74ED916F-745F-4B37-B95C-58D2A08BD5CB}" sibTransId="{3029A3B9-F94C-4621-8CE0-8CC937842A88}"/>
    <dgm:cxn modelId="{79EBB627-658F-43D7-8844-A7415E63F536}" type="presOf" srcId="{695A6771-13CA-4FF3-BCB5-3D103F6D7782}" destId="{E0717396-D519-45B8-B2AD-E4AB95BAC8D6}" srcOrd="1" destOrd="0" presId="urn:microsoft.com/office/officeart/2005/8/layout/vProcess5"/>
    <dgm:cxn modelId="{87A45520-03DC-421C-8273-55EF95EFEE80}" type="presOf" srcId="{7F5E55E3-3E6C-41CA-BABB-F1118C8896DD}" destId="{19CAA4AE-1C8B-4152-937E-6E616723F38B}" srcOrd="0" destOrd="0" presId="urn:microsoft.com/office/officeart/2005/8/layout/vProcess5"/>
    <dgm:cxn modelId="{8FA6CD9D-0A9D-4B4B-9ED8-1FA622923D4C}" type="presOf" srcId="{695A6771-13CA-4FF3-BCB5-3D103F6D7782}" destId="{6F429684-605D-4E13-A527-54FD6B3D8207}" srcOrd="0" destOrd="0" presId="urn:microsoft.com/office/officeart/2005/8/layout/vProcess5"/>
    <dgm:cxn modelId="{4473BF65-64F1-4BA3-B663-6D619DEA8900}" type="presParOf" srcId="{2788F9A6-10B7-4C38-A10A-2BE09C4CE3C3}" destId="{19CAE4DB-A349-4E6A-9E53-4F634BFE2C12}" srcOrd="0" destOrd="0" presId="urn:microsoft.com/office/officeart/2005/8/layout/vProcess5"/>
    <dgm:cxn modelId="{10EE77C9-ABE0-48C8-8E56-D6202F26F4C4}" type="presParOf" srcId="{2788F9A6-10B7-4C38-A10A-2BE09C4CE3C3}" destId="{19CAA4AE-1C8B-4152-937E-6E616723F38B}" srcOrd="1" destOrd="0" presId="urn:microsoft.com/office/officeart/2005/8/layout/vProcess5"/>
    <dgm:cxn modelId="{BA3D5E53-0FD3-49F3-BAE0-77EC16993C44}" type="presParOf" srcId="{2788F9A6-10B7-4C38-A10A-2BE09C4CE3C3}" destId="{11B96BE5-99A7-4CC2-A7FF-E4D69BC376B3}" srcOrd="2" destOrd="0" presId="urn:microsoft.com/office/officeart/2005/8/layout/vProcess5"/>
    <dgm:cxn modelId="{AE48B5D0-E5E2-49E6-B7A6-4666D291D1EE}" type="presParOf" srcId="{2788F9A6-10B7-4C38-A10A-2BE09C4CE3C3}" destId="{FC99257C-9FAF-43BA-9E20-C944DEBFDD5F}" srcOrd="3" destOrd="0" presId="urn:microsoft.com/office/officeart/2005/8/layout/vProcess5"/>
    <dgm:cxn modelId="{319DEFD1-486C-43C8-A640-D8BB9B124916}" type="presParOf" srcId="{2788F9A6-10B7-4C38-A10A-2BE09C4CE3C3}" destId="{6F429684-605D-4E13-A527-54FD6B3D8207}" srcOrd="4" destOrd="0" presId="urn:microsoft.com/office/officeart/2005/8/layout/vProcess5"/>
    <dgm:cxn modelId="{A9491959-C0BF-481E-9205-BBF6D3393852}" type="presParOf" srcId="{2788F9A6-10B7-4C38-A10A-2BE09C4CE3C3}" destId="{DF2E0D91-5207-4A81-ABAD-B46A0BA85548}" srcOrd="5" destOrd="0" presId="urn:microsoft.com/office/officeart/2005/8/layout/vProcess5"/>
    <dgm:cxn modelId="{FB28C35B-5B7A-481A-8F79-284FA67A0251}" type="presParOf" srcId="{2788F9A6-10B7-4C38-A10A-2BE09C4CE3C3}" destId="{12C9371A-058E-429C-8047-2DB1C6F5FB27}" srcOrd="6" destOrd="0" presId="urn:microsoft.com/office/officeart/2005/8/layout/vProcess5"/>
    <dgm:cxn modelId="{0904A78F-A4A4-4F52-AF7F-F8A0712BBB99}" type="presParOf" srcId="{2788F9A6-10B7-4C38-A10A-2BE09C4CE3C3}" destId="{5B912456-D25C-4A9A-882D-45E3DFAB7576}" srcOrd="7" destOrd="0" presId="urn:microsoft.com/office/officeart/2005/8/layout/vProcess5"/>
    <dgm:cxn modelId="{5C273821-EC8E-42B7-B0C5-9E88264633D8}" type="presParOf" srcId="{2788F9A6-10B7-4C38-A10A-2BE09C4CE3C3}" destId="{6A366A01-83E8-4FCB-9B42-6CB0B534288C}" srcOrd="8" destOrd="0" presId="urn:microsoft.com/office/officeart/2005/8/layout/vProcess5"/>
    <dgm:cxn modelId="{7835F1B0-3E20-44A9-82AB-3F18E587BDC3}" type="presParOf" srcId="{2788F9A6-10B7-4C38-A10A-2BE09C4CE3C3}" destId="{E3496BF1-4F7A-47A3-80FA-13ADC3689BB7}" srcOrd="9" destOrd="0" presId="urn:microsoft.com/office/officeart/2005/8/layout/vProcess5"/>
    <dgm:cxn modelId="{8ADE91E1-6993-4B85-9D7F-8512C68EF845}" type="presParOf" srcId="{2788F9A6-10B7-4C38-A10A-2BE09C4CE3C3}" destId="{5C31C92B-B06B-4263-9908-254C92F08761}" srcOrd="10" destOrd="0" presId="urn:microsoft.com/office/officeart/2005/8/layout/vProcess5"/>
    <dgm:cxn modelId="{4A195650-2AE3-4F45-977D-4422EA2EE4BD}" type="presParOf" srcId="{2788F9A6-10B7-4C38-A10A-2BE09C4CE3C3}" destId="{E0717396-D519-45B8-B2AD-E4AB95BAC8D6}"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0AE1889-E31C-4B5B-B6DC-C73B7D5E219C}" type="doc">
      <dgm:prSet loTypeId="urn:microsoft.com/office/officeart/2005/8/layout/matrix2" loCatId="matrix" qsTypeId="urn:microsoft.com/office/officeart/2005/8/quickstyle/simple1" qsCatId="simple" csTypeId="urn:microsoft.com/office/officeart/2005/8/colors/accent1_2" csCatId="accent1" phldr="1"/>
      <dgm:spPr/>
      <dgm:t>
        <a:bodyPr/>
        <a:lstStyle/>
        <a:p>
          <a:endParaRPr lang="zh-CN" altLang="en-US"/>
        </a:p>
      </dgm:t>
    </dgm:pt>
    <dgm:pt modelId="{95E4CDDF-0E49-4C4B-B69C-55136BB40BBA}">
      <dgm:prSet phldrT="[文本]"/>
      <dgm:spPr/>
      <dgm:t>
        <a:bodyPr/>
        <a:lstStyle/>
        <a:p>
          <a:r>
            <a:rPr lang="zh-CN" altLang="en-US" dirty="0" smtClean="0"/>
            <a:t>义务</a:t>
          </a:r>
          <a:endParaRPr lang="zh-CN" altLang="en-US" dirty="0"/>
        </a:p>
      </dgm:t>
    </dgm:pt>
    <dgm:pt modelId="{7D90594A-A17B-423D-90FF-BDC3DA5CD0AF}" type="parTrans" cxnId="{19EFA0FD-1B98-4213-B24C-E661AA9731E9}">
      <dgm:prSet/>
      <dgm:spPr/>
      <dgm:t>
        <a:bodyPr/>
        <a:lstStyle/>
        <a:p>
          <a:endParaRPr lang="zh-CN" altLang="en-US"/>
        </a:p>
      </dgm:t>
    </dgm:pt>
    <dgm:pt modelId="{AA6DA942-8E96-46D6-828E-0BC341170A9B}" type="sibTrans" cxnId="{19EFA0FD-1B98-4213-B24C-E661AA9731E9}">
      <dgm:prSet/>
      <dgm:spPr/>
      <dgm:t>
        <a:bodyPr/>
        <a:lstStyle/>
        <a:p>
          <a:endParaRPr lang="zh-CN" altLang="en-US"/>
        </a:p>
      </dgm:t>
    </dgm:pt>
    <dgm:pt modelId="{29C9F5B6-6122-4212-B224-3796EAB851E9}">
      <dgm:prSet phldrT="[文本]"/>
      <dgm:spPr/>
      <dgm:t>
        <a:bodyPr/>
        <a:lstStyle/>
        <a:p>
          <a:r>
            <a:rPr lang="zh-CN" altLang="en-US" dirty="0" smtClean="0"/>
            <a:t>财富</a:t>
          </a:r>
          <a:endParaRPr lang="zh-CN" altLang="en-US" dirty="0"/>
        </a:p>
      </dgm:t>
    </dgm:pt>
    <dgm:pt modelId="{79CFAEE1-26DC-4324-B7A3-BEB6E6450B42}" type="parTrans" cxnId="{D5AA1020-4890-4203-994E-19DF9FC45C91}">
      <dgm:prSet/>
      <dgm:spPr/>
      <dgm:t>
        <a:bodyPr/>
        <a:lstStyle/>
        <a:p>
          <a:endParaRPr lang="zh-CN" altLang="en-US"/>
        </a:p>
      </dgm:t>
    </dgm:pt>
    <dgm:pt modelId="{67EB8B1C-0768-42CE-A1B7-31DC015D25CD}" type="sibTrans" cxnId="{D5AA1020-4890-4203-994E-19DF9FC45C91}">
      <dgm:prSet/>
      <dgm:spPr/>
      <dgm:t>
        <a:bodyPr/>
        <a:lstStyle/>
        <a:p>
          <a:endParaRPr lang="zh-CN" altLang="en-US"/>
        </a:p>
      </dgm:t>
    </dgm:pt>
    <dgm:pt modelId="{EA9DC560-6832-49A4-B7AE-B1B249FAF906}">
      <dgm:prSet phldrT="[文本]"/>
      <dgm:spPr/>
      <dgm:t>
        <a:bodyPr/>
        <a:lstStyle/>
        <a:p>
          <a:r>
            <a:rPr lang="zh-CN" altLang="en-US" dirty="0" smtClean="0"/>
            <a:t>主义</a:t>
          </a:r>
          <a:endParaRPr lang="zh-CN" altLang="en-US" dirty="0"/>
        </a:p>
      </dgm:t>
    </dgm:pt>
    <dgm:pt modelId="{A1A00D94-50F2-433A-BE31-AB497FC49418}" type="parTrans" cxnId="{526ADC63-C170-4EC4-A782-FBF9488FF43E}">
      <dgm:prSet/>
      <dgm:spPr/>
      <dgm:t>
        <a:bodyPr/>
        <a:lstStyle/>
        <a:p>
          <a:endParaRPr lang="zh-CN" altLang="en-US"/>
        </a:p>
      </dgm:t>
    </dgm:pt>
    <dgm:pt modelId="{09513361-24B1-4642-B823-CC4CCE1B7329}" type="sibTrans" cxnId="{526ADC63-C170-4EC4-A782-FBF9488FF43E}">
      <dgm:prSet/>
      <dgm:spPr/>
      <dgm:t>
        <a:bodyPr/>
        <a:lstStyle/>
        <a:p>
          <a:endParaRPr lang="zh-CN" altLang="en-US"/>
        </a:p>
      </dgm:t>
    </dgm:pt>
    <dgm:pt modelId="{47F9CAE6-CB29-4364-B21C-CE5F97BBBE60}">
      <dgm:prSet phldrT="[文本]"/>
      <dgm:spPr/>
      <dgm:t>
        <a:bodyPr/>
        <a:lstStyle/>
        <a:p>
          <a:r>
            <a:rPr lang="zh-CN" altLang="en-US" dirty="0" smtClean="0"/>
            <a:t>乡土</a:t>
          </a:r>
          <a:endParaRPr lang="zh-CN" altLang="en-US" dirty="0"/>
        </a:p>
      </dgm:t>
    </dgm:pt>
    <dgm:pt modelId="{8EC80CE6-37E6-4943-B241-C333DEC6697B}" type="parTrans" cxnId="{0371DA53-9095-4DAD-B7DB-004DA10779C1}">
      <dgm:prSet/>
      <dgm:spPr/>
      <dgm:t>
        <a:bodyPr/>
        <a:lstStyle/>
        <a:p>
          <a:endParaRPr lang="zh-CN" altLang="en-US"/>
        </a:p>
      </dgm:t>
    </dgm:pt>
    <dgm:pt modelId="{9AF13388-F370-4323-9F4D-3B82ED8917AA}" type="sibTrans" cxnId="{0371DA53-9095-4DAD-B7DB-004DA10779C1}">
      <dgm:prSet/>
      <dgm:spPr/>
      <dgm:t>
        <a:bodyPr/>
        <a:lstStyle/>
        <a:p>
          <a:endParaRPr lang="zh-CN" altLang="en-US"/>
        </a:p>
      </dgm:t>
    </dgm:pt>
    <dgm:pt modelId="{3B10B35C-52AB-4392-A83E-31DDDCF7899E}" type="pres">
      <dgm:prSet presAssocID="{00AE1889-E31C-4B5B-B6DC-C73B7D5E219C}" presName="matrix" presStyleCnt="0">
        <dgm:presLayoutVars>
          <dgm:chMax val="1"/>
          <dgm:dir/>
          <dgm:resizeHandles val="exact"/>
        </dgm:presLayoutVars>
      </dgm:prSet>
      <dgm:spPr/>
      <dgm:t>
        <a:bodyPr/>
        <a:lstStyle/>
        <a:p>
          <a:endParaRPr lang="zh-CN" altLang="en-US"/>
        </a:p>
      </dgm:t>
    </dgm:pt>
    <dgm:pt modelId="{3F39B813-32CB-4ADD-80FB-FB9B880C03F5}" type="pres">
      <dgm:prSet presAssocID="{00AE1889-E31C-4B5B-B6DC-C73B7D5E219C}" presName="axisShape" presStyleLbl="bgShp" presStyleIdx="0" presStyleCnt="1"/>
      <dgm:spPr/>
    </dgm:pt>
    <dgm:pt modelId="{362A4AF2-F34C-4057-8D24-5EA58F41AE6A}" type="pres">
      <dgm:prSet presAssocID="{00AE1889-E31C-4B5B-B6DC-C73B7D5E219C}" presName="rect1" presStyleLbl="node1" presStyleIdx="0" presStyleCnt="4">
        <dgm:presLayoutVars>
          <dgm:chMax val="0"/>
          <dgm:chPref val="0"/>
          <dgm:bulletEnabled val="1"/>
        </dgm:presLayoutVars>
      </dgm:prSet>
      <dgm:spPr/>
      <dgm:t>
        <a:bodyPr/>
        <a:lstStyle/>
        <a:p>
          <a:endParaRPr lang="zh-CN" altLang="en-US"/>
        </a:p>
      </dgm:t>
    </dgm:pt>
    <dgm:pt modelId="{E3861FEB-D600-47FD-B1C6-59A77121F755}" type="pres">
      <dgm:prSet presAssocID="{00AE1889-E31C-4B5B-B6DC-C73B7D5E219C}" presName="rect2" presStyleLbl="node1" presStyleIdx="1" presStyleCnt="4">
        <dgm:presLayoutVars>
          <dgm:chMax val="0"/>
          <dgm:chPref val="0"/>
          <dgm:bulletEnabled val="1"/>
        </dgm:presLayoutVars>
      </dgm:prSet>
      <dgm:spPr/>
      <dgm:t>
        <a:bodyPr/>
        <a:lstStyle/>
        <a:p>
          <a:endParaRPr lang="zh-CN" altLang="en-US"/>
        </a:p>
      </dgm:t>
    </dgm:pt>
    <dgm:pt modelId="{EAD3B1F4-F1A1-486E-BB9F-A84BE9E1F7B0}" type="pres">
      <dgm:prSet presAssocID="{00AE1889-E31C-4B5B-B6DC-C73B7D5E219C}" presName="rect3" presStyleLbl="node1" presStyleIdx="2" presStyleCnt="4">
        <dgm:presLayoutVars>
          <dgm:chMax val="0"/>
          <dgm:chPref val="0"/>
          <dgm:bulletEnabled val="1"/>
        </dgm:presLayoutVars>
      </dgm:prSet>
      <dgm:spPr/>
      <dgm:t>
        <a:bodyPr/>
        <a:lstStyle/>
        <a:p>
          <a:endParaRPr lang="zh-CN" altLang="en-US"/>
        </a:p>
      </dgm:t>
    </dgm:pt>
    <dgm:pt modelId="{BB717F93-4A58-4D08-AD99-B23BF48750E5}" type="pres">
      <dgm:prSet presAssocID="{00AE1889-E31C-4B5B-B6DC-C73B7D5E219C}" presName="rect4" presStyleLbl="node1" presStyleIdx="3" presStyleCnt="4">
        <dgm:presLayoutVars>
          <dgm:chMax val="0"/>
          <dgm:chPref val="0"/>
          <dgm:bulletEnabled val="1"/>
        </dgm:presLayoutVars>
      </dgm:prSet>
      <dgm:spPr/>
      <dgm:t>
        <a:bodyPr/>
        <a:lstStyle/>
        <a:p>
          <a:endParaRPr lang="zh-CN" altLang="en-US"/>
        </a:p>
      </dgm:t>
    </dgm:pt>
  </dgm:ptLst>
  <dgm:cxnLst>
    <dgm:cxn modelId="{1FDAEC80-B77D-48B8-AD06-13676A2511B1}" type="presOf" srcId="{47F9CAE6-CB29-4364-B21C-CE5F97BBBE60}" destId="{BB717F93-4A58-4D08-AD99-B23BF48750E5}" srcOrd="0" destOrd="0" presId="urn:microsoft.com/office/officeart/2005/8/layout/matrix2"/>
    <dgm:cxn modelId="{19EFA0FD-1B98-4213-B24C-E661AA9731E9}" srcId="{00AE1889-E31C-4B5B-B6DC-C73B7D5E219C}" destId="{95E4CDDF-0E49-4C4B-B69C-55136BB40BBA}" srcOrd="0" destOrd="0" parTransId="{7D90594A-A17B-423D-90FF-BDC3DA5CD0AF}" sibTransId="{AA6DA942-8E96-46D6-828E-0BC341170A9B}"/>
    <dgm:cxn modelId="{526ADC63-C170-4EC4-A782-FBF9488FF43E}" srcId="{00AE1889-E31C-4B5B-B6DC-C73B7D5E219C}" destId="{EA9DC560-6832-49A4-B7AE-B1B249FAF906}" srcOrd="2" destOrd="0" parTransId="{A1A00D94-50F2-433A-BE31-AB497FC49418}" sibTransId="{09513361-24B1-4642-B823-CC4CCE1B7329}"/>
    <dgm:cxn modelId="{63A4FA74-84A8-4391-B9B4-14B19991EDF6}" type="presOf" srcId="{95E4CDDF-0E49-4C4B-B69C-55136BB40BBA}" destId="{362A4AF2-F34C-4057-8D24-5EA58F41AE6A}" srcOrd="0" destOrd="0" presId="urn:microsoft.com/office/officeart/2005/8/layout/matrix2"/>
    <dgm:cxn modelId="{E61E5984-5678-4B6F-9E0B-CA647EAF4A82}" type="presOf" srcId="{EA9DC560-6832-49A4-B7AE-B1B249FAF906}" destId="{EAD3B1F4-F1A1-486E-BB9F-A84BE9E1F7B0}" srcOrd="0" destOrd="0" presId="urn:microsoft.com/office/officeart/2005/8/layout/matrix2"/>
    <dgm:cxn modelId="{47995B83-3EFB-4357-8722-86F6286B6615}" type="presOf" srcId="{29C9F5B6-6122-4212-B224-3796EAB851E9}" destId="{E3861FEB-D600-47FD-B1C6-59A77121F755}" srcOrd="0" destOrd="0" presId="urn:microsoft.com/office/officeart/2005/8/layout/matrix2"/>
    <dgm:cxn modelId="{0371DA53-9095-4DAD-B7DB-004DA10779C1}" srcId="{00AE1889-E31C-4B5B-B6DC-C73B7D5E219C}" destId="{47F9CAE6-CB29-4364-B21C-CE5F97BBBE60}" srcOrd="3" destOrd="0" parTransId="{8EC80CE6-37E6-4943-B241-C333DEC6697B}" sibTransId="{9AF13388-F370-4323-9F4D-3B82ED8917AA}"/>
    <dgm:cxn modelId="{D5AA1020-4890-4203-994E-19DF9FC45C91}" srcId="{00AE1889-E31C-4B5B-B6DC-C73B7D5E219C}" destId="{29C9F5B6-6122-4212-B224-3796EAB851E9}" srcOrd="1" destOrd="0" parTransId="{79CFAEE1-26DC-4324-B7A3-BEB6E6450B42}" sibTransId="{67EB8B1C-0768-42CE-A1B7-31DC015D25CD}"/>
    <dgm:cxn modelId="{355FFD02-CC6F-4793-B270-C4D6E7C192C2}" type="presOf" srcId="{00AE1889-E31C-4B5B-B6DC-C73B7D5E219C}" destId="{3B10B35C-52AB-4392-A83E-31DDDCF7899E}" srcOrd="0" destOrd="0" presId="urn:microsoft.com/office/officeart/2005/8/layout/matrix2"/>
    <dgm:cxn modelId="{304F54B0-33DE-42D9-9F72-C6AB91C40EC5}" type="presParOf" srcId="{3B10B35C-52AB-4392-A83E-31DDDCF7899E}" destId="{3F39B813-32CB-4ADD-80FB-FB9B880C03F5}" srcOrd="0" destOrd="0" presId="urn:microsoft.com/office/officeart/2005/8/layout/matrix2"/>
    <dgm:cxn modelId="{85DBBCD8-C751-4094-945B-7A86474E2621}" type="presParOf" srcId="{3B10B35C-52AB-4392-A83E-31DDDCF7899E}" destId="{362A4AF2-F34C-4057-8D24-5EA58F41AE6A}" srcOrd="1" destOrd="0" presId="urn:microsoft.com/office/officeart/2005/8/layout/matrix2"/>
    <dgm:cxn modelId="{D46FEBB4-D830-4D26-BCFF-D0F158D7B0E3}" type="presParOf" srcId="{3B10B35C-52AB-4392-A83E-31DDDCF7899E}" destId="{E3861FEB-D600-47FD-B1C6-59A77121F755}" srcOrd="2" destOrd="0" presId="urn:microsoft.com/office/officeart/2005/8/layout/matrix2"/>
    <dgm:cxn modelId="{180D7F56-C8D0-4B12-963B-18AA8A221D24}" type="presParOf" srcId="{3B10B35C-52AB-4392-A83E-31DDDCF7899E}" destId="{EAD3B1F4-F1A1-486E-BB9F-A84BE9E1F7B0}" srcOrd="3" destOrd="0" presId="urn:microsoft.com/office/officeart/2005/8/layout/matrix2"/>
    <dgm:cxn modelId="{A60B06E4-AF10-407A-B2C0-F5EB5ED1F53A}" type="presParOf" srcId="{3B10B35C-52AB-4392-A83E-31DDDCF7899E}" destId="{BB717F93-4A58-4D08-AD99-B23BF48750E5}" srcOrd="4" destOrd="0" presId="urn:microsoft.com/office/officeart/2005/8/layout/matrix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48BC6A-7DB3-4554-859E-A5FB446FBE00}">
      <dsp:nvSpPr>
        <dsp:cNvPr id="0" name=""/>
        <dsp:cNvSpPr/>
      </dsp:nvSpPr>
      <dsp:spPr>
        <a:xfrm rot="4313381">
          <a:off x="3301125" y="4367554"/>
          <a:ext cx="1296919" cy="23554"/>
        </a:xfrm>
        <a:custGeom>
          <a:avLst/>
          <a:gdLst/>
          <a:ahLst/>
          <a:cxnLst/>
          <a:rect l="0" t="0" r="0" b="0"/>
          <a:pathLst>
            <a:path>
              <a:moveTo>
                <a:pt x="0" y="11777"/>
              </a:moveTo>
              <a:lnTo>
                <a:pt x="1296919" y="1177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5742444-09F9-4055-A8EC-7A01848043B3}">
      <dsp:nvSpPr>
        <dsp:cNvPr id="0" name=""/>
        <dsp:cNvSpPr/>
      </dsp:nvSpPr>
      <dsp:spPr>
        <a:xfrm rot="8989836">
          <a:off x="1175924" y="4036831"/>
          <a:ext cx="2011537" cy="23554"/>
        </a:xfrm>
        <a:custGeom>
          <a:avLst/>
          <a:gdLst/>
          <a:ahLst/>
          <a:cxnLst/>
          <a:rect l="0" t="0" r="0" b="0"/>
          <a:pathLst>
            <a:path>
              <a:moveTo>
                <a:pt x="0" y="11777"/>
              </a:moveTo>
              <a:lnTo>
                <a:pt x="2011537" y="1177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BE35524-5E3F-4A16-AC64-17D924C199F7}">
      <dsp:nvSpPr>
        <dsp:cNvPr id="0" name=""/>
        <dsp:cNvSpPr/>
      </dsp:nvSpPr>
      <dsp:spPr>
        <a:xfrm rot="12933893">
          <a:off x="1284976" y="2284247"/>
          <a:ext cx="1947934" cy="23554"/>
        </a:xfrm>
        <a:custGeom>
          <a:avLst/>
          <a:gdLst/>
          <a:ahLst/>
          <a:cxnLst/>
          <a:rect l="0" t="0" r="0" b="0"/>
          <a:pathLst>
            <a:path>
              <a:moveTo>
                <a:pt x="0" y="11777"/>
              </a:moveTo>
              <a:lnTo>
                <a:pt x="1947934" y="1177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6868581-2045-410A-95E3-1057F4C5BF4E}">
      <dsp:nvSpPr>
        <dsp:cNvPr id="0" name=""/>
        <dsp:cNvSpPr/>
      </dsp:nvSpPr>
      <dsp:spPr>
        <a:xfrm rot="1077964">
          <a:off x="4050449" y="3718442"/>
          <a:ext cx="2088019" cy="23554"/>
        </a:xfrm>
        <a:custGeom>
          <a:avLst/>
          <a:gdLst/>
          <a:ahLst/>
          <a:cxnLst/>
          <a:rect l="0" t="0" r="0" b="0"/>
          <a:pathLst>
            <a:path>
              <a:moveTo>
                <a:pt x="0" y="11777"/>
              </a:moveTo>
              <a:lnTo>
                <a:pt x="2088019" y="1177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3B87B45-5FAA-49A2-AC1D-30685576E889}">
      <dsp:nvSpPr>
        <dsp:cNvPr id="0" name=""/>
        <dsp:cNvSpPr/>
      </dsp:nvSpPr>
      <dsp:spPr>
        <a:xfrm rot="20917876">
          <a:off x="4089246" y="2998930"/>
          <a:ext cx="1234250" cy="23554"/>
        </a:xfrm>
        <a:custGeom>
          <a:avLst/>
          <a:gdLst/>
          <a:ahLst/>
          <a:cxnLst/>
          <a:rect l="0" t="0" r="0" b="0"/>
          <a:pathLst>
            <a:path>
              <a:moveTo>
                <a:pt x="0" y="11777"/>
              </a:moveTo>
              <a:lnTo>
                <a:pt x="1234250" y="1177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09072AE-1631-448B-A05A-54D274CBA8C6}">
      <dsp:nvSpPr>
        <dsp:cNvPr id="0" name=""/>
        <dsp:cNvSpPr/>
      </dsp:nvSpPr>
      <dsp:spPr>
        <a:xfrm rot="18550461">
          <a:off x="3673118" y="2004379"/>
          <a:ext cx="1797430" cy="23554"/>
        </a:xfrm>
        <a:custGeom>
          <a:avLst/>
          <a:gdLst/>
          <a:ahLst/>
          <a:cxnLst/>
          <a:rect l="0" t="0" r="0" b="0"/>
          <a:pathLst>
            <a:path>
              <a:moveTo>
                <a:pt x="0" y="11777"/>
              </a:moveTo>
              <a:lnTo>
                <a:pt x="1797430" y="1177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D57FFB5-51A0-4E4B-B603-4E1DCD098608}">
      <dsp:nvSpPr>
        <dsp:cNvPr id="0" name=""/>
        <dsp:cNvSpPr/>
      </dsp:nvSpPr>
      <dsp:spPr>
        <a:xfrm>
          <a:off x="2826196" y="2487837"/>
          <a:ext cx="1500187" cy="1500187"/>
        </a:xfrm>
        <a:prstGeom prst="ellipse">
          <a:avLst/>
        </a:prstGeom>
        <a:blipFill rotWithShape="1">
          <a:blip xmlns:r="http://schemas.openxmlformats.org/officeDocument/2006/relationships" r:embed="rId1"/>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5574646-9BC8-4FBF-8D49-6C3F3BBC0DB4}">
      <dsp:nvSpPr>
        <dsp:cNvPr id="0" name=""/>
        <dsp:cNvSpPr/>
      </dsp:nvSpPr>
      <dsp:spPr>
        <a:xfrm>
          <a:off x="4973773" y="520495"/>
          <a:ext cx="900112" cy="90011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lvl="0" algn="ctr" defTabSz="1022350">
            <a:lnSpc>
              <a:spcPct val="90000"/>
            </a:lnSpc>
            <a:spcBef>
              <a:spcPct val="0"/>
            </a:spcBef>
            <a:spcAft>
              <a:spcPct val="35000"/>
            </a:spcAft>
          </a:pPr>
          <a:r>
            <a:rPr lang="zh-CN" altLang="en-US" sz="2300" kern="1200" dirty="0" smtClean="0"/>
            <a:t>东北</a:t>
          </a:r>
          <a:endParaRPr lang="zh-CN" altLang="en-US" sz="2300" kern="1200" dirty="0"/>
        </a:p>
      </dsp:txBody>
      <dsp:txXfrm>
        <a:off x="5105591" y="652313"/>
        <a:ext cx="636476" cy="636476"/>
      </dsp:txXfrm>
    </dsp:sp>
    <dsp:sp modelId="{61DAD930-CE8C-4951-BFD6-A568151DE2BF}">
      <dsp:nvSpPr>
        <dsp:cNvPr id="0" name=""/>
        <dsp:cNvSpPr/>
      </dsp:nvSpPr>
      <dsp:spPr>
        <a:xfrm>
          <a:off x="5963896" y="520495"/>
          <a:ext cx="1350168" cy="9001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228600" lvl="1" indent="-228600" algn="l" defTabSz="889000">
            <a:lnSpc>
              <a:spcPct val="90000"/>
            </a:lnSpc>
            <a:spcBef>
              <a:spcPct val="0"/>
            </a:spcBef>
            <a:spcAft>
              <a:spcPct val="15000"/>
            </a:spcAft>
            <a:buChar char="••"/>
          </a:pPr>
          <a:r>
            <a:rPr lang="zh-CN" altLang="en-US" sz="2000" b="1" kern="1200" dirty="0" smtClean="0"/>
            <a:t>党：高岗</a:t>
          </a:r>
          <a:endParaRPr lang="zh-CN" altLang="en-US" sz="2000" b="1" kern="1200" dirty="0"/>
        </a:p>
        <a:p>
          <a:pPr marL="228600" lvl="1" indent="-228600" algn="l" defTabSz="889000">
            <a:lnSpc>
              <a:spcPct val="90000"/>
            </a:lnSpc>
            <a:spcBef>
              <a:spcPct val="0"/>
            </a:spcBef>
            <a:spcAft>
              <a:spcPct val="15000"/>
            </a:spcAft>
            <a:buChar char="••"/>
          </a:pPr>
          <a:r>
            <a:rPr lang="zh-CN" altLang="en-US" sz="2000" b="1" kern="1200" dirty="0" smtClean="0"/>
            <a:t>政：高岗</a:t>
          </a:r>
          <a:endParaRPr lang="zh-CN" altLang="en-US" sz="2000" b="1" kern="1200" dirty="0"/>
        </a:p>
        <a:p>
          <a:pPr marL="228600" lvl="1" indent="-228600" algn="l" defTabSz="889000">
            <a:lnSpc>
              <a:spcPct val="90000"/>
            </a:lnSpc>
            <a:spcBef>
              <a:spcPct val="0"/>
            </a:spcBef>
            <a:spcAft>
              <a:spcPct val="15000"/>
            </a:spcAft>
            <a:buChar char="••"/>
          </a:pPr>
          <a:r>
            <a:rPr lang="zh-CN" altLang="en-US" sz="2000" b="1" kern="1200" dirty="0" smtClean="0"/>
            <a:t>军：高岗</a:t>
          </a:r>
          <a:endParaRPr lang="zh-CN" altLang="en-US" sz="2000" b="1" kern="1200" dirty="0"/>
        </a:p>
      </dsp:txBody>
      <dsp:txXfrm>
        <a:off x="5963896" y="520495"/>
        <a:ext cx="1350168" cy="900112"/>
      </dsp:txXfrm>
    </dsp:sp>
    <dsp:sp modelId="{47004370-52EC-4486-B45B-5957DC213561}">
      <dsp:nvSpPr>
        <dsp:cNvPr id="0" name=""/>
        <dsp:cNvSpPr/>
      </dsp:nvSpPr>
      <dsp:spPr>
        <a:xfrm>
          <a:off x="5302557" y="2350286"/>
          <a:ext cx="900112" cy="90011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lvl="0" algn="ctr" defTabSz="1022350">
            <a:lnSpc>
              <a:spcPct val="90000"/>
            </a:lnSpc>
            <a:spcBef>
              <a:spcPct val="0"/>
            </a:spcBef>
            <a:spcAft>
              <a:spcPct val="35000"/>
            </a:spcAft>
          </a:pPr>
          <a:r>
            <a:rPr lang="zh-CN" altLang="en-US" sz="2300" kern="1200" dirty="0" smtClean="0"/>
            <a:t>华北</a:t>
          </a:r>
          <a:endParaRPr lang="zh-CN" altLang="en-US" sz="2300" kern="1200" dirty="0"/>
        </a:p>
      </dsp:txBody>
      <dsp:txXfrm>
        <a:off x="5434375" y="2482104"/>
        <a:ext cx="636476" cy="636476"/>
      </dsp:txXfrm>
    </dsp:sp>
    <dsp:sp modelId="{6608ED74-D96A-4CC1-A4AF-3AC4CA137CC9}">
      <dsp:nvSpPr>
        <dsp:cNvPr id="0" name=""/>
        <dsp:cNvSpPr/>
      </dsp:nvSpPr>
      <dsp:spPr>
        <a:xfrm>
          <a:off x="6292681" y="2350286"/>
          <a:ext cx="1350168" cy="9001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171450" lvl="1" indent="-171450" algn="l" defTabSz="800100">
            <a:lnSpc>
              <a:spcPct val="90000"/>
            </a:lnSpc>
            <a:spcBef>
              <a:spcPct val="0"/>
            </a:spcBef>
            <a:spcAft>
              <a:spcPct val="15000"/>
            </a:spcAft>
            <a:buChar char="••"/>
          </a:pPr>
          <a:r>
            <a:rPr lang="zh-CN" altLang="en-US" sz="1800" b="1" kern="1200" dirty="0" smtClean="0"/>
            <a:t>党：薄一波</a:t>
          </a:r>
          <a:endParaRPr lang="zh-CN" altLang="en-US" sz="1800" b="1" kern="1200" dirty="0"/>
        </a:p>
        <a:p>
          <a:pPr marL="171450" lvl="1" indent="-171450" algn="l" defTabSz="800100">
            <a:lnSpc>
              <a:spcPct val="90000"/>
            </a:lnSpc>
            <a:spcBef>
              <a:spcPct val="0"/>
            </a:spcBef>
            <a:spcAft>
              <a:spcPct val="15000"/>
            </a:spcAft>
            <a:buChar char="••"/>
          </a:pPr>
          <a:r>
            <a:rPr lang="zh-CN" altLang="en-US" sz="1800" b="1" kern="1200" dirty="0" smtClean="0"/>
            <a:t>政：董必武</a:t>
          </a:r>
          <a:endParaRPr lang="zh-CN" altLang="en-US" sz="1800" b="1" kern="1200" dirty="0"/>
        </a:p>
        <a:p>
          <a:pPr marL="171450" lvl="1" indent="-171450" algn="l" defTabSz="800100">
            <a:lnSpc>
              <a:spcPct val="90000"/>
            </a:lnSpc>
            <a:spcBef>
              <a:spcPct val="0"/>
            </a:spcBef>
            <a:spcAft>
              <a:spcPct val="15000"/>
            </a:spcAft>
            <a:buChar char="••"/>
          </a:pPr>
          <a:r>
            <a:rPr lang="zh-CN" altLang="en-US" sz="1800" b="1" kern="1200" dirty="0" smtClean="0"/>
            <a:t>军：聂荣臻</a:t>
          </a:r>
          <a:endParaRPr lang="zh-CN" altLang="en-US" sz="1800" b="1" kern="1200" dirty="0"/>
        </a:p>
      </dsp:txBody>
      <dsp:txXfrm>
        <a:off x="6292681" y="2350286"/>
        <a:ext cx="1350168" cy="900112"/>
      </dsp:txXfrm>
    </dsp:sp>
    <dsp:sp modelId="{BC8FA4A4-B770-4EB2-9507-C3EAB82C2934}">
      <dsp:nvSpPr>
        <dsp:cNvPr id="0" name=""/>
        <dsp:cNvSpPr/>
      </dsp:nvSpPr>
      <dsp:spPr>
        <a:xfrm>
          <a:off x="6065617" y="3741013"/>
          <a:ext cx="900112" cy="90011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lvl="0" algn="ctr" defTabSz="1022350">
            <a:lnSpc>
              <a:spcPct val="90000"/>
            </a:lnSpc>
            <a:spcBef>
              <a:spcPct val="0"/>
            </a:spcBef>
            <a:spcAft>
              <a:spcPct val="35000"/>
            </a:spcAft>
          </a:pPr>
          <a:r>
            <a:rPr lang="zh-CN" altLang="en-US" sz="2300" kern="1200" dirty="0" smtClean="0"/>
            <a:t>华东</a:t>
          </a:r>
          <a:endParaRPr lang="zh-CN" altLang="en-US" sz="2300" kern="1200" dirty="0"/>
        </a:p>
      </dsp:txBody>
      <dsp:txXfrm>
        <a:off x="6197435" y="3872831"/>
        <a:ext cx="636476" cy="636476"/>
      </dsp:txXfrm>
    </dsp:sp>
    <dsp:sp modelId="{91DC121C-EBA4-42A1-AB39-185ECB46B63F}">
      <dsp:nvSpPr>
        <dsp:cNvPr id="0" name=""/>
        <dsp:cNvSpPr/>
      </dsp:nvSpPr>
      <dsp:spPr>
        <a:xfrm>
          <a:off x="7055741" y="3741013"/>
          <a:ext cx="1350168" cy="9001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171450" lvl="1" indent="-171450" algn="l" defTabSz="800100">
            <a:lnSpc>
              <a:spcPct val="90000"/>
            </a:lnSpc>
            <a:spcBef>
              <a:spcPct val="0"/>
            </a:spcBef>
            <a:spcAft>
              <a:spcPct val="15000"/>
            </a:spcAft>
            <a:buChar char="••"/>
          </a:pPr>
          <a:r>
            <a:rPr lang="zh-CN" altLang="en-US" sz="1800" b="1" kern="1200" dirty="0" smtClean="0"/>
            <a:t>党：饶漱石</a:t>
          </a:r>
          <a:endParaRPr lang="zh-CN" altLang="en-US" sz="1800" b="1" kern="1200" dirty="0"/>
        </a:p>
        <a:p>
          <a:pPr marL="171450" lvl="1" indent="-171450" algn="l" defTabSz="800100">
            <a:lnSpc>
              <a:spcPct val="90000"/>
            </a:lnSpc>
            <a:spcBef>
              <a:spcPct val="0"/>
            </a:spcBef>
            <a:spcAft>
              <a:spcPct val="15000"/>
            </a:spcAft>
            <a:buChar char="••"/>
          </a:pPr>
          <a:r>
            <a:rPr lang="zh-CN" altLang="en-US" sz="1800" b="1" kern="1200" dirty="0" smtClean="0"/>
            <a:t>政：饶漱石</a:t>
          </a:r>
          <a:endParaRPr lang="zh-CN" altLang="en-US" sz="1800" b="1" kern="1200" dirty="0"/>
        </a:p>
        <a:p>
          <a:pPr marL="171450" lvl="1" indent="-171450" algn="l" defTabSz="800100">
            <a:lnSpc>
              <a:spcPct val="90000"/>
            </a:lnSpc>
            <a:spcBef>
              <a:spcPct val="0"/>
            </a:spcBef>
            <a:spcAft>
              <a:spcPct val="15000"/>
            </a:spcAft>
            <a:buChar char="••"/>
          </a:pPr>
          <a:r>
            <a:rPr lang="zh-CN" altLang="en-US" sz="1800" b="1" kern="1200" dirty="0" smtClean="0"/>
            <a:t>军：陈毅</a:t>
          </a:r>
          <a:endParaRPr lang="zh-CN" altLang="en-US" sz="1800" b="1" kern="1200" dirty="0"/>
        </a:p>
      </dsp:txBody>
      <dsp:txXfrm>
        <a:off x="7055741" y="3741013"/>
        <a:ext cx="1350168" cy="900112"/>
      </dsp:txXfrm>
    </dsp:sp>
    <dsp:sp modelId="{0471B31F-197D-41C9-80C4-9AC49FCACE64}">
      <dsp:nvSpPr>
        <dsp:cNvPr id="0" name=""/>
        <dsp:cNvSpPr/>
      </dsp:nvSpPr>
      <dsp:spPr>
        <a:xfrm>
          <a:off x="650504" y="1017721"/>
          <a:ext cx="900112" cy="90011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lvl="0" algn="ctr" defTabSz="1022350">
            <a:lnSpc>
              <a:spcPct val="90000"/>
            </a:lnSpc>
            <a:spcBef>
              <a:spcPct val="0"/>
            </a:spcBef>
            <a:spcAft>
              <a:spcPct val="35000"/>
            </a:spcAft>
          </a:pPr>
          <a:r>
            <a:rPr lang="zh-CN" altLang="en-US" sz="2300" kern="1200" dirty="0" smtClean="0"/>
            <a:t>西北</a:t>
          </a:r>
          <a:endParaRPr lang="zh-CN" altLang="en-US" sz="2300" kern="1200" dirty="0"/>
        </a:p>
      </dsp:txBody>
      <dsp:txXfrm>
        <a:off x="782322" y="1149539"/>
        <a:ext cx="636476" cy="636476"/>
      </dsp:txXfrm>
    </dsp:sp>
    <dsp:sp modelId="{EFD11158-D0CB-4539-88FE-A738C5CC40D3}">
      <dsp:nvSpPr>
        <dsp:cNvPr id="0" name=""/>
        <dsp:cNvSpPr/>
      </dsp:nvSpPr>
      <dsp:spPr>
        <a:xfrm>
          <a:off x="1640628" y="1017721"/>
          <a:ext cx="1350168" cy="9001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171450" lvl="1" indent="-171450" algn="l" defTabSz="800100">
            <a:lnSpc>
              <a:spcPct val="90000"/>
            </a:lnSpc>
            <a:spcBef>
              <a:spcPct val="0"/>
            </a:spcBef>
            <a:spcAft>
              <a:spcPct val="15000"/>
            </a:spcAft>
            <a:buChar char="••"/>
          </a:pPr>
          <a:r>
            <a:rPr lang="zh-CN" altLang="en-US" sz="1800" b="1" kern="1200" dirty="0" smtClean="0"/>
            <a:t>党：彭德怀</a:t>
          </a:r>
          <a:endParaRPr lang="zh-CN" altLang="en-US" sz="1800" b="1" kern="1200" dirty="0"/>
        </a:p>
        <a:p>
          <a:pPr marL="171450" lvl="1" indent="-171450" algn="l" defTabSz="800100">
            <a:lnSpc>
              <a:spcPct val="90000"/>
            </a:lnSpc>
            <a:spcBef>
              <a:spcPct val="0"/>
            </a:spcBef>
            <a:spcAft>
              <a:spcPct val="15000"/>
            </a:spcAft>
            <a:buChar char="••"/>
          </a:pPr>
          <a:r>
            <a:rPr lang="zh-CN" altLang="en-US" sz="1800" b="1" kern="1200" dirty="0" smtClean="0"/>
            <a:t>政：彭德怀</a:t>
          </a:r>
          <a:endParaRPr lang="zh-CN" altLang="en-US" sz="1800" b="1" kern="1200" dirty="0"/>
        </a:p>
        <a:p>
          <a:pPr marL="171450" lvl="1" indent="-171450" algn="l" defTabSz="800100">
            <a:lnSpc>
              <a:spcPct val="90000"/>
            </a:lnSpc>
            <a:spcBef>
              <a:spcPct val="0"/>
            </a:spcBef>
            <a:spcAft>
              <a:spcPct val="15000"/>
            </a:spcAft>
            <a:buChar char="••"/>
          </a:pPr>
          <a:r>
            <a:rPr lang="zh-CN" altLang="en-US" sz="1800" b="1" kern="1200" dirty="0" smtClean="0"/>
            <a:t>军：彭德怀</a:t>
          </a:r>
          <a:endParaRPr lang="zh-CN" altLang="en-US" sz="1800" b="1" kern="1200" dirty="0"/>
        </a:p>
      </dsp:txBody>
      <dsp:txXfrm>
        <a:off x="1640628" y="1017721"/>
        <a:ext cx="1350168" cy="900112"/>
      </dsp:txXfrm>
    </dsp:sp>
    <dsp:sp modelId="{860606D3-95DA-4B95-B929-ABF337A4C515}">
      <dsp:nvSpPr>
        <dsp:cNvPr id="0" name=""/>
        <dsp:cNvSpPr/>
      </dsp:nvSpPr>
      <dsp:spPr>
        <a:xfrm>
          <a:off x="473013" y="4330189"/>
          <a:ext cx="900112" cy="90011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lvl="0" algn="ctr" defTabSz="1022350">
            <a:lnSpc>
              <a:spcPct val="90000"/>
            </a:lnSpc>
            <a:spcBef>
              <a:spcPct val="0"/>
            </a:spcBef>
            <a:spcAft>
              <a:spcPct val="35000"/>
            </a:spcAft>
          </a:pPr>
          <a:r>
            <a:rPr lang="zh-CN" altLang="en-US" sz="2300" kern="1200" dirty="0" smtClean="0"/>
            <a:t>西南</a:t>
          </a:r>
          <a:endParaRPr lang="zh-CN" altLang="en-US" sz="2300" kern="1200" dirty="0"/>
        </a:p>
      </dsp:txBody>
      <dsp:txXfrm>
        <a:off x="604831" y="4462007"/>
        <a:ext cx="636476" cy="636476"/>
      </dsp:txXfrm>
    </dsp:sp>
    <dsp:sp modelId="{F9DB265E-7D93-4BDF-8F41-72D73E7A0BB1}">
      <dsp:nvSpPr>
        <dsp:cNvPr id="0" name=""/>
        <dsp:cNvSpPr/>
      </dsp:nvSpPr>
      <dsp:spPr>
        <a:xfrm>
          <a:off x="1463137" y="4330189"/>
          <a:ext cx="1350168" cy="9001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171450" lvl="1" indent="-171450" algn="l" defTabSz="800100">
            <a:lnSpc>
              <a:spcPct val="90000"/>
            </a:lnSpc>
            <a:spcBef>
              <a:spcPct val="0"/>
            </a:spcBef>
            <a:spcAft>
              <a:spcPct val="15000"/>
            </a:spcAft>
            <a:buChar char="••"/>
          </a:pPr>
          <a:r>
            <a:rPr lang="zh-CN" altLang="en-US" sz="1800" b="1" kern="1200" dirty="0" smtClean="0"/>
            <a:t>党：邓小平</a:t>
          </a:r>
          <a:endParaRPr lang="zh-CN" altLang="en-US" sz="1800" b="1" kern="1200" dirty="0"/>
        </a:p>
        <a:p>
          <a:pPr marL="171450" lvl="1" indent="-171450" algn="l" defTabSz="800100">
            <a:lnSpc>
              <a:spcPct val="90000"/>
            </a:lnSpc>
            <a:spcBef>
              <a:spcPct val="0"/>
            </a:spcBef>
            <a:spcAft>
              <a:spcPct val="15000"/>
            </a:spcAft>
            <a:buChar char="••"/>
          </a:pPr>
          <a:r>
            <a:rPr lang="zh-CN" altLang="en-US" sz="1800" b="1" kern="1200" dirty="0" smtClean="0"/>
            <a:t>政：刘伯承</a:t>
          </a:r>
          <a:endParaRPr lang="zh-CN" altLang="en-US" sz="1800" b="1" kern="1200" dirty="0"/>
        </a:p>
        <a:p>
          <a:pPr marL="171450" lvl="1" indent="-171450" algn="l" defTabSz="800100">
            <a:lnSpc>
              <a:spcPct val="90000"/>
            </a:lnSpc>
            <a:spcBef>
              <a:spcPct val="0"/>
            </a:spcBef>
            <a:spcAft>
              <a:spcPct val="15000"/>
            </a:spcAft>
            <a:buChar char="••"/>
          </a:pPr>
          <a:r>
            <a:rPr lang="zh-CN" altLang="en-US" sz="1800" b="1" kern="1200" dirty="0" smtClean="0"/>
            <a:t>军：刘伯承</a:t>
          </a:r>
          <a:endParaRPr lang="zh-CN" altLang="en-US" sz="1800" b="1" kern="1200" dirty="0"/>
        </a:p>
      </dsp:txBody>
      <dsp:txXfrm>
        <a:off x="1463137" y="4330189"/>
        <a:ext cx="1350168" cy="900112"/>
      </dsp:txXfrm>
    </dsp:sp>
    <dsp:sp modelId="{6559CABC-35B9-4231-BE49-FE5DBCE22CFB}">
      <dsp:nvSpPr>
        <dsp:cNvPr id="0" name=""/>
        <dsp:cNvSpPr/>
      </dsp:nvSpPr>
      <dsp:spPr>
        <a:xfrm>
          <a:off x="3840999" y="4973370"/>
          <a:ext cx="900112" cy="90011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lvl="0" algn="ctr" defTabSz="1022350">
            <a:lnSpc>
              <a:spcPct val="90000"/>
            </a:lnSpc>
            <a:spcBef>
              <a:spcPct val="0"/>
            </a:spcBef>
            <a:spcAft>
              <a:spcPct val="35000"/>
            </a:spcAft>
          </a:pPr>
          <a:r>
            <a:rPr lang="zh-CN" altLang="en-US" sz="2300" kern="1200" dirty="0" smtClean="0"/>
            <a:t>中南</a:t>
          </a:r>
          <a:endParaRPr lang="zh-CN" altLang="en-US" sz="2300" kern="1200" dirty="0"/>
        </a:p>
      </dsp:txBody>
      <dsp:txXfrm>
        <a:off x="3972817" y="5105188"/>
        <a:ext cx="636476" cy="636476"/>
      </dsp:txXfrm>
    </dsp:sp>
    <dsp:sp modelId="{F775FC07-1F11-4CCF-83FE-D5B67C51E977}">
      <dsp:nvSpPr>
        <dsp:cNvPr id="0" name=""/>
        <dsp:cNvSpPr/>
      </dsp:nvSpPr>
      <dsp:spPr>
        <a:xfrm>
          <a:off x="4831123" y="4973370"/>
          <a:ext cx="1350168" cy="9001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171450" lvl="1" indent="-171450" algn="l" defTabSz="800100">
            <a:lnSpc>
              <a:spcPct val="90000"/>
            </a:lnSpc>
            <a:spcBef>
              <a:spcPct val="0"/>
            </a:spcBef>
            <a:spcAft>
              <a:spcPct val="15000"/>
            </a:spcAft>
            <a:buChar char="••"/>
          </a:pPr>
          <a:r>
            <a:rPr lang="zh-CN" altLang="en-US" sz="1800" b="1" kern="1200" dirty="0" smtClean="0"/>
            <a:t>党：林彪</a:t>
          </a:r>
          <a:endParaRPr lang="zh-CN" altLang="en-US" sz="1800" b="1" kern="1200" dirty="0"/>
        </a:p>
        <a:p>
          <a:pPr marL="171450" lvl="1" indent="-171450" algn="l" defTabSz="800100">
            <a:lnSpc>
              <a:spcPct val="90000"/>
            </a:lnSpc>
            <a:spcBef>
              <a:spcPct val="0"/>
            </a:spcBef>
            <a:spcAft>
              <a:spcPct val="15000"/>
            </a:spcAft>
            <a:buChar char="••"/>
          </a:pPr>
          <a:r>
            <a:rPr lang="zh-CN" altLang="en-US" sz="1800" b="1" kern="1200" dirty="0" smtClean="0"/>
            <a:t>政：林彪</a:t>
          </a:r>
          <a:endParaRPr lang="zh-CN" altLang="en-US" sz="1800" b="1" kern="1200" dirty="0"/>
        </a:p>
        <a:p>
          <a:pPr marL="171450" lvl="1" indent="-171450" algn="l" defTabSz="800100">
            <a:lnSpc>
              <a:spcPct val="90000"/>
            </a:lnSpc>
            <a:spcBef>
              <a:spcPct val="0"/>
            </a:spcBef>
            <a:spcAft>
              <a:spcPct val="15000"/>
            </a:spcAft>
            <a:buChar char="••"/>
          </a:pPr>
          <a:r>
            <a:rPr lang="zh-CN" altLang="en-US" sz="1800" b="1" kern="1200" dirty="0" smtClean="0"/>
            <a:t>军：林彪</a:t>
          </a:r>
          <a:endParaRPr lang="zh-CN" altLang="en-US" sz="1800" b="1" kern="1200" dirty="0"/>
        </a:p>
      </dsp:txBody>
      <dsp:txXfrm>
        <a:off x="4831123" y="4973370"/>
        <a:ext cx="1350168" cy="9001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CAA4AE-1C8B-4152-937E-6E616723F38B}">
      <dsp:nvSpPr>
        <dsp:cNvPr id="0" name=""/>
        <dsp:cNvSpPr/>
      </dsp:nvSpPr>
      <dsp:spPr>
        <a:xfrm>
          <a:off x="0" y="0"/>
          <a:ext cx="6943980" cy="116759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lvl="0" algn="l" defTabSz="1289050">
            <a:lnSpc>
              <a:spcPct val="90000"/>
            </a:lnSpc>
            <a:spcBef>
              <a:spcPct val="0"/>
            </a:spcBef>
            <a:spcAft>
              <a:spcPct val="35000"/>
            </a:spcAft>
          </a:pPr>
          <a:r>
            <a:rPr lang="zh-CN" altLang="en-US" sz="2900" kern="1200" dirty="0" smtClean="0"/>
            <a:t>秦汉：中央分离，地方合一</a:t>
          </a:r>
          <a:endParaRPr lang="zh-CN" altLang="en-US" sz="2900" kern="1200" dirty="0"/>
        </a:p>
      </dsp:txBody>
      <dsp:txXfrm>
        <a:off x="34198" y="34198"/>
        <a:ext cx="5585392" cy="1099198"/>
      </dsp:txXfrm>
    </dsp:sp>
    <dsp:sp modelId="{11B96BE5-99A7-4CC2-A7FF-E4D69BC376B3}">
      <dsp:nvSpPr>
        <dsp:cNvPr id="0" name=""/>
        <dsp:cNvSpPr/>
      </dsp:nvSpPr>
      <dsp:spPr>
        <a:xfrm>
          <a:off x="581558" y="1379884"/>
          <a:ext cx="6943980" cy="116759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lvl="0" algn="l" defTabSz="1289050">
            <a:lnSpc>
              <a:spcPct val="90000"/>
            </a:lnSpc>
            <a:spcBef>
              <a:spcPct val="0"/>
            </a:spcBef>
            <a:spcAft>
              <a:spcPct val="35000"/>
            </a:spcAft>
          </a:pPr>
          <a:r>
            <a:rPr lang="zh-CN" altLang="en-US" sz="2900" kern="1200" dirty="0" smtClean="0"/>
            <a:t>唐宋：地方逐渐分离</a:t>
          </a:r>
          <a:endParaRPr lang="zh-CN" altLang="en-US" sz="2900" kern="1200" dirty="0"/>
        </a:p>
      </dsp:txBody>
      <dsp:txXfrm>
        <a:off x="615756" y="1414082"/>
        <a:ext cx="5535089" cy="1099198"/>
      </dsp:txXfrm>
    </dsp:sp>
    <dsp:sp modelId="{FC99257C-9FAF-43BA-9E20-C944DEBFDD5F}">
      <dsp:nvSpPr>
        <dsp:cNvPr id="0" name=""/>
        <dsp:cNvSpPr/>
      </dsp:nvSpPr>
      <dsp:spPr>
        <a:xfrm>
          <a:off x="1154436" y="2759769"/>
          <a:ext cx="6943980" cy="116759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lvl="0" algn="l" defTabSz="1289050">
            <a:lnSpc>
              <a:spcPct val="90000"/>
            </a:lnSpc>
            <a:spcBef>
              <a:spcPct val="0"/>
            </a:spcBef>
            <a:spcAft>
              <a:spcPct val="35000"/>
            </a:spcAft>
          </a:pPr>
          <a:r>
            <a:rPr lang="zh-CN" altLang="en-US" sz="2900" kern="1200" dirty="0" smtClean="0"/>
            <a:t>明清：三司分离、督抚集中</a:t>
          </a:r>
          <a:endParaRPr lang="en-US" altLang="zh-CN" sz="2900" kern="1200" dirty="0" smtClean="0"/>
        </a:p>
      </dsp:txBody>
      <dsp:txXfrm>
        <a:off x="1188634" y="2793967"/>
        <a:ext cx="5543769" cy="1099198"/>
      </dsp:txXfrm>
    </dsp:sp>
    <dsp:sp modelId="{6F429684-605D-4E13-A527-54FD6B3D8207}">
      <dsp:nvSpPr>
        <dsp:cNvPr id="0" name=""/>
        <dsp:cNvSpPr/>
      </dsp:nvSpPr>
      <dsp:spPr>
        <a:xfrm>
          <a:off x="1735995" y="4139654"/>
          <a:ext cx="6943980" cy="116759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lvl="0" algn="l" defTabSz="1289050">
            <a:lnSpc>
              <a:spcPct val="90000"/>
            </a:lnSpc>
            <a:spcBef>
              <a:spcPct val="0"/>
            </a:spcBef>
            <a:spcAft>
              <a:spcPct val="35000"/>
            </a:spcAft>
          </a:pPr>
          <a:r>
            <a:rPr lang="zh-CN" altLang="en-US" sz="2900" kern="1200" dirty="0" smtClean="0"/>
            <a:t>本朝：军政系统彻底分离，权力集中最高领导人</a:t>
          </a:r>
          <a:endParaRPr lang="en-US" altLang="zh-CN" sz="2900" kern="1200" dirty="0" smtClean="0"/>
        </a:p>
      </dsp:txBody>
      <dsp:txXfrm>
        <a:off x="1770193" y="4173852"/>
        <a:ext cx="5535089" cy="1099198"/>
      </dsp:txXfrm>
    </dsp:sp>
    <dsp:sp modelId="{DF2E0D91-5207-4A81-ABAD-B46A0BA85548}">
      <dsp:nvSpPr>
        <dsp:cNvPr id="0" name=""/>
        <dsp:cNvSpPr/>
      </dsp:nvSpPr>
      <dsp:spPr>
        <a:xfrm>
          <a:off x="6185044" y="894271"/>
          <a:ext cx="758936" cy="758936"/>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3180" tIns="43180" rIns="43180" bIns="43180" numCol="1" spcCol="1270" anchor="ctr" anchorCtr="0">
          <a:noAutofit/>
        </a:bodyPr>
        <a:lstStyle/>
        <a:p>
          <a:pPr lvl="0" algn="ctr" defTabSz="1511300">
            <a:lnSpc>
              <a:spcPct val="90000"/>
            </a:lnSpc>
            <a:spcBef>
              <a:spcPct val="0"/>
            </a:spcBef>
            <a:spcAft>
              <a:spcPct val="35000"/>
            </a:spcAft>
          </a:pPr>
          <a:endParaRPr lang="zh-CN" altLang="en-US" sz="3400" kern="1200"/>
        </a:p>
      </dsp:txBody>
      <dsp:txXfrm>
        <a:off x="6355805" y="894271"/>
        <a:ext cx="417414" cy="571099"/>
      </dsp:txXfrm>
    </dsp:sp>
    <dsp:sp modelId="{12C9371A-058E-429C-8047-2DB1C6F5FB27}">
      <dsp:nvSpPr>
        <dsp:cNvPr id="0" name=""/>
        <dsp:cNvSpPr/>
      </dsp:nvSpPr>
      <dsp:spPr>
        <a:xfrm>
          <a:off x="6766602" y="2274156"/>
          <a:ext cx="758936" cy="758936"/>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3180" tIns="43180" rIns="43180" bIns="43180" numCol="1" spcCol="1270" anchor="ctr" anchorCtr="0">
          <a:noAutofit/>
        </a:bodyPr>
        <a:lstStyle/>
        <a:p>
          <a:pPr lvl="0" algn="ctr" defTabSz="1511300">
            <a:lnSpc>
              <a:spcPct val="90000"/>
            </a:lnSpc>
            <a:spcBef>
              <a:spcPct val="0"/>
            </a:spcBef>
            <a:spcAft>
              <a:spcPct val="35000"/>
            </a:spcAft>
          </a:pPr>
          <a:endParaRPr lang="zh-CN" altLang="en-US" sz="3400" kern="1200"/>
        </a:p>
      </dsp:txBody>
      <dsp:txXfrm>
        <a:off x="6937363" y="2274156"/>
        <a:ext cx="417414" cy="571099"/>
      </dsp:txXfrm>
    </dsp:sp>
    <dsp:sp modelId="{5B912456-D25C-4A9A-882D-45E3DFAB7576}">
      <dsp:nvSpPr>
        <dsp:cNvPr id="0" name=""/>
        <dsp:cNvSpPr/>
      </dsp:nvSpPr>
      <dsp:spPr>
        <a:xfrm>
          <a:off x="7339481" y="3654040"/>
          <a:ext cx="758936" cy="758936"/>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3180" tIns="43180" rIns="43180" bIns="43180" numCol="1" spcCol="1270" anchor="ctr" anchorCtr="0">
          <a:noAutofit/>
        </a:bodyPr>
        <a:lstStyle/>
        <a:p>
          <a:pPr lvl="0" algn="ctr" defTabSz="1511300">
            <a:lnSpc>
              <a:spcPct val="90000"/>
            </a:lnSpc>
            <a:spcBef>
              <a:spcPct val="0"/>
            </a:spcBef>
            <a:spcAft>
              <a:spcPct val="35000"/>
            </a:spcAft>
          </a:pPr>
          <a:endParaRPr lang="zh-CN" altLang="en-US" sz="3400" kern="1200"/>
        </a:p>
      </dsp:txBody>
      <dsp:txXfrm>
        <a:off x="7510242" y="3654040"/>
        <a:ext cx="417414" cy="57109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39B813-32CB-4ADD-80FB-FB9B880C03F5}">
      <dsp:nvSpPr>
        <dsp:cNvPr id="0" name=""/>
        <dsp:cNvSpPr/>
      </dsp:nvSpPr>
      <dsp:spPr>
        <a:xfrm>
          <a:off x="1767680" y="0"/>
          <a:ext cx="4351338" cy="4351338"/>
        </a:xfrm>
        <a:prstGeom prst="quadArrow">
          <a:avLst>
            <a:gd name="adj1" fmla="val 2000"/>
            <a:gd name="adj2" fmla="val 4000"/>
            <a:gd name="adj3" fmla="val 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62A4AF2-F34C-4057-8D24-5EA58F41AE6A}">
      <dsp:nvSpPr>
        <dsp:cNvPr id="0" name=""/>
        <dsp:cNvSpPr/>
      </dsp:nvSpPr>
      <dsp:spPr>
        <a:xfrm>
          <a:off x="2050517" y="282836"/>
          <a:ext cx="1740535"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179070" rIns="179070" bIns="179070" numCol="1" spcCol="1270" anchor="ctr" anchorCtr="0">
          <a:noAutofit/>
        </a:bodyPr>
        <a:lstStyle/>
        <a:p>
          <a:pPr lvl="0" algn="ctr" defTabSz="2089150">
            <a:lnSpc>
              <a:spcPct val="90000"/>
            </a:lnSpc>
            <a:spcBef>
              <a:spcPct val="0"/>
            </a:spcBef>
            <a:spcAft>
              <a:spcPct val="35000"/>
            </a:spcAft>
          </a:pPr>
          <a:r>
            <a:rPr lang="zh-CN" altLang="en-US" sz="4700" kern="1200" dirty="0" smtClean="0"/>
            <a:t>义务</a:t>
          </a:r>
          <a:endParaRPr lang="zh-CN" altLang="en-US" sz="4700" kern="1200" dirty="0"/>
        </a:p>
      </dsp:txBody>
      <dsp:txXfrm>
        <a:off x="2135483" y="367802"/>
        <a:ext cx="1570603" cy="1570603"/>
      </dsp:txXfrm>
    </dsp:sp>
    <dsp:sp modelId="{E3861FEB-D600-47FD-B1C6-59A77121F755}">
      <dsp:nvSpPr>
        <dsp:cNvPr id="0" name=""/>
        <dsp:cNvSpPr/>
      </dsp:nvSpPr>
      <dsp:spPr>
        <a:xfrm>
          <a:off x="4095646" y="282836"/>
          <a:ext cx="1740535"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179070" rIns="179070" bIns="179070" numCol="1" spcCol="1270" anchor="ctr" anchorCtr="0">
          <a:noAutofit/>
        </a:bodyPr>
        <a:lstStyle/>
        <a:p>
          <a:pPr lvl="0" algn="ctr" defTabSz="2089150">
            <a:lnSpc>
              <a:spcPct val="90000"/>
            </a:lnSpc>
            <a:spcBef>
              <a:spcPct val="0"/>
            </a:spcBef>
            <a:spcAft>
              <a:spcPct val="35000"/>
            </a:spcAft>
          </a:pPr>
          <a:r>
            <a:rPr lang="zh-CN" altLang="en-US" sz="4700" kern="1200" dirty="0" smtClean="0"/>
            <a:t>财富</a:t>
          </a:r>
          <a:endParaRPr lang="zh-CN" altLang="en-US" sz="4700" kern="1200" dirty="0"/>
        </a:p>
      </dsp:txBody>
      <dsp:txXfrm>
        <a:off x="4180612" y="367802"/>
        <a:ext cx="1570603" cy="1570603"/>
      </dsp:txXfrm>
    </dsp:sp>
    <dsp:sp modelId="{EAD3B1F4-F1A1-486E-BB9F-A84BE9E1F7B0}">
      <dsp:nvSpPr>
        <dsp:cNvPr id="0" name=""/>
        <dsp:cNvSpPr/>
      </dsp:nvSpPr>
      <dsp:spPr>
        <a:xfrm>
          <a:off x="2050517" y="2327965"/>
          <a:ext cx="1740535"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179070" rIns="179070" bIns="179070" numCol="1" spcCol="1270" anchor="ctr" anchorCtr="0">
          <a:noAutofit/>
        </a:bodyPr>
        <a:lstStyle/>
        <a:p>
          <a:pPr lvl="0" algn="ctr" defTabSz="2089150">
            <a:lnSpc>
              <a:spcPct val="90000"/>
            </a:lnSpc>
            <a:spcBef>
              <a:spcPct val="0"/>
            </a:spcBef>
            <a:spcAft>
              <a:spcPct val="35000"/>
            </a:spcAft>
          </a:pPr>
          <a:r>
            <a:rPr lang="zh-CN" altLang="en-US" sz="4700" kern="1200" dirty="0" smtClean="0"/>
            <a:t>主义</a:t>
          </a:r>
          <a:endParaRPr lang="zh-CN" altLang="en-US" sz="4700" kern="1200" dirty="0"/>
        </a:p>
      </dsp:txBody>
      <dsp:txXfrm>
        <a:off x="2135483" y="2412931"/>
        <a:ext cx="1570603" cy="1570603"/>
      </dsp:txXfrm>
    </dsp:sp>
    <dsp:sp modelId="{BB717F93-4A58-4D08-AD99-B23BF48750E5}">
      <dsp:nvSpPr>
        <dsp:cNvPr id="0" name=""/>
        <dsp:cNvSpPr/>
      </dsp:nvSpPr>
      <dsp:spPr>
        <a:xfrm>
          <a:off x="4095646" y="2327965"/>
          <a:ext cx="1740535"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179070" rIns="179070" bIns="179070" numCol="1" spcCol="1270" anchor="ctr" anchorCtr="0">
          <a:noAutofit/>
        </a:bodyPr>
        <a:lstStyle/>
        <a:p>
          <a:pPr lvl="0" algn="ctr" defTabSz="2089150">
            <a:lnSpc>
              <a:spcPct val="90000"/>
            </a:lnSpc>
            <a:spcBef>
              <a:spcPct val="0"/>
            </a:spcBef>
            <a:spcAft>
              <a:spcPct val="35000"/>
            </a:spcAft>
          </a:pPr>
          <a:r>
            <a:rPr lang="zh-CN" altLang="en-US" sz="4700" kern="1200" dirty="0" smtClean="0"/>
            <a:t>乡土</a:t>
          </a:r>
          <a:endParaRPr lang="zh-CN" altLang="en-US" sz="4700" kern="1200" dirty="0"/>
        </a:p>
      </dsp:txBody>
      <dsp:txXfrm>
        <a:off x="4180612" y="2412931"/>
        <a:ext cx="1570603" cy="1570603"/>
      </dsp:txXfrm>
    </dsp:sp>
  </dsp:spTree>
</dsp:drawing>
</file>

<file path=ppt/diagrams/layout1.xml><?xml version="1.0" encoding="utf-8"?>
<dgm:layoutDef xmlns:dgm="http://schemas.openxmlformats.org/drawingml/2006/diagram" xmlns:a="http://schemas.openxmlformats.org/drawingml/2006/main" uniqueId="urn:microsoft.com/office/officeart/2005/8/layout/radial2">
  <dgm:title val=""/>
  <dgm:desc val=""/>
  <dgm:catLst>
    <dgm:cat type="relationship" pri="20000"/>
    <dgm:cat type="convert" pri="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animLvl val="ctr"/>
      <dgm:resizeHandles val="exact"/>
    </dgm:varLst>
    <dgm:alg type="composite"/>
    <dgm:shape xmlns:r="http://schemas.openxmlformats.org/officeDocument/2006/relationships" r:blip="">
      <dgm:adjLst/>
    </dgm:shape>
    <dgm:presOf/>
    <dgm:constrLst>
      <dgm:constr type="w" for="ch" forName="cycle" refType="w"/>
      <dgm:constr type="h" for="ch" forName="cycle" refType="h"/>
    </dgm:constrLst>
    <dgm:ruleLst/>
    <dgm:layoutNode name="cycle">
      <dgm:choose name="Name0">
        <dgm:if name="Name1" func="var" arg="dir" op="equ" val="norm">
          <dgm:choose name="Name2">
            <dgm:if name="Name3" axis="ch" ptType="node" func="cnt" op="lte" val="1">
              <dgm:alg type="cycle">
                <dgm:param type="stAng" val="90"/>
                <dgm:param type="spanAng" val="360"/>
                <dgm:param type="ctrShpMap" val="fNode"/>
              </dgm:alg>
            </dgm:if>
            <dgm:if name="Name4" axis="ch" ptType="node" func="cnt" op="equ" val="2">
              <dgm:alg type="cycle">
                <dgm:param type="stAng" val="70"/>
                <dgm:param type="spanAng" val="40"/>
                <dgm:param type="ctrShpMap" val="fNode"/>
              </dgm:alg>
            </dgm:if>
            <dgm:if name="Name5" axis="ch" ptType="node" func="cnt" op="equ" val="3">
              <dgm:alg type="cycle">
                <dgm:param type="stAng" val="60"/>
                <dgm:param type="spanAng" val="60"/>
                <dgm:param type="ctrShpMap" val="fNode"/>
              </dgm:alg>
            </dgm:if>
            <dgm:else name="Name6">
              <dgm:alg type="cycle">
                <dgm:param type="stAng" val="45"/>
                <dgm:param type="spanAng" val="90"/>
                <dgm:param type="ctrShpMap" val="fNode"/>
              </dgm:alg>
            </dgm:else>
          </dgm:choose>
        </dgm:if>
        <dgm:else name="Name7">
          <dgm:choose name="Name8">
            <dgm:if name="Name9" axis="ch" ptType="node" func="cnt" op="lte" val="1">
              <dgm:alg type="cycle">
                <dgm:param type="stAng" val="-90"/>
                <dgm:param type="spanAng" val="-360"/>
                <dgm:param type="ctrShpMap" val="fNode"/>
              </dgm:alg>
            </dgm:if>
            <dgm:if name="Name10" axis="ch" ptType="node" func="cnt" op="equ" val="2">
              <dgm:alg type="cycle">
                <dgm:param type="stAng" val="-70"/>
                <dgm:param type="spanAng" val="-40"/>
                <dgm:param type="ctrShpMap" val="fNode"/>
              </dgm:alg>
            </dgm:if>
            <dgm:if name="Name11" axis="ch" ptType="node" func="cnt" op="equ" val="3">
              <dgm:alg type="cycle">
                <dgm:param type="stAng" val="-60"/>
                <dgm:param type="spanAng" val="-60"/>
                <dgm:param type="ctrShpMap" val="fNode"/>
              </dgm:alg>
            </dgm:if>
            <dgm:else name="Name12">
              <dgm:alg type="cycle">
                <dgm:param type="stAng" val="-45"/>
                <dgm:param type="spanAng" val="-90"/>
                <dgm:param type="ctrShpMap" val="fNode"/>
              </dgm:alg>
            </dgm:else>
          </dgm:choose>
        </dgm:else>
      </dgm:choose>
      <dgm:shape xmlns:r="http://schemas.openxmlformats.org/officeDocument/2006/relationships" r:blip="">
        <dgm:adjLst/>
      </dgm:shape>
      <dgm:presOf/>
      <dgm:constrLst>
        <dgm:constr type="sp" val="20"/>
        <dgm:constr type="w" for="ch" forName="centerShape" refType="w"/>
        <dgm:constr type="w" for="ch" forName="node" refType="w" refFor="ch" refForName="centerShape" fact="1.5"/>
        <dgm:constr type="sibSp" refType="w" refFor="ch" refForName="centerShape" op="equ" fact="0.08"/>
        <dgm:constr type="primFontSz" for="des" forName="parentNode" op="equ" val="65"/>
        <dgm:constr type="secFontSz" for="des" forName="childNode" op="equ" val="65"/>
      </dgm:constrLst>
      <dgm:ruleLst/>
      <dgm:choose name="Name13">
        <dgm:if name="Name14" axis="ch" ptType="node" hideLastTrans="0" func="cnt" op="gte" val="1">
          <dgm:layoutNode name="centerShape" styleLbl="node0">
            <dgm:alg type="composite"/>
            <dgm:shape xmlns:r="http://schemas.openxmlformats.org/officeDocument/2006/relationships" r:blip="">
              <dgm:adjLst/>
            </dgm:shape>
            <dgm:presOf axis="ch" ptType="node" cnt="1"/>
            <dgm:constrLst>
              <dgm:constr type="w" for="ch" forName="connSite" refType="w" fact="0.7"/>
              <dgm:constr type="h" for="ch" forName="connSite" refType="w" fact="0.7"/>
              <dgm:constr type="ctrX" for="ch" forName="connSite" refType="w" fact="0.5"/>
              <dgm:constr type="ctrY" for="ch" forName="connSite" refType="h" fact="0.5"/>
              <dgm:constr type="w" for="ch" forName="visible" refType="w"/>
              <dgm:constr type="h" for="ch" forName="visible" refType="w"/>
              <dgm:constr type="ctrX" for="ch" forName="visible" refType="w" fact="0.5"/>
              <dgm:constr type="ctrY" for="ch" forName="visible" refType="h" fact="0.5"/>
            </dgm:constrLst>
            <dgm:ruleLst/>
            <dgm:layoutNode name="connSite">
              <dgm:alg type="sp"/>
              <dgm:shape xmlns:r="http://schemas.openxmlformats.org/officeDocument/2006/relationships" type="ellipse" r:blip="" hideGeom="1">
                <dgm:adjLst/>
              </dgm:shape>
              <dgm:presOf/>
              <dgm:constrLst/>
              <dgm:ruleLst/>
            </dgm:layoutNode>
            <dgm:layoutNode name="visible">
              <dgm:alg type="sp"/>
              <dgm:shape xmlns:r="http://schemas.openxmlformats.org/officeDocument/2006/relationships" type="ellipse" r:blip="" blipPhldr="1">
                <dgm:adjLst/>
              </dgm:shape>
              <dgm:presOf/>
              <dgm:constrLst/>
              <dgm:ruleLst/>
            </dgm:layoutNode>
          </dgm:layoutNode>
        </dgm:if>
        <dgm:else name="Name15"/>
      </dgm:choose>
      <dgm:forEach name="Name16" axis="ch">
        <dgm:forEach name="Name17" axis="self" ptType="node">
          <dgm:layoutNode name="node">
            <dgm:alg type="composite"/>
            <dgm:shape xmlns:r="http://schemas.openxmlformats.org/officeDocument/2006/relationships" r:blip="">
              <dgm:adjLst/>
            </dgm:shape>
            <dgm:presOf/>
            <dgm:choose name="Name18">
              <dgm:if name="Name19" func="var" arg="dir" op="equ" val="norm">
                <dgm:constrLst>
                  <dgm:constr type="t" for="ch" forName="parentNode"/>
                  <dgm:constr type="l" for="ch" forName="parentNode"/>
                  <dgm:constr type="w" for="ch" forName="parentNode" refType="w" fact="0.4"/>
                  <dgm:constr type="h" for="ch" forName="parentNode" refType="w" refFor="ch" refForName="parentNode" op="equ"/>
                  <dgm:constr type="ctrY" for="ch" forName="childNode" refType="h" refFor="ch" refForName="parentNode" fact="0.5"/>
                  <dgm:constr type="l" for="ch" forName="childNode" refType="w" refFor="ch" refForName="parentNode" op="equ" fact="1.1"/>
                  <dgm:constr type="w" for="ch" forName="childNode" refType="w" fact="0.6"/>
                  <dgm:constr type="h" for="ch" forName="childNode" refType="h" refFor="ch" refForName="parentNode"/>
                </dgm:constrLst>
              </dgm:if>
              <dgm:else name="Name20">
                <dgm:constrLst>
                  <dgm:constr type="t" for="ch" forName="parentNode"/>
                  <dgm:constr type="r" for="ch" forName="parentNode" refType="w"/>
                  <dgm:constr type="w" for="ch" forName="parentNode" refType="w" fact="0.4"/>
                  <dgm:constr type="h" for="ch" forName="parentNode" refType="w" refFor="ch" refForName="parentNode" op="equ"/>
                  <dgm:constr type="ctrY" for="ch" forName="childNode" refType="h" refFor="ch" refForName="parentNode" fact="0.5"/>
                  <dgm:constr type="l" for="ch" forName="childNode"/>
                  <dgm:constr type="w" for="ch" forName="childNode" refType="w" fact="0.6"/>
                  <dgm:constr type="h" for="ch" forName="childNode" refType="h" refFor="ch" refForName="parentNode"/>
                </dgm:constrLst>
              </dgm:else>
            </dgm:choose>
            <dgm:ruleLst/>
            <dgm:layoutNode name="parentNode" styleLbl="node1">
              <dgm:varLst>
                <dgm:chMax val="1"/>
                <dgm:bulletEnabled val="1"/>
              </dgm:varLst>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childNode" styleLbl="revTx" moveWith="parentNode">
              <dgm:varLst>
                <dgm:bulletEnabled val="1"/>
              </dgm:varLst>
              <dgm:alg type="tx">
                <dgm:param type="txAnchorVertCh" val="mid"/>
                <dgm:param type="stBulletLvl" val="1"/>
              </dgm:alg>
              <dgm:choose name="Name21">
                <dgm:if name="Name22" axis="ch" ptType="node" func="cnt" op="gte" val="1">
                  <dgm:shape xmlns:r="http://schemas.openxmlformats.org/officeDocument/2006/relationships" type="rect" r:blip="">
                    <dgm:adjLst/>
                  </dgm:shape>
                </dgm:if>
                <dgm:else name="Name23">
                  <dgm:shape xmlns:r="http://schemas.openxmlformats.org/officeDocument/2006/relationships" type="rect" r:blip="" hideGeom="1">
                    <dgm:adjLst/>
                  </dgm:shape>
                </dgm:else>
              </dgm:choose>
              <dgm:presOf axis="des" ptType="node"/>
              <dgm:constrLst>
                <dgm:constr type="tMarg"/>
                <dgm:constr type="bMarg"/>
                <dgm:constr type="lMarg"/>
                <dgm:constr type="rMarg"/>
              </dgm:constrLst>
              <dgm:ruleLst>
                <dgm:rule type="secFontSz" val="5" fact="NaN" max="NaN"/>
              </dgm:ruleLst>
            </dgm:layoutNode>
          </dgm:layoutNode>
        </dgm:forEach>
        <dgm:forEach name="Name24" axis="self" ptType="parTrans" cnt="1">
          <dgm:layoutNode name="Name25">
            <dgm:alg type="conn">
              <dgm:param type="dim" val="1D"/>
              <dgm:param type="endSty" val="noArr"/>
              <dgm:param type="begPts" val="auto"/>
              <dgm:param type="endPts" val="auto"/>
              <dgm:param type="srcNode" val="connSite"/>
              <dgm:param type="dstNode" val="parentNode"/>
            </dgm:alg>
            <dgm:shape xmlns:r="http://schemas.openxmlformats.org/officeDocument/2006/relationships" type="conn" r:blip="" zOrderOff="-99">
              <dgm:adjLst/>
            </dgm:shape>
            <dgm:presOf axis="self"/>
            <dgm:constrLst>
              <dgm:constr type="connDist"/>
              <dgm:constr type="w" val="1"/>
              <dgm:constr type="h" val="5"/>
              <dgm:constr type="begPad"/>
              <dgm:constr type="endPad"/>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1C6829-1C54-4FA3-AD9B-3C90A547ED16}" type="datetimeFigureOut">
              <a:rPr lang="zh-CN" altLang="en-US" smtClean="0"/>
              <a:t>2018/11/20</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B41CBB-6CF8-4026-9A74-B718738E49BA}" type="slidenum">
              <a:rPr lang="zh-CN" altLang="en-US" smtClean="0"/>
              <a:t>‹#›</a:t>
            </a:fld>
            <a:endParaRPr lang="zh-CN" altLang="en-US"/>
          </a:p>
        </p:txBody>
      </p:sp>
    </p:spTree>
    <p:extLst>
      <p:ext uri="{BB962C8B-B14F-4D97-AF65-F5344CB8AC3E}">
        <p14:creationId xmlns:p14="http://schemas.microsoft.com/office/powerpoint/2010/main" val="10699792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DB41CBB-6CF8-4026-9A74-B718738E49BA}" type="slidenum">
              <a:rPr lang="zh-CN" altLang="en-US" smtClean="0"/>
              <a:t>13</a:t>
            </a:fld>
            <a:endParaRPr lang="zh-CN" altLang="en-US"/>
          </a:p>
        </p:txBody>
      </p:sp>
    </p:spTree>
    <p:extLst>
      <p:ext uri="{BB962C8B-B14F-4D97-AF65-F5344CB8AC3E}">
        <p14:creationId xmlns:p14="http://schemas.microsoft.com/office/powerpoint/2010/main" val="20225742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DB41CBB-6CF8-4026-9A74-B718738E49BA}" type="slidenum">
              <a:rPr lang="zh-CN" altLang="en-US" smtClean="0"/>
              <a:t>19</a:t>
            </a:fld>
            <a:endParaRPr lang="zh-CN" altLang="en-US"/>
          </a:p>
        </p:txBody>
      </p:sp>
    </p:spTree>
    <p:extLst>
      <p:ext uri="{BB962C8B-B14F-4D97-AF65-F5344CB8AC3E}">
        <p14:creationId xmlns:p14="http://schemas.microsoft.com/office/powerpoint/2010/main" val="7180808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fld id="{B54F3BE0-56AC-470F-A7F3-B58A042308CC}" type="datetimeFigureOut">
              <a:rPr lang="zh-CN" altLang="en-US" smtClean="0"/>
              <a:t>2018/11/20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E989DAB-5676-4C00-87E1-8FCF4BB6FF74}" type="slidenum">
              <a:rPr lang="zh-CN" altLang="en-US" smtClean="0"/>
              <a:t>‹#›</a:t>
            </a:fld>
            <a:endParaRPr lang="zh-CN" altLang="en-US"/>
          </a:p>
        </p:txBody>
      </p:sp>
    </p:spTree>
    <p:extLst>
      <p:ext uri="{BB962C8B-B14F-4D97-AF65-F5344CB8AC3E}">
        <p14:creationId xmlns:p14="http://schemas.microsoft.com/office/powerpoint/2010/main" val="27342877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B54F3BE0-56AC-470F-A7F3-B58A042308CC}" type="datetimeFigureOut">
              <a:rPr lang="zh-CN" altLang="en-US" smtClean="0"/>
              <a:t>2018/11/20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E989DAB-5676-4C00-87E1-8FCF4BB6FF74}" type="slidenum">
              <a:rPr lang="zh-CN" altLang="en-US" smtClean="0"/>
              <a:t>‹#›</a:t>
            </a:fld>
            <a:endParaRPr lang="zh-CN" altLang="en-US"/>
          </a:p>
        </p:txBody>
      </p:sp>
    </p:spTree>
    <p:extLst>
      <p:ext uri="{BB962C8B-B14F-4D97-AF65-F5344CB8AC3E}">
        <p14:creationId xmlns:p14="http://schemas.microsoft.com/office/powerpoint/2010/main" val="24370572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fld id="{B54F3BE0-56AC-470F-A7F3-B58A042308CC}" type="datetimeFigureOut">
              <a:rPr lang="zh-CN" altLang="en-US" smtClean="0"/>
              <a:t>2018/11/20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E989DAB-5676-4C00-87E1-8FCF4BB6FF74}" type="slidenum">
              <a:rPr lang="zh-CN" altLang="en-US" smtClean="0"/>
              <a:t>‹#›</a:t>
            </a:fld>
            <a:endParaRPr lang="zh-CN" altLang="en-US"/>
          </a:p>
        </p:txBody>
      </p:sp>
    </p:spTree>
    <p:extLst>
      <p:ext uri="{BB962C8B-B14F-4D97-AF65-F5344CB8AC3E}">
        <p14:creationId xmlns:p14="http://schemas.microsoft.com/office/powerpoint/2010/main" val="211173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B54F3BE0-56AC-470F-A7F3-B58A042308CC}" type="datetimeFigureOut">
              <a:rPr lang="zh-CN" altLang="en-US" smtClean="0"/>
              <a:t>2018/11/20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E989DAB-5676-4C00-87E1-8FCF4BB6FF74}" type="slidenum">
              <a:rPr lang="zh-CN" altLang="en-US" smtClean="0"/>
              <a:t>‹#›</a:t>
            </a:fld>
            <a:endParaRPr lang="zh-CN" altLang="en-US"/>
          </a:p>
        </p:txBody>
      </p:sp>
    </p:spTree>
    <p:extLst>
      <p:ext uri="{BB962C8B-B14F-4D97-AF65-F5344CB8AC3E}">
        <p14:creationId xmlns:p14="http://schemas.microsoft.com/office/powerpoint/2010/main" val="18156365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B54F3BE0-56AC-470F-A7F3-B58A042308CC}" type="datetimeFigureOut">
              <a:rPr lang="zh-CN" altLang="en-US" smtClean="0"/>
              <a:t>2018/11/20</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CE989DAB-5676-4C00-87E1-8FCF4BB6FF74}" type="slidenum">
              <a:rPr lang="zh-CN" altLang="en-US" smtClean="0"/>
              <a:t>‹#›</a:t>
            </a:fld>
            <a:endParaRPr lang="zh-CN" altLang="en-US"/>
          </a:p>
        </p:txBody>
      </p:sp>
    </p:spTree>
    <p:extLst>
      <p:ext uri="{BB962C8B-B14F-4D97-AF65-F5344CB8AC3E}">
        <p14:creationId xmlns:p14="http://schemas.microsoft.com/office/powerpoint/2010/main" val="12495380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B54F3BE0-56AC-470F-A7F3-B58A042308CC}" type="datetimeFigureOut">
              <a:rPr lang="zh-CN" altLang="en-US" smtClean="0"/>
              <a:t>2018/11/20</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CE989DAB-5676-4C00-87E1-8FCF4BB6FF74}" type="slidenum">
              <a:rPr lang="zh-CN" altLang="en-US" smtClean="0"/>
              <a:t>‹#›</a:t>
            </a:fld>
            <a:endParaRPr lang="zh-CN" altLang="en-US"/>
          </a:p>
        </p:txBody>
      </p:sp>
    </p:spTree>
    <p:extLst>
      <p:ext uri="{BB962C8B-B14F-4D97-AF65-F5344CB8AC3E}">
        <p14:creationId xmlns:p14="http://schemas.microsoft.com/office/powerpoint/2010/main" val="33351636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4F3BE0-56AC-470F-A7F3-B58A042308CC}" type="datetimeFigureOut">
              <a:rPr lang="zh-CN" altLang="en-US" smtClean="0"/>
              <a:t>2018/11/20</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CE989DAB-5676-4C00-87E1-8FCF4BB6FF74}" type="slidenum">
              <a:rPr lang="zh-CN" altLang="en-US" smtClean="0"/>
              <a:t>‹#›</a:t>
            </a:fld>
            <a:endParaRPr lang="zh-CN" altLang="en-US"/>
          </a:p>
        </p:txBody>
      </p:sp>
    </p:spTree>
    <p:extLst>
      <p:ext uri="{BB962C8B-B14F-4D97-AF65-F5344CB8AC3E}">
        <p14:creationId xmlns:p14="http://schemas.microsoft.com/office/powerpoint/2010/main" val="2217314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B54F3BE0-56AC-470F-A7F3-B58A042308CC}" type="datetimeFigureOut">
              <a:rPr lang="zh-CN" altLang="en-US" smtClean="0"/>
              <a:t>2018/11/20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E989DAB-5676-4C00-87E1-8FCF4BB6FF74}" type="slidenum">
              <a:rPr lang="zh-CN" altLang="en-US" smtClean="0"/>
              <a:t>‹#›</a:t>
            </a:fld>
            <a:endParaRPr lang="zh-CN" altLang="en-US"/>
          </a:p>
        </p:txBody>
      </p:sp>
    </p:spTree>
    <p:extLst>
      <p:ext uri="{BB962C8B-B14F-4D97-AF65-F5344CB8AC3E}">
        <p14:creationId xmlns:p14="http://schemas.microsoft.com/office/powerpoint/2010/main" val="36777811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B54F3BE0-56AC-470F-A7F3-B58A042308CC}" type="datetimeFigureOut">
              <a:rPr lang="zh-CN" altLang="en-US" smtClean="0"/>
              <a:t>2018/11/20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E989DAB-5676-4C00-87E1-8FCF4BB6FF74}" type="slidenum">
              <a:rPr lang="zh-CN" altLang="en-US" smtClean="0"/>
              <a:t>‹#›</a:t>
            </a:fld>
            <a:endParaRPr lang="zh-CN" altLang="en-US"/>
          </a:p>
        </p:txBody>
      </p:sp>
    </p:spTree>
    <p:extLst>
      <p:ext uri="{BB962C8B-B14F-4D97-AF65-F5344CB8AC3E}">
        <p14:creationId xmlns:p14="http://schemas.microsoft.com/office/powerpoint/2010/main" val="2428485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B54F3BE0-56AC-470F-A7F3-B58A042308CC}" type="datetimeFigureOut">
              <a:rPr lang="zh-CN" altLang="en-US" smtClean="0"/>
              <a:t>2018/11/20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E989DAB-5676-4C00-87E1-8FCF4BB6FF74}" type="slidenum">
              <a:rPr lang="zh-CN" altLang="en-US" smtClean="0"/>
              <a:t>‹#›</a:t>
            </a:fld>
            <a:endParaRPr lang="zh-CN" altLang="en-US"/>
          </a:p>
        </p:txBody>
      </p:sp>
    </p:spTree>
    <p:extLst>
      <p:ext uri="{BB962C8B-B14F-4D97-AF65-F5344CB8AC3E}">
        <p14:creationId xmlns:p14="http://schemas.microsoft.com/office/powerpoint/2010/main" val="9764709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B54F3BE0-56AC-470F-A7F3-B58A042308CC}" type="datetimeFigureOut">
              <a:rPr lang="zh-CN" altLang="en-US" smtClean="0"/>
              <a:t>2018/11/20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E989DAB-5676-4C00-87E1-8FCF4BB6FF74}" type="slidenum">
              <a:rPr lang="zh-CN" altLang="en-US" smtClean="0"/>
              <a:t>‹#›</a:t>
            </a:fld>
            <a:endParaRPr lang="zh-CN" altLang="en-US"/>
          </a:p>
        </p:txBody>
      </p:sp>
    </p:spTree>
    <p:extLst>
      <p:ext uri="{BB962C8B-B14F-4D97-AF65-F5344CB8AC3E}">
        <p14:creationId xmlns:p14="http://schemas.microsoft.com/office/powerpoint/2010/main" val="10114242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pPr>
              <a:defRPr/>
            </a:pPr>
            <a:fld id="{836E7C6D-DF1C-4B2E-896B-73E2793012A7}" type="datetimeFigureOut">
              <a:rPr lang="zh-CN" altLang="en-US" smtClean="0"/>
              <a:pPr>
                <a:defRPr/>
              </a:pPr>
              <a:t>2018/11/20</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pPr>
              <a:defRPr/>
            </a:pPr>
            <a:fld id="{2FFBB8D6-6723-42A9-8300-EC2C854635BE}" type="slidenum">
              <a:rPr lang="zh-CN" altLang="en-US" smtClean="0"/>
              <a:pPr>
                <a:defRPr/>
              </a:pPr>
              <a:t>‹#›</a:t>
            </a:fld>
            <a:endParaRPr lang="zh-CN" altLang="en-US"/>
          </a:p>
        </p:txBody>
      </p:sp>
    </p:spTree>
    <p:extLst>
      <p:ext uri="{BB962C8B-B14F-4D97-AF65-F5344CB8AC3E}">
        <p14:creationId xmlns:p14="http://schemas.microsoft.com/office/powerpoint/2010/main" val="22595834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pPr>
              <a:defRPr/>
            </a:pPr>
            <a:fld id="{63A719BA-1471-47EC-8DD9-5A3A56319A23}" type="datetimeFigureOut">
              <a:rPr lang="zh-CN" altLang="en-US" smtClean="0"/>
              <a:pPr>
                <a:defRPr/>
              </a:pPr>
              <a:t>2018/11/20</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a:defRPr/>
            </a:pPr>
            <a:fld id="{FB828FC2-4BB8-4238-A361-2E5A5CE851CD}" type="slidenum">
              <a:rPr lang="zh-CN" altLang="en-US" smtClean="0"/>
              <a:pPr>
                <a:defRPr/>
              </a:pPr>
              <a:t>‹#›</a:t>
            </a:fld>
            <a:endParaRPr lang="zh-CN" altLang="en-US"/>
          </a:p>
        </p:txBody>
      </p:sp>
    </p:spTree>
    <p:extLst>
      <p:ext uri="{BB962C8B-B14F-4D97-AF65-F5344CB8AC3E}">
        <p14:creationId xmlns:p14="http://schemas.microsoft.com/office/powerpoint/2010/main" val="19826461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pPr>
              <a:defRPr/>
            </a:pPr>
            <a:fld id="{D149DE02-00D4-4F33-B06D-C860CD8C675A}" type="datetimeFigureOut">
              <a:rPr lang="zh-CN" altLang="en-US" smtClean="0"/>
              <a:pPr>
                <a:defRPr/>
              </a:pPr>
              <a:t>2018/11/20</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pPr>
              <a:defRPr/>
            </a:pPr>
            <a:fld id="{3CDEF898-27DB-4E2F-9DE2-9C2418C6BEB6}" type="slidenum">
              <a:rPr lang="zh-CN" altLang="en-US" smtClean="0"/>
              <a:pPr>
                <a:defRPr/>
              </a:pPr>
              <a:t>‹#›</a:t>
            </a:fld>
            <a:endParaRPr lang="zh-CN" altLang="en-US"/>
          </a:p>
        </p:txBody>
      </p:sp>
    </p:spTree>
    <p:extLst>
      <p:ext uri="{BB962C8B-B14F-4D97-AF65-F5344CB8AC3E}">
        <p14:creationId xmlns:p14="http://schemas.microsoft.com/office/powerpoint/2010/main" val="11142721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pPr>
              <a:defRPr/>
            </a:pPr>
            <a:fld id="{39085FC7-9CD8-41D0-B090-10F5728A21B0}" type="datetimeFigureOut">
              <a:rPr lang="zh-CN" altLang="en-US" smtClean="0"/>
              <a:pPr>
                <a:defRPr/>
              </a:pPr>
              <a:t>2018/11/20</a:t>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pPr>
              <a:defRPr/>
            </a:pPr>
            <a:fld id="{12E799BA-027E-43DE-820C-CDDEB37EF349}" type="slidenum">
              <a:rPr lang="zh-CN" altLang="en-US" smtClean="0"/>
              <a:pPr>
                <a:defRPr/>
              </a:pPr>
              <a:t>‹#›</a:t>
            </a:fld>
            <a:endParaRPr lang="zh-CN" altLang="en-US"/>
          </a:p>
        </p:txBody>
      </p:sp>
    </p:spTree>
    <p:extLst>
      <p:ext uri="{BB962C8B-B14F-4D97-AF65-F5344CB8AC3E}">
        <p14:creationId xmlns:p14="http://schemas.microsoft.com/office/powerpoint/2010/main" val="11410555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pPr>
              <a:defRPr/>
            </a:pPr>
            <a:fld id="{B617669A-4318-4BC9-8625-6232A87947CD}" type="datetimeFigureOut">
              <a:rPr lang="zh-CN" altLang="en-US" smtClean="0"/>
              <a:pPr>
                <a:defRPr/>
              </a:pPr>
              <a:t>2018/11/20</a:t>
            </a:fld>
            <a:endParaRPr lang="zh-CN" altLang="en-US"/>
          </a:p>
        </p:txBody>
      </p:sp>
      <p:sp>
        <p:nvSpPr>
          <p:cNvPr id="8" name="Footer Placeholder 7"/>
          <p:cNvSpPr>
            <a:spLocks noGrp="1"/>
          </p:cNvSpPr>
          <p:nvPr>
            <p:ph type="ftr" sz="quarter" idx="11"/>
          </p:nvPr>
        </p:nvSpPr>
        <p:spPr/>
        <p:txBody>
          <a:bodyPr/>
          <a:lstStyle/>
          <a:p>
            <a:pPr>
              <a:defRPr/>
            </a:pPr>
            <a:endParaRPr lang="zh-CN" altLang="en-US"/>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pPr>
              <a:defRPr/>
            </a:pPr>
            <a:fld id="{B7EBE271-F16F-470A-AFB9-A29E8A7ED2BE}" type="slidenum">
              <a:rPr lang="zh-CN" altLang="en-US" smtClean="0"/>
              <a:pPr>
                <a:defRPr/>
              </a:pPr>
              <a:t>‹#›</a:t>
            </a:fld>
            <a:endParaRPr lang="zh-CN" altLang="en-US"/>
          </a:p>
        </p:txBody>
      </p:sp>
    </p:spTree>
    <p:extLst>
      <p:ext uri="{BB962C8B-B14F-4D97-AF65-F5344CB8AC3E}">
        <p14:creationId xmlns:p14="http://schemas.microsoft.com/office/powerpoint/2010/main" val="23078274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pPr>
              <a:defRPr/>
            </a:pPr>
            <a:fld id="{95B4D05C-9B18-4869-92E3-210952213FA2}" type="datetimeFigureOut">
              <a:rPr lang="zh-CN" altLang="en-US" smtClean="0"/>
              <a:pPr>
                <a:defRPr/>
              </a:pPr>
              <a:t>2018/11/20</a:t>
            </a:fld>
            <a:endParaRPr lang="zh-CN" altLang="en-US"/>
          </a:p>
        </p:txBody>
      </p:sp>
      <p:sp>
        <p:nvSpPr>
          <p:cNvPr id="4" name="Footer Placeholder 3"/>
          <p:cNvSpPr>
            <a:spLocks noGrp="1"/>
          </p:cNvSpPr>
          <p:nvPr>
            <p:ph type="ftr" sz="quarter" idx="11"/>
          </p:nvPr>
        </p:nvSpPr>
        <p:spPr/>
        <p:txBody>
          <a:bodyPr/>
          <a:lstStyle/>
          <a:p>
            <a:pPr>
              <a:defRPr/>
            </a:pPr>
            <a:endParaRPr lang="zh-CN" altLang="en-US"/>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pPr>
              <a:defRPr/>
            </a:pPr>
            <a:fld id="{156F0DAE-9C92-4942-9BE7-E979F1F5BF0C}" type="slidenum">
              <a:rPr lang="zh-CN" altLang="en-US" smtClean="0"/>
              <a:pPr>
                <a:defRPr/>
              </a:pPr>
              <a:t>‹#›</a:t>
            </a:fld>
            <a:endParaRPr lang="zh-CN" altLang="en-US"/>
          </a:p>
        </p:txBody>
      </p:sp>
    </p:spTree>
    <p:extLst>
      <p:ext uri="{BB962C8B-B14F-4D97-AF65-F5344CB8AC3E}">
        <p14:creationId xmlns:p14="http://schemas.microsoft.com/office/powerpoint/2010/main" val="35279115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0FAEA742-30AF-46F9-8324-13B434524A03}" type="datetimeFigureOut">
              <a:rPr lang="zh-CN" altLang="en-US" smtClean="0"/>
              <a:pPr>
                <a:defRPr/>
              </a:pPr>
              <a:t>2018/11/20</a:t>
            </a:fld>
            <a:endParaRPr lang="zh-CN" altLang="en-US"/>
          </a:p>
        </p:txBody>
      </p:sp>
      <p:sp>
        <p:nvSpPr>
          <p:cNvPr id="3" name="Footer Placeholder 2"/>
          <p:cNvSpPr>
            <a:spLocks noGrp="1"/>
          </p:cNvSpPr>
          <p:nvPr>
            <p:ph type="ftr" sz="quarter" idx="11"/>
          </p:nvPr>
        </p:nvSpPr>
        <p:spPr/>
        <p:txBody>
          <a:bodyPr/>
          <a:lstStyle/>
          <a:p>
            <a:pPr>
              <a:defRPr/>
            </a:pPr>
            <a:endParaRPr lang="zh-CN" altLang="en-US"/>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pPr>
              <a:defRPr/>
            </a:pPr>
            <a:fld id="{D3FF2A9F-9587-4AC6-B19A-3189069A6202}" type="slidenum">
              <a:rPr lang="zh-CN" altLang="en-US" smtClean="0"/>
              <a:pPr>
                <a:defRPr/>
              </a:pPr>
              <a:t>‹#›</a:t>
            </a:fld>
            <a:endParaRPr lang="zh-CN" altLang="en-US"/>
          </a:p>
        </p:txBody>
      </p:sp>
    </p:spTree>
    <p:extLst>
      <p:ext uri="{BB962C8B-B14F-4D97-AF65-F5344CB8AC3E}">
        <p14:creationId xmlns:p14="http://schemas.microsoft.com/office/powerpoint/2010/main" val="11123632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pPr>
              <a:defRPr/>
            </a:pPr>
            <a:fld id="{590069C3-771C-4051-BF66-959B0D47B180}" type="datetimeFigureOut">
              <a:rPr lang="zh-CN" altLang="en-US" smtClean="0"/>
              <a:pPr>
                <a:defRPr/>
              </a:pPr>
              <a:t>2018/11/20</a:t>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pPr>
              <a:defRPr/>
            </a:pPr>
            <a:fld id="{829E8C4D-DDAC-44EB-A887-EB65F11ED528}" type="slidenum">
              <a:rPr lang="zh-CN" altLang="en-US" smtClean="0"/>
              <a:pPr>
                <a:defRPr/>
              </a:pPr>
              <a:t>‹#›</a:t>
            </a:fld>
            <a:endParaRPr lang="zh-CN" altLang="en-US"/>
          </a:p>
        </p:txBody>
      </p:sp>
    </p:spTree>
    <p:extLst>
      <p:ext uri="{BB962C8B-B14F-4D97-AF65-F5344CB8AC3E}">
        <p14:creationId xmlns:p14="http://schemas.microsoft.com/office/powerpoint/2010/main" val="201036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pPr>
              <a:defRPr/>
            </a:pPr>
            <a:fld id="{9425DBDD-40AD-4B81-9537-B58FE5586CE1}" type="datetimeFigureOut">
              <a:rPr lang="zh-CN" altLang="en-US" smtClean="0"/>
              <a:pPr>
                <a:defRPr/>
              </a:pPr>
              <a:t>2018/11/20</a:t>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pPr>
              <a:defRPr/>
            </a:pPr>
            <a:fld id="{384CD33F-BE25-4D95-BC2A-6773BCC1FE9B}" type="slidenum">
              <a:rPr lang="zh-CN" altLang="en-US" smtClean="0"/>
              <a:pPr>
                <a:defRPr/>
              </a:pPr>
              <a:t>‹#›</a:t>
            </a:fld>
            <a:endParaRPr lang="zh-CN" altLang="en-US"/>
          </a:p>
        </p:txBody>
      </p:sp>
    </p:spTree>
    <p:extLst>
      <p:ext uri="{BB962C8B-B14F-4D97-AF65-F5344CB8AC3E}">
        <p14:creationId xmlns:p14="http://schemas.microsoft.com/office/powerpoint/2010/main" val="17155808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pPr>
              <a:defRPr/>
            </a:pPr>
            <a:fld id="{EE28CC29-D7DC-402B-AD10-CF76271C81C5}" type="datetimeFigureOut">
              <a:rPr lang="zh-CN" altLang="en-US" smtClean="0"/>
              <a:pPr>
                <a:defRPr/>
              </a:pPr>
              <a:t>2018/11/20</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pPr>
              <a:defRPr/>
            </a:pPr>
            <a:fld id="{A5428BF5-EE0F-431D-AB6B-6D49207B3544}" type="slidenum">
              <a:rPr lang="zh-CN" altLang="en-US" smtClean="0"/>
              <a:pPr>
                <a:defRPr/>
              </a:pPr>
              <a:t>‹#›</a:t>
            </a:fld>
            <a:endParaRPr lang="zh-CN" altLang="en-US"/>
          </a:p>
        </p:txBody>
      </p:sp>
    </p:spTree>
    <p:extLst>
      <p:ext uri="{BB962C8B-B14F-4D97-AF65-F5344CB8AC3E}">
        <p14:creationId xmlns:p14="http://schemas.microsoft.com/office/powerpoint/2010/main" val="11658649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zh-CN" altLang="en-US" smtClean="0"/>
              <a:t>单击此处编辑母版标题样式</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smtClean="0"/>
              <a:t>单击此处编辑母版文本样式</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pPr>
              <a:defRPr/>
            </a:pPr>
            <a:fld id="{EE28CC29-D7DC-402B-AD10-CF76271C81C5}" type="datetimeFigureOut">
              <a:rPr lang="zh-CN" altLang="en-US" smtClean="0"/>
              <a:pPr>
                <a:defRPr/>
              </a:pPr>
              <a:t>2018/11/20</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pPr>
              <a:defRPr/>
            </a:pPr>
            <a:fld id="{A5428BF5-EE0F-431D-AB6B-6D49207B3544}" type="slidenum">
              <a:rPr lang="zh-CN" altLang="en-US" smtClean="0"/>
              <a:pPr>
                <a:defRPr/>
              </a:pPr>
              <a:t>‹#›</a:t>
            </a:fld>
            <a:endParaRPr lang="zh-CN" altLang="en-US"/>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1842297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zh-CN" altLang="en-US" smtClean="0"/>
              <a:t>单击此处编辑母版标题样式</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smtClean="0"/>
              <a:t>单击此处编辑母版文本样式</a:t>
            </a:r>
          </a:p>
        </p:txBody>
      </p:sp>
      <p:sp>
        <p:nvSpPr>
          <p:cNvPr id="5" name="Date Placeholder 4"/>
          <p:cNvSpPr>
            <a:spLocks noGrp="1"/>
          </p:cNvSpPr>
          <p:nvPr>
            <p:ph type="dt" sz="half" idx="10"/>
          </p:nvPr>
        </p:nvSpPr>
        <p:spPr/>
        <p:txBody>
          <a:bodyPr/>
          <a:lstStyle/>
          <a:p>
            <a:pPr>
              <a:defRPr/>
            </a:pPr>
            <a:fld id="{EE28CC29-D7DC-402B-AD10-CF76271C81C5}" type="datetimeFigureOut">
              <a:rPr lang="zh-CN" altLang="en-US" smtClean="0"/>
              <a:pPr>
                <a:defRPr/>
              </a:pPr>
              <a:t>2018/11/20</a:t>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pPr>
              <a:defRPr/>
            </a:pPr>
            <a:fld id="{A5428BF5-EE0F-431D-AB6B-6D49207B3544}" type="slidenum">
              <a:rPr lang="zh-CN" altLang="en-US" smtClean="0"/>
              <a:pPr>
                <a:defRPr/>
              </a:pPr>
              <a:t>‹#›</a:t>
            </a:fld>
            <a:endParaRPr lang="zh-CN" altLang="en-US"/>
          </a:p>
        </p:txBody>
      </p:sp>
    </p:spTree>
    <p:extLst>
      <p:ext uri="{BB962C8B-B14F-4D97-AF65-F5344CB8AC3E}">
        <p14:creationId xmlns:p14="http://schemas.microsoft.com/office/powerpoint/2010/main" val="53625443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zh-CN" altLang="en-US" smtClean="0"/>
              <a:t>单击此处编辑母版标题样式</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smtClean="0"/>
              <a:t>单击此处编辑母版文本样式</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smtClean="0"/>
              <a:t>单击此处编辑母版文本样式</a:t>
            </a:r>
          </a:p>
        </p:txBody>
      </p:sp>
      <p:sp>
        <p:nvSpPr>
          <p:cNvPr id="5" name="Date Placeholder 4"/>
          <p:cNvSpPr>
            <a:spLocks noGrp="1"/>
          </p:cNvSpPr>
          <p:nvPr>
            <p:ph type="dt" sz="half" idx="10"/>
          </p:nvPr>
        </p:nvSpPr>
        <p:spPr/>
        <p:txBody>
          <a:bodyPr/>
          <a:lstStyle/>
          <a:p>
            <a:pPr>
              <a:defRPr/>
            </a:pPr>
            <a:fld id="{EE28CC29-D7DC-402B-AD10-CF76271C81C5}" type="datetimeFigureOut">
              <a:rPr lang="zh-CN" altLang="en-US" smtClean="0"/>
              <a:pPr>
                <a:defRPr/>
              </a:pPr>
              <a:t>2018/11/20</a:t>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pPr>
              <a:defRPr/>
            </a:pPr>
            <a:fld id="{A5428BF5-EE0F-431D-AB6B-6D49207B3544}" type="slidenum">
              <a:rPr lang="zh-CN" altLang="en-US" smtClean="0"/>
              <a:pPr>
                <a:defRPr/>
              </a:pPr>
              <a:t>‹#›</a:t>
            </a:fld>
            <a:endParaRPr lang="zh-CN" altLang="en-US"/>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1879839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zh-CN" altLang="en-US" smtClean="0"/>
              <a:t>单击此处编辑母版标题样式</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smtClean="0"/>
              <a:t>单击此处编辑母版文本样式</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smtClean="0"/>
              <a:t>单击此处编辑母版文本样式</a:t>
            </a:r>
          </a:p>
        </p:txBody>
      </p:sp>
      <p:sp>
        <p:nvSpPr>
          <p:cNvPr id="5" name="Date Placeholder 4"/>
          <p:cNvSpPr>
            <a:spLocks noGrp="1"/>
          </p:cNvSpPr>
          <p:nvPr>
            <p:ph type="dt" sz="half" idx="10"/>
          </p:nvPr>
        </p:nvSpPr>
        <p:spPr/>
        <p:txBody>
          <a:bodyPr/>
          <a:lstStyle/>
          <a:p>
            <a:pPr>
              <a:defRPr/>
            </a:pPr>
            <a:fld id="{EE28CC29-D7DC-402B-AD10-CF76271C81C5}" type="datetimeFigureOut">
              <a:rPr lang="zh-CN" altLang="en-US" smtClean="0"/>
              <a:pPr>
                <a:defRPr/>
              </a:pPr>
              <a:t>2018/11/20</a:t>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pPr>
              <a:defRPr/>
            </a:pPr>
            <a:fld id="{A5428BF5-EE0F-431D-AB6B-6D49207B3544}" type="slidenum">
              <a:rPr lang="zh-CN" altLang="en-US" smtClean="0"/>
              <a:pPr>
                <a:defRPr/>
              </a:pPr>
              <a:t>‹#›</a:t>
            </a:fld>
            <a:endParaRPr lang="zh-CN" altLang="en-US"/>
          </a:p>
        </p:txBody>
      </p:sp>
    </p:spTree>
    <p:extLst>
      <p:ext uri="{BB962C8B-B14F-4D97-AF65-F5344CB8AC3E}">
        <p14:creationId xmlns:p14="http://schemas.microsoft.com/office/powerpoint/2010/main" val="335928528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ncho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pPr>
              <a:defRPr/>
            </a:pPr>
            <a:fld id="{E1C6C327-3FFD-4DBE-812B-F29CDC8F6720}" type="datetimeFigureOut">
              <a:rPr lang="zh-CN" altLang="en-US" smtClean="0"/>
              <a:pPr>
                <a:defRPr/>
              </a:pPr>
              <a:t>2018/11/20</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a:defRPr/>
            </a:pPr>
            <a:fld id="{B10D05BF-3194-4CE6-A98F-3DD8718C2346}" type="slidenum">
              <a:rPr lang="zh-CN" altLang="en-US" smtClean="0"/>
              <a:pPr>
                <a:defRPr/>
              </a:pPr>
              <a:t>‹#›</a:t>
            </a:fld>
            <a:endParaRPr lang="zh-CN" altLang="en-US"/>
          </a:p>
        </p:txBody>
      </p:sp>
    </p:spTree>
    <p:extLst>
      <p:ext uri="{BB962C8B-B14F-4D97-AF65-F5344CB8AC3E}">
        <p14:creationId xmlns:p14="http://schemas.microsoft.com/office/powerpoint/2010/main" val="39059451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pPr>
              <a:defRPr/>
            </a:pPr>
            <a:fld id="{EE28CC29-D7DC-402B-AD10-CF76271C81C5}" type="datetimeFigureOut">
              <a:rPr lang="zh-CN" altLang="en-US" smtClean="0"/>
              <a:pPr>
                <a:defRPr/>
              </a:pPr>
              <a:t>2018/11/20</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a:defRPr/>
            </a:pPr>
            <a:fld id="{A5428BF5-EE0F-431D-AB6B-6D49207B3544}" type="slidenum">
              <a:rPr lang="zh-CN" altLang="en-US" smtClean="0"/>
              <a:pPr>
                <a:defRPr/>
              </a:pPr>
              <a:t>‹#›</a:t>
            </a:fld>
            <a:endParaRPr lang="zh-CN" altLang="en-US"/>
          </a:p>
        </p:txBody>
      </p:sp>
    </p:spTree>
    <p:extLst>
      <p:ext uri="{BB962C8B-B14F-4D97-AF65-F5344CB8AC3E}">
        <p14:creationId xmlns:p14="http://schemas.microsoft.com/office/powerpoint/2010/main" val="13670304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4F3BE0-56AC-470F-A7F3-B58A042308CC}" type="datetimeFigureOut">
              <a:rPr lang="zh-CN" altLang="en-US" smtClean="0"/>
              <a:t>2018/11/20</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989DAB-5676-4C00-87E1-8FCF4BB6FF74}" type="slidenum">
              <a:rPr lang="zh-CN" altLang="en-US" smtClean="0"/>
              <a:t>‹#›</a:t>
            </a:fld>
            <a:endParaRPr lang="zh-CN" altLang="en-US"/>
          </a:p>
        </p:txBody>
      </p:sp>
    </p:spTree>
    <p:extLst>
      <p:ext uri="{BB962C8B-B14F-4D97-AF65-F5344CB8AC3E}">
        <p14:creationId xmlns:p14="http://schemas.microsoft.com/office/powerpoint/2010/main" val="12571767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EE28CC29-D7DC-402B-AD10-CF76271C81C5}" type="datetimeFigureOut">
              <a:rPr lang="zh-CN" altLang="en-US" smtClean="0"/>
              <a:pPr>
                <a:defRPr/>
              </a:pPr>
              <a:t>2018/11/20</a:t>
            </a:fld>
            <a:endParaRPr lang="zh-CN" altLang="en-US"/>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zh-CN" altLang="en-US"/>
          </a:p>
        </p:txBody>
      </p:sp>
      <p:sp>
        <p:nvSpPr>
          <p:cNvPr id="6" name="Slide Number Placeholder 5"/>
          <p:cNvSpPr>
            <a:spLocks noGrp="1"/>
          </p:cNvSpPr>
          <p:nvPr>
            <p:ph type="sldNum" sz="quarter" idx="4"/>
          </p:nvPr>
        </p:nvSpPr>
        <p:spPr bwMode="gray">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pPr>
              <a:defRPr/>
            </a:pPr>
            <a:fld id="{A5428BF5-EE0F-431D-AB6B-6D49207B3544}" type="slidenum">
              <a:rPr lang="zh-CN" altLang="en-US" smtClean="0"/>
              <a:pPr>
                <a:defRPr/>
              </a:pPr>
              <a:t>‹#›</a:t>
            </a:fld>
            <a:endParaRPr lang="zh-CN" altLang="en-US"/>
          </a:p>
        </p:txBody>
      </p:sp>
    </p:spTree>
    <p:extLst>
      <p:ext uri="{BB962C8B-B14F-4D97-AF65-F5344CB8AC3E}">
        <p14:creationId xmlns:p14="http://schemas.microsoft.com/office/powerpoint/2010/main" val="89706150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www.guoxue.com/tangyanjiu/tyj001.htm" TargetMode="External"/><Relationship Id="rId2" Type="http://schemas.openxmlformats.org/officeDocument/2006/relationships/image" Target="../media/image11.jpe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304800" y="-228600"/>
            <a:ext cx="9753600" cy="7315200"/>
          </a:xfrm>
          <a:prstGeom prst="rect">
            <a:avLst/>
          </a:prstGeom>
        </p:spPr>
      </p:pic>
      <p:sp>
        <p:nvSpPr>
          <p:cNvPr id="2" name="标题 1"/>
          <p:cNvSpPr>
            <a:spLocks noGrp="1"/>
          </p:cNvSpPr>
          <p:nvPr>
            <p:ph type="ctrTitle"/>
          </p:nvPr>
        </p:nvSpPr>
        <p:spPr>
          <a:xfrm>
            <a:off x="685800" y="477676"/>
            <a:ext cx="7772400" cy="2387600"/>
          </a:xfrm>
        </p:spPr>
        <p:txBody>
          <a:bodyPr>
            <a:normAutofit/>
          </a:bodyPr>
          <a:lstStyle/>
          <a:p>
            <a:r>
              <a:rPr lang="zh-CN" altLang="en-US" sz="7200" b="1" dirty="0">
                <a:latin typeface="华文隶书" panose="02010800040101010101" pitchFamily="2" charset="-122"/>
                <a:ea typeface="华文隶书" panose="02010800040101010101" pitchFamily="2" charset="-122"/>
              </a:rPr>
              <a:t>政治视角</a:t>
            </a:r>
            <a:r>
              <a:rPr lang="zh-CN" altLang="en-US" sz="7200" b="1" dirty="0" smtClean="0">
                <a:latin typeface="华文隶书" panose="02010800040101010101" pitchFamily="2" charset="-122"/>
                <a:ea typeface="华文隶书" panose="02010800040101010101" pitchFamily="2" charset="-122"/>
              </a:rPr>
              <a:t>下的军事</a:t>
            </a:r>
            <a:endParaRPr lang="zh-CN" altLang="en-US" sz="7200" b="1" dirty="0">
              <a:latin typeface="华文隶书" panose="02010800040101010101" pitchFamily="2" charset="-122"/>
              <a:ea typeface="华文隶书" panose="02010800040101010101" pitchFamily="2" charset="-122"/>
            </a:endParaRPr>
          </a:p>
        </p:txBody>
      </p:sp>
    </p:spTree>
    <p:extLst>
      <p:ext uri="{BB962C8B-B14F-4D97-AF65-F5344CB8AC3E}">
        <p14:creationId xmlns:p14="http://schemas.microsoft.com/office/powerpoint/2010/main" val="17011957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629841" y="211311"/>
            <a:ext cx="3438103" cy="1600200"/>
          </a:xfrm>
        </p:spPr>
        <p:txBody>
          <a:bodyPr>
            <a:noAutofit/>
          </a:bodyPr>
          <a:lstStyle/>
          <a:p>
            <a:r>
              <a:rPr lang="zh-CN" altLang="en-US" sz="2400" dirty="0" smtClean="0"/>
              <a:t>王馨安</a:t>
            </a:r>
            <a:r>
              <a:rPr lang="en-US" altLang="zh-CN" sz="2400" dirty="0" smtClean="0"/>
              <a:t/>
            </a:r>
            <a:br>
              <a:rPr lang="en-US" altLang="zh-CN" sz="2400" dirty="0" smtClean="0"/>
            </a:br>
            <a:r>
              <a:rPr lang="zh-CN" altLang="en-US" sz="2400" dirty="0" smtClean="0"/>
              <a:t>北京大学国际关系学院</a:t>
            </a:r>
            <a:r>
              <a:rPr lang="en-US" altLang="zh-CN" sz="2400" dirty="0" smtClean="0"/>
              <a:t>2016</a:t>
            </a:r>
            <a:r>
              <a:rPr lang="zh-CN" altLang="en-US" sz="2400" dirty="0" smtClean="0"/>
              <a:t>级中外政治制度专业博士研究生</a:t>
            </a:r>
            <a:endParaRPr lang="zh-CN" altLang="en-US" sz="2400" dirty="0"/>
          </a:p>
        </p:txBody>
      </p:sp>
      <p:sp>
        <p:nvSpPr>
          <p:cNvPr id="6" name="文本占位符 5"/>
          <p:cNvSpPr>
            <a:spLocks noGrp="1"/>
          </p:cNvSpPr>
          <p:nvPr>
            <p:ph type="body" sz="half" idx="2"/>
          </p:nvPr>
        </p:nvSpPr>
        <p:spPr>
          <a:xfrm>
            <a:off x="629841" y="2057400"/>
            <a:ext cx="2949178" cy="1515676"/>
          </a:xfrm>
        </p:spPr>
        <p:txBody>
          <a:bodyPr>
            <a:noAutofit/>
          </a:bodyPr>
          <a:lstStyle/>
          <a:p>
            <a:r>
              <a:rPr lang="en-US" altLang="zh-CN" sz="1800" b="1" dirty="0" smtClean="0">
                <a:latin typeface="STSong" charset="-122"/>
                <a:ea typeface="STSong" charset="-122"/>
                <a:cs typeface="STSong" charset="-122"/>
              </a:rPr>
              <a:t>2007</a:t>
            </a:r>
            <a:r>
              <a:rPr lang="zh-CN" altLang="en-US" sz="1800" b="1" dirty="0" smtClean="0">
                <a:latin typeface="STSong" charset="-122"/>
                <a:ea typeface="STSong" charset="-122"/>
                <a:cs typeface="STSong" charset="-122"/>
              </a:rPr>
              <a:t>级北大国关本科生</a:t>
            </a:r>
            <a:endParaRPr lang="en-US" altLang="zh-CN" sz="1800" b="1" dirty="0" smtClean="0">
              <a:latin typeface="STSong" charset="-122"/>
              <a:ea typeface="STSong" charset="-122"/>
              <a:cs typeface="STSong" charset="-122"/>
            </a:endParaRPr>
          </a:p>
          <a:p>
            <a:r>
              <a:rPr lang="en-US" altLang="zh-CN" sz="1800" b="1" dirty="0" smtClean="0">
                <a:latin typeface="STSong" charset="-122"/>
                <a:ea typeface="STSong" charset="-122"/>
                <a:cs typeface="STSong" charset="-122"/>
              </a:rPr>
              <a:t>2009-2011</a:t>
            </a:r>
            <a:r>
              <a:rPr lang="zh-CN" altLang="en-US" sz="1800" b="1" dirty="0" smtClean="0">
                <a:latin typeface="STSong" charset="-122"/>
                <a:ea typeface="STSong" charset="-122"/>
                <a:cs typeface="STSong" charset="-122"/>
              </a:rPr>
              <a:t>入伍服役两年</a:t>
            </a:r>
            <a:endParaRPr lang="en-US" altLang="zh-CN" sz="1800" b="1" dirty="0" smtClean="0">
              <a:latin typeface="STSong" charset="-122"/>
              <a:ea typeface="STSong" charset="-122"/>
              <a:cs typeface="STSong" charset="-122"/>
            </a:endParaRPr>
          </a:p>
          <a:p>
            <a:r>
              <a:rPr lang="en-US" altLang="zh-CN" sz="1800" b="1" dirty="0" smtClean="0">
                <a:latin typeface="STSong" charset="-122"/>
                <a:ea typeface="STSong" charset="-122"/>
                <a:cs typeface="STSong" charset="-122"/>
              </a:rPr>
              <a:t>2013</a:t>
            </a:r>
            <a:r>
              <a:rPr lang="zh-CN" altLang="en-US" sz="1800" b="1" dirty="0" smtClean="0">
                <a:latin typeface="STSong" charset="-122"/>
                <a:ea typeface="STSong" charset="-122"/>
                <a:cs typeface="STSong" charset="-122"/>
              </a:rPr>
              <a:t>级北大国关硕士研究生</a:t>
            </a:r>
            <a:endParaRPr lang="en-US" altLang="zh-CN" sz="1800" b="1" dirty="0" smtClean="0">
              <a:latin typeface="STSong" charset="-122"/>
              <a:ea typeface="STSong" charset="-122"/>
              <a:cs typeface="STSong" charset="-122"/>
            </a:endParaRPr>
          </a:p>
          <a:p>
            <a:r>
              <a:rPr lang="en-US" altLang="zh-CN" sz="1800" b="1" dirty="0" smtClean="0">
                <a:latin typeface="STSong" charset="-122"/>
                <a:ea typeface="STSong" charset="-122"/>
                <a:cs typeface="STSong" charset="-122"/>
              </a:rPr>
              <a:t>2016</a:t>
            </a:r>
            <a:r>
              <a:rPr lang="zh-CN" altLang="en-US" sz="1800" b="1" dirty="0" smtClean="0">
                <a:latin typeface="STSong" charset="-122"/>
                <a:ea typeface="STSong" charset="-122"/>
                <a:cs typeface="STSong" charset="-122"/>
              </a:rPr>
              <a:t>级博士研究生</a:t>
            </a:r>
            <a:endParaRPr lang="zh-CN" altLang="en-US" sz="1800" b="1" dirty="0">
              <a:latin typeface="STSong" charset="-122"/>
              <a:ea typeface="STSong" charset="-122"/>
              <a:cs typeface="STSong" charset="-122"/>
            </a:endParaRPr>
          </a:p>
        </p:txBody>
      </p:sp>
      <p:pic>
        <p:nvPicPr>
          <p:cNvPr id="10" name="图片 9"/>
          <p:cNvPicPr>
            <a:picLocks noChangeAspect="1"/>
          </p:cNvPicPr>
          <p:nvPr/>
        </p:nvPicPr>
        <p:blipFill rotWithShape="1">
          <a:blip r:embed="rId2" cstate="print">
            <a:extLst>
              <a:ext uri="{28A0092B-C50C-407E-A947-70E740481C1C}">
                <a14:useLocalDpi xmlns:a14="http://schemas.microsoft.com/office/drawing/2010/main" val="0"/>
              </a:ext>
            </a:extLst>
          </a:blip>
          <a:srcRect l="-168" t="23642" r="168"/>
          <a:stretch/>
        </p:blipFill>
        <p:spPr>
          <a:xfrm>
            <a:off x="4355976" y="470954"/>
            <a:ext cx="4361560" cy="5236670"/>
          </a:xfrm>
          <a:prstGeom prst="rect">
            <a:avLst/>
          </a:prstGeom>
        </p:spPr>
      </p:pic>
      <p:sp>
        <p:nvSpPr>
          <p:cNvPr id="11" name="文本框 10"/>
          <p:cNvSpPr txBox="1"/>
          <p:nvPr/>
        </p:nvSpPr>
        <p:spPr>
          <a:xfrm>
            <a:off x="530198" y="3818965"/>
            <a:ext cx="3104350" cy="2308324"/>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Arial" charset="0"/>
                <a:ea typeface="宋体" pitchFamily="2" charset="-122"/>
                <a:cs typeface="+mn-cs"/>
              </a:rPr>
              <a:t>本科</a:t>
            </a:r>
            <a:r>
              <a:rPr kumimoji="0" lang="zh-CN" altLang="en-US" sz="1800" b="0" i="0" u="none" strike="noStrike" kern="1200" cap="none" spc="0" normalizeH="0" baseline="0" noProof="0" dirty="0" smtClean="0">
                <a:ln>
                  <a:noFill/>
                </a:ln>
                <a:solidFill>
                  <a:prstClr val="black"/>
                </a:solidFill>
                <a:effectLst/>
                <a:uLnTx/>
                <a:uFillTx/>
                <a:latin typeface="Arial" charset="0"/>
                <a:ea typeface="宋体" pitchFamily="2" charset="-122"/>
                <a:cs typeface="+mn-cs"/>
              </a:rPr>
              <a:t>毕业论文曾获学院优秀本科毕业论文一等奖，多次获得学院学校多项奖学金。主要研究方向：政治学、军政关系。</a:t>
            </a:r>
            <a:endParaRPr kumimoji="0" lang="en-US" altLang="zh-CN" sz="1800" b="0" i="0" u="none" strike="noStrike" kern="1200" cap="none" spc="0" normalizeH="0" baseline="0" noProof="0" dirty="0" smtClean="0">
              <a:ln>
                <a:noFill/>
              </a:ln>
              <a:solidFill>
                <a:prstClr val="black"/>
              </a:solidFill>
              <a:effectLst/>
              <a:uLnTx/>
              <a:uFillTx/>
              <a:latin typeface="Arial"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800" b="0" i="0" u="none" strike="noStrike" kern="1200" cap="none" spc="0" normalizeH="0" baseline="0" noProof="0" dirty="0">
              <a:ln>
                <a:noFill/>
              </a:ln>
              <a:solidFill>
                <a:prstClr val="black"/>
              </a:solidFill>
              <a:effectLst/>
              <a:uLnTx/>
              <a:uFillTx/>
              <a:latin typeface="Arial"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800" b="0" i="0" u="none" strike="noStrike" kern="1200" cap="none" spc="0" normalizeH="0" baseline="0" noProof="0" dirty="0" smtClean="0">
                <a:ln>
                  <a:noFill/>
                </a:ln>
                <a:solidFill>
                  <a:prstClr val="black"/>
                </a:solidFill>
                <a:effectLst/>
                <a:uLnTx/>
                <a:uFillTx/>
                <a:latin typeface="Arial" charset="0"/>
                <a:ea typeface="宋体" pitchFamily="2" charset="-122"/>
                <a:cs typeface="+mn-cs"/>
              </a:rPr>
              <a:t>微信：</a:t>
            </a:r>
            <a:r>
              <a:rPr kumimoji="0" lang="en-US" altLang="zh-CN" sz="1800" b="0" i="0" u="none" strike="noStrike" kern="1200" cap="none" spc="0" normalizeH="0" baseline="0" noProof="0" dirty="0" smtClean="0">
                <a:ln>
                  <a:noFill/>
                </a:ln>
                <a:solidFill>
                  <a:prstClr val="black"/>
                </a:solidFill>
                <a:effectLst/>
                <a:uLnTx/>
                <a:uFillTx/>
                <a:latin typeface="Arial" charset="0"/>
                <a:ea typeface="宋体" pitchFamily="2" charset="-122"/>
                <a:cs typeface="+mn-cs"/>
              </a:rPr>
              <a:t>147885638</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800" b="0" i="0" u="none" strike="noStrike" kern="1200" cap="none" spc="0" normalizeH="0" baseline="0" noProof="0" dirty="0" smtClean="0">
                <a:ln>
                  <a:noFill/>
                </a:ln>
                <a:solidFill>
                  <a:prstClr val="black"/>
                </a:solidFill>
                <a:effectLst/>
                <a:uLnTx/>
                <a:uFillTx/>
                <a:latin typeface="Arial" charset="0"/>
                <a:ea typeface="宋体" pitchFamily="2" charset="-122"/>
                <a:cs typeface="+mn-cs"/>
              </a:rPr>
              <a:t>邮件：</a:t>
            </a:r>
            <a:r>
              <a:rPr kumimoji="0" lang="en-US" altLang="zh-CN" sz="1800" b="0" i="0" u="none" strike="noStrike" kern="1200" cap="none" spc="0" normalizeH="0" baseline="0" noProof="0" dirty="0" smtClean="0">
                <a:ln>
                  <a:noFill/>
                </a:ln>
                <a:solidFill>
                  <a:prstClr val="black"/>
                </a:solidFill>
                <a:effectLst/>
                <a:uLnTx/>
                <a:uFillTx/>
                <a:latin typeface="Arial" charset="0"/>
                <a:ea typeface="宋体" pitchFamily="2" charset="-122"/>
                <a:cs typeface="+mn-cs"/>
              </a:rPr>
              <a:t>147885638@qq.com</a:t>
            </a:r>
            <a:endParaRPr kumimoji="0" lang="zh-CN" altLang="en-US" sz="1800" b="0" i="0" u="none" strike="noStrike" kern="1200" cap="none" spc="0" normalizeH="0" baseline="0" noProof="0" dirty="0">
              <a:ln>
                <a:noFill/>
              </a:ln>
              <a:solidFill>
                <a:prstClr val="black"/>
              </a:solidFill>
              <a:effectLst/>
              <a:uLnTx/>
              <a:uFillTx/>
              <a:latin typeface="Arial" charset="0"/>
              <a:ea typeface="宋体" pitchFamily="2" charset="-122"/>
              <a:cs typeface="+mn-cs"/>
            </a:endParaRPr>
          </a:p>
        </p:txBody>
      </p:sp>
    </p:spTree>
    <p:extLst>
      <p:ext uri="{BB962C8B-B14F-4D97-AF65-F5344CB8AC3E}">
        <p14:creationId xmlns:p14="http://schemas.microsoft.com/office/powerpoint/2010/main" val="18777518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smtClean="0"/>
              <a:t>国之大事，在祀与戎。</a:t>
            </a:r>
            <a:r>
              <a:rPr lang="en-US" altLang="zh-CN" dirty="0" smtClean="0"/>
              <a:t>——《</a:t>
            </a:r>
            <a:r>
              <a:rPr lang="zh-CN" altLang="en-US" dirty="0" smtClean="0"/>
              <a:t>左转</a:t>
            </a:r>
            <a:r>
              <a:rPr lang="en-US" altLang="zh-CN" dirty="0" smtClean="0"/>
              <a:t>》</a:t>
            </a:r>
          </a:p>
          <a:p>
            <a:endParaRPr lang="en-US" altLang="zh-CN" dirty="0"/>
          </a:p>
          <a:p>
            <a:endParaRPr lang="en-US" altLang="zh-CN" dirty="0" smtClean="0"/>
          </a:p>
          <a:p>
            <a:r>
              <a:rPr lang="zh-CN" altLang="en-US" dirty="0"/>
              <a:t>兵者，国之大事，死生之地，存亡之道，不可不察</a:t>
            </a:r>
            <a:r>
              <a:rPr lang="zh-CN" altLang="en-US" dirty="0" smtClean="0"/>
              <a:t>也。</a:t>
            </a:r>
            <a:endParaRPr lang="en-US" altLang="zh-CN" dirty="0" smtClean="0"/>
          </a:p>
          <a:p>
            <a:pPr marL="0" indent="0">
              <a:buNone/>
            </a:pPr>
            <a:r>
              <a:rPr lang="en-US" altLang="zh-CN" dirty="0" smtClean="0"/>
              <a:t>                                               ——《</a:t>
            </a:r>
            <a:r>
              <a:rPr lang="zh-CN" altLang="en-US" dirty="0" smtClean="0"/>
              <a:t>孙子兵法</a:t>
            </a:r>
            <a:r>
              <a:rPr lang="en-US" altLang="zh-CN" dirty="0" smtClean="0"/>
              <a:t>》</a:t>
            </a:r>
            <a:endParaRPr lang="en-US" altLang="zh-CN" dirty="0"/>
          </a:p>
        </p:txBody>
      </p:sp>
    </p:spTree>
    <p:extLst>
      <p:ext uri="{BB962C8B-B14F-4D97-AF65-F5344CB8AC3E}">
        <p14:creationId xmlns:p14="http://schemas.microsoft.com/office/powerpoint/2010/main" val="14796695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68240"/>
            <a:ext cx="7886700" cy="1325563"/>
          </a:xfrm>
        </p:spPr>
        <p:txBody>
          <a:bodyPr/>
          <a:lstStyle/>
          <a:p>
            <a:r>
              <a:rPr lang="zh-CN" altLang="en-US" dirty="0" smtClean="0"/>
              <a:t>政治视角下的军事</a:t>
            </a:r>
            <a:endParaRPr lang="zh-CN" altLang="en-US" dirty="0"/>
          </a:p>
        </p:txBody>
      </p:sp>
      <p:sp>
        <p:nvSpPr>
          <p:cNvPr id="3" name="内容占位符 2"/>
          <p:cNvSpPr>
            <a:spLocks noGrp="1"/>
          </p:cNvSpPr>
          <p:nvPr>
            <p:ph idx="1"/>
          </p:nvPr>
        </p:nvSpPr>
        <p:spPr>
          <a:xfrm>
            <a:off x="628650" y="1702798"/>
            <a:ext cx="7886700" cy="4351338"/>
          </a:xfrm>
        </p:spPr>
        <p:txBody>
          <a:bodyPr>
            <a:normAutofit lnSpcReduction="10000"/>
          </a:bodyPr>
          <a:lstStyle/>
          <a:p>
            <a:r>
              <a:rPr lang="zh-CN" altLang="en-US" dirty="0" smtClean="0"/>
              <a:t>一、军事的</a:t>
            </a:r>
            <a:r>
              <a:rPr lang="zh-CN" altLang="en-US" dirty="0"/>
              <a:t>政治</a:t>
            </a:r>
            <a:r>
              <a:rPr lang="zh-CN" altLang="en-US" dirty="0" smtClean="0"/>
              <a:t>意义</a:t>
            </a:r>
            <a:endParaRPr lang="en-US" altLang="zh-CN" dirty="0" smtClean="0"/>
          </a:p>
          <a:p>
            <a:endParaRPr lang="en-US" altLang="zh-CN" dirty="0" smtClean="0"/>
          </a:p>
          <a:p>
            <a:r>
              <a:rPr lang="zh-CN" altLang="en-US" dirty="0" smtClean="0"/>
              <a:t>二、军队的结构特点</a:t>
            </a:r>
            <a:endParaRPr lang="en-US" altLang="zh-CN" dirty="0" smtClean="0"/>
          </a:p>
          <a:p>
            <a:endParaRPr lang="en-US" altLang="zh-CN" dirty="0" smtClean="0"/>
          </a:p>
          <a:p>
            <a:r>
              <a:rPr lang="zh-CN" altLang="en-US" dirty="0" smtClean="0"/>
              <a:t>三、武功的文治继承</a:t>
            </a:r>
            <a:endParaRPr lang="en-US" altLang="zh-CN" dirty="0" smtClean="0"/>
          </a:p>
          <a:p>
            <a:endParaRPr lang="en-US" altLang="zh-CN" dirty="0" smtClean="0"/>
          </a:p>
          <a:p>
            <a:r>
              <a:rPr lang="zh-CN" altLang="en-US" dirty="0" smtClean="0"/>
              <a:t>四、军权的内外制衡</a:t>
            </a:r>
            <a:endParaRPr lang="en-US" altLang="zh-CN" dirty="0" smtClean="0"/>
          </a:p>
          <a:p>
            <a:endParaRPr lang="en-US" altLang="zh-CN" dirty="0" smtClean="0"/>
          </a:p>
          <a:p>
            <a:r>
              <a:rPr lang="zh-CN" altLang="en-US" dirty="0" smtClean="0"/>
              <a:t>五、军队的政治原则</a:t>
            </a:r>
            <a:endParaRPr lang="zh-CN" altLang="en-US" dirty="0"/>
          </a:p>
        </p:txBody>
      </p:sp>
    </p:spTree>
    <p:extLst>
      <p:ext uri="{BB962C8B-B14F-4D97-AF65-F5344CB8AC3E}">
        <p14:creationId xmlns:p14="http://schemas.microsoft.com/office/powerpoint/2010/main" val="30308067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一、军事的政治意义</a:t>
            </a:r>
            <a:endParaRPr lang="zh-CN" altLang="en-US" dirty="0"/>
          </a:p>
        </p:txBody>
      </p:sp>
      <p:sp>
        <p:nvSpPr>
          <p:cNvPr id="3" name="内容占位符 2"/>
          <p:cNvSpPr>
            <a:spLocks noGrp="1"/>
          </p:cNvSpPr>
          <p:nvPr>
            <p:ph idx="1"/>
          </p:nvPr>
        </p:nvSpPr>
        <p:spPr>
          <a:xfrm>
            <a:off x="628650" y="2194115"/>
            <a:ext cx="7886700" cy="4351338"/>
          </a:xfrm>
        </p:spPr>
        <p:txBody>
          <a:bodyPr>
            <a:normAutofit/>
          </a:bodyPr>
          <a:lstStyle/>
          <a:p>
            <a:r>
              <a:rPr lang="en-US" altLang="zh-CN" dirty="0" smtClean="0"/>
              <a:t>1</a:t>
            </a:r>
            <a:r>
              <a:rPr lang="zh-CN" altLang="en-US" dirty="0" smtClean="0"/>
              <a:t>、权力的重要来源</a:t>
            </a:r>
            <a:endParaRPr lang="en-US" altLang="zh-CN" dirty="0" smtClean="0"/>
          </a:p>
          <a:p>
            <a:endParaRPr lang="en-US" altLang="zh-CN" dirty="0"/>
          </a:p>
          <a:p>
            <a:r>
              <a:rPr lang="en-US" altLang="zh-CN" dirty="0" smtClean="0"/>
              <a:t>2</a:t>
            </a:r>
            <a:r>
              <a:rPr lang="zh-CN" altLang="en-US" dirty="0" smtClean="0"/>
              <a:t>、政治的重要议题</a:t>
            </a:r>
            <a:endParaRPr lang="en-US" altLang="zh-CN" dirty="0" smtClean="0"/>
          </a:p>
          <a:p>
            <a:endParaRPr lang="en-US" altLang="zh-CN" dirty="0"/>
          </a:p>
          <a:p>
            <a:r>
              <a:rPr lang="en-US" altLang="zh-CN" dirty="0" smtClean="0"/>
              <a:t>3</a:t>
            </a:r>
            <a:r>
              <a:rPr lang="zh-CN" altLang="en-US" dirty="0" smtClean="0"/>
              <a:t>、政权的重要</a:t>
            </a:r>
            <a:r>
              <a:rPr lang="zh-CN" altLang="en-US" dirty="0"/>
              <a:t>构成</a:t>
            </a:r>
            <a:endParaRPr lang="en-US" altLang="zh-CN" dirty="0" smtClean="0"/>
          </a:p>
          <a:p>
            <a:endParaRPr lang="en-US" altLang="zh-CN" dirty="0"/>
          </a:p>
          <a:p>
            <a:endParaRPr lang="zh-CN" altLang="en-US" dirty="0"/>
          </a:p>
        </p:txBody>
      </p:sp>
      <p:pic>
        <p:nvPicPr>
          <p:cNvPr id="4" name="图片 3"/>
          <p:cNvPicPr>
            <a:picLocks noChangeAspect="1"/>
          </p:cNvPicPr>
          <p:nvPr/>
        </p:nvPicPr>
        <p:blipFill>
          <a:blip r:embed="rId2"/>
          <a:stretch>
            <a:fillRect/>
          </a:stretch>
        </p:blipFill>
        <p:spPr>
          <a:xfrm>
            <a:off x="4572000" y="1790571"/>
            <a:ext cx="4220520" cy="4473751"/>
          </a:xfrm>
          <a:prstGeom prst="rect">
            <a:avLst/>
          </a:prstGeom>
        </p:spPr>
      </p:pic>
    </p:spTree>
    <p:extLst>
      <p:ext uri="{BB962C8B-B14F-4D97-AF65-F5344CB8AC3E}">
        <p14:creationId xmlns:p14="http://schemas.microsoft.com/office/powerpoint/2010/main" val="7509527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战争是政治的延续</a:t>
            </a:r>
            <a:endParaRPr lang="zh-CN" altLang="en-US" dirty="0"/>
          </a:p>
        </p:txBody>
      </p:sp>
      <p:sp>
        <p:nvSpPr>
          <p:cNvPr id="3" name="内容占位符 2"/>
          <p:cNvSpPr>
            <a:spLocks noGrp="1"/>
          </p:cNvSpPr>
          <p:nvPr>
            <p:ph idx="1"/>
          </p:nvPr>
        </p:nvSpPr>
        <p:spPr/>
        <p:txBody>
          <a:bodyPr/>
          <a:lstStyle/>
          <a:p>
            <a:r>
              <a:rPr lang="zh-CN" altLang="en-US" dirty="0" smtClean="0"/>
              <a:t>战争的目的</a:t>
            </a:r>
            <a:endParaRPr lang="en-US" altLang="zh-CN" dirty="0"/>
          </a:p>
          <a:p>
            <a:r>
              <a:rPr lang="zh-CN" altLang="en-US" dirty="0" smtClean="0"/>
              <a:t>实现特定政治目标</a:t>
            </a:r>
            <a:endParaRPr lang="en-US" altLang="zh-CN" dirty="0" smtClean="0"/>
          </a:p>
          <a:p>
            <a:endParaRPr lang="en-US" altLang="zh-CN" dirty="0"/>
          </a:p>
          <a:p>
            <a:r>
              <a:rPr lang="zh-CN" altLang="en-US" dirty="0" smtClean="0"/>
              <a:t>战争的形态</a:t>
            </a:r>
            <a:endParaRPr lang="en-US" altLang="zh-CN" dirty="0" smtClean="0"/>
          </a:p>
          <a:p>
            <a:r>
              <a:rPr lang="zh-CN" altLang="en-US" dirty="0"/>
              <a:t>拼装</a:t>
            </a:r>
            <a:r>
              <a:rPr lang="zh-CN" altLang="en-US" dirty="0" smtClean="0"/>
              <a:t>备、拼计谋、拼政治</a:t>
            </a:r>
            <a:endParaRPr lang="en-US" altLang="zh-CN" dirty="0" smtClean="0"/>
          </a:p>
          <a:p>
            <a:endParaRPr lang="en-US" altLang="zh-CN" dirty="0"/>
          </a:p>
          <a:p>
            <a:r>
              <a:rPr lang="zh-CN" altLang="en-US" dirty="0"/>
              <a:t>战争的</a:t>
            </a:r>
            <a:r>
              <a:rPr lang="zh-CN" altLang="en-US" dirty="0" smtClean="0"/>
              <a:t>迷雾</a:t>
            </a:r>
            <a:endParaRPr lang="en-US" altLang="zh-CN" dirty="0" smtClean="0"/>
          </a:p>
          <a:p>
            <a:r>
              <a:rPr lang="zh-CN" altLang="en-US" dirty="0" smtClean="0"/>
              <a:t>军人打红眼不听政治领导人</a:t>
            </a:r>
            <a:endParaRPr lang="zh-CN" altLang="en-US" dirty="0"/>
          </a:p>
        </p:txBody>
      </p:sp>
    </p:spTree>
    <p:extLst>
      <p:ext uri="{BB962C8B-B14F-4D97-AF65-F5344CB8AC3E}">
        <p14:creationId xmlns:p14="http://schemas.microsoft.com/office/powerpoint/2010/main" val="23353010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打得赢，不变质</a:t>
            </a:r>
            <a:endParaRPr lang="zh-CN" altLang="en-US" dirty="0"/>
          </a:p>
        </p:txBody>
      </p:sp>
      <p:sp>
        <p:nvSpPr>
          <p:cNvPr id="3" name="内容占位符 2"/>
          <p:cNvSpPr>
            <a:spLocks noGrp="1"/>
          </p:cNvSpPr>
          <p:nvPr>
            <p:ph idx="1"/>
          </p:nvPr>
        </p:nvSpPr>
        <p:spPr/>
        <p:txBody>
          <a:bodyPr/>
          <a:lstStyle/>
          <a:p>
            <a:r>
              <a:rPr lang="zh-CN" altLang="en-US" sz="3600" dirty="0" smtClean="0"/>
              <a:t>国家处理军事的目的：</a:t>
            </a:r>
            <a:endParaRPr lang="en-US" altLang="zh-CN" sz="3600" dirty="0" smtClean="0"/>
          </a:p>
          <a:p>
            <a:endParaRPr lang="en-US" altLang="zh-CN" dirty="0"/>
          </a:p>
          <a:p>
            <a:r>
              <a:rPr lang="zh-CN" altLang="en-US" dirty="0" smtClean="0"/>
              <a:t>打得赢：提高军队战斗力，能够有效应对来自国内外的军事挑战和非军事威胁。</a:t>
            </a:r>
            <a:endParaRPr lang="en-US" altLang="zh-CN" dirty="0" smtClean="0"/>
          </a:p>
          <a:p>
            <a:endParaRPr lang="en-US" altLang="zh-CN" dirty="0"/>
          </a:p>
          <a:p>
            <a:r>
              <a:rPr lang="zh-CN" altLang="en-US" dirty="0" smtClean="0"/>
              <a:t>不变质：军队服从合法执政者的指挥和管理。</a:t>
            </a:r>
            <a:endParaRPr lang="en-US" altLang="zh-CN" dirty="0" smtClean="0"/>
          </a:p>
          <a:p>
            <a:pPr lvl="1"/>
            <a:r>
              <a:rPr lang="zh-CN" altLang="en-US" dirty="0" smtClean="0"/>
              <a:t>宋代祖宗之法：“事为之防，曲为之制”。</a:t>
            </a:r>
            <a:endParaRPr lang="en-US" altLang="zh-CN" dirty="0" smtClean="0"/>
          </a:p>
        </p:txBody>
      </p:sp>
    </p:spTree>
    <p:extLst>
      <p:ext uri="{BB962C8B-B14F-4D97-AF65-F5344CB8AC3E}">
        <p14:creationId xmlns:p14="http://schemas.microsoft.com/office/powerpoint/2010/main" val="30521104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战略</a:t>
            </a:r>
            <a:endParaRPr lang="zh-CN" altLang="en-US" dirty="0"/>
          </a:p>
        </p:txBody>
      </p:sp>
      <p:sp>
        <p:nvSpPr>
          <p:cNvPr id="3" name="内容占位符 2"/>
          <p:cNvSpPr>
            <a:spLocks noGrp="1"/>
          </p:cNvSpPr>
          <p:nvPr>
            <p:ph idx="1"/>
          </p:nvPr>
        </p:nvSpPr>
        <p:spPr>
          <a:xfrm>
            <a:off x="628650" y="1690689"/>
            <a:ext cx="7886700" cy="4351338"/>
          </a:xfrm>
        </p:spPr>
        <p:txBody>
          <a:bodyPr/>
          <a:lstStyle/>
          <a:p>
            <a:r>
              <a:rPr lang="zh-CN" altLang="en-US" dirty="0" smtClean="0"/>
              <a:t>进攻战略（主动的）</a:t>
            </a:r>
            <a:endParaRPr lang="en-US" altLang="zh-CN" dirty="0" smtClean="0"/>
          </a:p>
          <a:p>
            <a:endParaRPr lang="en-US" altLang="zh-CN" dirty="0"/>
          </a:p>
          <a:p>
            <a:endParaRPr lang="en-US" altLang="zh-CN" dirty="0" smtClean="0"/>
          </a:p>
          <a:p>
            <a:endParaRPr lang="en-US" altLang="zh-CN" dirty="0"/>
          </a:p>
          <a:p>
            <a:r>
              <a:rPr lang="zh-CN" altLang="en-US" dirty="0" smtClean="0"/>
              <a:t>防御战略（被动的）</a:t>
            </a:r>
            <a:endParaRPr lang="zh-CN" altLang="en-US" dirty="0"/>
          </a:p>
        </p:txBody>
      </p:sp>
    </p:spTree>
    <p:extLst>
      <p:ext uri="{BB962C8B-B14F-4D97-AF65-F5344CB8AC3E}">
        <p14:creationId xmlns:p14="http://schemas.microsoft.com/office/powerpoint/2010/main" val="37598015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二、军队的结构特点</a:t>
            </a:r>
            <a:endParaRPr lang="zh-CN" altLang="en-US" dirty="0"/>
          </a:p>
        </p:txBody>
      </p:sp>
      <p:sp>
        <p:nvSpPr>
          <p:cNvPr id="3" name="内容占位符 2"/>
          <p:cNvSpPr>
            <a:spLocks noGrp="1"/>
          </p:cNvSpPr>
          <p:nvPr>
            <p:ph idx="1"/>
          </p:nvPr>
        </p:nvSpPr>
        <p:spPr/>
        <p:txBody>
          <a:bodyPr/>
          <a:lstStyle/>
          <a:p>
            <a:r>
              <a:rPr lang="en-US" altLang="zh-CN" dirty="0" smtClean="0"/>
              <a:t>1</a:t>
            </a:r>
            <a:r>
              <a:rPr lang="zh-CN" altLang="en-US" dirty="0" smtClean="0"/>
              <a:t>、科层等级制</a:t>
            </a:r>
            <a:endParaRPr lang="en-US" altLang="zh-CN" dirty="0" smtClean="0"/>
          </a:p>
          <a:p>
            <a:pPr marL="457200" lvl="1" indent="0">
              <a:buNone/>
            </a:pPr>
            <a:r>
              <a:rPr lang="zh-CN" altLang="en-US" dirty="0"/>
              <a:t>军师</a:t>
            </a:r>
            <a:r>
              <a:rPr lang="zh-CN" altLang="en-US" dirty="0" smtClean="0"/>
              <a:t>旅团营连排层层服从</a:t>
            </a:r>
            <a:endParaRPr lang="en-US" altLang="zh-CN" dirty="0" smtClean="0"/>
          </a:p>
          <a:p>
            <a:pPr marL="457200" lvl="1" indent="0">
              <a:buNone/>
            </a:pPr>
            <a:r>
              <a:rPr lang="zh-CN" altLang="en-US" dirty="0" smtClean="0"/>
              <a:t>军衔标明军人身份等级</a:t>
            </a:r>
            <a:endParaRPr lang="en-US" altLang="zh-CN" dirty="0" smtClean="0"/>
          </a:p>
          <a:p>
            <a:pPr marL="457200" lvl="1" indent="0">
              <a:buNone/>
            </a:pPr>
            <a:endParaRPr lang="en-US" altLang="zh-CN" dirty="0"/>
          </a:p>
          <a:p>
            <a:r>
              <a:rPr lang="en-US" altLang="zh-CN" dirty="0" smtClean="0"/>
              <a:t>2</a:t>
            </a:r>
            <a:r>
              <a:rPr lang="zh-CN" altLang="en-US" dirty="0" smtClean="0"/>
              <a:t>、首长负责制</a:t>
            </a:r>
            <a:endParaRPr lang="en-US" altLang="zh-CN" dirty="0" smtClean="0"/>
          </a:p>
          <a:p>
            <a:pPr lvl="1"/>
            <a:r>
              <a:rPr lang="zh-CN" altLang="en-US" dirty="0" smtClean="0"/>
              <a:t>军事指挥权落实到个人</a:t>
            </a:r>
            <a:endParaRPr lang="en-US" altLang="zh-CN" dirty="0" smtClean="0"/>
          </a:p>
          <a:p>
            <a:pPr lvl="1"/>
            <a:r>
              <a:rPr lang="zh-CN" altLang="en-US" dirty="0"/>
              <a:t>作战</a:t>
            </a:r>
            <a:r>
              <a:rPr lang="zh-CN" altLang="en-US" dirty="0" smtClean="0"/>
              <a:t>命令由首长签发、人事任命由首长签发</a:t>
            </a:r>
            <a:endParaRPr lang="en-US" altLang="zh-CN" dirty="0"/>
          </a:p>
          <a:p>
            <a:endParaRPr lang="en-US" altLang="zh-CN" dirty="0" smtClean="0"/>
          </a:p>
        </p:txBody>
      </p:sp>
    </p:spTree>
    <p:extLst>
      <p:ext uri="{BB962C8B-B14F-4D97-AF65-F5344CB8AC3E}">
        <p14:creationId xmlns:p14="http://schemas.microsoft.com/office/powerpoint/2010/main" val="38764852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p:cNvPicPr>
            <a:picLocks noGrp="1" noChangeAspect="1"/>
          </p:cNvPicPr>
          <p:nvPr>
            <p:ph idx="1"/>
          </p:nvPr>
        </p:nvPicPr>
        <p:blipFill>
          <a:blip r:embed="rId2"/>
          <a:stretch>
            <a:fillRect/>
          </a:stretch>
        </p:blipFill>
        <p:spPr>
          <a:xfrm>
            <a:off x="-1385854" y="0"/>
            <a:ext cx="12197953" cy="6858000"/>
          </a:xfrm>
          <a:prstGeom prst="rect">
            <a:avLst/>
          </a:prstGeom>
        </p:spPr>
      </p:pic>
    </p:spTree>
    <p:extLst>
      <p:ext uri="{BB962C8B-B14F-4D97-AF65-F5344CB8AC3E}">
        <p14:creationId xmlns:p14="http://schemas.microsoft.com/office/powerpoint/2010/main" val="37834720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p:cNvPicPr>
            <a:picLocks noGrp="1" noChangeAspect="1"/>
          </p:cNvPicPr>
          <p:nvPr>
            <p:ph idx="1"/>
          </p:nvPr>
        </p:nvPicPr>
        <p:blipFill>
          <a:blip r:embed="rId2"/>
          <a:stretch>
            <a:fillRect/>
          </a:stretch>
        </p:blipFill>
        <p:spPr>
          <a:xfrm>
            <a:off x="2069342" y="95536"/>
            <a:ext cx="5005316" cy="6673755"/>
          </a:xfrm>
          <a:prstGeom prst="rect">
            <a:avLst/>
          </a:prstGeom>
        </p:spPr>
      </p:pic>
    </p:spTree>
    <p:extLst>
      <p:ext uri="{BB962C8B-B14F-4D97-AF65-F5344CB8AC3E}">
        <p14:creationId xmlns:p14="http://schemas.microsoft.com/office/powerpoint/2010/main" val="33884701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二、军队的结构特点</a:t>
            </a:r>
            <a:endParaRPr lang="zh-CN" altLang="en-US" dirty="0"/>
          </a:p>
        </p:txBody>
      </p:sp>
      <p:sp>
        <p:nvSpPr>
          <p:cNvPr id="3" name="内容占位符 2"/>
          <p:cNvSpPr>
            <a:spLocks noGrp="1"/>
          </p:cNvSpPr>
          <p:nvPr>
            <p:ph idx="1"/>
          </p:nvPr>
        </p:nvSpPr>
        <p:spPr/>
        <p:txBody>
          <a:bodyPr/>
          <a:lstStyle/>
          <a:p>
            <a:r>
              <a:rPr lang="en-US" altLang="zh-CN" dirty="0" smtClean="0"/>
              <a:t>1</a:t>
            </a:r>
            <a:r>
              <a:rPr lang="zh-CN" altLang="en-US" dirty="0" smtClean="0"/>
              <a:t>、科层等级制</a:t>
            </a:r>
            <a:endParaRPr lang="en-US" altLang="zh-CN" dirty="0" smtClean="0"/>
          </a:p>
          <a:p>
            <a:pPr marL="457200" lvl="1" indent="0">
              <a:buNone/>
            </a:pPr>
            <a:r>
              <a:rPr lang="zh-CN" altLang="en-US" dirty="0"/>
              <a:t>军师</a:t>
            </a:r>
            <a:r>
              <a:rPr lang="zh-CN" altLang="en-US" dirty="0" smtClean="0"/>
              <a:t>旅团营连排层层服从</a:t>
            </a:r>
            <a:endParaRPr lang="en-US" altLang="zh-CN" dirty="0" smtClean="0"/>
          </a:p>
          <a:p>
            <a:pPr marL="457200" lvl="1" indent="0">
              <a:buNone/>
            </a:pPr>
            <a:r>
              <a:rPr lang="zh-CN" altLang="en-US" dirty="0" smtClean="0"/>
              <a:t>军衔标明军人身份等级</a:t>
            </a:r>
            <a:endParaRPr lang="en-US" altLang="zh-CN" dirty="0"/>
          </a:p>
          <a:p>
            <a:r>
              <a:rPr lang="en-US" altLang="zh-CN" dirty="0" smtClean="0"/>
              <a:t>2</a:t>
            </a:r>
            <a:r>
              <a:rPr lang="zh-CN" altLang="en-US" dirty="0" smtClean="0"/>
              <a:t>、首长负责制</a:t>
            </a:r>
            <a:endParaRPr lang="en-US" altLang="zh-CN" dirty="0" smtClean="0"/>
          </a:p>
          <a:p>
            <a:pPr lvl="1"/>
            <a:r>
              <a:rPr lang="zh-CN" altLang="en-US" dirty="0" smtClean="0"/>
              <a:t>军事指挥权落实到个人</a:t>
            </a:r>
            <a:endParaRPr lang="en-US" altLang="zh-CN" dirty="0" smtClean="0"/>
          </a:p>
          <a:p>
            <a:pPr lvl="1"/>
            <a:r>
              <a:rPr lang="zh-CN" altLang="en-US" dirty="0"/>
              <a:t>作战</a:t>
            </a:r>
            <a:r>
              <a:rPr lang="zh-CN" altLang="en-US" dirty="0" smtClean="0"/>
              <a:t>命令由首长签发、人事任命由首长签发</a:t>
            </a:r>
            <a:endParaRPr lang="en-US" altLang="zh-CN" dirty="0"/>
          </a:p>
          <a:p>
            <a:r>
              <a:rPr lang="en-US" altLang="zh-CN" dirty="0" smtClean="0"/>
              <a:t>3</a:t>
            </a:r>
            <a:r>
              <a:rPr lang="zh-CN" altLang="en-US" dirty="0" smtClean="0"/>
              <a:t>、独立的武装集团</a:t>
            </a:r>
            <a:endParaRPr lang="en-US" altLang="zh-CN" dirty="0" smtClean="0"/>
          </a:p>
        </p:txBody>
      </p:sp>
    </p:spTree>
    <p:extLst>
      <p:ext uri="{BB962C8B-B14F-4D97-AF65-F5344CB8AC3E}">
        <p14:creationId xmlns:p14="http://schemas.microsoft.com/office/powerpoint/2010/main" val="18135873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独立的武装集团</a:t>
            </a:r>
            <a:endParaRPr lang="zh-CN" altLang="en-US" dirty="0"/>
          </a:p>
        </p:txBody>
      </p:sp>
      <p:sp>
        <p:nvSpPr>
          <p:cNvPr id="3" name="内容占位符 2"/>
          <p:cNvSpPr>
            <a:spLocks noGrp="1"/>
          </p:cNvSpPr>
          <p:nvPr>
            <p:ph idx="1"/>
          </p:nvPr>
        </p:nvSpPr>
        <p:spPr/>
        <p:txBody>
          <a:bodyPr/>
          <a:lstStyle/>
          <a:p>
            <a:r>
              <a:rPr lang="en-US" altLang="zh-CN" dirty="0"/>
              <a:t>1</a:t>
            </a:r>
            <a:r>
              <a:rPr lang="zh-CN" altLang="zh-CN" dirty="0"/>
              <a:t>、行政与调动独立：中央军委与</a:t>
            </a:r>
            <a:r>
              <a:rPr lang="zh-CN" altLang="zh-CN" dirty="0" smtClean="0"/>
              <a:t>国务院</a:t>
            </a:r>
            <a:endParaRPr lang="en-US" altLang="zh-CN" dirty="0" smtClean="0"/>
          </a:p>
          <a:p>
            <a:endParaRPr lang="zh-CN" altLang="zh-CN" dirty="0"/>
          </a:p>
          <a:p>
            <a:r>
              <a:rPr lang="en-US" altLang="zh-CN" dirty="0"/>
              <a:t>2</a:t>
            </a:r>
            <a:r>
              <a:rPr lang="zh-CN" altLang="zh-CN" dirty="0"/>
              <a:t>、司法与监察独立：军事法院、军事检察院、军委纪委、军队巡视</a:t>
            </a:r>
            <a:r>
              <a:rPr lang="zh-CN" altLang="zh-CN" dirty="0" smtClean="0"/>
              <a:t>组</a:t>
            </a:r>
            <a:endParaRPr lang="en-US" altLang="zh-CN" dirty="0" smtClean="0"/>
          </a:p>
          <a:p>
            <a:endParaRPr lang="zh-CN" altLang="zh-CN" dirty="0"/>
          </a:p>
          <a:p>
            <a:r>
              <a:rPr lang="en-US" altLang="zh-CN" dirty="0"/>
              <a:t>3</a:t>
            </a:r>
            <a:r>
              <a:rPr lang="zh-CN" altLang="zh-CN" dirty="0"/>
              <a:t>、身份与管理独立：军籍与</a:t>
            </a:r>
            <a:r>
              <a:rPr lang="zh-CN" altLang="zh-CN" dirty="0" smtClean="0"/>
              <a:t>户籍</a:t>
            </a:r>
            <a:endParaRPr lang="en-US" altLang="zh-CN" dirty="0" smtClean="0"/>
          </a:p>
          <a:p>
            <a:endParaRPr lang="zh-CN" altLang="zh-CN" dirty="0"/>
          </a:p>
          <a:p>
            <a:r>
              <a:rPr lang="en-US" altLang="zh-CN" dirty="0"/>
              <a:t>4</a:t>
            </a:r>
            <a:r>
              <a:rPr lang="zh-CN" altLang="zh-CN" dirty="0"/>
              <a:t>、独立的原因：</a:t>
            </a:r>
            <a:r>
              <a:rPr lang="zh-CN" altLang="zh-CN" dirty="0" smtClean="0"/>
              <a:t>防止</a:t>
            </a:r>
            <a:r>
              <a:rPr lang="zh-CN" altLang="en-US" dirty="0"/>
              <a:t>地方</a:t>
            </a:r>
            <a:r>
              <a:rPr lang="zh-CN" altLang="zh-CN" dirty="0" smtClean="0"/>
              <a:t>割据</a:t>
            </a:r>
            <a:r>
              <a:rPr lang="zh-CN" altLang="zh-CN" dirty="0"/>
              <a:t>、</a:t>
            </a:r>
            <a:r>
              <a:rPr lang="zh-CN" altLang="zh-CN" dirty="0" smtClean="0"/>
              <a:t>防止</a:t>
            </a:r>
            <a:r>
              <a:rPr lang="zh-CN" altLang="en-US" dirty="0" smtClean="0"/>
              <a:t>篡夺</a:t>
            </a:r>
            <a:r>
              <a:rPr lang="zh-CN" altLang="zh-CN" dirty="0" smtClean="0"/>
              <a:t>军权</a:t>
            </a:r>
            <a:r>
              <a:rPr lang="zh-CN" altLang="zh-CN" dirty="0"/>
              <a:t>，确保军队绝对服从执政者</a:t>
            </a:r>
          </a:p>
          <a:p>
            <a:endParaRPr lang="zh-CN" altLang="en-US" dirty="0"/>
          </a:p>
        </p:txBody>
      </p:sp>
    </p:spTree>
    <p:extLst>
      <p:ext uri="{BB962C8B-B14F-4D97-AF65-F5344CB8AC3E}">
        <p14:creationId xmlns:p14="http://schemas.microsoft.com/office/powerpoint/2010/main" val="27019252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我的户口本</a:t>
            </a:r>
            <a:endParaRPr lang="zh-CN" altLang="en-US" dirty="0"/>
          </a:p>
        </p:txBody>
      </p:sp>
      <p:pic>
        <p:nvPicPr>
          <p:cNvPr id="4" name="内容占位符 3"/>
          <p:cNvPicPr>
            <a:picLocks noGrp="1" noChangeAspect="1"/>
          </p:cNvPicPr>
          <p:nvPr>
            <p:ph idx="1"/>
          </p:nvPr>
        </p:nvPicPr>
        <p:blipFill rotWithShape="1">
          <a:blip r:embed="rId2">
            <a:extLst>
              <a:ext uri="{28A0092B-C50C-407E-A947-70E740481C1C}">
                <a14:useLocalDpi xmlns:a14="http://schemas.microsoft.com/office/drawing/2010/main" val="0"/>
              </a:ext>
            </a:extLst>
          </a:blip>
          <a:srcRect b="45208"/>
          <a:stretch/>
        </p:blipFill>
        <p:spPr>
          <a:xfrm>
            <a:off x="762000" y="1398111"/>
            <a:ext cx="7620000" cy="2343309"/>
          </a:xfrm>
        </p:spPr>
      </p:pic>
      <p:pic>
        <p:nvPicPr>
          <p:cNvPr id="5" name="图片 4"/>
          <p:cNvPicPr>
            <a:picLocks noChangeAspect="1"/>
          </p:cNvPicPr>
          <p:nvPr/>
        </p:nvPicPr>
        <p:blipFill rotWithShape="1">
          <a:blip r:embed="rId3">
            <a:extLst>
              <a:ext uri="{28A0092B-C50C-407E-A947-70E740481C1C}">
                <a14:useLocalDpi xmlns:a14="http://schemas.microsoft.com/office/drawing/2010/main" val="0"/>
              </a:ext>
            </a:extLst>
          </a:blip>
          <a:srcRect t="54632"/>
          <a:stretch/>
        </p:blipFill>
        <p:spPr>
          <a:xfrm>
            <a:off x="762000" y="4183380"/>
            <a:ext cx="7620000" cy="1940242"/>
          </a:xfrm>
          <a:prstGeom prst="rect">
            <a:avLst/>
          </a:prstGeom>
        </p:spPr>
      </p:pic>
    </p:spTree>
    <p:extLst>
      <p:ext uri="{BB962C8B-B14F-4D97-AF65-F5344CB8AC3E}">
        <p14:creationId xmlns:p14="http://schemas.microsoft.com/office/powerpoint/2010/main" val="15593519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三、武功的文治继承</a:t>
            </a:r>
            <a:endParaRPr lang="zh-CN" altLang="en-US" dirty="0"/>
          </a:p>
        </p:txBody>
      </p:sp>
      <p:sp>
        <p:nvSpPr>
          <p:cNvPr id="3" name="内容占位符 2"/>
          <p:cNvSpPr>
            <a:spLocks noGrp="1"/>
          </p:cNvSpPr>
          <p:nvPr>
            <p:ph idx="1"/>
          </p:nvPr>
        </p:nvSpPr>
        <p:spPr/>
        <p:txBody>
          <a:bodyPr/>
          <a:lstStyle/>
          <a:p>
            <a:r>
              <a:rPr lang="en-US" altLang="zh-CN" dirty="0"/>
              <a:t>《</a:t>
            </a:r>
            <a:r>
              <a:rPr lang="zh-CN" altLang="en-US" dirty="0"/>
              <a:t>史记</a:t>
            </a:r>
            <a:r>
              <a:rPr lang="en-US" altLang="zh-CN" dirty="0"/>
              <a:t>·</a:t>
            </a:r>
            <a:r>
              <a:rPr lang="zh-CN" altLang="en-US" dirty="0"/>
              <a:t>郦生陆贾列传</a:t>
            </a:r>
            <a:r>
              <a:rPr lang="en-US" altLang="zh-CN" dirty="0"/>
              <a:t>》</a:t>
            </a:r>
            <a:r>
              <a:rPr lang="zh-CN" altLang="en-US" dirty="0"/>
              <a:t>：“陆生时时前说称</a:t>
            </a:r>
            <a:r>
              <a:rPr lang="en-US" altLang="zh-CN" dirty="0"/>
              <a:t>《</a:t>
            </a:r>
            <a:r>
              <a:rPr lang="zh-CN" altLang="en-US" dirty="0"/>
              <a:t>诗</a:t>
            </a:r>
            <a:r>
              <a:rPr lang="en-US" altLang="zh-CN" dirty="0"/>
              <a:t>》《</a:t>
            </a:r>
            <a:r>
              <a:rPr lang="zh-CN" altLang="en-US" dirty="0"/>
              <a:t>书</a:t>
            </a:r>
            <a:r>
              <a:rPr lang="en-US" altLang="zh-CN" dirty="0"/>
              <a:t>》</a:t>
            </a:r>
            <a:r>
              <a:rPr lang="zh-CN" altLang="en-US" dirty="0"/>
              <a:t>。高帝骂之曰：‘乃公居马上而得之，安事</a:t>
            </a:r>
            <a:r>
              <a:rPr lang="en-US" altLang="zh-CN" dirty="0"/>
              <a:t>《</a:t>
            </a:r>
            <a:r>
              <a:rPr lang="zh-CN" altLang="en-US" dirty="0"/>
              <a:t>诗</a:t>
            </a:r>
            <a:r>
              <a:rPr lang="en-US" altLang="zh-CN" dirty="0"/>
              <a:t>》《</a:t>
            </a:r>
            <a:r>
              <a:rPr lang="zh-CN" altLang="en-US" dirty="0"/>
              <a:t>书</a:t>
            </a:r>
            <a:r>
              <a:rPr lang="en-US" altLang="zh-CN" dirty="0"/>
              <a:t>》</a:t>
            </a:r>
            <a:r>
              <a:rPr lang="zh-CN" altLang="en-US" dirty="0"/>
              <a:t>！’陆生曰：‘居马上得之，宁可以马上治之乎？且汤武逆取而以顺守之，文武并用，长久</a:t>
            </a:r>
            <a:r>
              <a:rPr lang="zh-CN" altLang="en-US" dirty="0" smtClean="0"/>
              <a:t>之术也。”</a:t>
            </a:r>
            <a:endParaRPr lang="en-US" altLang="zh-CN" dirty="0" smtClean="0"/>
          </a:p>
          <a:p>
            <a:endParaRPr lang="en-US" altLang="zh-CN" dirty="0"/>
          </a:p>
          <a:p>
            <a:r>
              <a:rPr lang="zh-CN" altLang="en-US" dirty="0"/>
              <a:t>中国</a:t>
            </a:r>
            <a:r>
              <a:rPr lang="zh-CN" altLang="en-US" dirty="0" smtClean="0"/>
              <a:t>古代王朝，在马背上得天下，但是在政权稳固后很快向文官治理转换。</a:t>
            </a:r>
            <a:endParaRPr lang="zh-CN" altLang="en-US" dirty="0"/>
          </a:p>
        </p:txBody>
      </p:sp>
    </p:spTree>
    <p:extLst>
      <p:ext uri="{BB962C8B-B14F-4D97-AF65-F5344CB8AC3E}">
        <p14:creationId xmlns:p14="http://schemas.microsoft.com/office/powerpoint/2010/main" val="14329133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削夺武将兵权（杀功臣）</a:t>
            </a:r>
            <a:endParaRPr lang="zh-CN" altLang="en-US" dirty="0"/>
          </a:p>
        </p:txBody>
      </p:sp>
      <p:sp>
        <p:nvSpPr>
          <p:cNvPr id="3" name="内容占位符 2"/>
          <p:cNvSpPr>
            <a:spLocks noGrp="1"/>
          </p:cNvSpPr>
          <p:nvPr>
            <p:ph idx="1"/>
          </p:nvPr>
        </p:nvSpPr>
        <p:spPr/>
        <p:txBody>
          <a:bodyPr>
            <a:normAutofit/>
          </a:bodyPr>
          <a:lstStyle/>
          <a:p>
            <a:r>
              <a:rPr lang="zh-CN" altLang="en-US" sz="4000" dirty="0" smtClean="0"/>
              <a:t>刘邦诛杀异姓王（韩信）</a:t>
            </a:r>
            <a:endParaRPr lang="en-US" altLang="zh-CN" sz="4000" dirty="0" smtClean="0"/>
          </a:p>
          <a:p>
            <a:endParaRPr lang="en-US" altLang="zh-CN" sz="4000" dirty="0"/>
          </a:p>
          <a:p>
            <a:r>
              <a:rPr lang="zh-CN" altLang="en-US" sz="4000" dirty="0" smtClean="0"/>
              <a:t>赵匡胤杯酒释兵权</a:t>
            </a:r>
            <a:endParaRPr lang="en-US" altLang="zh-CN" sz="4000" dirty="0" smtClean="0"/>
          </a:p>
          <a:p>
            <a:endParaRPr lang="en-US" altLang="zh-CN" sz="4000" dirty="0"/>
          </a:p>
          <a:p>
            <a:r>
              <a:rPr lang="zh-CN" altLang="en-US" sz="4000" dirty="0" smtClean="0"/>
              <a:t>康熙撤销三番</a:t>
            </a:r>
            <a:endParaRPr lang="en-US" altLang="zh-CN" sz="4000" dirty="0" smtClean="0"/>
          </a:p>
          <a:p>
            <a:endParaRPr lang="en-US" altLang="zh-CN" sz="4400" dirty="0"/>
          </a:p>
          <a:p>
            <a:endParaRPr lang="zh-CN" altLang="en-US" sz="4400" dirty="0"/>
          </a:p>
        </p:txBody>
      </p:sp>
    </p:spTree>
    <p:extLst>
      <p:ext uri="{BB962C8B-B14F-4D97-AF65-F5344CB8AC3E}">
        <p14:creationId xmlns:p14="http://schemas.microsoft.com/office/powerpoint/2010/main" val="14357668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从军政走向民政</a:t>
            </a:r>
            <a:endParaRPr lang="zh-CN" altLang="en-US" dirty="0"/>
          </a:p>
        </p:txBody>
      </p:sp>
      <p:sp>
        <p:nvSpPr>
          <p:cNvPr id="3" name="内容占位符 2"/>
          <p:cNvSpPr>
            <a:spLocks noGrp="1"/>
          </p:cNvSpPr>
          <p:nvPr>
            <p:ph idx="1"/>
          </p:nvPr>
        </p:nvSpPr>
        <p:spPr/>
        <p:txBody>
          <a:bodyPr>
            <a:normAutofit/>
          </a:bodyPr>
          <a:lstStyle/>
          <a:p>
            <a:r>
              <a:rPr lang="zh-CN" altLang="en-US" sz="4000" dirty="0" smtClean="0"/>
              <a:t>撤销六个军政大区</a:t>
            </a:r>
            <a:endParaRPr lang="en-US" altLang="zh-CN" sz="4000" dirty="0" smtClean="0"/>
          </a:p>
          <a:p>
            <a:pPr lvl="1"/>
            <a:endParaRPr lang="en-US" altLang="zh-CN" sz="3600" dirty="0" smtClean="0"/>
          </a:p>
          <a:p>
            <a:pPr lvl="1"/>
            <a:r>
              <a:rPr lang="en-US" altLang="zh-CN" sz="3600" dirty="0" smtClean="0"/>
              <a:t>1953</a:t>
            </a:r>
            <a:r>
              <a:rPr lang="zh-CN" altLang="en-US" sz="3600" dirty="0" smtClean="0"/>
              <a:t>年</a:t>
            </a:r>
            <a:r>
              <a:rPr lang="en-US" altLang="zh-CN" sz="3600" dirty="0" smtClean="0"/>
              <a:t>-1954</a:t>
            </a:r>
            <a:r>
              <a:rPr lang="zh-CN" altLang="en-US" sz="3600" dirty="0" smtClean="0"/>
              <a:t>年撤销六个军政大区，大权收归中央，地方建立省级人民政府。</a:t>
            </a:r>
            <a:endParaRPr lang="en-US" altLang="zh-CN" sz="3600" dirty="0" smtClean="0"/>
          </a:p>
          <a:p>
            <a:endParaRPr lang="en-US" altLang="zh-CN" sz="4000" dirty="0"/>
          </a:p>
          <a:p>
            <a:endParaRPr lang="zh-CN" altLang="en-US" sz="4000" dirty="0"/>
          </a:p>
        </p:txBody>
      </p:sp>
    </p:spTree>
    <p:extLst>
      <p:ext uri="{BB962C8B-B14F-4D97-AF65-F5344CB8AC3E}">
        <p14:creationId xmlns:p14="http://schemas.microsoft.com/office/powerpoint/2010/main" val="31653299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1"/>
          </p:nvPr>
        </p:nvPicPr>
        <p:blipFill>
          <a:blip r:embed="rId2"/>
          <a:stretch>
            <a:fillRect/>
          </a:stretch>
        </p:blipFill>
        <p:spPr>
          <a:xfrm>
            <a:off x="0" y="198120"/>
            <a:ext cx="9155808" cy="6395797"/>
          </a:xfrm>
          <a:prstGeom prst="rect">
            <a:avLst/>
          </a:prstGeom>
        </p:spPr>
      </p:pic>
    </p:spTree>
    <p:extLst>
      <p:ext uri="{BB962C8B-B14F-4D97-AF65-F5344CB8AC3E}">
        <p14:creationId xmlns:p14="http://schemas.microsoft.com/office/powerpoint/2010/main" val="323336690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内容占位符 5"/>
          <p:cNvGraphicFramePr>
            <a:graphicFrameLocks noGrp="1"/>
          </p:cNvGraphicFramePr>
          <p:nvPr>
            <p:ph idx="1"/>
            <p:extLst>
              <p:ext uri="{D42A27DB-BD31-4B8C-83A1-F6EECF244321}">
                <p14:modId xmlns:p14="http://schemas.microsoft.com/office/powerpoint/2010/main" val="1033076374"/>
              </p:ext>
            </p:extLst>
          </p:nvPr>
        </p:nvGraphicFramePr>
        <p:xfrm>
          <a:off x="245660" y="136478"/>
          <a:ext cx="11464119" cy="64758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5794619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大权</a:t>
            </a:r>
            <a:r>
              <a:rPr lang="zh-CN" altLang="en-US" dirty="0" smtClean="0"/>
              <a:t>收归中央，地方军政分离</a:t>
            </a:r>
            <a:endParaRPr lang="zh-CN" altLang="en-US" dirty="0"/>
          </a:p>
        </p:txBody>
      </p:sp>
      <p:sp>
        <p:nvSpPr>
          <p:cNvPr id="3" name="内容占位符 2"/>
          <p:cNvSpPr>
            <a:spLocks noGrp="1"/>
          </p:cNvSpPr>
          <p:nvPr>
            <p:ph idx="1"/>
          </p:nvPr>
        </p:nvSpPr>
        <p:spPr/>
        <p:txBody>
          <a:bodyPr>
            <a:normAutofit fontScale="92500" lnSpcReduction="10000"/>
          </a:bodyPr>
          <a:lstStyle/>
          <a:p>
            <a:r>
              <a:rPr lang="en-US" altLang="zh-CN" dirty="0"/>
              <a:t>1956</a:t>
            </a:r>
            <a:r>
              <a:rPr lang="zh-CN" altLang="en-US" dirty="0"/>
              <a:t>年，在社会主义改造基本完成之际，毛泽东做了</a:t>
            </a:r>
            <a:r>
              <a:rPr lang="en-US" altLang="zh-CN" dirty="0"/>
              <a:t>《</a:t>
            </a:r>
            <a:r>
              <a:rPr lang="zh-CN" altLang="en-US" dirty="0"/>
              <a:t>论十大关系</a:t>
            </a:r>
            <a:r>
              <a:rPr lang="en-US" altLang="zh-CN" dirty="0"/>
              <a:t>》</a:t>
            </a:r>
            <a:r>
              <a:rPr lang="zh-CN" altLang="en-US" dirty="0"/>
              <a:t>的报告，其中谈到“处理好中央和地方的关系”。“拿我们自己的经验说，我们建国初期实行的那种大区制度，当时有必要，但是也有缺点，后来的高饶反党联盟，就多少利用了这个缺点。以后决定取消大区，各省直属中央，这是正确的。为了建设一个强大的社会主义国家，必须有中央的强有力的统一领导，必须有全国的统一计划和统一纪律，破坏这种必要的统一，是不允许的。同时，又必须充分发挥地方的积极性，各地都要有适合当地情况的特殊。这种特殊不是高岗的那种特殊，而是为了整体利益，为了加强全国统一所必要的。”</a:t>
            </a:r>
          </a:p>
        </p:txBody>
      </p:sp>
    </p:spTree>
    <p:extLst>
      <p:ext uri="{BB962C8B-B14F-4D97-AF65-F5344CB8AC3E}">
        <p14:creationId xmlns:p14="http://schemas.microsoft.com/office/powerpoint/2010/main" val="757240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军政走向民政</a:t>
            </a:r>
            <a:endParaRPr lang="zh-CN" altLang="en-US" dirty="0"/>
          </a:p>
        </p:txBody>
      </p:sp>
      <p:sp>
        <p:nvSpPr>
          <p:cNvPr id="3" name="内容占位符 2"/>
          <p:cNvSpPr>
            <a:spLocks noGrp="1"/>
          </p:cNvSpPr>
          <p:nvPr>
            <p:ph idx="1"/>
          </p:nvPr>
        </p:nvSpPr>
        <p:spPr/>
        <p:txBody>
          <a:bodyPr>
            <a:normAutofit fontScale="92500" lnSpcReduction="10000"/>
          </a:bodyPr>
          <a:lstStyle/>
          <a:p>
            <a:r>
              <a:rPr lang="zh-CN" altLang="en-US" sz="4000" dirty="0" smtClean="0"/>
              <a:t>撤销六个军政大区，建立省级人民政府。</a:t>
            </a:r>
            <a:endParaRPr lang="en-US" altLang="zh-CN" sz="4000" dirty="0" smtClean="0"/>
          </a:p>
          <a:p>
            <a:endParaRPr lang="en-US" altLang="zh-CN" sz="4000" dirty="0"/>
          </a:p>
          <a:p>
            <a:r>
              <a:rPr lang="zh-CN" altLang="en-US" sz="4000" dirty="0" smtClean="0"/>
              <a:t>“五马进京”</a:t>
            </a:r>
            <a:endParaRPr lang="en-US" altLang="zh-CN" sz="4000" dirty="0" smtClean="0"/>
          </a:p>
          <a:p>
            <a:pPr lvl="1"/>
            <a:r>
              <a:rPr lang="en-US" altLang="zh-CN" sz="3600" dirty="0" smtClean="0"/>
              <a:t>1952-1953</a:t>
            </a:r>
            <a:r>
              <a:rPr lang="zh-CN" altLang="en-US" sz="3600" dirty="0" smtClean="0"/>
              <a:t>年，五</a:t>
            </a:r>
            <a:r>
              <a:rPr lang="zh-CN" altLang="en-US" sz="3600" dirty="0"/>
              <a:t>大行政区首脑调入中央任职，包括西南局书记邓小平、西北局书记习仲勋、东北局书记高岗、中南局书记邓子恢、华东局书记饶漱石，董必武称赞他们为“千里驹”。</a:t>
            </a:r>
            <a:endParaRPr lang="en-US" altLang="zh-CN" sz="3600" dirty="0"/>
          </a:p>
          <a:p>
            <a:endParaRPr lang="zh-CN" altLang="en-US" sz="4000" dirty="0"/>
          </a:p>
        </p:txBody>
      </p:sp>
    </p:spTree>
    <p:extLst>
      <p:ext uri="{BB962C8B-B14F-4D97-AF65-F5344CB8AC3E}">
        <p14:creationId xmlns:p14="http://schemas.microsoft.com/office/powerpoint/2010/main" val="20163290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军政走向民政</a:t>
            </a:r>
            <a:endParaRPr lang="zh-CN" altLang="en-US" dirty="0"/>
          </a:p>
        </p:txBody>
      </p:sp>
      <p:sp>
        <p:nvSpPr>
          <p:cNvPr id="3" name="内容占位符 2"/>
          <p:cNvSpPr>
            <a:spLocks noGrp="1"/>
          </p:cNvSpPr>
          <p:nvPr>
            <p:ph idx="1"/>
          </p:nvPr>
        </p:nvSpPr>
        <p:spPr/>
        <p:txBody>
          <a:bodyPr>
            <a:normAutofit/>
          </a:bodyPr>
          <a:lstStyle/>
          <a:p>
            <a:r>
              <a:rPr lang="zh-CN" altLang="en-US" sz="4000" dirty="0" smtClean="0"/>
              <a:t>撤销六个军政大区，建立省级人民政府。</a:t>
            </a:r>
            <a:endParaRPr lang="en-US" altLang="zh-CN" sz="4000" dirty="0" smtClean="0"/>
          </a:p>
          <a:p>
            <a:endParaRPr lang="en-US" altLang="zh-CN" sz="4000" dirty="0"/>
          </a:p>
          <a:p>
            <a:r>
              <a:rPr lang="zh-CN" altLang="en-US" sz="4000" dirty="0" smtClean="0"/>
              <a:t>“五马进京”</a:t>
            </a:r>
            <a:endParaRPr lang="en-US" altLang="zh-CN" sz="4000" dirty="0" smtClean="0"/>
          </a:p>
          <a:p>
            <a:endParaRPr lang="en-US" altLang="zh-CN" sz="4000" dirty="0"/>
          </a:p>
          <a:p>
            <a:r>
              <a:rPr lang="zh-CN" altLang="en-US" sz="4000" dirty="0" smtClean="0"/>
              <a:t>政府任职的军队干部不授衔</a:t>
            </a:r>
            <a:endParaRPr lang="en-US" altLang="zh-CN" sz="4000" dirty="0" smtClean="0"/>
          </a:p>
        </p:txBody>
      </p:sp>
    </p:spTree>
    <p:extLst>
      <p:ext uri="{BB962C8B-B14F-4D97-AF65-F5344CB8AC3E}">
        <p14:creationId xmlns:p14="http://schemas.microsoft.com/office/powerpoint/2010/main" val="233829699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p:cNvPicPr>
            <a:picLocks noGrp="1" noChangeAspect="1"/>
          </p:cNvPicPr>
          <p:nvPr>
            <p:ph idx="1"/>
          </p:nvPr>
        </p:nvPicPr>
        <p:blipFill>
          <a:blip r:embed="rId2"/>
          <a:stretch>
            <a:fillRect/>
          </a:stretch>
        </p:blipFill>
        <p:spPr>
          <a:xfrm>
            <a:off x="0" y="0"/>
            <a:ext cx="9144000" cy="6889852"/>
          </a:xfrm>
          <a:prstGeom prst="rect">
            <a:avLst/>
          </a:prstGeom>
        </p:spPr>
      </p:pic>
    </p:spTree>
    <p:extLst>
      <p:ext uri="{BB962C8B-B14F-4D97-AF65-F5344CB8AC3E}">
        <p14:creationId xmlns:p14="http://schemas.microsoft.com/office/powerpoint/2010/main" val="38232271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177421"/>
            <a:ext cx="7886700" cy="1325563"/>
          </a:xfrm>
        </p:spPr>
        <p:txBody>
          <a:bodyPr/>
          <a:lstStyle/>
          <a:p>
            <a:r>
              <a:rPr lang="zh-CN" altLang="en-US" dirty="0"/>
              <a:t>政府</a:t>
            </a:r>
            <a:r>
              <a:rPr lang="zh-CN" altLang="en-US" dirty="0" smtClean="0"/>
              <a:t>领导不授军衔</a:t>
            </a:r>
            <a:endParaRPr lang="zh-CN" altLang="en-US" dirty="0"/>
          </a:p>
        </p:txBody>
      </p:sp>
      <p:sp>
        <p:nvSpPr>
          <p:cNvPr id="3" name="内容占位符 2"/>
          <p:cNvSpPr>
            <a:spLocks noGrp="1"/>
          </p:cNvSpPr>
          <p:nvPr>
            <p:ph idx="1"/>
          </p:nvPr>
        </p:nvSpPr>
        <p:spPr>
          <a:xfrm>
            <a:off x="628650" y="1734996"/>
            <a:ext cx="7886700" cy="4851400"/>
          </a:xfrm>
        </p:spPr>
        <p:txBody>
          <a:bodyPr>
            <a:normAutofit/>
          </a:bodyPr>
          <a:lstStyle/>
          <a:p>
            <a:r>
              <a:rPr lang="en-US" altLang="zh-CN" dirty="0" smtClean="0"/>
              <a:t>1955</a:t>
            </a:r>
            <a:r>
              <a:rPr lang="zh-CN" altLang="en-US" dirty="0" smtClean="0"/>
              <a:t>年解放军第一次实行军衔制，毛泽东带头不接受大元帅军衔，并倡议曾经在军队担任领导，现在在地方工作的如周恩来、邓小平等同志也不要军衔。这一事件，不光体现领导人的高风亮节，更重要的是奠定了文官理政的基础，确保政府领导人非军人身份，实现了文人统军，避免军人政府的出现。</a:t>
            </a:r>
            <a:endParaRPr lang="en-US" altLang="zh-CN" dirty="0" smtClean="0"/>
          </a:p>
          <a:p>
            <a:endParaRPr lang="en-US" altLang="zh-CN" dirty="0"/>
          </a:p>
          <a:p>
            <a:r>
              <a:rPr lang="zh-CN" altLang="en-US" dirty="0" smtClean="0"/>
              <a:t>自毛泽东起，历任军队最高统帅</a:t>
            </a:r>
            <a:r>
              <a:rPr lang="en-US" altLang="zh-CN" dirty="0" smtClean="0"/>
              <a:t>——</a:t>
            </a:r>
            <a:r>
              <a:rPr lang="zh-CN" altLang="en-US" dirty="0" smtClean="0"/>
              <a:t>中央军委主席都是文官！</a:t>
            </a:r>
            <a:endParaRPr lang="zh-CN" altLang="en-US" dirty="0"/>
          </a:p>
        </p:txBody>
      </p:sp>
    </p:spTree>
    <p:extLst>
      <p:ext uri="{BB962C8B-B14F-4D97-AF65-F5344CB8AC3E}">
        <p14:creationId xmlns:p14="http://schemas.microsoft.com/office/powerpoint/2010/main" val="12568507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四、军权的内外制衡</a:t>
            </a:r>
            <a:endParaRPr lang="zh-CN" altLang="en-US" dirty="0"/>
          </a:p>
        </p:txBody>
      </p:sp>
      <p:sp>
        <p:nvSpPr>
          <p:cNvPr id="3" name="内容占位符 2"/>
          <p:cNvSpPr>
            <a:spLocks noGrp="1"/>
          </p:cNvSpPr>
          <p:nvPr>
            <p:ph idx="1"/>
          </p:nvPr>
        </p:nvSpPr>
        <p:spPr/>
        <p:txBody>
          <a:bodyPr/>
          <a:lstStyle/>
          <a:p>
            <a:endParaRPr lang="en-US" altLang="zh-CN" dirty="0" smtClean="0"/>
          </a:p>
          <a:p>
            <a:r>
              <a:rPr lang="en-US" altLang="zh-CN" dirty="0" smtClean="0"/>
              <a:t>1</a:t>
            </a:r>
            <a:r>
              <a:rPr lang="zh-CN" altLang="en-US" dirty="0" smtClean="0"/>
              <a:t>、军权内部制衡</a:t>
            </a:r>
            <a:endParaRPr lang="en-US" altLang="zh-CN" dirty="0" smtClean="0"/>
          </a:p>
          <a:p>
            <a:endParaRPr lang="en-US" altLang="zh-CN" dirty="0"/>
          </a:p>
          <a:p>
            <a:r>
              <a:rPr lang="en-US" altLang="zh-CN" dirty="0" smtClean="0"/>
              <a:t>2</a:t>
            </a:r>
            <a:r>
              <a:rPr lang="zh-CN" altLang="en-US" dirty="0" smtClean="0"/>
              <a:t>、军权外部制衡</a:t>
            </a:r>
            <a:endParaRPr lang="en-US" altLang="zh-CN" dirty="0" smtClean="0"/>
          </a:p>
          <a:p>
            <a:endParaRPr lang="en-US" altLang="zh-CN" dirty="0"/>
          </a:p>
          <a:p>
            <a:r>
              <a:rPr lang="en-US" altLang="zh-CN" dirty="0" smtClean="0"/>
              <a:t>3</a:t>
            </a:r>
            <a:r>
              <a:rPr lang="zh-CN" altLang="en-US" dirty="0" smtClean="0"/>
              <a:t>、制衡机制崩溃</a:t>
            </a:r>
            <a:endParaRPr lang="zh-CN" altLang="en-US" dirty="0"/>
          </a:p>
        </p:txBody>
      </p:sp>
    </p:spTree>
    <p:extLst>
      <p:ext uri="{BB962C8B-B14F-4D97-AF65-F5344CB8AC3E}">
        <p14:creationId xmlns:p14="http://schemas.microsoft.com/office/powerpoint/2010/main" val="30873476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04716" y="0"/>
            <a:ext cx="7886700" cy="1325563"/>
          </a:xfrm>
        </p:spPr>
        <p:txBody>
          <a:bodyPr/>
          <a:lstStyle/>
          <a:p>
            <a:r>
              <a:rPr lang="zh-CN" altLang="en-US" dirty="0" smtClean="0"/>
              <a:t>军权的内部制衡</a:t>
            </a:r>
            <a:endParaRPr lang="zh-CN" altLang="en-US" dirty="0"/>
          </a:p>
        </p:txBody>
      </p:sp>
      <p:sp>
        <p:nvSpPr>
          <p:cNvPr id="3" name="内容占位符 2"/>
          <p:cNvSpPr>
            <a:spLocks noGrp="1"/>
          </p:cNvSpPr>
          <p:nvPr>
            <p:ph idx="1"/>
          </p:nvPr>
        </p:nvSpPr>
        <p:spPr>
          <a:xfrm>
            <a:off x="204716" y="1078002"/>
            <a:ext cx="8310634" cy="5595581"/>
          </a:xfrm>
        </p:spPr>
        <p:txBody>
          <a:bodyPr>
            <a:normAutofit/>
          </a:bodyPr>
          <a:lstStyle/>
          <a:p>
            <a:r>
              <a:rPr lang="en-US" altLang="zh-CN" dirty="0" smtClean="0"/>
              <a:t>1</a:t>
            </a:r>
            <a:r>
              <a:rPr lang="zh-CN" altLang="en-US" dirty="0" smtClean="0"/>
              <a:t>、统兵权与调兵权</a:t>
            </a:r>
            <a:endParaRPr lang="en-US" altLang="zh-CN" dirty="0" smtClean="0"/>
          </a:p>
          <a:p>
            <a:pPr lvl="1"/>
            <a:r>
              <a:rPr lang="zh-CN" altLang="en-US" dirty="0"/>
              <a:t>宋代</a:t>
            </a:r>
            <a:r>
              <a:rPr lang="zh-CN" altLang="en-US" dirty="0" smtClean="0"/>
              <a:t>：“枢</a:t>
            </a:r>
            <a:r>
              <a:rPr lang="zh-CN" altLang="en-US" dirty="0"/>
              <a:t>密掌兵籍、虎符，三衙管诸军，率（帅）臣主兵柄，各</a:t>
            </a:r>
            <a:r>
              <a:rPr lang="zh-CN" altLang="en-US" dirty="0" smtClean="0"/>
              <a:t>有分守”；更戍法</a:t>
            </a:r>
            <a:endParaRPr lang="en-US" altLang="zh-CN" dirty="0" smtClean="0"/>
          </a:p>
          <a:p>
            <a:pPr lvl="1"/>
            <a:r>
              <a:rPr lang="zh-CN" altLang="en-US" dirty="0" smtClean="0"/>
              <a:t>明代：五军都督府与兵部</a:t>
            </a:r>
            <a:endParaRPr lang="en-US" altLang="zh-CN" dirty="0" smtClean="0"/>
          </a:p>
          <a:p>
            <a:pPr lvl="1"/>
            <a:r>
              <a:rPr lang="zh-CN" altLang="en-US" dirty="0" smtClean="0"/>
              <a:t>本朝：大军区司令员对调、“军种主建，战区管战”</a:t>
            </a:r>
            <a:endParaRPr lang="en-US" altLang="zh-CN" dirty="0"/>
          </a:p>
          <a:p>
            <a:r>
              <a:rPr lang="en-US" altLang="zh-CN" dirty="0" smtClean="0"/>
              <a:t>2</a:t>
            </a:r>
            <a:r>
              <a:rPr lang="zh-CN" altLang="en-US" dirty="0" smtClean="0"/>
              <a:t>、内外有别</a:t>
            </a:r>
            <a:endParaRPr lang="en-US" altLang="zh-CN" dirty="0" smtClean="0"/>
          </a:p>
          <a:p>
            <a:pPr lvl="1"/>
            <a:r>
              <a:rPr lang="zh-CN" altLang="en-US" dirty="0" smtClean="0"/>
              <a:t>唐代：内轻外重</a:t>
            </a:r>
            <a:endParaRPr lang="en-US" altLang="zh-CN" dirty="0" smtClean="0"/>
          </a:p>
          <a:p>
            <a:pPr lvl="1"/>
            <a:r>
              <a:rPr lang="zh-CN" altLang="en-US" dirty="0"/>
              <a:t>宋代：强干弱枝，内外相</a:t>
            </a:r>
            <a:r>
              <a:rPr lang="zh-CN" altLang="en-US" dirty="0" smtClean="0"/>
              <a:t>维</a:t>
            </a:r>
            <a:r>
              <a:rPr lang="en-US" altLang="zh-CN" dirty="0" smtClean="0"/>
              <a:t>	</a:t>
            </a:r>
          </a:p>
          <a:p>
            <a:r>
              <a:rPr lang="en-US" altLang="zh-CN" dirty="0" smtClean="0"/>
              <a:t>3</a:t>
            </a:r>
            <a:r>
              <a:rPr lang="zh-CN" altLang="en-US" dirty="0" smtClean="0"/>
              <a:t>、后勤制约</a:t>
            </a:r>
            <a:endParaRPr lang="en-US" altLang="zh-CN" dirty="0" smtClean="0"/>
          </a:p>
          <a:p>
            <a:pPr lvl="1"/>
            <a:r>
              <a:rPr lang="zh-CN" altLang="en-US" dirty="0" smtClean="0"/>
              <a:t>粮草、军械</a:t>
            </a:r>
            <a:endParaRPr lang="en-US" altLang="zh-CN" dirty="0"/>
          </a:p>
          <a:p>
            <a:r>
              <a:rPr lang="en-US" altLang="zh-CN" dirty="0" smtClean="0"/>
              <a:t>4</a:t>
            </a:r>
            <a:r>
              <a:rPr lang="zh-CN" altLang="en-US" dirty="0" smtClean="0"/>
              <a:t>、军政双主官</a:t>
            </a:r>
            <a:endParaRPr lang="en-US" altLang="zh-CN" dirty="0" smtClean="0"/>
          </a:p>
          <a:p>
            <a:pPr lvl="1"/>
            <a:r>
              <a:rPr lang="zh-CN" altLang="en-US" dirty="0" smtClean="0"/>
              <a:t>古代为监军</a:t>
            </a:r>
            <a:endParaRPr lang="en-US" altLang="zh-CN" dirty="0" smtClean="0"/>
          </a:p>
          <a:p>
            <a:pPr lvl="1"/>
            <a:r>
              <a:rPr lang="zh-CN" altLang="en-US" dirty="0"/>
              <a:t>本朝</a:t>
            </a:r>
            <a:r>
              <a:rPr lang="zh-CN" altLang="en-US" dirty="0" smtClean="0"/>
              <a:t>为政工系统</a:t>
            </a:r>
            <a:endParaRPr lang="en-US" altLang="zh-CN" dirty="0" smtClean="0"/>
          </a:p>
        </p:txBody>
      </p:sp>
    </p:spTree>
    <p:extLst>
      <p:ext uri="{BB962C8B-B14F-4D97-AF65-F5344CB8AC3E}">
        <p14:creationId xmlns:p14="http://schemas.microsoft.com/office/powerpoint/2010/main" val="7255997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146762"/>
            <a:ext cx="7886700" cy="1325563"/>
          </a:xfrm>
        </p:spPr>
        <p:txBody>
          <a:bodyPr/>
          <a:lstStyle/>
          <a:p>
            <a:r>
              <a:rPr lang="zh-CN" altLang="en-US" dirty="0" smtClean="0"/>
              <a:t>军权的外部制衡</a:t>
            </a:r>
            <a:endParaRPr lang="zh-CN" altLang="en-US" dirty="0"/>
          </a:p>
        </p:txBody>
      </p:sp>
      <p:sp>
        <p:nvSpPr>
          <p:cNvPr id="3" name="内容占位符 2"/>
          <p:cNvSpPr>
            <a:spLocks noGrp="1"/>
          </p:cNvSpPr>
          <p:nvPr>
            <p:ph idx="1"/>
          </p:nvPr>
        </p:nvSpPr>
        <p:spPr/>
        <p:txBody>
          <a:bodyPr>
            <a:normAutofit/>
          </a:bodyPr>
          <a:lstStyle/>
          <a:p>
            <a:r>
              <a:rPr lang="zh-CN" altLang="en-US" sz="4800" dirty="0" smtClean="0"/>
              <a:t>军政分离</a:t>
            </a:r>
            <a:endParaRPr lang="en-US" altLang="zh-CN" sz="4800" dirty="0" smtClean="0"/>
          </a:p>
          <a:p>
            <a:pPr lvl="1"/>
            <a:r>
              <a:rPr lang="zh-CN" altLang="en-US" sz="4400" dirty="0" smtClean="0"/>
              <a:t>中央：文武分列</a:t>
            </a:r>
            <a:endParaRPr lang="en-US" altLang="zh-CN" sz="4400" dirty="0" smtClean="0"/>
          </a:p>
          <a:p>
            <a:pPr marL="914400" lvl="2" indent="0">
              <a:buNone/>
            </a:pPr>
            <a:r>
              <a:rPr lang="zh-CN" altLang="en-US" sz="4000" dirty="0"/>
              <a:t>三</a:t>
            </a:r>
            <a:r>
              <a:rPr lang="zh-CN" altLang="en-US" sz="4000" dirty="0" smtClean="0"/>
              <a:t>公：太尉、丞相、御史大夫</a:t>
            </a:r>
            <a:endParaRPr lang="en-US" altLang="zh-CN" sz="4000" dirty="0" smtClean="0"/>
          </a:p>
          <a:p>
            <a:pPr lvl="1"/>
            <a:r>
              <a:rPr lang="zh-CN" altLang="en-US" sz="4400" dirty="0" smtClean="0"/>
              <a:t>地方：逐步分离</a:t>
            </a:r>
            <a:endParaRPr lang="en-US" altLang="zh-CN" sz="4400" dirty="0" smtClean="0"/>
          </a:p>
          <a:p>
            <a:r>
              <a:rPr lang="zh-CN" altLang="en-US" sz="4800" dirty="0" smtClean="0"/>
              <a:t>文人统军（宋代）</a:t>
            </a:r>
            <a:endParaRPr lang="en-US" altLang="zh-CN" sz="4800" dirty="0" smtClean="0"/>
          </a:p>
          <a:p>
            <a:r>
              <a:rPr lang="zh-CN" altLang="en-US" sz="4800" dirty="0"/>
              <a:t>重文轻武</a:t>
            </a:r>
          </a:p>
        </p:txBody>
      </p:sp>
    </p:spTree>
    <p:extLst>
      <p:ext uri="{BB962C8B-B14F-4D97-AF65-F5344CB8AC3E}">
        <p14:creationId xmlns:p14="http://schemas.microsoft.com/office/powerpoint/2010/main" val="21692033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1354" y="0"/>
            <a:ext cx="7886700" cy="1325563"/>
          </a:xfrm>
        </p:spPr>
        <p:txBody>
          <a:bodyPr/>
          <a:lstStyle/>
          <a:p>
            <a:r>
              <a:rPr lang="zh-CN" altLang="en-US" dirty="0" smtClean="0"/>
              <a:t>地方军政逐渐分离</a:t>
            </a:r>
            <a:endParaRPr lang="zh-CN" altLang="en-US" dirty="0"/>
          </a:p>
        </p:txBody>
      </p:sp>
      <p:graphicFrame>
        <p:nvGraphicFramePr>
          <p:cNvPr id="4" name="内容占位符 3"/>
          <p:cNvGraphicFramePr>
            <a:graphicFrameLocks noGrp="1"/>
          </p:cNvGraphicFramePr>
          <p:nvPr>
            <p:ph idx="1"/>
            <p:extLst>
              <p:ext uri="{D42A27DB-BD31-4B8C-83A1-F6EECF244321}">
                <p14:modId xmlns:p14="http://schemas.microsoft.com/office/powerpoint/2010/main" val="435096213"/>
              </p:ext>
            </p:extLst>
          </p:nvPr>
        </p:nvGraphicFramePr>
        <p:xfrm>
          <a:off x="204717" y="1325562"/>
          <a:ext cx="8679976" cy="53072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736525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重文轻武</a:t>
            </a:r>
            <a:endParaRPr lang="zh-CN" altLang="en-US" dirty="0"/>
          </a:p>
        </p:txBody>
      </p:sp>
      <p:sp>
        <p:nvSpPr>
          <p:cNvPr id="3" name="内容占位符 2"/>
          <p:cNvSpPr>
            <a:spLocks noGrp="1"/>
          </p:cNvSpPr>
          <p:nvPr>
            <p:ph idx="1"/>
          </p:nvPr>
        </p:nvSpPr>
        <p:spPr>
          <a:xfrm>
            <a:off x="628649" y="1552669"/>
            <a:ext cx="8256043" cy="4998256"/>
          </a:xfrm>
        </p:spPr>
        <p:txBody>
          <a:bodyPr>
            <a:normAutofit/>
          </a:bodyPr>
          <a:lstStyle/>
          <a:p>
            <a:endParaRPr lang="en-US" altLang="zh-CN" dirty="0" smtClean="0"/>
          </a:p>
          <a:p>
            <a:r>
              <a:rPr lang="zh-CN" altLang="en-US" dirty="0" smtClean="0"/>
              <a:t>重</a:t>
            </a:r>
            <a:r>
              <a:rPr lang="zh-CN" altLang="en-US" dirty="0"/>
              <a:t>文治是中国历史的老传统，社会以读书考科举为荣，蔑视武人出身</a:t>
            </a:r>
            <a:r>
              <a:rPr lang="zh-CN" altLang="en-US" dirty="0" smtClean="0"/>
              <a:t>。正所谓：“</a:t>
            </a:r>
            <a:r>
              <a:rPr lang="zh-CN" altLang="en-US" dirty="0"/>
              <a:t>好男不当兵，好铁不打钉</a:t>
            </a:r>
            <a:r>
              <a:rPr lang="zh-CN" altLang="en-US" dirty="0" smtClean="0"/>
              <a:t>”。</a:t>
            </a:r>
            <a:r>
              <a:rPr lang="zh-CN" altLang="en-US" dirty="0"/>
              <a:t>（</a:t>
            </a:r>
            <a:r>
              <a:rPr lang="zh-CN" altLang="en-US" dirty="0" smtClean="0"/>
              <a:t>此处泪流满面）</a:t>
            </a:r>
            <a:endParaRPr lang="en-US" altLang="zh-CN" dirty="0" smtClean="0"/>
          </a:p>
          <a:p>
            <a:endParaRPr lang="zh-CN" altLang="en-US" dirty="0"/>
          </a:p>
          <a:p>
            <a:r>
              <a:rPr lang="zh-CN" altLang="en-US" dirty="0" smtClean="0"/>
              <a:t>曾经</a:t>
            </a:r>
            <a:r>
              <a:rPr lang="zh-CN" altLang="en-US" dirty="0"/>
              <a:t>有这样的故事：“清末总兵樊燮求见府帅，自以为是二三品官，不肯向举人师爷</a:t>
            </a:r>
            <a:r>
              <a:rPr lang="zh-CN" altLang="en-US" dirty="0" smtClean="0"/>
              <a:t>左宗棠请安，</a:t>
            </a:r>
            <a:r>
              <a:rPr lang="zh-CN" altLang="en-US" dirty="0"/>
              <a:t>而</a:t>
            </a:r>
            <a:r>
              <a:rPr lang="zh-CN" altLang="en-US" dirty="0" smtClean="0"/>
              <a:t>左宗棠</a:t>
            </a:r>
            <a:r>
              <a:rPr lang="zh-CN" altLang="en-US" dirty="0"/>
              <a:t>声称</a:t>
            </a:r>
            <a:r>
              <a:rPr lang="zh-CN" altLang="en-US" dirty="0" smtClean="0"/>
              <a:t>‘武官见我，无论大小，皆要请安’</a:t>
            </a:r>
            <a:r>
              <a:rPr lang="zh-CN" altLang="en-US" dirty="0"/>
              <a:t>，大骂‘忘八蛋，滚出去’。据说樊燮为此大受刺激，从此严课其子，功名务必超过</a:t>
            </a:r>
            <a:r>
              <a:rPr lang="zh-CN" altLang="en-US" dirty="0" smtClean="0"/>
              <a:t>左宗棠。”</a:t>
            </a:r>
            <a:endParaRPr lang="en-US" altLang="zh-CN" dirty="0" smtClean="0"/>
          </a:p>
          <a:p>
            <a:endParaRPr lang="en-US" altLang="zh-CN" dirty="0" smtClean="0"/>
          </a:p>
        </p:txBody>
      </p:sp>
    </p:spTree>
    <p:extLst>
      <p:ext uri="{BB962C8B-B14F-4D97-AF65-F5344CB8AC3E}">
        <p14:creationId xmlns:p14="http://schemas.microsoft.com/office/powerpoint/2010/main" val="13968738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制衡机制的崩溃</a:t>
            </a:r>
            <a:endParaRPr lang="zh-CN" altLang="en-US" dirty="0"/>
          </a:p>
        </p:txBody>
      </p:sp>
      <p:sp>
        <p:nvSpPr>
          <p:cNvPr id="3" name="内容占位符 2"/>
          <p:cNvSpPr>
            <a:spLocks noGrp="1"/>
          </p:cNvSpPr>
          <p:nvPr>
            <p:ph idx="1"/>
          </p:nvPr>
        </p:nvSpPr>
        <p:spPr/>
        <p:txBody>
          <a:bodyPr>
            <a:normAutofit lnSpcReduction="10000"/>
          </a:bodyPr>
          <a:lstStyle/>
          <a:p>
            <a:r>
              <a:rPr lang="en-US" altLang="zh-CN" dirty="0" smtClean="0"/>
              <a:t>1</a:t>
            </a:r>
            <a:r>
              <a:rPr lang="zh-CN" altLang="en-US" dirty="0" smtClean="0"/>
              <a:t>、实行封建制</a:t>
            </a:r>
            <a:endParaRPr lang="en-US" altLang="zh-CN" dirty="0" smtClean="0"/>
          </a:p>
          <a:p>
            <a:pPr lvl="1"/>
            <a:r>
              <a:rPr lang="zh-CN" altLang="en-US" dirty="0" smtClean="0"/>
              <a:t>汉：七国之乱</a:t>
            </a:r>
            <a:endParaRPr lang="en-US" altLang="zh-CN" dirty="0" smtClean="0"/>
          </a:p>
          <a:p>
            <a:pPr lvl="1"/>
            <a:r>
              <a:rPr lang="zh-CN" altLang="en-US" dirty="0" smtClean="0"/>
              <a:t>晋：八王之乱</a:t>
            </a:r>
            <a:endParaRPr lang="en-US" altLang="zh-CN" dirty="0" smtClean="0"/>
          </a:p>
          <a:p>
            <a:pPr lvl="1"/>
            <a:r>
              <a:rPr lang="zh-CN" altLang="en-US" dirty="0" smtClean="0"/>
              <a:t>明：靖难之役</a:t>
            </a:r>
            <a:endParaRPr lang="en-US" altLang="zh-CN" dirty="0" smtClean="0"/>
          </a:p>
          <a:p>
            <a:pPr lvl="1"/>
            <a:r>
              <a:rPr lang="zh-CN" altLang="en-US" dirty="0" smtClean="0"/>
              <a:t>清：三藩之乱</a:t>
            </a:r>
            <a:endParaRPr lang="en-US" altLang="zh-CN" dirty="0"/>
          </a:p>
          <a:p>
            <a:r>
              <a:rPr lang="en-US" altLang="zh-CN" dirty="0" smtClean="0"/>
              <a:t>2</a:t>
            </a:r>
            <a:r>
              <a:rPr lang="zh-CN" altLang="en-US" dirty="0" smtClean="0"/>
              <a:t>、为应对军事威胁在地方集权</a:t>
            </a:r>
            <a:endParaRPr lang="en-US" altLang="zh-CN" dirty="0" smtClean="0"/>
          </a:p>
          <a:p>
            <a:pPr lvl="1"/>
            <a:r>
              <a:rPr lang="zh-CN" altLang="en-US" dirty="0" smtClean="0"/>
              <a:t>汉：刺史、州牧</a:t>
            </a:r>
            <a:endParaRPr lang="en-US" altLang="zh-CN" dirty="0" smtClean="0"/>
          </a:p>
          <a:p>
            <a:pPr lvl="1"/>
            <a:r>
              <a:rPr lang="zh-CN" altLang="en-US" dirty="0" smtClean="0"/>
              <a:t>唐：藩镇、节度使</a:t>
            </a:r>
            <a:endParaRPr lang="en-US" altLang="zh-CN" dirty="0" smtClean="0"/>
          </a:p>
          <a:p>
            <a:r>
              <a:rPr lang="en-US" altLang="zh-CN" dirty="0" smtClean="0"/>
              <a:t>3</a:t>
            </a:r>
            <a:r>
              <a:rPr lang="zh-CN" altLang="en-US" dirty="0" smtClean="0"/>
              <a:t>、新旧军制交替</a:t>
            </a:r>
            <a:endParaRPr lang="en-US" altLang="zh-CN" dirty="0" smtClean="0"/>
          </a:p>
          <a:p>
            <a:pPr lvl="1"/>
            <a:r>
              <a:rPr lang="zh-CN" altLang="en-US" dirty="0" smtClean="0"/>
              <a:t>明：卫所制度的崩溃与营兵制</a:t>
            </a:r>
            <a:endParaRPr lang="en-US" altLang="zh-CN" dirty="0" smtClean="0"/>
          </a:p>
          <a:p>
            <a:pPr lvl="1"/>
            <a:r>
              <a:rPr lang="zh-CN" altLang="en-US" dirty="0" smtClean="0"/>
              <a:t>清：八旗和绿营兵的崩溃与团练、北洋</a:t>
            </a:r>
            <a:endParaRPr lang="en-US" altLang="zh-CN" dirty="0" smtClean="0"/>
          </a:p>
        </p:txBody>
      </p:sp>
    </p:spTree>
    <p:extLst>
      <p:ext uri="{BB962C8B-B14F-4D97-AF65-F5344CB8AC3E}">
        <p14:creationId xmlns:p14="http://schemas.microsoft.com/office/powerpoint/2010/main" val="14371115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Line 50"/>
          <p:cNvSpPr>
            <a:spLocks noChangeShapeType="1"/>
          </p:cNvSpPr>
          <p:nvPr/>
        </p:nvSpPr>
        <p:spPr bwMode="auto">
          <a:xfrm flipV="1">
            <a:off x="276225" y="2603500"/>
            <a:ext cx="7058025" cy="28575"/>
          </a:xfrm>
          <a:prstGeom prst="line">
            <a:avLst/>
          </a:prstGeom>
          <a:noFill/>
          <a:ln w="9525">
            <a:solidFill>
              <a:srgbClr val="C6503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291" name="Line 49"/>
          <p:cNvSpPr>
            <a:spLocks noChangeShapeType="1"/>
          </p:cNvSpPr>
          <p:nvPr/>
        </p:nvSpPr>
        <p:spPr bwMode="auto">
          <a:xfrm flipV="1">
            <a:off x="304800" y="2209800"/>
            <a:ext cx="7058025" cy="28575"/>
          </a:xfrm>
          <a:prstGeom prst="line">
            <a:avLst/>
          </a:prstGeom>
          <a:noFill/>
          <a:ln w="9525">
            <a:solidFill>
              <a:srgbClr val="C6503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292" name="Line 48"/>
          <p:cNvSpPr>
            <a:spLocks noChangeShapeType="1"/>
          </p:cNvSpPr>
          <p:nvPr/>
        </p:nvSpPr>
        <p:spPr bwMode="auto">
          <a:xfrm flipV="1">
            <a:off x="336550" y="1820863"/>
            <a:ext cx="7058025" cy="28575"/>
          </a:xfrm>
          <a:prstGeom prst="line">
            <a:avLst/>
          </a:prstGeom>
          <a:noFill/>
          <a:ln w="9525">
            <a:solidFill>
              <a:srgbClr val="C6503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293" name="Line 47"/>
          <p:cNvSpPr>
            <a:spLocks noChangeShapeType="1"/>
          </p:cNvSpPr>
          <p:nvPr/>
        </p:nvSpPr>
        <p:spPr bwMode="auto">
          <a:xfrm flipV="1">
            <a:off x="277813" y="1428750"/>
            <a:ext cx="7058025" cy="28575"/>
          </a:xfrm>
          <a:prstGeom prst="line">
            <a:avLst/>
          </a:prstGeom>
          <a:noFill/>
          <a:ln w="9525">
            <a:solidFill>
              <a:srgbClr val="C6503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294" name="Line 46"/>
          <p:cNvSpPr>
            <a:spLocks noChangeShapeType="1"/>
          </p:cNvSpPr>
          <p:nvPr/>
        </p:nvSpPr>
        <p:spPr bwMode="auto">
          <a:xfrm flipV="1">
            <a:off x="250825" y="1023938"/>
            <a:ext cx="7058025" cy="28575"/>
          </a:xfrm>
          <a:prstGeom prst="line">
            <a:avLst/>
          </a:prstGeom>
          <a:noFill/>
          <a:ln w="9525">
            <a:solidFill>
              <a:srgbClr val="C6503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295" name="Line 51"/>
          <p:cNvSpPr>
            <a:spLocks noChangeShapeType="1"/>
          </p:cNvSpPr>
          <p:nvPr/>
        </p:nvSpPr>
        <p:spPr bwMode="auto">
          <a:xfrm flipV="1">
            <a:off x="117475" y="628650"/>
            <a:ext cx="7058025" cy="28575"/>
          </a:xfrm>
          <a:prstGeom prst="line">
            <a:avLst/>
          </a:prstGeom>
          <a:noFill/>
          <a:ln w="9525">
            <a:solidFill>
              <a:srgbClr val="C65038"/>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2296" name="Group 9"/>
          <p:cNvGrpSpPr>
            <a:grpSpLocks/>
          </p:cNvGrpSpPr>
          <p:nvPr/>
        </p:nvGrpSpPr>
        <p:grpSpPr bwMode="auto">
          <a:xfrm>
            <a:off x="7143750" y="0"/>
            <a:ext cx="2016125" cy="6858000"/>
            <a:chOff x="4500" y="0"/>
            <a:chExt cx="1270" cy="4320"/>
          </a:xfrm>
        </p:grpSpPr>
        <p:sp>
          <p:nvSpPr>
            <p:cNvPr id="12326" name="Rectangle 5"/>
            <p:cNvSpPr>
              <a:spLocks noChangeArrowheads="1"/>
            </p:cNvSpPr>
            <p:nvPr/>
          </p:nvSpPr>
          <p:spPr bwMode="auto">
            <a:xfrm>
              <a:off x="4500" y="436"/>
              <a:ext cx="1270" cy="3884"/>
            </a:xfrm>
            <a:prstGeom prst="rect">
              <a:avLst/>
            </a:prstGeom>
            <a:gradFill rotWithShape="1">
              <a:gsLst>
                <a:gs pos="0">
                  <a:srgbClr val="B03022"/>
                </a:gs>
                <a:gs pos="100000">
                  <a:srgbClr val="D7CCB7"/>
                </a:gs>
              </a:gsLst>
              <a:lin ang="5400000" scaled="1"/>
            </a:gradFill>
            <a:ln w="9525">
              <a:solidFill>
                <a:srgbClr val="000000">
                  <a:alpha val="0"/>
                </a:srgbClr>
              </a:solidFill>
              <a:miter lim="800000"/>
              <a:headEnd/>
              <a:tailEnd/>
            </a:ln>
          </p:spPr>
          <p:txBody>
            <a:bodyPr wrap="none" anchor="ctr"/>
            <a:lstStyle>
              <a:lvl1pPr eaLnBrk="0" hangingPunct="0">
                <a:defRPr sz="2000">
                  <a:solidFill>
                    <a:schemeClr val="tx1"/>
                  </a:solidFill>
                  <a:latin typeface="Arial" panose="020B0604020202020204" pitchFamily="34" charset="0"/>
                  <a:ea typeface="宋体" panose="02010600030101010101" pitchFamily="2" charset="-122"/>
                </a:defRPr>
              </a:lvl1pPr>
              <a:lvl2pPr marL="742950" indent="-285750" eaLnBrk="0" hangingPunct="0">
                <a:defRPr sz="2000">
                  <a:solidFill>
                    <a:schemeClr val="tx1"/>
                  </a:solidFill>
                  <a:latin typeface="Arial" panose="020B0604020202020204" pitchFamily="34" charset="0"/>
                  <a:ea typeface="宋体" panose="02010600030101010101" pitchFamily="2" charset="-122"/>
                </a:defRPr>
              </a:lvl2pPr>
              <a:lvl3pPr marL="1143000" indent="-228600" eaLnBrk="0" hangingPunct="0">
                <a:defRPr sz="2000">
                  <a:solidFill>
                    <a:schemeClr val="tx1"/>
                  </a:solidFill>
                  <a:latin typeface="Arial" panose="020B0604020202020204" pitchFamily="34" charset="0"/>
                  <a:ea typeface="宋体" panose="02010600030101010101" pitchFamily="2" charset="-122"/>
                </a:defRPr>
              </a:lvl3pPr>
              <a:lvl4pPr marL="1600200" indent="-228600" eaLnBrk="0" hangingPunct="0">
                <a:defRPr sz="2000">
                  <a:solidFill>
                    <a:schemeClr val="tx1"/>
                  </a:solidFill>
                  <a:latin typeface="Arial" panose="020B0604020202020204" pitchFamily="34" charset="0"/>
                  <a:ea typeface="宋体" panose="02010600030101010101" pitchFamily="2" charset="-122"/>
                </a:defRPr>
              </a:lvl4pPr>
              <a:lvl5pPr marL="2057400" indent="-228600" eaLnBrk="0" hangingPunct="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endParaRPr lang="zh-TW" altLang="en-US"/>
            </a:p>
          </p:txBody>
        </p:sp>
        <p:sp>
          <p:nvSpPr>
            <p:cNvPr id="12327" name="Rectangle 8"/>
            <p:cNvSpPr>
              <a:spLocks noChangeArrowheads="1"/>
            </p:cNvSpPr>
            <p:nvPr/>
          </p:nvSpPr>
          <p:spPr bwMode="auto">
            <a:xfrm>
              <a:off x="4501" y="0"/>
              <a:ext cx="1259" cy="1330"/>
            </a:xfrm>
            <a:prstGeom prst="rect">
              <a:avLst/>
            </a:prstGeom>
            <a:solidFill>
              <a:srgbClr val="BD3325"/>
            </a:solidFill>
            <a:ln w="9525">
              <a:solidFill>
                <a:srgbClr val="BD3325"/>
              </a:solidFill>
              <a:miter lim="800000"/>
              <a:headEnd/>
              <a:tailEnd/>
            </a:ln>
          </p:spPr>
          <p:txBody>
            <a:bodyPr wrap="none" anchor="ctr"/>
            <a:lstStyle>
              <a:lvl1pPr eaLnBrk="0" hangingPunct="0">
                <a:defRPr sz="2000">
                  <a:solidFill>
                    <a:schemeClr val="tx1"/>
                  </a:solidFill>
                  <a:latin typeface="Arial" panose="020B0604020202020204" pitchFamily="34" charset="0"/>
                  <a:ea typeface="宋体" panose="02010600030101010101" pitchFamily="2" charset="-122"/>
                </a:defRPr>
              </a:lvl1pPr>
              <a:lvl2pPr marL="742950" indent="-285750" eaLnBrk="0" hangingPunct="0">
                <a:defRPr sz="2000">
                  <a:solidFill>
                    <a:schemeClr val="tx1"/>
                  </a:solidFill>
                  <a:latin typeface="Arial" panose="020B0604020202020204" pitchFamily="34" charset="0"/>
                  <a:ea typeface="宋体" panose="02010600030101010101" pitchFamily="2" charset="-122"/>
                </a:defRPr>
              </a:lvl2pPr>
              <a:lvl3pPr marL="1143000" indent="-228600" eaLnBrk="0" hangingPunct="0">
                <a:defRPr sz="2000">
                  <a:solidFill>
                    <a:schemeClr val="tx1"/>
                  </a:solidFill>
                  <a:latin typeface="Arial" panose="020B0604020202020204" pitchFamily="34" charset="0"/>
                  <a:ea typeface="宋体" panose="02010600030101010101" pitchFamily="2" charset="-122"/>
                </a:defRPr>
              </a:lvl3pPr>
              <a:lvl4pPr marL="1600200" indent="-228600" eaLnBrk="0" hangingPunct="0">
                <a:defRPr sz="2000">
                  <a:solidFill>
                    <a:schemeClr val="tx1"/>
                  </a:solidFill>
                  <a:latin typeface="Arial" panose="020B0604020202020204" pitchFamily="34" charset="0"/>
                  <a:ea typeface="宋体" panose="02010600030101010101" pitchFamily="2" charset="-122"/>
                </a:defRPr>
              </a:lvl4pPr>
              <a:lvl5pPr marL="2057400" indent="-228600" eaLnBrk="0" hangingPunct="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endParaRPr lang="zh-TW" altLang="en-US"/>
            </a:p>
          </p:txBody>
        </p:sp>
        <p:pic>
          <p:nvPicPr>
            <p:cNvPr id="12328" name="Picture 4" descr="机票005"/>
            <p:cNvPicPr>
              <a:picLocks noChangeAspect="1" noChangeArrowheads="1"/>
            </p:cNvPicPr>
            <p:nvPr/>
          </p:nvPicPr>
          <p:blipFill>
            <a:blip r:embed="rId2">
              <a:clrChange>
                <a:clrFrom>
                  <a:srgbClr val="593E33"/>
                </a:clrFrom>
                <a:clrTo>
                  <a:srgbClr val="593E33">
                    <a:alpha val="0"/>
                  </a:srgbClr>
                </a:clrTo>
              </a:clrChange>
              <a:extLst>
                <a:ext uri="{28A0092B-C50C-407E-A947-70E740481C1C}">
                  <a14:useLocalDpi xmlns:a14="http://schemas.microsoft.com/office/drawing/2010/main" val="0"/>
                </a:ext>
              </a:extLst>
            </a:blip>
            <a:srcRect/>
            <a:stretch>
              <a:fillRect/>
            </a:stretch>
          </p:blipFill>
          <p:spPr bwMode="auto">
            <a:xfrm>
              <a:off x="4502" y="1207"/>
              <a:ext cx="1267" cy="16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2297" name="Text Box 11"/>
          <p:cNvSpPr txBox="1">
            <a:spLocks noChangeArrowheads="1"/>
          </p:cNvSpPr>
          <p:nvPr/>
        </p:nvSpPr>
        <p:spPr bwMode="auto">
          <a:xfrm>
            <a:off x="900113" y="549275"/>
            <a:ext cx="5976937" cy="243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Arial" panose="020B0604020202020204" pitchFamily="34" charset="0"/>
                <a:ea typeface="宋体" panose="02010600030101010101" pitchFamily="2" charset="-122"/>
              </a:defRPr>
            </a:lvl1pPr>
            <a:lvl2pPr marL="742950" indent="-285750" eaLnBrk="0" hangingPunct="0">
              <a:defRPr sz="2000">
                <a:solidFill>
                  <a:schemeClr val="tx1"/>
                </a:solidFill>
                <a:latin typeface="Arial" panose="020B0604020202020204" pitchFamily="34" charset="0"/>
                <a:ea typeface="宋体" panose="02010600030101010101" pitchFamily="2" charset="-122"/>
              </a:defRPr>
            </a:lvl2pPr>
            <a:lvl3pPr marL="1143000" indent="-228600" eaLnBrk="0" hangingPunct="0">
              <a:defRPr sz="2000">
                <a:solidFill>
                  <a:schemeClr val="tx1"/>
                </a:solidFill>
                <a:latin typeface="Arial" panose="020B0604020202020204" pitchFamily="34" charset="0"/>
                <a:ea typeface="宋体" panose="02010600030101010101" pitchFamily="2" charset="-122"/>
              </a:defRPr>
            </a:lvl3pPr>
            <a:lvl4pPr marL="1600200" indent="-228600" eaLnBrk="0" hangingPunct="0">
              <a:defRPr sz="2000">
                <a:solidFill>
                  <a:schemeClr val="tx1"/>
                </a:solidFill>
                <a:latin typeface="Arial" panose="020B0604020202020204" pitchFamily="34" charset="0"/>
                <a:ea typeface="宋体" panose="02010600030101010101" pitchFamily="2" charset="-122"/>
              </a:defRPr>
            </a:lvl4pPr>
            <a:lvl5pPr marL="2057400" indent="-228600" eaLnBrk="0" hangingPunct="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lnSpc>
                <a:spcPct val="140000"/>
              </a:lnSpc>
            </a:pPr>
            <a:r>
              <a:rPr lang="en-US" altLang="zh-CN" b="1" dirty="0"/>
              <a:t>     </a:t>
            </a:r>
            <a:r>
              <a:rPr lang="zh-CN" altLang="en-US" sz="1800" b="1" dirty="0"/>
              <a:t>景云年间贺拔延嗣除两州都督，任河西节度使，节度使成固定职务，有固定辖区与治所。</a:t>
            </a:r>
          </a:p>
          <a:p>
            <a:pPr eaLnBrk="1" hangingPunct="1">
              <a:lnSpc>
                <a:spcPct val="140000"/>
              </a:lnSpc>
            </a:pPr>
            <a:r>
              <a:rPr lang="zh-CN" altLang="en-US" sz="1800" b="1" dirty="0"/>
              <a:t>     节度使最初只管军事，与民事无涉，</a:t>
            </a:r>
            <a:r>
              <a:rPr lang="en-US" altLang="zh-CN" sz="1800" b="1" dirty="0"/>
              <a:t>《</a:t>
            </a:r>
            <a:r>
              <a:rPr lang="zh-CN" altLang="en-US" sz="1800" b="1" dirty="0"/>
              <a:t>通鉴</a:t>
            </a:r>
            <a:r>
              <a:rPr lang="en-US" altLang="zh-CN" sz="1800" b="1" dirty="0"/>
              <a:t>》</a:t>
            </a:r>
            <a:r>
              <a:rPr lang="zh-CN" altLang="en-US" sz="1800" b="1" dirty="0"/>
              <a:t>：“景云元年十二月，置河西节度使、支度、营田等使，领凉、甘、肃、伊、瓜、沙、西七州，治凉州。”</a:t>
            </a:r>
          </a:p>
          <a:p>
            <a:pPr eaLnBrk="1" hangingPunct="1">
              <a:lnSpc>
                <a:spcPct val="140000"/>
              </a:lnSpc>
            </a:pPr>
            <a:endParaRPr lang="en-US" altLang="zh-CN" sz="1800" dirty="0"/>
          </a:p>
        </p:txBody>
      </p:sp>
      <p:sp>
        <p:nvSpPr>
          <p:cNvPr id="12298" name="Rectangle 12"/>
          <p:cNvSpPr>
            <a:spLocks noChangeArrowheads="1"/>
          </p:cNvSpPr>
          <p:nvPr/>
        </p:nvSpPr>
        <p:spPr bwMode="auto">
          <a:xfrm>
            <a:off x="0" y="0"/>
            <a:ext cx="323850" cy="6858000"/>
          </a:xfrm>
          <a:prstGeom prst="rect">
            <a:avLst/>
          </a:prstGeom>
          <a:solidFill>
            <a:srgbClr val="D9DCDF"/>
          </a:solidFill>
          <a:ln w="9525">
            <a:solidFill>
              <a:srgbClr val="D9DCDF"/>
            </a:solidFill>
            <a:miter lim="800000"/>
            <a:headEnd/>
            <a:tailEnd/>
          </a:ln>
        </p:spPr>
        <p:txBody>
          <a:bodyPr wrap="none" anchor="ctr"/>
          <a:lstStyle>
            <a:lvl1pPr eaLnBrk="0" hangingPunct="0">
              <a:defRPr sz="2000">
                <a:solidFill>
                  <a:schemeClr val="tx1"/>
                </a:solidFill>
                <a:latin typeface="Arial" panose="020B0604020202020204" pitchFamily="34" charset="0"/>
                <a:ea typeface="宋体" panose="02010600030101010101" pitchFamily="2" charset="-122"/>
              </a:defRPr>
            </a:lvl1pPr>
            <a:lvl2pPr marL="742950" indent="-285750" eaLnBrk="0" hangingPunct="0">
              <a:defRPr sz="2000">
                <a:solidFill>
                  <a:schemeClr val="tx1"/>
                </a:solidFill>
                <a:latin typeface="Arial" panose="020B0604020202020204" pitchFamily="34" charset="0"/>
                <a:ea typeface="宋体" panose="02010600030101010101" pitchFamily="2" charset="-122"/>
              </a:defRPr>
            </a:lvl2pPr>
            <a:lvl3pPr marL="1143000" indent="-228600" eaLnBrk="0" hangingPunct="0">
              <a:defRPr sz="2000">
                <a:solidFill>
                  <a:schemeClr val="tx1"/>
                </a:solidFill>
                <a:latin typeface="Arial" panose="020B0604020202020204" pitchFamily="34" charset="0"/>
                <a:ea typeface="宋体" panose="02010600030101010101" pitchFamily="2" charset="-122"/>
              </a:defRPr>
            </a:lvl3pPr>
            <a:lvl4pPr marL="1600200" indent="-228600" eaLnBrk="0" hangingPunct="0">
              <a:defRPr sz="2000">
                <a:solidFill>
                  <a:schemeClr val="tx1"/>
                </a:solidFill>
                <a:latin typeface="Arial" panose="020B0604020202020204" pitchFamily="34" charset="0"/>
                <a:ea typeface="宋体" panose="02010600030101010101" pitchFamily="2" charset="-122"/>
              </a:defRPr>
            </a:lvl4pPr>
            <a:lvl5pPr marL="2057400" indent="-228600" eaLnBrk="0" hangingPunct="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endParaRPr lang="zh-TW" altLang="en-US"/>
          </a:p>
        </p:txBody>
      </p:sp>
      <p:sp>
        <p:nvSpPr>
          <p:cNvPr id="12299" name="Line 13"/>
          <p:cNvSpPr>
            <a:spLocks noChangeShapeType="1"/>
          </p:cNvSpPr>
          <p:nvPr/>
        </p:nvSpPr>
        <p:spPr bwMode="auto">
          <a:xfrm>
            <a:off x="395288" y="0"/>
            <a:ext cx="0" cy="6858000"/>
          </a:xfrm>
          <a:prstGeom prst="line">
            <a:avLst/>
          </a:prstGeom>
          <a:noFill/>
          <a:ln w="9525">
            <a:solidFill>
              <a:srgbClr val="D9DCD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2300" name="Group 45"/>
          <p:cNvGrpSpPr>
            <a:grpSpLocks/>
          </p:cNvGrpSpPr>
          <p:nvPr/>
        </p:nvGrpSpPr>
        <p:grpSpPr bwMode="auto">
          <a:xfrm>
            <a:off x="523875" y="2924175"/>
            <a:ext cx="6567488" cy="3529013"/>
            <a:chOff x="330" y="1842"/>
            <a:chExt cx="4137" cy="2223"/>
          </a:xfrm>
        </p:grpSpPr>
        <p:sp>
          <p:nvSpPr>
            <p:cNvPr id="12304" name="Rectangle 14"/>
            <p:cNvSpPr>
              <a:spLocks noChangeArrowheads="1"/>
            </p:cNvSpPr>
            <p:nvPr/>
          </p:nvSpPr>
          <p:spPr bwMode="auto">
            <a:xfrm>
              <a:off x="340" y="1842"/>
              <a:ext cx="4114" cy="2223"/>
            </a:xfrm>
            <a:prstGeom prst="rect">
              <a:avLst/>
            </a:prstGeom>
            <a:solidFill>
              <a:srgbClr val="D9DCDF"/>
            </a:solidFill>
            <a:ln w="9525">
              <a:solidFill>
                <a:srgbClr val="D9DCDF"/>
              </a:solidFill>
              <a:miter lim="800000"/>
              <a:headEnd/>
              <a:tailEnd/>
            </a:ln>
          </p:spPr>
          <p:txBody>
            <a:bodyPr wrap="none" anchor="ctr"/>
            <a:lstStyle>
              <a:lvl1pPr eaLnBrk="0" hangingPunct="0">
                <a:defRPr sz="2000">
                  <a:solidFill>
                    <a:schemeClr val="tx1"/>
                  </a:solidFill>
                  <a:latin typeface="Arial" panose="020B0604020202020204" pitchFamily="34" charset="0"/>
                  <a:ea typeface="宋体" panose="02010600030101010101" pitchFamily="2" charset="-122"/>
                </a:defRPr>
              </a:lvl1pPr>
              <a:lvl2pPr marL="742950" indent="-285750" eaLnBrk="0" hangingPunct="0">
                <a:defRPr sz="2000">
                  <a:solidFill>
                    <a:schemeClr val="tx1"/>
                  </a:solidFill>
                  <a:latin typeface="Arial" panose="020B0604020202020204" pitchFamily="34" charset="0"/>
                  <a:ea typeface="宋体" panose="02010600030101010101" pitchFamily="2" charset="-122"/>
                </a:defRPr>
              </a:lvl2pPr>
              <a:lvl3pPr marL="1143000" indent="-228600" eaLnBrk="0" hangingPunct="0">
                <a:defRPr sz="2000">
                  <a:solidFill>
                    <a:schemeClr val="tx1"/>
                  </a:solidFill>
                  <a:latin typeface="Arial" panose="020B0604020202020204" pitchFamily="34" charset="0"/>
                  <a:ea typeface="宋体" panose="02010600030101010101" pitchFamily="2" charset="-122"/>
                </a:defRPr>
              </a:lvl3pPr>
              <a:lvl4pPr marL="1600200" indent="-228600" eaLnBrk="0" hangingPunct="0">
                <a:defRPr sz="2000">
                  <a:solidFill>
                    <a:schemeClr val="tx1"/>
                  </a:solidFill>
                  <a:latin typeface="Arial" panose="020B0604020202020204" pitchFamily="34" charset="0"/>
                  <a:ea typeface="宋体" panose="02010600030101010101" pitchFamily="2" charset="-122"/>
                </a:defRPr>
              </a:lvl4pPr>
              <a:lvl5pPr marL="2057400" indent="-228600" eaLnBrk="0" hangingPunct="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endParaRPr lang="zh-TW" altLang="en-US"/>
            </a:p>
          </p:txBody>
        </p:sp>
        <p:sp>
          <p:nvSpPr>
            <p:cNvPr id="12305" name="Rectangle 10"/>
            <p:cNvSpPr>
              <a:spLocks noChangeArrowheads="1"/>
            </p:cNvSpPr>
            <p:nvPr/>
          </p:nvSpPr>
          <p:spPr bwMode="auto">
            <a:xfrm>
              <a:off x="809" y="2069"/>
              <a:ext cx="3319" cy="18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sz="2000">
                  <a:solidFill>
                    <a:schemeClr val="tx1"/>
                  </a:solidFill>
                  <a:latin typeface="Arial" panose="020B0604020202020204" pitchFamily="34" charset="0"/>
                  <a:ea typeface="宋体" panose="02010600030101010101" pitchFamily="2" charset="-122"/>
                </a:defRPr>
              </a:lvl1pPr>
              <a:lvl2pPr marL="742950" indent="-285750" eaLnBrk="0" hangingPunct="0">
                <a:defRPr sz="2000">
                  <a:solidFill>
                    <a:schemeClr val="tx1"/>
                  </a:solidFill>
                  <a:latin typeface="Arial" panose="020B0604020202020204" pitchFamily="34" charset="0"/>
                  <a:ea typeface="宋体" panose="02010600030101010101" pitchFamily="2" charset="-122"/>
                </a:defRPr>
              </a:lvl2pPr>
              <a:lvl3pPr marL="1143000" indent="-228600" eaLnBrk="0" hangingPunct="0">
                <a:defRPr sz="2000">
                  <a:solidFill>
                    <a:schemeClr val="tx1"/>
                  </a:solidFill>
                  <a:latin typeface="Arial" panose="020B0604020202020204" pitchFamily="34" charset="0"/>
                  <a:ea typeface="宋体" panose="02010600030101010101" pitchFamily="2" charset="-122"/>
                </a:defRPr>
              </a:lvl3pPr>
              <a:lvl4pPr marL="1600200" indent="-228600" eaLnBrk="0" hangingPunct="0">
                <a:defRPr sz="2000">
                  <a:solidFill>
                    <a:schemeClr val="tx1"/>
                  </a:solidFill>
                  <a:latin typeface="Arial" panose="020B0604020202020204" pitchFamily="34" charset="0"/>
                  <a:ea typeface="宋体" panose="02010600030101010101" pitchFamily="2" charset="-122"/>
                </a:defRPr>
              </a:lvl4pPr>
              <a:lvl5pPr marL="2057400" indent="-228600" eaLnBrk="0" hangingPunct="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lnSpc>
                  <a:spcPct val="140000"/>
                </a:lnSpc>
              </a:pPr>
              <a:r>
                <a:rPr lang="en-US" altLang="zh-CN" b="1" dirty="0">
                  <a:solidFill>
                    <a:schemeClr val="bg2"/>
                  </a:solidFill>
                </a:rPr>
                <a:t>    </a:t>
              </a:r>
              <a:r>
                <a:rPr lang="zh-CN" altLang="en-US" sz="1800" b="1" dirty="0"/>
                <a:t>张如珪   ：幽州长史、御史中丞、营州都督、河北副大使、河北道采访处置使。</a:t>
              </a:r>
            </a:p>
            <a:p>
              <a:pPr eaLnBrk="1" hangingPunct="1">
                <a:lnSpc>
                  <a:spcPct val="140000"/>
                </a:lnSpc>
              </a:pPr>
              <a:r>
                <a:rPr lang="zh-CN" altLang="en-US" sz="1800" b="1" dirty="0"/>
                <a:t>     安禄山：平卢节度使、支度、营田、陆运、押两番、渤海、黑水等四府经略、处置、平卢军摄御史大夫、管内采访处置使。范阳长史，充范阳军节度使、河北采访使、兼河北道采访处置使，兼河东节度使。</a:t>
              </a:r>
            </a:p>
            <a:p>
              <a:pPr eaLnBrk="1" hangingPunct="1">
                <a:lnSpc>
                  <a:spcPct val="140000"/>
                </a:lnSpc>
              </a:pPr>
              <a:r>
                <a:rPr lang="zh-CN" altLang="en-US" sz="1800" b="1" dirty="0"/>
                <a:t>     王忠嗣：兼陇右、河西、朔方、河东四道节度使</a:t>
              </a:r>
              <a:r>
                <a:rPr lang="zh-CN" altLang="en-US" sz="1800" b="1" dirty="0">
                  <a:solidFill>
                    <a:schemeClr val="bg2"/>
                  </a:solidFill>
                </a:rPr>
                <a:t>。</a:t>
              </a:r>
            </a:p>
          </p:txBody>
        </p:sp>
        <p:sp>
          <p:nvSpPr>
            <p:cNvPr id="12306" name="Line 16"/>
            <p:cNvSpPr>
              <a:spLocks noChangeShapeType="1"/>
            </p:cNvSpPr>
            <p:nvPr/>
          </p:nvSpPr>
          <p:spPr bwMode="auto">
            <a:xfrm>
              <a:off x="331" y="2061"/>
              <a:ext cx="4128" cy="0"/>
            </a:xfrm>
            <a:prstGeom prst="line">
              <a:avLst/>
            </a:prstGeom>
            <a:noFill/>
            <a:ln w="19050">
              <a:solidFill>
                <a:srgbClr val="C6503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07" name="Line 17"/>
            <p:cNvSpPr>
              <a:spLocks noChangeShapeType="1"/>
            </p:cNvSpPr>
            <p:nvPr/>
          </p:nvSpPr>
          <p:spPr bwMode="auto">
            <a:xfrm>
              <a:off x="339" y="3898"/>
              <a:ext cx="4128" cy="0"/>
            </a:xfrm>
            <a:prstGeom prst="line">
              <a:avLst/>
            </a:prstGeom>
            <a:noFill/>
            <a:ln w="19050">
              <a:solidFill>
                <a:srgbClr val="C6503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08" name="Line 27"/>
            <p:cNvSpPr>
              <a:spLocks noChangeShapeType="1"/>
            </p:cNvSpPr>
            <p:nvPr/>
          </p:nvSpPr>
          <p:spPr bwMode="auto">
            <a:xfrm>
              <a:off x="4014" y="2069"/>
              <a:ext cx="0" cy="1815"/>
            </a:xfrm>
            <a:prstGeom prst="line">
              <a:avLst/>
            </a:prstGeom>
            <a:noFill/>
            <a:ln w="9525">
              <a:solidFill>
                <a:srgbClr val="C6503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09" name="Line 28"/>
            <p:cNvSpPr>
              <a:spLocks noChangeShapeType="1"/>
            </p:cNvSpPr>
            <p:nvPr/>
          </p:nvSpPr>
          <p:spPr bwMode="auto">
            <a:xfrm>
              <a:off x="3787" y="2069"/>
              <a:ext cx="0" cy="1815"/>
            </a:xfrm>
            <a:prstGeom prst="line">
              <a:avLst/>
            </a:prstGeom>
            <a:noFill/>
            <a:ln w="9525">
              <a:solidFill>
                <a:srgbClr val="C6503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10" name="Line 29"/>
            <p:cNvSpPr>
              <a:spLocks noChangeShapeType="1"/>
            </p:cNvSpPr>
            <p:nvPr/>
          </p:nvSpPr>
          <p:spPr bwMode="auto">
            <a:xfrm>
              <a:off x="2797" y="2068"/>
              <a:ext cx="0" cy="1815"/>
            </a:xfrm>
            <a:prstGeom prst="line">
              <a:avLst/>
            </a:prstGeom>
            <a:noFill/>
            <a:ln w="9525">
              <a:solidFill>
                <a:srgbClr val="C6503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11" name="Line 30"/>
            <p:cNvSpPr>
              <a:spLocks noChangeShapeType="1"/>
            </p:cNvSpPr>
            <p:nvPr/>
          </p:nvSpPr>
          <p:spPr bwMode="auto">
            <a:xfrm>
              <a:off x="3070" y="2085"/>
              <a:ext cx="0" cy="1815"/>
            </a:xfrm>
            <a:prstGeom prst="line">
              <a:avLst/>
            </a:prstGeom>
            <a:noFill/>
            <a:ln w="9525">
              <a:solidFill>
                <a:srgbClr val="C6503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12" name="Line 31"/>
            <p:cNvSpPr>
              <a:spLocks noChangeShapeType="1"/>
            </p:cNvSpPr>
            <p:nvPr/>
          </p:nvSpPr>
          <p:spPr bwMode="auto">
            <a:xfrm>
              <a:off x="3288" y="2097"/>
              <a:ext cx="0" cy="1815"/>
            </a:xfrm>
            <a:prstGeom prst="line">
              <a:avLst/>
            </a:prstGeom>
            <a:noFill/>
            <a:ln w="9525">
              <a:solidFill>
                <a:srgbClr val="C6503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13" name="Line 32"/>
            <p:cNvSpPr>
              <a:spLocks noChangeShapeType="1"/>
            </p:cNvSpPr>
            <p:nvPr/>
          </p:nvSpPr>
          <p:spPr bwMode="auto">
            <a:xfrm>
              <a:off x="3525" y="2083"/>
              <a:ext cx="0" cy="1815"/>
            </a:xfrm>
            <a:prstGeom prst="line">
              <a:avLst/>
            </a:prstGeom>
            <a:noFill/>
            <a:ln w="9525">
              <a:solidFill>
                <a:srgbClr val="C6503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14" name="Line 33"/>
            <p:cNvSpPr>
              <a:spLocks noChangeShapeType="1"/>
            </p:cNvSpPr>
            <p:nvPr/>
          </p:nvSpPr>
          <p:spPr bwMode="auto">
            <a:xfrm>
              <a:off x="1837" y="2077"/>
              <a:ext cx="0" cy="1815"/>
            </a:xfrm>
            <a:prstGeom prst="line">
              <a:avLst/>
            </a:prstGeom>
            <a:noFill/>
            <a:ln w="9525">
              <a:solidFill>
                <a:srgbClr val="C6503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15" name="Line 34"/>
            <p:cNvSpPr>
              <a:spLocks noChangeShapeType="1"/>
            </p:cNvSpPr>
            <p:nvPr/>
          </p:nvSpPr>
          <p:spPr bwMode="auto">
            <a:xfrm>
              <a:off x="2082" y="2075"/>
              <a:ext cx="0" cy="1815"/>
            </a:xfrm>
            <a:prstGeom prst="line">
              <a:avLst/>
            </a:prstGeom>
            <a:noFill/>
            <a:ln w="9525">
              <a:solidFill>
                <a:srgbClr val="C6503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16" name="Line 35"/>
            <p:cNvSpPr>
              <a:spLocks noChangeShapeType="1"/>
            </p:cNvSpPr>
            <p:nvPr/>
          </p:nvSpPr>
          <p:spPr bwMode="auto">
            <a:xfrm>
              <a:off x="2310" y="2066"/>
              <a:ext cx="0" cy="1815"/>
            </a:xfrm>
            <a:prstGeom prst="line">
              <a:avLst/>
            </a:prstGeom>
            <a:noFill/>
            <a:ln w="9525">
              <a:solidFill>
                <a:srgbClr val="C6503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17" name="Line 36"/>
            <p:cNvSpPr>
              <a:spLocks noChangeShapeType="1"/>
            </p:cNvSpPr>
            <p:nvPr/>
          </p:nvSpPr>
          <p:spPr bwMode="auto">
            <a:xfrm>
              <a:off x="2555" y="2074"/>
              <a:ext cx="0" cy="1815"/>
            </a:xfrm>
            <a:prstGeom prst="line">
              <a:avLst/>
            </a:prstGeom>
            <a:noFill/>
            <a:ln w="9525">
              <a:solidFill>
                <a:srgbClr val="C6503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18" name="Line 37"/>
            <p:cNvSpPr>
              <a:spLocks noChangeShapeType="1"/>
            </p:cNvSpPr>
            <p:nvPr/>
          </p:nvSpPr>
          <p:spPr bwMode="auto">
            <a:xfrm>
              <a:off x="1123" y="2095"/>
              <a:ext cx="0" cy="1815"/>
            </a:xfrm>
            <a:prstGeom prst="line">
              <a:avLst/>
            </a:prstGeom>
            <a:noFill/>
            <a:ln w="9525">
              <a:solidFill>
                <a:srgbClr val="C6503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19" name="Line 38"/>
            <p:cNvSpPr>
              <a:spLocks noChangeShapeType="1"/>
            </p:cNvSpPr>
            <p:nvPr/>
          </p:nvSpPr>
          <p:spPr bwMode="auto">
            <a:xfrm>
              <a:off x="1360" y="2085"/>
              <a:ext cx="0" cy="1815"/>
            </a:xfrm>
            <a:prstGeom prst="line">
              <a:avLst/>
            </a:prstGeom>
            <a:noFill/>
            <a:ln w="9525">
              <a:solidFill>
                <a:srgbClr val="C6503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20" name="Line 39"/>
            <p:cNvSpPr>
              <a:spLocks noChangeShapeType="1"/>
            </p:cNvSpPr>
            <p:nvPr/>
          </p:nvSpPr>
          <p:spPr bwMode="auto">
            <a:xfrm>
              <a:off x="1588" y="2093"/>
              <a:ext cx="0" cy="1815"/>
            </a:xfrm>
            <a:prstGeom prst="line">
              <a:avLst/>
            </a:prstGeom>
            <a:noFill/>
            <a:ln w="9525">
              <a:solidFill>
                <a:srgbClr val="C6503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21" name="Line 40"/>
            <p:cNvSpPr>
              <a:spLocks noChangeShapeType="1"/>
            </p:cNvSpPr>
            <p:nvPr/>
          </p:nvSpPr>
          <p:spPr bwMode="auto">
            <a:xfrm>
              <a:off x="840" y="2068"/>
              <a:ext cx="0" cy="1815"/>
            </a:xfrm>
            <a:prstGeom prst="line">
              <a:avLst/>
            </a:prstGeom>
            <a:noFill/>
            <a:ln w="9525">
              <a:solidFill>
                <a:srgbClr val="C6503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22" name="Line 41"/>
            <p:cNvSpPr>
              <a:spLocks noChangeShapeType="1"/>
            </p:cNvSpPr>
            <p:nvPr/>
          </p:nvSpPr>
          <p:spPr bwMode="auto">
            <a:xfrm>
              <a:off x="530" y="2077"/>
              <a:ext cx="0" cy="1815"/>
            </a:xfrm>
            <a:prstGeom prst="line">
              <a:avLst/>
            </a:prstGeom>
            <a:noFill/>
            <a:ln w="9525">
              <a:solidFill>
                <a:srgbClr val="C6503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23" name="Line 42"/>
            <p:cNvSpPr>
              <a:spLocks noChangeShapeType="1"/>
            </p:cNvSpPr>
            <p:nvPr/>
          </p:nvSpPr>
          <p:spPr bwMode="auto">
            <a:xfrm>
              <a:off x="4277" y="2085"/>
              <a:ext cx="0" cy="1815"/>
            </a:xfrm>
            <a:prstGeom prst="line">
              <a:avLst/>
            </a:prstGeom>
            <a:noFill/>
            <a:ln w="9525">
              <a:solidFill>
                <a:srgbClr val="C6503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24" name="Line 43"/>
            <p:cNvSpPr>
              <a:spLocks noChangeShapeType="1"/>
            </p:cNvSpPr>
            <p:nvPr/>
          </p:nvSpPr>
          <p:spPr bwMode="auto">
            <a:xfrm>
              <a:off x="330" y="2023"/>
              <a:ext cx="4128" cy="0"/>
            </a:xfrm>
            <a:prstGeom prst="line">
              <a:avLst/>
            </a:prstGeom>
            <a:noFill/>
            <a:ln w="38100">
              <a:solidFill>
                <a:srgbClr val="C6503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25" name="Line 44"/>
            <p:cNvSpPr>
              <a:spLocks noChangeShapeType="1"/>
            </p:cNvSpPr>
            <p:nvPr/>
          </p:nvSpPr>
          <p:spPr bwMode="auto">
            <a:xfrm>
              <a:off x="339" y="3933"/>
              <a:ext cx="4128" cy="0"/>
            </a:xfrm>
            <a:prstGeom prst="line">
              <a:avLst/>
            </a:prstGeom>
            <a:noFill/>
            <a:ln w="38100">
              <a:solidFill>
                <a:srgbClr val="C65038"/>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2301" name="Oval 53"/>
          <p:cNvSpPr>
            <a:spLocks noChangeArrowheads="1"/>
          </p:cNvSpPr>
          <p:nvPr/>
        </p:nvSpPr>
        <p:spPr bwMode="auto">
          <a:xfrm>
            <a:off x="5724525" y="6308725"/>
            <a:ext cx="2449513" cy="215900"/>
          </a:xfrm>
          <a:prstGeom prst="ellipse">
            <a:avLst/>
          </a:prstGeom>
          <a:solidFill>
            <a:schemeClr val="bg2"/>
          </a:solidFill>
          <a:ln w="9525">
            <a:solidFill>
              <a:schemeClr val="bg2"/>
            </a:solidFill>
            <a:round/>
            <a:headEnd/>
            <a:tailEnd/>
          </a:ln>
        </p:spPr>
        <p:txBody>
          <a:bodyPr wrap="none" anchor="ctr"/>
          <a:lstStyle>
            <a:lvl1pPr eaLnBrk="0" hangingPunct="0">
              <a:defRPr sz="2000">
                <a:solidFill>
                  <a:schemeClr val="tx1"/>
                </a:solidFill>
                <a:latin typeface="Arial" panose="020B0604020202020204" pitchFamily="34" charset="0"/>
                <a:ea typeface="宋体" panose="02010600030101010101" pitchFamily="2" charset="-122"/>
              </a:defRPr>
            </a:lvl1pPr>
            <a:lvl2pPr marL="742950" indent="-285750" eaLnBrk="0" hangingPunct="0">
              <a:defRPr sz="2000">
                <a:solidFill>
                  <a:schemeClr val="tx1"/>
                </a:solidFill>
                <a:latin typeface="Arial" panose="020B0604020202020204" pitchFamily="34" charset="0"/>
                <a:ea typeface="宋体" panose="02010600030101010101" pitchFamily="2" charset="-122"/>
              </a:defRPr>
            </a:lvl2pPr>
            <a:lvl3pPr marL="1143000" indent="-228600" eaLnBrk="0" hangingPunct="0">
              <a:defRPr sz="2000">
                <a:solidFill>
                  <a:schemeClr val="tx1"/>
                </a:solidFill>
                <a:latin typeface="Arial" panose="020B0604020202020204" pitchFamily="34" charset="0"/>
                <a:ea typeface="宋体" panose="02010600030101010101" pitchFamily="2" charset="-122"/>
              </a:defRPr>
            </a:lvl3pPr>
            <a:lvl4pPr marL="1600200" indent="-228600" eaLnBrk="0" hangingPunct="0">
              <a:defRPr sz="2000">
                <a:solidFill>
                  <a:schemeClr val="tx1"/>
                </a:solidFill>
                <a:latin typeface="Arial" panose="020B0604020202020204" pitchFamily="34" charset="0"/>
                <a:ea typeface="宋体" panose="02010600030101010101" pitchFamily="2" charset="-122"/>
              </a:defRPr>
            </a:lvl4pPr>
            <a:lvl5pPr marL="2057400" indent="-228600" eaLnBrk="0" hangingPunct="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endParaRPr lang="zh-TW" altLang="en-US"/>
          </a:p>
        </p:txBody>
      </p:sp>
      <p:pic>
        <p:nvPicPr>
          <p:cNvPr id="12302" name="Picture 52" descr="ma">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59563" y="4941888"/>
            <a:ext cx="1452562"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03" name="Rectangle 54"/>
          <p:cNvSpPr>
            <a:spLocks noChangeArrowheads="1"/>
          </p:cNvSpPr>
          <p:nvPr/>
        </p:nvSpPr>
        <p:spPr bwMode="auto">
          <a:xfrm>
            <a:off x="3175" y="255588"/>
            <a:ext cx="377825" cy="6408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Arial" panose="020B0604020202020204" pitchFamily="34" charset="0"/>
                <a:ea typeface="宋体" panose="02010600030101010101" pitchFamily="2" charset="-122"/>
              </a:defRPr>
            </a:lvl1pPr>
            <a:lvl2pPr marL="742950" indent="-285750" eaLnBrk="0" hangingPunct="0">
              <a:defRPr sz="2000">
                <a:solidFill>
                  <a:schemeClr val="tx1"/>
                </a:solidFill>
                <a:latin typeface="Arial" panose="020B0604020202020204" pitchFamily="34" charset="0"/>
                <a:ea typeface="宋体" panose="02010600030101010101" pitchFamily="2" charset="-122"/>
              </a:defRPr>
            </a:lvl2pPr>
            <a:lvl3pPr marL="1143000" indent="-228600" eaLnBrk="0" hangingPunct="0">
              <a:defRPr sz="2000">
                <a:solidFill>
                  <a:schemeClr val="tx1"/>
                </a:solidFill>
                <a:latin typeface="Arial" panose="020B0604020202020204" pitchFamily="34" charset="0"/>
                <a:ea typeface="宋体" panose="02010600030101010101" pitchFamily="2" charset="-122"/>
              </a:defRPr>
            </a:lvl3pPr>
            <a:lvl4pPr marL="1600200" indent="-228600" eaLnBrk="0" hangingPunct="0">
              <a:defRPr sz="2000">
                <a:solidFill>
                  <a:schemeClr val="tx1"/>
                </a:solidFill>
                <a:latin typeface="Arial" panose="020B0604020202020204" pitchFamily="34" charset="0"/>
                <a:ea typeface="宋体" panose="02010600030101010101" pitchFamily="2" charset="-122"/>
              </a:defRPr>
            </a:lvl4pPr>
            <a:lvl5pPr marL="2057400" indent="-228600" eaLnBrk="0" hangingPunct="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r>
              <a:rPr lang="zh-CN" altLang="en-US" sz="1800" b="1">
                <a:solidFill>
                  <a:srgbClr val="B1BABB"/>
                </a:solidFill>
              </a:rPr>
              <a:t>第一讲   空间与政权</a:t>
            </a:r>
            <a:r>
              <a:rPr lang="en-US" altLang="zh-CN" sz="1800" b="1">
                <a:solidFill>
                  <a:srgbClr val="B1BABB"/>
                </a:solidFill>
              </a:rPr>
              <a:t>|</a:t>
            </a:r>
            <a:r>
              <a:rPr lang="zh-CN" altLang="en-US" sz="1800" b="1">
                <a:solidFill>
                  <a:srgbClr val="B1BABB"/>
                </a:solidFill>
              </a:rPr>
              <a:t>中国历史政区与地方行政制度</a:t>
            </a:r>
          </a:p>
        </p:txBody>
      </p:sp>
    </p:spTree>
    <p:extLst>
      <p:ext uri="{BB962C8B-B14F-4D97-AF65-F5344CB8AC3E}">
        <p14:creationId xmlns:p14="http://schemas.microsoft.com/office/powerpoint/2010/main" val="392489251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新旧军制交替</a:t>
            </a:r>
            <a:endParaRPr lang="zh-CN" altLang="en-US" dirty="0"/>
          </a:p>
        </p:txBody>
      </p:sp>
      <p:sp>
        <p:nvSpPr>
          <p:cNvPr id="3" name="内容占位符 2"/>
          <p:cNvSpPr>
            <a:spLocks noGrp="1"/>
          </p:cNvSpPr>
          <p:nvPr>
            <p:ph idx="1"/>
          </p:nvPr>
        </p:nvSpPr>
        <p:spPr/>
        <p:txBody>
          <a:bodyPr/>
          <a:lstStyle/>
          <a:p>
            <a:r>
              <a:rPr lang="zh-CN" altLang="en-US" dirty="0" smtClean="0"/>
              <a:t>戚家军：三千义乌兵</a:t>
            </a:r>
            <a:endParaRPr lang="en-US" altLang="zh-CN" dirty="0" smtClean="0"/>
          </a:p>
          <a:p>
            <a:pPr lvl="1"/>
            <a:r>
              <a:rPr lang="zh-CN" altLang="en-US" dirty="0" smtClean="0"/>
              <a:t>招募营兵</a:t>
            </a:r>
            <a:endParaRPr lang="en-US" altLang="zh-CN" dirty="0" smtClean="0"/>
          </a:p>
          <a:p>
            <a:pPr lvl="1"/>
            <a:r>
              <a:rPr lang="zh-CN" altLang="en-US" dirty="0" smtClean="0"/>
              <a:t>以将领姓氏命名</a:t>
            </a:r>
            <a:endParaRPr lang="en-US" altLang="zh-CN" dirty="0" smtClean="0"/>
          </a:p>
          <a:p>
            <a:pPr lvl="1"/>
            <a:r>
              <a:rPr lang="zh-CN" altLang="en-US" dirty="0" smtClean="0"/>
              <a:t>随戚继光调防东北</a:t>
            </a:r>
            <a:endParaRPr lang="en-US" altLang="zh-CN" dirty="0" smtClean="0"/>
          </a:p>
          <a:p>
            <a:endParaRPr lang="en-US" altLang="zh-CN" dirty="0"/>
          </a:p>
          <a:p>
            <a:r>
              <a:rPr lang="zh-CN" altLang="en-US" dirty="0"/>
              <a:t>地方</a:t>
            </a:r>
            <a:r>
              <a:rPr lang="zh-CN" altLang="en-US" dirty="0" smtClean="0"/>
              <a:t>团练、北洋新军</a:t>
            </a:r>
            <a:endParaRPr lang="en-US" altLang="zh-CN" dirty="0" smtClean="0"/>
          </a:p>
          <a:p>
            <a:pPr lvl="1"/>
            <a:r>
              <a:rPr lang="zh-CN" altLang="en-US" dirty="0" smtClean="0"/>
              <a:t>清末八旗军队和绿营兵腐化堕落</a:t>
            </a:r>
            <a:endParaRPr lang="en-US" altLang="zh-CN" dirty="0" smtClean="0"/>
          </a:p>
          <a:p>
            <a:pPr lvl="1"/>
            <a:r>
              <a:rPr lang="zh-CN" altLang="en-US" dirty="0" smtClean="0"/>
              <a:t>地方团练在镇压太平天国中崛起（湘军、淮军）</a:t>
            </a:r>
            <a:endParaRPr lang="en-US" altLang="zh-CN" dirty="0" smtClean="0"/>
          </a:p>
          <a:p>
            <a:pPr lvl="1"/>
            <a:r>
              <a:rPr lang="zh-CN" altLang="en-US" dirty="0" smtClean="0"/>
              <a:t>北洋新军全盘学习西方却葬送清王朝</a:t>
            </a:r>
            <a:endParaRPr lang="en-US" altLang="zh-CN" dirty="0" smtClean="0"/>
          </a:p>
          <a:p>
            <a:pPr lvl="1"/>
            <a:r>
              <a:rPr lang="zh-CN" altLang="en-US" dirty="0" smtClean="0"/>
              <a:t>团练和北洋新军民国称为军阀势力</a:t>
            </a:r>
            <a:endParaRPr lang="zh-CN" altLang="en-US" dirty="0"/>
          </a:p>
        </p:txBody>
      </p:sp>
    </p:spTree>
    <p:extLst>
      <p:ext uri="{BB962C8B-B14F-4D97-AF65-F5344CB8AC3E}">
        <p14:creationId xmlns:p14="http://schemas.microsoft.com/office/powerpoint/2010/main" val="35040865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五、军队的政治原则</a:t>
            </a:r>
            <a:endParaRPr lang="zh-CN" altLang="en-US" dirty="0"/>
          </a:p>
        </p:txBody>
      </p:sp>
      <p:sp>
        <p:nvSpPr>
          <p:cNvPr id="3" name="内容占位符 2"/>
          <p:cNvSpPr>
            <a:spLocks noGrp="1"/>
          </p:cNvSpPr>
          <p:nvPr>
            <p:ph idx="1"/>
          </p:nvPr>
        </p:nvSpPr>
        <p:spPr/>
        <p:txBody>
          <a:bodyPr>
            <a:normAutofit/>
          </a:bodyPr>
          <a:lstStyle/>
          <a:p>
            <a:r>
              <a:rPr lang="zh-CN" altLang="en-US" sz="4000" dirty="0" smtClean="0"/>
              <a:t>核心问题：</a:t>
            </a:r>
            <a:endParaRPr lang="en-US" altLang="zh-CN" sz="4000" dirty="0" smtClean="0"/>
          </a:p>
          <a:p>
            <a:pPr lvl="1"/>
            <a:endParaRPr lang="en-US" altLang="zh-CN" sz="3600" dirty="0"/>
          </a:p>
          <a:p>
            <a:pPr lvl="1"/>
            <a:r>
              <a:rPr lang="zh-CN" altLang="en-US" sz="3600" dirty="0" smtClean="0"/>
              <a:t>你是谁</a:t>
            </a:r>
            <a:endParaRPr lang="en-US" altLang="zh-CN" sz="3600" dirty="0" smtClean="0"/>
          </a:p>
          <a:p>
            <a:pPr lvl="1"/>
            <a:endParaRPr lang="en-US" altLang="zh-CN" sz="3600" dirty="0"/>
          </a:p>
          <a:p>
            <a:pPr lvl="1"/>
            <a:r>
              <a:rPr lang="zh-CN" altLang="en-US" sz="3600" dirty="0" smtClean="0"/>
              <a:t>为了谁</a:t>
            </a:r>
            <a:endParaRPr lang="zh-CN" altLang="en-US" sz="3600" dirty="0"/>
          </a:p>
        </p:txBody>
      </p:sp>
    </p:spTree>
    <p:extLst>
      <p:ext uri="{BB962C8B-B14F-4D97-AF65-F5344CB8AC3E}">
        <p14:creationId xmlns:p14="http://schemas.microsoft.com/office/powerpoint/2010/main" val="6847531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80156"/>
            <a:ext cx="7886700" cy="1325563"/>
          </a:xfrm>
        </p:spPr>
        <p:txBody>
          <a:bodyPr/>
          <a:lstStyle/>
          <a:p>
            <a:r>
              <a:rPr lang="zh-CN" altLang="en-US" dirty="0" smtClean="0"/>
              <a:t>你是谁？</a:t>
            </a:r>
            <a:endParaRPr lang="zh-CN" altLang="en-US" dirty="0"/>
          </a:p>
        </p:txBody>
      </p:sp>
      <p:sp>
        <p:nvSpPr>
          <p:cNvPr id="3" name="内容占位符 2"/>
          <p:cNvSpPr>
            <a:spLocks noGrp="1"/>
          </p:cNvSpPr>
          <p:nvPr>
            <p:ph idx="1"/>
          </p:nvPr>
        </p:nvSpPr>
        <p:spPr>
          <a:xfrm>
            <a:off x="628650" y="1405718"/>
            <a:ext cx="7886700" cy="5199797"/>
          </a:xfrm>
        </p:spPr>
        <p:txBody>
          <a:bodyPr/>
          <a:lstStyle/>
          <a:p>
            <a:r>
              <a:rPr lang="zh-CN" altLang="en-US" dirty="0" smtClean="0"/>
              <a:t>中央政府的军队</a:t>
            </a:r>
            <a:endParaRPr lang="en-US" altLang="zh-CN" dirty="0" smtClean="0"/>
          </a:p>
          <a:p>
            <a:pPr lvl="1"/>
            <a:r>
              <a:rPr lang="zh-CN" altLang="en-US" dirty="0" smtClean="0"/>
              <a:t>各国正规军</a:t>
            </a:r>
            <a:endParaRPr lang="en-US" altLang="zh-CN" dirty="0" smtClean="0"/>
          </a:p>
          <a:p>
            <a:pPr lvl="1"/>
            <a:endParaRPr lang="en-US" altLang="zh-CN" dirty="0"/>
          </a:p>
          <a:p>
            <a:r>
              <a:rPr lang="zh-CN" altLang="en-US" dirty="0" smtClean="0"/>
              <a:t>地方政府的军队</a:t>
            </a:r>
            <a:endParaRPr lang="en-US" altLang="zh-CN" dirty="0" smtClean="0"/>
          </a:p>
          <a:p>
            <a:pPr lvl="1"/>
            <a:r>
              <a:rPr lang="zh-CN" altLang="en-US" dirty="0" smtClean="0"/>
              <a:t>国民警卫队</a:t>
            </a:r>
            <a:endParaRPr lang="en-US" altLang="zh-CN" dirty="0" smtClean="0"/>
          </a:p>
          <a:p>
            <a:pPr lvl="1"/>
            <a:endParaRPr lang="en-US" altLang="zh-CN" dirty="0"/>
          </a:p>
          <a:p>
            <a:r>
              <a:rPr lang="zh-CN" altLang="en-US" dirty="0"/>
              <a:t>社会</a:t>
            </a:r>
            <a:r>
              <a:rPr lang="zh-CN" altLang="en-US" dirty="0" smtClean="0"/>
              <a:t>组织的军队</a:t>
            </a:r>
            <a:endParaRPr lang="en-US" altLang="zh-CN" dirty="0" smtClean="0"/>
          </a:p>
          <a:p>
            <a:pPr lvl="1"/>
            <a:r>
              <a:rPr lang="zh-CN" altLang="en-US" dirty="0" smtClean="0"/>
              <a:t>政党、公司、教会、村落</a:t>
            </a:r>
            <a:endParaRPr lang="en-US" altLang="zh-CN" dirty="0" smtClean="0"/>
          </a:p>
          <a:p>
            <a:pPr lvl="1"/>
            <a:endParaRPr lang="en-US" altLang="zh-CN" dirty="0"/>
          </a:p>
          <a:p>
            <a:r>
              <a:rPr lang="zh-CN" altLang="en-US" dirty="0"/>
              <a:t>权贵</a:t>
            </a:r>
            <a:r>
              <a:rPr lang="zh-CN" altLang="en-US" dirty="0" smtClean="0"/>
              <a:t>私人的军队</a:t>
            </a:r>
            <a:endParaRPr lang="en-US" altLang="zh-CN" dirty="0" smtClean="0"/>
          </a:p>
          <a:p>
            <a:pPr lvl="1"/>
            <a:r>
              <a:rPr lang="zh-CN" altLang="en-US" dirty="0" smtClean="0"/>
              <a:t>亲兵、军阀</a:t>
            </a:r>
            <a:endParaRPr lang="zh-CN" altLang="en-US" dirty="0"/>
          </a:p>
        </p:txBody>
      </p:sp>
    </p:spTree>
    <p:extLst>
      <p:ext uri="{BB962C8B-B14F-4D97-AF65-F5344CB8AC3E}">
        <p14:creationId xmlns:p14="http://schemas.microsoft.com/office/powerpoint/2010/main" val="22730108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为了谁？</a:t>
            </a:r>
            <a:endParaRPr lang="zh-CN" altLang="en-US" dirty="0"/>
          </a:p>
        </p:txBody>
      </p:sp>
      <p:graphicFrame>
        <p:nvGraphicFramePr>
          <p:cNvPr id="4" name="内容占位符 3"/>
          <p:cNvGraphicFramePr>
            <a:graphicFrameLocks noGrp="1"/>
          </p:cNvGraphicFramePr>
          <p:nvPr>
            <p:ph idx="1"/>
            <p:extLst>
              <p:ext uri="{D42A27DB-BD31-4B8C-83A1-F6EECF244321}">
                <p14:modId xmlns:p14="http://schemas.microsoft.com/office/powerpoint/2010/main" val="2241855117"/>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文本框 4"/>
          <p:cNvSpPr txBox="1"/>
          <p:nvPr/>
        </p:nvSpPr>
        <p:spPr>
          <a:xfrm>
            <a:off x="628650" y="2552131"/>
            <a:ext cx="1746060" cy="707886"/>
          </a:xfrm>
          <a:prstGeom prst="rect">
            <a:avLst/>
          </a:prstGeom>
          <a:noFill/>
        </p:spPr>
        <p:txBody>
          <a:bodyPr wrap="square" rtlCol="0">
            <a:spAutoFit/>
          </a:bodyPr>
          <a:lstStyle/>
          <a:p>
            <a:r>
              <a:rPr lang="zh-CN" altLang="en-US" sz="4000" b="1" dirty="0"/>
              <a:t>义务兵</a:t>
            </a:r>
          </a:p>
        </p:txBody>
      </p:sp>
      <p:sp>
        <p:nvSpPr>
          <p:cNvPr id="6" name="文本框 5"/>
          <p:cNvSpPr txBox="1"/>
          <p:nvPr/>
        </p:nvSpPr>
        <p:spPr>
          <a:xfrm>
            <a:off x="628650" y="4683457"/>
            <a:ext cx="1746060" cy="707886"/>
          </a:xfrm>
          <a:prstGeom prst="rect">
            <a:avLst/>
          </a:prstGeom>
          <a:noFill/>
        </p:spPr>
        <p:txBody>
          <a:bodyPr wrap="square" rtlCol="0">
            <a:spAutoFit/>
          </a:bodyPr>
          <a:lstStyle/>
          <a:p>
            <a:r>
              <a:rPr lang="zh-CN" altLang="en-US" sz="4000" b="1" dirty="0"/>
              <a:t>志愿</a:t>
            </a:r>
            <a:r>
              <a:rPr lang="zh-CN" altLang="en-US" sz="4000" b="1" dirty="0" smtClean="0"/>
              <a:t>兵</a:t>
            </a:r>
            <a:endParaRPr lang="zh-CN" altLang="en-US" sz="4000" b="1" dirty="0"/>
          </a:p>
        </p:txBody>
      </p:sp>
      <p:sp>
        <p:nvSpPr>
          <p:cNvPr id="7" name="文本框 6"/>
          <p:cNvSpPr txBox="1"/>
          <p:nvPr/>
        </p:nvSpPr>
        <p:spPr>
          <a:xfrm>
            <a:off x="6649588" y="2552131"/>
            <a:ext cx="1746060" cy="707886"/>
          </a:xfrm>
          <a:prstGeom prst="rect">
            <a:avLst/>
          </a:prstGeom>
          <a:noFill/>
        </p:spPr>
        <p:txBody>
          <a:bodyPr wrap="square" rtlCol="0">
            <a:spAutoFit/>
          </a:bodyPr>
          <a:lstStyle/>
          <a:p>
            <a:r>
              <a:rPr lang="zh-CN" altLang="en-US" sz="4000" b="1" dirty="0"/>
              <a:t>雇佣</a:t>
            </a:r>
            <a:r>
              <a:rPr lang="zh-CN" altLang="en-US" sz="4000" b="1" dirty="0" smtClean="0"/>
              <a:t>兵</a:t>
            </a:r>
            <a:endParaRPr lang="zh-CN" altLang="en-US" sz="4000" b="1" dirty="0"/>
          </a:p>
        </p:txBody>
      </p:sp>
      <p:sp>
        <p:nvSpPr>
          <p:cNvPr id="8" name="文本框 7"/>
          <p:cNvSpPr txBox="1"/>
          <p:nvPr/>
        </p:nvSpPr>
        <p:spPr>
          <a:xfrm>
            <a:off x="6649588" y="4683457"/>
            <a:ext cx="1746060" cy="707886"/>
          </a:xfrm>
          <a:prstGeom prst="rect">
            <a:avLst/>
          </a:prstGeom>
          <a:noFill/>
        </p:spPr>
        <p:txBody>
          <a:bodyPr wrap="square" rtlCol="0">
            <a:spAutoFit/>
          </a:bodyPr>
          <a:lstStyle/>
          <a:p>
            <a:r>
              <a:rPr lang="zh-CN" altLang="en-US" sz="4000" b="1" dirty="0"/>
              <a:t>子弟</a:t>
            </a:r>
            <a:r>
              <a:rPr lang="zh-CN" altLang="en-US" sz="4000" b="1" dirty="0" smtClean="0"/>
              <a:t>兵</a:t>
            </a:r>
            <a:endParaRPr lang="zh-CN" altLang="en-US" sz="4000" b="1" dirty="0"/>
          </a:p>
        </p:txBody>
      </p:sp>
    </p:spTree>
    <p:extLst>
      <p:ext uri="{BB962C8B-B14F-4D97-AF65-F5344CB8AC3E}">
        <p14:creationId xmlns:p14="http://schemas.microsoft.com/office/powerpoint/2010/main" val="3246967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我们的原则是党指挥枪</a:t>
            </a:r>
            <a:endParaRPr lang="zh-CN" altLang="en-US" dirty="0"/>
          </a:p>
        </p:txBody>
      </p:sp>
      <p:sp>
        <p:nvSpPr>
          <p:cNvPr id="3" name="内容占位符 2"/>
          <p:cNvSpPr>
            <a:spLocks noGrp="1"/>
          </p:cNvSpPr>
          <p:nvPr>
            <p:ph idx="1"/>
          </p:nvPr>
        </p:nvSpPr>
        <p:spPr/>
        <p:txBody>
          <a:bodyPr>
            <a:normAutofit/>
          </a:bodyPr>
          <a:lstStyle/>
          <a:p>
            <a:r>
              <a:rPr lang="en-US" altLang="zh-CN" sz="4000" dirty="0" smtClean="0"/>
              <a:t>1</a:t>
            </a:r>
            <a:r>
              <a:rPr lang="zh-CN" altLang="en-US" sz="4000" dirty="0" smtClean="0"/>
              <a:t>、不能是枪指挥党</a:t>
            </a:r>
            <a:endParaRPr lang="en-US" altLang="zh-CN" sz="4000" dirty="0" smtClean="0"/>
          </a:p>
          <a:p>
            <a:endParaRPr lang="en-US" altLang="zh-CN" sz="4000" dirty="0"/>
          </a:p>
          <a:p>
            <a:r>
              <a:rPr lang="en-US" altLang="zh-CN" sz="4000" dirty="0" smtClean="0"/>
              <a:t>2</a:t>
            </a:r>
            <a:r>
              <a:rPr lang="zh-CN" altLang="en-US" sz="4000" dirty="0" smtClean="0"/>
              <a:t>、谁代表党？</a:t>
            </a:r>
            <a:endParaRPr lang="en-US" altLang="zh-CN" sz="4000" dirty="0" smtClean="0"/>
          </a:p>
          <a:p>
            <a:pPr lvl="1"/>
            <a:r>
              <a:rPr lang="zh-CN" altLang="en-US" sz="3600" dirty="0"/>
              <a:t>普通</a:t>
            </a:r>
            <a:r>
              <a:rPr lang="zh-CN" altLang="en-US" sz="3600" dirty="0" smtClean="0"/>
              <a:t>党员？</a:t>
            </a:r>
            <a:endParaRPr lang="en-US" altLang="zh-CN" sz="3600" dirty="0" smtClean="0"/>
          </a:p>
          <a:p>
            <a:pPr lvl="1"/>
            <a:r>
              <a:rPr lang="zh-CN" altLang="en-US" sz="3600" dirty="0" smtClean="0"/>
              <a:t>各级党组织一把手？</a:t>
            </a:r>
            <a:endParaRPr lang="en-US" altLang="zh-CN" sz="3600" dirty="0" smtClean="0"/>
          </a:p>
          <a:p>
            <a:pPr lvl="1"/>
            <a:r>
              <a:rPr lang="zh-CN" altLang="en-US" sz="3600" dirty="0" smtClean="0"/>
              <a:t>中共中央？</a:t>
            </a:r>
            <a:endParaRPr lang="en-US" altLang="zh-CN" sz="3600" dirty="0" smtClean="0"/>
          </a:p>
          <a:p>
            <a:pPr lvl="1"/>
            <a:r>
              <a:rPr lang="zh-CN" altLang="en-US" sz="3600" dirty="0"/>
              <a:t>中共中央军委</a:t>
            </a:r>
            <a:r>
              <a:rPr lang="zh-CN" altLang="en-US" sz="3600" dirty="0" smtClean="0"/>
              <a:t>主席？</a:t>
            </a:r>
            <a:endParaRPr lang="en-US" altLang="zh-CN" sz="3600" dirty="0" smtClean="0"/>
          </a:p>
          <a:p>
            <a:pPr lvl="1"/>
            <a:endParaRPr lang="en-US" altLang="zh-CN" sz="3600" dirty="0" smtClean="0"/>
          </a:p>
          <a:p>
            <a:pPr lvl="1"/>
            <a:endParaRPr lang="zh-CN" altLang="en-US" sz="3600" dirty="0"/>
          </a:p>
        </p:txBody>
      </p:sp>
    </p:spTree>
    <p:extLst>
      <p:ext uri="{BB962C8B-B14F-4D97-AF65-F5344CB8AC3E}">
        <p14:creationId xmlns:p14="http://schemas.microsoft.com/office/powerpoint/2010/main" val="41638460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133114"/>
            <a:ext cx="7886700" cy="1325563"/>
          </a:xfrm>
        </p:spPr>
        <p:txBody>
          <a:bodyPr/>
          <a:lstStyle/>
          <a:p>
            <a:r>
              <a:rPr lang="zh-CN" altLang="en-US" dirty="0" smtClean="0"/>
              <a:t>“军队国家化”</a:t>
            </a:r>
            <a:endParaRPr lang="zh-CN" altLang="en-US" dirty="0"/>
          </a:p>
        </p:txBody>
      </p:sp>
      <p:sp>
        <p:nvSpPr>
          <p:cNvPr id="3" name="内容占位符 2"/>
          <p:cNvSpPr>
            <a:spLocks noGrp="1"/>
          </p:cNvSpPr>
          <p:nvPr>
            <p:ph idx="1"/>
          </p:nvPr>
        </p:nvSpPr>
        <p:spPr>
          <a:xfrm>
            <a:off x="628650" y="1583140"/>
            <a:ext cx="7886700" cy="4954138"/>
          </a:xfrm>
        </p:spPr>
        <p:txBody>
          <a:bodyPr>
            <a:normAutofit lnSpcReduction="10000"/>
          </a:bodyPr>
          <a:lstStyle/>
          <a:p>
            <a:r>
              <a:rPr lang="en-US" altLang="zh-CN" sz="3600" dirty="0" smtClean="0"/>
              <a:t>1</a:t>
            </a:r>
            <a:r>
              <a:rPr lang="zh-CN" altLang="en-US" sz="3600" dirty="0" smtClean="0"/>
              <a:t>、定义：国家法定执政者掌握军队</a:t>
            </a:r>
            <a:endParaRPr lang="en-US" altLang="zh-CN" sz="3600" dirty="0" smtClean="0"/>
          </a:p>
          <a:p>
            <a:endParaRPr lang="en-US" altLang="zh-CN" sz="3600" dirty="0"/>
          </a:p>
          <a:p>
            <a:r>
              <a:rPr lang="en-US" altLang="zh-CN" sz="3600" dirty="0" smtClean="0"/>
              <a:t>2</a:t>
            </a:r>
            <a:r>
              <a:rPr lang="zh-CN" altLang="en-US" sz="3600" dirty="0" smtClean="0"/>
              <a:t>、提出背景：</a:t>
            </a:r>
            <a:endParaRPr lang="en-US" altLang="zh-CN" sz="3600" dirty="0" smtClean="0"/>
          </a:p>
          <a:p>
            <a:pPr lvl="1"/>
            <a:r>
              <a:rPr lang="zh-CN" altLang="en-US" sz="3200" dirty="0"/>
              <a:t>抗战</a:t>
            </a:r>
            <a:r>
              <a:rPr lang="zh-CN" altLang="en-US" sz="3200" dirty="0" smtClean="0"/>
              <a:t>后国共各有一支军队</a:t>
            </a:r>
            <a:endParaRPr lang="en-US" altLang="zh-CN" sz="3200" dirty="0" smtClean="0"/>
          </a:p>
          <a:p>
            <a:pPr lvl="1"/>
            <a:r>
              <a:rPr lang="zh-CN" altLang="en-US" sz="3200" dirty="0"/>
              <a:t>组建</a:t>
            </a:r>
            <a:r>
              <a:rPr lang="zh-CN" altLang="en-US" sz="3200" dirty="0" smtClean="0"/>
              <a:t>联合政府双方将军队交给联合政府</a:t>
            </a:r>
            <a:endParaRPr lang="en-US" altLang="zh-CN" sz="3200" dirty="0" smtClean="0"/>
          </a:p>
          <a:p>
            <a:endParaRPr lang="en-US" altLang="zh-CN" sz="3600" dirty="0"/>
          </a:p>
          <a:p>
            <a:r>
              <a:rPr lang="en-US" altLang="zh-CN" sz="3600" dirty="0" smtClean="0"/>
              <a:t>3</a:t>
            </a:r>
            <a:r>
              <a:rPr lang="zh-CN" altLang="en-US" sz="3600" dirty="0" smtClean="0"/>
              <a:t>、今天的含义：</a:t>
            </a:r>
            <a:endParaRPr lang="en-US" altLang="zh-CN" sz="3600" dirty="0" smtClean="0"/>
          </a:p>
          <a:p>
            <a:pPr lvl="1"/>
            <a:r>
              <a:rPr lang="zh-CN" altLang="en-US" sz="3200" dirty="0" smtClean="0"/>
              <a:t>军队在党派之间中立，不应参与党派纷争，效忠国家宪法。</a:t>
            </a:r>
            <a:endParaRPr lang="en-US" altLang="zh-CN" sz="3200" dirty="0" smtClean="0"/>
          </a:p>
          <a:p>
            <a:endParaRPr lang="en-US" altLang="zh-CN" sz="3600" dirty="0" smtClean="0"/>
          </a:p>
        </p:txBody>
      </p:sp>
    </p:spTree>
    <p:extLst>
      <p:ext uri="{BB962C8B-B14F-4D97-AF65-F5344CB8AC3E}">
        <p14:creationId xmlns:p14="http://schemas.microsoft.com/office/powerpoint/2010/main" val="33682750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党指挥枪 </a:t>
            </a:r>
            <a:r>
              <a:rPr lang="en-US" altLang="zh-CN" dirty="0" smtClean="0"/>
              <a:t>V.S</a:t>
            </a:r>
            <a:r>
              <a:rPr lang="en-US" altLang="zh-CN" dirty="0"/>
              <a:t>.</a:t>
            </a:r>
            <a:r>
              <a:rPr lang="en-US" altLang="zh-CN" dirty="0" smtClean="0"/>
              <a:t> </a:t>
            </a:r>
            <a:r>
              <a:rPr lang="zh-CN" altLang="en-US" dirty="0" smtClean="0"/>
              <a:t>“军队国家化”</a:t>
            </a:r>
            <a:endParaRPr lang="zh-CN" altLang="en-US" dirty="0"/>
          </a:p>
        </p:txBody>
      </p:sp>
      <p:sp>
        <p:nvSpPr>
          <p:cNvPr id="4" name="内容占位符 3"/>
          <p:cNvSpPr>
            <a:spLocks noGrp="1"/>
          </p:cNvSpPr>
          <p:nvPr>
            <p:ph sz="half" idx="1"/>
          </p:nvPr>
        </p:nvSpPr>
        <p:spPr/>
        <p:txBody>
          <a:bodyPr/>
          <a:lstStyle/>
          <a:p>
            <a:r>
              <a:rPr lang="zh-CN" altLang="en-US" dirty="0" smtClean="0"/>
              <a:t>相同之处：</a:t>
            </a:r>
            <a:endParaRPr lang="en-US" altLang="zh-CN" dirty="0" smtClean="0"/>
          </a:p>
          <a:p>
            <a:endParaRPr lang="en-US" altLang="zh-CN" dirty="0"/>
          </a:p>
          <a:p>
            <a:r>
              <a:rPr lang="zh-CN" altLang="en-US" dirty="0" smtClean="0"/>
              <a:t>合法执政者控制军队</a:t>
            </a:r>
            <a:endParaRPr lang="en-US" altLang="zh-CN" dirty="0" smtClean="0"/>
          </a:p>
          <a:p>
            <a:endParaRPr lang="en-US" altLang="zh-CN" dirty="0"/>
          </a:p>
          <a:p>
            <a:r>
              <a:rPr lang="zh-CN" altLang="en-US" dirty="0" smtClean="0"/>
              <a:t>解决军人干政的手段</a:t>
            </a:r>
            <a:endParaRPr lang="en-US" altLang="zh-CN" dirty="0" smtClean="0"/>
          </a:p>
          <a:p>
            <a:endParaRPr lang="en-US" altLang="zh-CN" dirty="0"/>
          </a:p>
          <a:p>
            <a:r>
              <a:rPr lang="zh-CN" altLang="en-US" dirty="0"/>
              <a:t>受国家政治</a:t>
            </a:r>
            <a:r>
              <a:rPr lang="zh-CN" altLang="en-US" dirty="0" smtClean="0"/>
              <a:t>体制决定</a:t>
            </a:r>
            <a:endParaRPr lang="zh-CN" altLang="en-US" dirty="0"/>
          </a:p>
        </p:txBody>
      </p:sp>
      <p:sp>
        <p:nvSpPr>
          <p:cNvPr id="5" name="内容占位符 4"/>
          <p:cNvSpPr>
            <a:spLocks noGrp="1"/>
          </p:cNvSpPr>
          <p:nvPr>
            <p:ph sz="half" idx="2"/>
          </p:nvPr>
        </p:nvSpPr>
        <p:spPr/>
        <p:txBody>
          <a:bodyPr/>
          <a:lstStyle/>
          <a:p>
            <a:r>
              <a:rPr lang="zh-CN" altLang="en-US" dirty="0" smtClean="0"/>
              <a:t>不同之处：</a:t>
            </a:r>
            <a:endParaRPr lang="en-US" altLang="zh-CN" dirty="0" smtClean="0"/>
          </a:p>
          <a:p>
            <a:endParaRPr lang="en-US" altLang="zh-CN" dirty="0"/>
          </a:p>
          <a:p>
            <a:r>
              <a:rPr lang="zh-CN" altLang="en-US" dirty="0" smtClean="0"/>
              <a:t>执政者的产生方式</a:t>
            </a:r>
            <a:endParaRPr lang="en-US" altLang="zh-CN" dirty="0" smtClean="0"/>
          </a:p>
          <a:p>
            <a:endParaRPr lang="en-US" altLang="zh-CN" dirty="0"/>
          </a:p>
          <a:p>
            <a:r>
              <a:rPr lang="zh-CN" altLang="en-US" dirty="0" smtClean="0"/>
              <a:t>党在军内活动情况</a:t>
            </a:r>
            <a:endParaRPr lang="en-US" altLang="zh-CN" dirty="0" smtClean="0"/>
          </a:p>
          <a:p>
            <a:endParaRPr lang="en-US" altLang="zh-CN" dirty="0"/>
          </a:p>
          <a:p>
            <a:r>
              <a:rPr lang="zh-CN" altLang="en-US" dirty="0"/>
              <a:t>权力</a:t>
            </a:r>
            <a:r>
              <a:rPr lang="zh-CN" altLang="en-US" dirty="0" smtClean="0"/>
              <a:t>结构的差异</a:t>
            </a:r>
            <a:endParaRPr lang="en-US" altLang="zh-CN" dirty="0" smtClean="0"/>
          </a:p>
        </p:txBody>
      </p:sp>
    </p:spTree>
    <p:extLst>
      <p:ext uri="{BB962C8B-B14F-4D97-AF65-F5344CB8AC3E}">
        <p14:creationId xmlns:p14="http://schemas.microsoft.com/office/powerpoint/2010/main" val="29428849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628650" y="0"/>
            <a:ext cx="7886700" cy="1325563"/>
          </a:xfrm>
        </p:spPr>
        <p:txBody>
          <a:bodyPr/>
          <a:lstStyle/>
          <a:p>
            <a:r>
              <a:rPr lang="zh-CN" altLang="en-US" dirty="0" smtClean="0"/>
              <a:t>评价</a:t>
            </a:r>
            <a:endParaRPr lang="zh-CN" altLang="en-US" dirty="0"/>
          </a:p>
        </p:txBody>
      </p:sp>
      <p:sp>
        <p:nvSpPr>
          <p:cNvPr id="6" name="内容占位符 5"/>
          <p:cNvSpPr>
            <a:spLocks noGrp="1"/>
          </p:cNvSpPr>
          <p:nvPr>
            <p:ph idx="1"/>
          </p:nvPr>
        </p:nvSpPr>
        <p:spPr>
          <a:xfrm>
            <a:off x="505820" y="1325563"/>
            <a:ext cx="7886700" cy="5170771"/>
          </a:xfrm>
        </p:spPr>
        <p:txBody>
          <a:bodyPr>
            <a:normAutofit lnSpcReduction="10000"/>
          </a:bodyPr>
          <a:lstStyle/>
          <a:p>
            <a:r>
              <a:rPr lang="en-US" altLang="zh-CN" dirty="0" smtClean="0"/>
              <a:t>1</a:t>
            </a:r>
            <a:r>
              <a:rPr lang="zh-CN" altLang="en-US" dirty="0" smtClean="0"/>
              <a:t>、党指挥枪通过凌驾于军队和政府之上的党组织实现了军队服从文官政府。在中央层面，军地两方分工制衡，又可根据情况灵活调整。</a:t>
            </a:r>
            <a:endParaRPr lang="en-US" altLang="zh-CN" dirty="0" smtClean="0"/>
          </a:p>
          <a:p>
            <a:endParaRPr lang="en-US" altLang="zh-CN" dirty="0"/>
          </a:p>
          <a:p>
            <a:r>
              <a:rPr lang="en-US" altLang="zh-CN" dirty="0" smtClean="0"/>
              <a:t>2</a:t>
            </a:r>
            <a:r>
              <a:rPr lang="zh-CN" altLang="en-US" dirty="0" smtClean="0"/>
              <a:t>、在共产党一党执政的情况下，不存在所谓“军队国家化”问题，因为共产党是合法唯一执政党，共产党的最高领导人掌握军队符合主权者掌军队的原则。</a:t>
            </a:r>
            <a:endParaRPr lang="en-US" altLang="zh-CN" dirty="0" smtClean="0"/>
          </a:p>
          <a:p>
            <a:endParaRPr lang="en-US" altLang="zh-CN" dirty="0"/>
          </a:p>
          <a:p>
            <a:r>
              <a:rPr lang="en-US" altLang="zh-CN" dirty="0" smtClean="0"/>
              <a:t>3</a:t>
            </a:r>
            <a:r>
              <a:rPr lang="zh-CN" altLang="en-US" dirty="0" smtClean="0"/>
              <a:t>、当前宣扬“军队国家化”的人，其实质是反对主权者，说的再明白一点就是为反共不惜瓦解现行体制文官政府对军队的控制。</a:t>
            </a:r>
            <a:endParaRPr lang="en-US" altLang="zh-CN" dirty="0" smtClean="0"/>
          </a:p>
        </p:txBody>
      </p:sp>
    </p:spTree>
    <p:extLst>
      <p:ext uri="{BB962C8B-B14F-4D97-AF65-F5344CB8AC3E}">
        <p14:creationId xmlns:p14="http://schemas.microsoft.com/office/powerpoint/2010/main" val="38652802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结尾</a:t>
            </a:r>
          </a:p>
        </p:txBody>
      </p:sp>
      <p:sp>
        <p:nvSpPr>
          <p:cNvPr id="3" name="内容占位符 2"/>
          <p:cNvSpPr>
            <a:spLocks noGrp="1"/>
          </p:cNvSpPr>
          <p:nvPr>
            <p:ph idx="1"/>
          </p:nvPr>
        </p:nvSpPr>
        <p:spPr/>
        <p:txBody>
          <a:bodyPr>
            <a:normAutofit/>
          </a:bodyPr>
          <a:lstStyle/>
          <a:p>
            <a:r>
              <a:rPr lang="zh-CN" altLang="en-US" dirty="0" smtClean="0"/>
              <a:t>军事问题是国之大事，政治学研究者应当予以充分的关注和研究。</a:t>
            </a:r>
            <a:endParaRPr lang="en-US" altLang="zh-CN" dirty="0" smtClean="0"/>
          </a:p>
          <a:p>
            <a:endParaRPr lang="en-US" altLang="zh-CN" dirty="0"/>
          </a:p>
          <a:p>
            <a:r>
              <a:rPr lang="zh-CN" altLang="en-US" dirty="0" smtClean="0"/>
              <a:t>遗憾的是，长期以来由于地方学者基本无从军经历，他们对军事并不关心，甚至是有意忽略。这种状况不利于学术进步，也会影响国家长治久安。</a:t>
            </a:r>
            <a:endParaRPr lang="en-US" altLang="zh-CN" dirty="0" smtClean="0"/>
          </a:p>
          <a:p>
            <a:endParaRPr lang="en-US" altLang="zh-CN" dirty="0"/>
          </a:p>
          <a:p>
            <a:r>
              <a:rPr lang="zh-CN" altLang="en-US" dirty="0" smtClean="0"/>
              <a:t>希望本讲能引发同学们对军事的关注，避免出现“我不懂或者我不关心的就不是学术”的情况。</a:t>
            </a:r>
            <a:endParaRPr lang="zh-CN" altLang="en-US" dirty="0"/>
          </a:p>
        </p:txBody>
      </p:sp>
    </p:spTree>
    <p:extLst>
      <p:ext uri="{BB962C8B-B14F-4D97-AF65-F5344CB8AC3E}">
        <p14:creationId xmlns:p14="http://schemas.microsoft.com/office/powerpoint/2010/main" val="14873405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lstStyle/>
          <a:p>
            <a:r>
              <a:rPr lang="zh-CN" altLang="en-US" dirty="0" smtClean="0"/>
              <a:t>谢谢大家</a:t>
            </a:r>
            <a:endParaRPr lang="zh-CN" altLang="en-US" dirty="0"/>
          </a:p>
        </p:txBody>
      </p:sp>
      <p:sp>
        <p:nvSpPr>
          <p:cNvPr id="5" name="副标题 4"/>
          <p:cNvSpPr>
            <a:spLocks noGrp="1"/>
          </p:cNvSpPr>
          <p:nvPr>
            <p:ph type="subTitle" idx="1"/>
          </p:nvPr>
        </p:nvSpPr>
        <p:spPr/>
        <p:txBody>
          <a:bodyPr/>
          <a:lstStyle/>
          <a:p>
            <a:endParaRPr lang="en-US" altLang="zh-CN" dirty="0" smtClean="0"/>
          </a:p>
          <a:p>
            <a:r>
              <a:rPr lang="zh-CN" altLang="en-US" dirty="0" smtClean="0"/>
              <a:t>王馨安</a:t>
            </a:r>
            <a:endParaRPr lang="en-US" altLang="zh-CN" dirty="0" smtClean="0"/>
          </a:p>
          <a:p>
            <a:r>
              <a:rPr lang="en-US" altLang="zh-CN" dirty="0" smtClean="0"/>
              <a:t>2015</a:t>
            </a:r>
            <a:r>
              <a:rPr lang="zh-CN" altLang="en-US" dirty="0" smtClean="0"/>
              <a:t>年</a:t>
            </a:r>
            <a:r>
              <a:rPr lang="en-US" altLang="zh-CN" dirty="0" smtClean="0"/>
              <a:t>6</a:t>
            </a:r>
            <a:r>
              <a:rPr lang="zh-CN" altLang="en-US" dirty="0" smtClean="0"/>
              <a:t>月</a:t>
            </a:r>
            <a:r>
              <a:rPr lang="en-US" altLang="zh-CN" dirty="0" smtClean="0"/>
              <a:t>9</a:t>
            </a:r>
            <a:r>
              <a:rPr lang="zh-CN" altLang="en-US" dirty="0" smtClean="0"/>
              <a:t>日</a:t>
            </a:r>
            <a:endParaRPr lang="zh-CN" altLang="en-US" dirty="0"/>
          </a:p>
        </p:txBody>
      </p:sp>
    </p:spTree>
    <p:extLst>
      <p:ext uri="{BB962C8B-B14F-4D97-AF65-F5344CB8AC3E}">
        <p14:creationId xmlns:p14="http://schemas.microsoft.com/office/powerpoint/2010/main" val="985065427"/>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丝状">
  <a:themeElements>
    <a:clrScheme name="丝状">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丝状">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丝状">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1346</TotalTime>
  <Words>2019</Words>
  <Application>Microsoft Office PowerPoint</Application>
  <PresentationFormat>全屏显示(4:3)</PresentationFormat>
  <Paragraphs>276</Paragraphs>
  <Slides>41</Slides>
  <Notes>2</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41</vt:i4>
      </vt:variant>
    </vt:vector>
  </HeadingPairs>
  <TitlesOfParts>
    <vt:vector size="52" baseType="lpstr">
      <vt:lpstr>华文隶书</vt:lpstr>
      <vt:lpstr>STSong</vt:lpstr>
      <vt:lpstr>宋体</vt:lpstr>
      <vt:lpstr>幼圆</vt:lpstr>
      <vt:lpstr>Arial</vt:lpstr>
      <vt:lpstr>Calibri</vt:lpstr>
      <vt:lpstr>Calibri Light</vt:lpstr>
      <vt:lpstr>Century Gothic</vt:lpstr>
      <vt:lpstr>Wingdings 3</vt:lpstr>
      <vt:lpstr>Office 主题</vt:lpstr>
      <vt:lpstr>丝状</vt:lpstr>
      <vt:lpstr>政治视角下的军事</vt:lpstr>
      <vt:lpstr>王馨安 北京大学国际关系学院2016级中外政治制度专业博士研究生</vt:lpstr>
      <vt:lpstr>PowerPoint 演示文稿</vt:lpstr>
      <vt:lpstr>政治视角下的军事</vt:lpstr>
      <vt:lpstr>一、军事的政治意义</vt:lpstr>
      <vt:lpstr>战争是政治的延续</vt:lpstr>
      <vt:lpstr>打得赢，不变质</vt:lpstr>
      <vt:lpstr>战略</vt:lpstr>
      <vt:lpstr>二、军队的结构特点</vt:lpstr>
      <vt:lpstr>PowerPoint 演示文稿</vt:lpstr>
      <vt:lpstr>PowerPoint 演示文稿</vt:lpstr>
      <vt:lpstr>二、军队的结构特点</vt:lpstr>
      <vt:lpstr>独立的武装集团</vt:lpstr>
      <vt:lpstr>我的户口本</vt:lpstr>
      <vt:lpstr>三、武功的文治继承</vt:lpstr>
      <vt:lpstr>削夺武将兵权（杀功臣）</vt:lpstr>
      <vt:lpstr>从军政走向民政</vt:lpstr>
      <vt:lpstr>PowerPoint 演示文稿</vt:lpstr>
      <vt:lpstr>PowerPoint 演示文稿</vt:lpstr>
      <vt:lpstr>大权收归中央，地方军政分离</vt:lpstr>
      <vt:lpstr>军政走向民政</vt:lpstr>
      <vt:lpstr>军政走向民政</vt:lpstr>
      <vt:lpstr>PowerPoint 演示文稿</vt:lpstr>
      <vt:lpstr>政府领导不授军衔</vt:lpstr>
      <vt:lpstr>四、军权的内外制衡</vt:lpstr>
      <vt:lpstr>军权的内部制衡</vt:lpstr>
      <vt:lpstr>军权的外部制衡</vt:lpstr>
      <vt:lpstr>地方军政逐渐分离</vt:lpstr>
      <vt:lpstr>重文轻武</vt:lpstr>
      <vt:lpstr>制衡机制的崩溃</vt:lpstr>
      <vt:lpstr>PowerPoint 演示文稿</vt:lpstr>
      <vt:lpstr>新旧军制交替</vt:lpstr>
      <vt:lpstr>五、军队的政治原则</vt:lpstr>
      <vt:lpstr>你是谁？</vt:lpstr>
      <vt:lpstr>为了谁？</vt:lpstr>
      <vt:lpstr>我们的原则是党指挥枪</vt:lpstr>
      <vt:lpstr>“军队国家化”</vt:lpstr>
      <vt:lpstr>党指挥枪 V.S. “军队国家化”</vt:lpstr>
      <vt:lpstr>评价</vt:lpstr>
      <vt:lpstr>结尾</vt:lpstr>
      <vt:lpstr>谢谢大家</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政治视角下的军事</dc:title>
  <dc:creator>王馨安</dc:creator>
  <cp:lastModifiedBy>王 馨安</cp:lastModifiedBy>
  <cp:revision>68</cp:revision>
  <dcterms:created xsi:type="dcterms:W3CDTF">2015-06-02T10:53:16Z</dcterms:created>
  <dcterms:modified xsi:type="dcterms:W3CDTF">2018-11-20T07:56:04Z</dcterms:modified>
</cp:coreProperties>
</file>