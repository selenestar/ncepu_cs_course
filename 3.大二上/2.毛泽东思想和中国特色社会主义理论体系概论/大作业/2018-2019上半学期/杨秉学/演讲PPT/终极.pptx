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8" r:id="rId4"/>
    <p:sldId id="260" r:id="rId5"/>
    <p:sldId id="1686" r:id="rId6"/>
    <p:sldId id="257" r:id="rId7"/>
    <p:sldId id="264" r:id="rId8"/>
    <p:sldId id="1697" r:id="rId9"/>
    <p:sldId id="1695" r:id="rId10"/>
    <p:sldId id="1698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5" d="100"/>
          <a:sy n="75" d="100"/>
        </p:scale>
        <p:origin x="43" y="4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D2EE7-EC22-4183-9D8B-22DDA3FD9517}" type="datetimeFigureOut">
              <a:rPr lang="zh-CN" altLang="en-US" smtClean="0"/>
              <a:t>2018/12/13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72FB6-8FBE-4EC5-A897-3F66359862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46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2105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2" name="任意多边形: 形状 21"/>
          <p:cNvSpPr>
            <a:spLocks noGrp="1"/>
          </p:cNvSpPr>
          <p:nvPr>
            <p:ph type="body" sz="quarter" idx="11"/>
          </p:nvPr>
        </p:nvSpPr>
        <p:spPr>
          <a:xfrm>
            <a:off x="669925" y="1"/>
            <a:ext cx="2967355" cy="4622800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403035" y="4248324"/>
            <a:ext cx="7117453" cy="558799"/>
          </a:xfrm>
        </p:spPr>
        <p:txBody>
          <a:bodyPr anchor="ctr">
            <a:norm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spc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Click to edit Master subtitle style</a:t>
            </a:r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4403036" y="3449916"/>
            <a:ext cx="7117452" cy="767764"/>
          </a:xfrm>
        </p:spPr>
        <p:txBody>
          <a:bodyPr anchor="b">
            <a:normAutofit/>
          </a:bodyPr>
          <a:lstStyle>
            <a:lvl1pPr algn="l">
              <a:defRPr sz="3600" b="1" spc="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3936274" y="3426546"/>
            <a:ext cx="7584213" cy="656792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936274" y="4212702"/>
            <a:ext cx="7584213" cy="1015623"/>
          </a:xfrm>
        </p:spPr>
        <p:txBody>
          <a:bodyPr anchor="t"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4" name="任意多边形: 形状 23"/>
          <p:cNvSpPr>
            <a:spLocks noGrp="1"/>
          </p:cNvSpPr>
          <p:nvPr>
            <p:ph type="pic" sz="quarter" idx="10"/>
          </p:nvPr>
        </p:nvSpPr>
        <p:spPr>
          <a:xfrm>
            <a:off x="0" y="1123949"/>
            <a:ext cx="12192000" cy="208661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任意多边形: 形状 21"/>
          <p:cNvSpPr>
            <a:spLocks noGrp="1"/>
          </p:cNvSpPr>
          <p:nvPr>
            <p:ph type="body" sz="quarter" idx="11"/>
          </p:nvPr>
        </p:nvSpPr>
        <p:spPr>
          <a:xfrm>
            <a:off x="669925" y="1123949"/>
            <a:ext cx="2967355" cy="3498852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896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2018/12/13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1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5" y="3631359"/>
            <a:ext cx="3624399" cy="655784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5" y="4569600"/>
            <a:ext cx="3624399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5" y="4885234"/>
            <a:ext cx="3624399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5" name="任意多边形: 形状 23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2105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6" name="任意多边形: 形状 21"/>
          <p:cNvSpPr>
            <a:spLocks noGrp="1"/>
          </p:cNvSpPr>
          <p:nvPr>
            <p:ph type="body" sz="quarter" idx="11"/>
          </p:nvPr>
        </p:nvSpPr>
        <p:spPr>
          <a:xfrm>
            <a:off x="8553133" y="1"/>
            <a:ext cx="2967355" cy="4622800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2018/12/13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695323" y="1016000"/>
            <a:ext cx="10810876" cy="109538"/>
            <a:chOff x="628642" y="0"/>
            <a:chExt cx="27229910" cy="6858000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876300" y="0"/>
              <a:ext cx="7183962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6" name="平行四边形 13"/>
            <p:cNvSpPr/>
            <p:nvPr/>
          </p:nvSpPr>
          <p:spPr>
            <a:xfrm flipH="1">
              <a:off x="1507597" y="0"/>
              <a:ext cx="6240991" cy="6858000"/>
            </a:xfrm>
            <a:custGeom>
              <a:avLst/>
              <a:gdLst>
                <a:gd name="connsiteX0" fmla="*/ 0 w 6783916"/>
                <a:gd name="connsiteY0" fmla="*/ 6858000 h 6858000"/>
                <a:gd name="connsiteX1" fmla="*/ 2886624 w 6783916"/>
                <a:gd name="connsiteY1" fmla="*/ 0 h 6858000"/>
                <a:gd name="connsiteX2" fmla="*/ 6783916 w 6783916"/>
                <a:gd name="connsiteY2" fmla="*/ 0 h 6858000"/>
                <a:gd name="connsiteX3" fmla="*/ 3897292 w 6783916"/>
                <a:gd name="connsiteY3" fmla="*/ 6858000 h 6858000"/>
                <a:gd name="connsiteX4" fmla="*/ 0 w 6783916"/>
                <a:gd name="connsiteY4" fmla="*/ 6858000 h 6858000"/>
                <a:gd name="connsiteX0" fmla="*/ 0 w 6240991"/>
                <a:gd name="connsiteY0" fmla="*/ 6858000 h 6858000"/>
                <a:gd name="connsiteX1" fmla="*/ 2886624 w 6240991"/>
                <a:gd name="connsiteY1" fmla="*/ 0 h 6858000"/>
                <a:gd name="connsiteX2" fmla="*/ 6240991 w 6240991"/>
                <a:gd name="connsiteY2" fmla="*/ 9525 h 6858000"/>
                <a:gd name="connsiteX3" fmla="*/ 3897292 w 6240991"/>
                <a:gd name="connsiteY3" fmla="*/ 6858000 h 6858000"/>
                <a:gd name="connsiteX4" fmla="*/ 0 w 6240991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40991" h="685800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54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08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占位符 49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75" b="11109"/>
          <a:stretch/>
        </p:blipFill>
        <p:spPr/>
      </p:pic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solidFill>
            <a:schemeClr val="accent2">
              <a:alpha val="80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39" name="副标题 38"/>
          <p:cNvSpPr>
            <a:spLocks noGrp="1"/>
          </p:cNvSpPr>
          <p:nvPr>
            <p:ph type="subTitle" idx="1"/>
          </p:nvPr>
        </p:nvSpPr>
        <p:spPr>
          <a:xfrm>
            <a:off x="9469120" y="6174761"/>
            <a:ext cx="2105344" cy="558799"/>
          </a:xfrm>
        </p:spPr>
        <p:txBody>
          <a:bodyPr anchor="t">
            <a:noAutofit/>
          </a:bodyPr>
          <a:lstStyle/>
          <a:p>
            <a:r>
              <a:rPr lang="en-US" altLang="zh-CN" sz="2800" dirty="0">
                <a:solidFill>
                  <a:srgbClr val="7030A0"/>
                </a:solidFill>
                <a:latin typeface="CommercialScript BT" panose="03030803040807090C04" pitchFamily="66" charset="0"/>
              </a:rPr>
              <a:t>2018/</a:t>
            </a:r>
            <a:r>
              <a:rPr lang="zh-CN" altLang="en-US" sz="2800" dirty="0">
                <a:solidFill>
                  <a:srgbClr val="7030A0"/>
                </a:solidFill>
                <a:latin typeface="CommercialScript BT" panose="03030803040807090C04" pitchFamily="66" charset="0"/>
              </a:rPr>
              <a:t> </a:t>
            </a:r>
            <a:r>
              <a:rPr lang="en-US" altLang="zh-CN" sz="2800" dirty="0">
                <a:solidFill>
                  <a:srgbClr val="7030A0"/>
                </a:solidFill>
                <a:latin typeface="CommercialScript BT" panose="03030803040807090C04" pitchFamily="66" charset="0"/>
              </a:rPr>
              <a:t>12/13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90514" y="5131773"/>
            <a:ext cx="6376987" cy="1042988"/>
          </a:xfrm>
        </p:spPr>
        <p:txBody>
          <a:bodyPr>
            <a:normAutofit fontScale="90000"/>
          </a:bodyPr>
          <a:lstStyle/>
          <a:p>
            <a:r>
              <a:rPr lang="en-US" altLang="zh-CN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PPT</a:t>
            </a:r>
            <a:r>
              <a:rPr lang="zh-CN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制作小组</a:t>
            </a:r>
            <a:r>
              <a:rPr lang="en-US" altLang="zh-CN" sz="2400" b="0" dirty="0"/>
              <a:t>: </a:t>
            </a:r>
            <a:r>
              <a:rPr lang="zh-CN" altLang="en-US" sz="2400" b="0" dirty="0">
                <a:solidFill>
                  <a:schemeClr val="accent6">
                    <a:lumMod val="75000"/>
                  </a:schemeClr>
                </a:solidFill>
              </a:rPr>
              <a:t>计算</a:t>
            </a:r>
            <a:r>
              <a:rPr lang="en-US" altLang="zh-CN" sz="2400" b="0" dirty="0">
                <a:solidFill>
                  <a:schemeClr val="accent6">
                    <a:lumMod val="75000"/>
                  </a:schemeClr>
                </a:solidFill>
              </a:rPr>
              <a:t>1701 </a:t>
            </a:r>
            <a:r>
              <a:rPr lang="zh-CN" altLang="en-US" sz="2400" b="0" dirty="0">
                <a:solidFill>
                  <a:schemeClr val="accent6">
                    <a:lumMod val="75000"/>
                  </a:schemeClr>
                </a:solidFill>
              </a:rPr>
              <a:t>谷肖帆 朱雨豪 方可乐</a:t>
            </a:r>
            <a:br>
              <a:rPr lang="en-US" altLang="zh-CN" sz="24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zh-CN" sz="2400" b="0">
                <a:solidFill>
                  <a:schemeClr val="accent6">
                    <a:lumMod val="75000"/>
                  </a:schemeClr>
                </a:solidFill>
              </a:rPr>
              <a:t>                       </a:t>
            </a:r>
            <a:r>
              <a:rPr lang="zh-CN" altLang="en-US" sz="2400" b="0" dirty="0">
                <a:solidFill>
                  <a:schemeClr val="accent6">
                    <a:lumMod val="75000"/>
                  </a:schemeClr>
                </a:solidFill>
              </a:rPr>
              <a:t>计算</a:t>
            </a:r>
            <a:r>
              <a:rPr lang="en-US" altLang="zh-CN" sz="2400" b="0" dirty="0">
                <a:solidFill>
                  <a:schemeClr val="accent6">
                    <a:lumMod val="75000"/>
                  </a:schemeClr>
                </a:solidFill>
              </a:rPr>
              <a:t>1702 </a:t>
            </a:r>
            <a:r>
              <a:rPr lang="zh-CN" altLang="en-US" sz="2400" b="0" dirty="0">
                <a:solidFill>
                  <a:schemeClr val="accent6">
                    <a:lumMod val="75000"/>
                  </a:schemeClr>
                </a:solidFill>
              </a:rPr>
              <a:t>杨秉学</a:t>
            </a:r>
            <a:br>
              <a:rPr lang="en-US" altLang="zh-CN" sz="2400" b="0" dirty="0"/>
            </a:br>
            <a:r>
              <a:rPr lang="en-US" altLang="zh-CN" sz="2400" dirty="0"/>
              <a:t>          </a:t>
            </a:r>
            <a:r>
              <a:rPr lang="zh-CN" altLang="en-US" sz="6700" dirty="0">
                <a:solidFill>
                  <a:srgbClr val="FFFF00"/>
                </a:solidFill>
              </a:rPr>
              <a:t>主讲人</a:t>
            </a:r>
            <a:r>
              <a:rPr lang="en-US" altLang="zh-CN" sz="6700" dirty="0"/>
              <a:t>: </a:t>
            </a:r>
            <a:r>
              <a:rPr lang="zh-CN" altLang="en-US" sz="6700" b="0" dirty="0">
                <a:solidFill>
                  <a:srgbClr val="00B0F0"/>
                </a:solidFill>
              </a:rPr>
              <a:t>杨秉学</a:t>
            </a:r>
            <a:endParaRPr lang="en-US" altLang="zh-CN" sz="6700" b="0" dirty="0">
              <a:solidFill>
                <a:srgbClr val="00B0F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0100" y="1779459"/>
            <a:ext cx="2837180" cy="1398229"/>
            <a:chOff x="1238022" y="1765226"/>
            <a:chExt cx="2062020" cy="1398229"/>
          </a:xfrm>
        </p:grpSpPr>
        <p:grpSp>
          <p:nvGrpSpPr>
            <p:cNvPr id="12" name="组合 11">
              <a:extLst/>
            </p:cNvPr>
            <p:cNvGrpSpPr/>
            <p:nvPr/>
          </p:nvGrpSpPr>
          <p:grpSpPr>
            <a:xfrm>
              <a:off x="1238022" y="2405491"/>
              <a:ext cx="2062020" cy="757964"/>
              <a:chOff x="1" y="2882430"/>
              <a:chExt cx="2057400" cy="925246"/>
            </a:xfrm>
          </p:grpSpPr>
          <p:sp>
            <p:nvSpPr>
              <p:cNvPr id="13" name="文本框 12">
                <a:extLst/>
              </p:cNvPr>
              <p:cNvSpPr txBox="1"/>
              <p:nvPr/>
            </p:nvSpPr>
            <p:spPr>
              <a:xfrm>
                <a:off x="1" y="3260494"/>
                <a:ext cx="2057400" cy="547182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pPr algn="r"/>
                <a:r>
                  <a:rPr lang="zh-CN" altLang="en-US" sz="16600" b="1" dirty="0">
                    <a:solidFill>
                      <a:schemeClr val="bg1"/>
                    </a:solidFill>
                    <a:latin typeface="+mn-lt"/>
                  </a:rPr>
                  <a:t>理想与精神面貌</a:t>
                </a:r>
              </a:p>
            </p:txBody>
          </p:sp>
          <p:sp>
            <p:nvSpPr>
              <p:cNvPr id="14" name="矩形 13">
                <a:extLst/>
              </p:cNvPr>
              <p:cNvSpPr/>
              <p:nvPr/>
            </p:nvSpPr>
            <p:spPr>
              <a:xfrm>
                <a:off x="1108594" y="2882430"/>
                <a:ext cx="948807" cy="362033"/>
              </a:xfrm>
              <a:prstGeom prst="rect">
                <a:avLst/>
              </a:prstGeom>
              <a:noFill/>
            </p:spPr>
            <p:txBody>
              <a:bodyPr wrap="none" numCol="1" rtlCol="0">
                <a:prstTxWarp prst="textPlain">
                  <a:avLst/>
                </a:prstTxWarp>
                <a:spAutoFit/>
              </a:bodyPr>
              <a:lstStyle/>
              <a:p>
                <a:pPr lvl="0" algn="r"/>
                <a:r>
                  <a:rPr lang="zh-CN" altLang="en-US" sz="16600" noProof="0" dirty="0">
                    <a:solidFill>
                      <a:schemeClr val="bg1"/>
                    </a:solidFill>
                    <a:latin typeface="+mn-lt"/>
                  </a:rPr>
                  <a:t>新时代大学生</a:t>
                </a:r>
                <a:endParaRPr lang="en-US" altLang="zh-CN" sz="16600" noProof="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19" name="文本框 18">
              <a:extLst/>
            </p:cNvPr>
            <p:cNvSpPr txBox="1"/>
            <p:nvPr/>
          </p:nvSpPr>
          <p:spPr>
            <a:xfrm>
              <a:off x="1950887" y="1765226"/>
              <a:ext cx="1339467" cy="640264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9600" dirty="0">
                  <a:solidFill>
                    <a:schemeClr val="bg1"/>
                  </a:solidFill>
                  <a:latin typeface="Impact" panose="020B0806030902050204" pitchFamily="34" charset="0"/>
                </a:rPr>
                <a:t>2018</a:t>
              </a:r>
              <a:endParaRPr lang="zh-CN" altLang="en-US" sz="96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e99c3c6-276f-476b-bce0-0a4fb3ef299d" descr="OQAAAB+LCAAAAAAABACrVlIpqSxIVbJSCs5NLCpxyUxML0rM9SxJzVXSUfJMUbLKK83J0VFyysxLycxLdy/KLy0oVrKKjq0FALpUkis5AAAA" title="iSlide™ 版权声明  COPYRIGHT NOTICE">
            <a:extLst>
              <a:ext uri="{FF2B5EF4-FFF2-40B4-BE49-F238E27FC236}">
                <a16:creationId xmlns:a16="http://schemas.microsoft.com/office/drawing/2014/main" id="{051C0EF0-8A61-4845-89B5-7BB9A8ACC1D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2006400"/>
            <a:ext cx="12191999" cy="2529441"/>
            <a:chOff x="0" y="2006400"/>
            <a:chExt cx="12191999" cy="2529441"/>
          </a:xfrm>
        </p:grpSpPr>
        <p:sp>
          <p:nvSpPr>
            <p:cNvPr id="3" name="ïṣļíḍè">
              <a:extLst>
                <a:ext uri="{FF2B5EF4-FFF2-40B4-BE49-F238E27FC236}">
                  <a16:creationId xmlns:a16="http://schemas.microsoft.com/office/drawing/2014/main" id="{DC35E5E1-EA76-44CA-BF52-7E097D492E93}"/>
                </a:ext>
              </a:extLst>
            </p:cNvPr>
            <p:cNvSpPr/>
            <p:nvPr/>
          </p:nvSpPr>
          <p:spPr>
            <a:xfrm>
              <a:off x="7457759" y="2487116"/>
              <a:ext cx="4734240" cy="1885442"/>
            </a:xfrm>
            <a:custGeom>
              <a:avLst/>
              <a:gdLst>
                <a:gd name="connsiteX0" fmla="*/ 4061955 w 4734240"/>
                <a:gd name="connsiteY0" fmla="*/ 0 h 1885442"/>
                <a:gd name="connsiteX1" fmla="*/ 4734240 w 4734240"/>
                <a:gd name="connsiteY1" fmla="*/ 0 h 1885442"/>
                <a:gd name="connsiteX2" fmla="*/ 4734240 w 4734240"/>
                <a:gd name="connsiteY2" fmla="*/ 1875162 h 1885442"/>
                <a:gd name="connsiteX3" fmla="*/ 4061955 w 4734240"/>
                <a:gd name="connsiteY3" fmla="*/ 1875162 h 1885442"/>
                <a:gd name="connsiteX4" fmla="*/ 4061955 w 4734240"/>
                <a:gd name="connsiteY4" fmla="*/ 1885442 h 1885442"/>
                <a:gd name="connsiteX5" fmla="*/ 0 w 4734240"/>
                <a:gd name="connsiteY5" fmla="*/ 1885442 h 1885442"/>
                <a:gd name="connsiteX6" fmla="*/ 999671 w 4734240"/>
                <a:gd name="connsiteY6" fmla="*/ 14124 h 188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34240" h="1885442">
                  <a:moveTo>
                    <a:pt x="4061955" y="0"/>
                  </a:moveTo>
                  <a:lnTo>
                    <a:pt x="4734240" y="0"/>
                  </a:lnTo>
                  <a:lnTo>
                    <a:pt x="4734240" y="1875162"/>
                  </a:lnTo>
                  <a:lnTo>
                    <a:pt x="4061955" y="1875162"/>
                  </a:lnTo>
                  <a:lnTo>
                    <a:pt x="4061955" y="1885442"/>
                  </a:lnTo>
                  <a:lnTo>
                    <a:pt x="0" y="1885442"/>
                  </a:lnTo>
                  <a:lnTo>
                    <a:pt x="999671" y="14124"/>
                  </a:lnTo>
                  <a:close/>
                </a:path>
              </a:pathLst>
            </a:custGeom>
            <a:blipFill>
              <a:blip r:embed="rId3"/>
              <a:stretch>
                <a:fillRect t="-33925" b="-33471"/>
              </a:stretch>
            </a:blip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" name="ïṥḷïḋé">
              <a:extLst>
                <a:ext uri="{FF2B5EF4-FFF2-40B4-BE49-F238E27FC236}">
                  <a16:creationId xmlns:a16="http://schemas.microsoft.com/office/drawing/2014/main" id="{1CC29A14-7321-49E8-9555-B9FECD7E3277}"/>
                </a:ext>
              </a:extLst>
            </p:cNvPr>
            <p:cNvSpPr/>
            <p:nvPr/>
          </p:nvSpPr>
          <p:spPr>
            <a:xfrm>
              <a:off x="9273083" y="2463756"/>
              <a:ext cx="1063624" cy="2072085"/>
            </a:xfrm>
            <a:prstGeom prst="parallelogram">
              <a:avLst>
                <a:gd name="adj" fmla="val 70210"/>
              </a:avLst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íš1îdè">
              <a:extLst>
                <a:ext uri="{FF2B5EF4-FFF2-40B4-BE49-F238E27FC236}">
                  <a16:creationId xmlns:a16="http://schemas.microsoft.com/office/drawing/2014/main" id="{013DC5C0-F37D-4E64-B7CD-3FAADB5E923A}"/>
                </a:ext>
              </a:extLst>
            </p:cNvPr>
            <p:cNvSpPr/>
            <p:nvPr/>
          </p:nvSpPr>
          <p:spPr>
            <a:xfrm flipH="1" flipV="1">
              <a:off x="0" y="2487117"/>
              <a:ext cx="1832955" cy="1875161"/>
            </a:xfrm>
            <a:custGeom>
              <a:avLst/>
              <a:gdLst>
                <a:gd name="connsiteX0" fmla="*/ 1832955 w 1832955"/>
                <a:gd name="connsiteY0" fmla="*/ 1875161 h 1875161"/>
                <a:gd name="connsiteX1" fmla="*/ 0 w 1832955"/>
                <a:gd name="connsiteY1" fmla="*/ 1875161 h 1875161"/>
                <a:gd name="connsiteX2" fmla="*/ 999671 w 1832955"/>
                <a:gd name="connsiteY2" fmla="*/ 3843 h 1875161"/>
                <a:gd name="connsiteX3" fmla="*/ 1832955 w 1832955"/>
                <a:gd name="connsiteY3" fmla="*/ 0 h 187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2955" h="1875161">
                  <a:moveTo>
                    <a:pt x="1832955" y="1875161"/>
                  </a:moveTo>
                  <a:lnTo>
                    <a:pt x="0" y="1875161"/>
                  </a:lnTo>
                  <a:lnTo>
                    <a:pt x="999671" y="3843"/>
                  </a:lnTo>
                  <a:lnTo>
                    <a:pt x="1832955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" name="ïSľiḑè">
              <a:extLst>
                <a:ext uri="{FF2B5EF4-FFF2-40B4-BE49-F238E27FC236}">
                  <a16:creationId xmlns:a16="http://schemas.microsoft.com/office/drawing/2014/main" id="{6AED6053-62A8-41D4-A4EE-40CF5A5F110C}"/>
                </a:ext>
              </a:extLst>
            </p:cNvPr>
            <p:cNvSpPr/>
            <p:nvPr/>
          </p:nvSpPr>
          <p:spPr>
            <a:xfrm>
              <a:off x="10044183" y="2463756"/>
              <a:ext cx="1063624" cy="2072085"/>
            </a:xfrm>
            <a:prstGeom prst="parallelogram">
              <a:avLst>
                <a:gd name="adj" fmla="val 70210"/>
              </a:avLst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iṣļïḋè">
              <a:extLst>
                <a:ext uri="{FF2B5EF4-FFF2-40B4-BE49-F238E27FC236}">
                  <a16:creationId xmlns:a16="http://schemas.microsoft.com/office/drawing/2014/main" id="{F6A509D5-F04B-42C4-913A-A055EA66A3E4}"/>
                </a:ext>
              </a:extLst>
            </p:cNvPr>
            <p:cNvSpPr/>
            <p:nvPr/>
          </p:nvSpPr>
          <p:spPr>
            <a:xfrm>
              <a:off x="10815283" y="2463756"/>
              <a:ext cx="1063624" cy="2072085"/>
            </a:xfrm>
            <a:prstGeom prst="parallelogram">
              <a:avLst>
                <a:gd name="adj" fmla="val 70210"/>
              </a:avLst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ïṣļïďe">
              <a:extLst>
                <a:ext uri="{FF2B5EF4-FFF2-40B4-BE49-F238E27FC236}">
                  <a16:creationId xmlns:a16="http://schemas.microsoft.com/office/drawing/2014/main" id="{DBB9AD95-32C0-4F04-8D81-DD18B85199D3}"/>
                </a:ext>
              </a:extLst>
            </p:cNvPr>
            <p:cNvSpPr/>
            <p:nvPr/>
          </p:nvSpPr>
          <p:spPr>
            <a:xfrm>
              <a:off x="662612" y="2006400"/>
              <a:ext cx="2036135" cy="62181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Content</a:t>
              </a:r>
            </a:p>
          </p:txBody>
        </p:sp>
        <p:sp>
          <p:nvSpPr>
            <p:cNvPr id="9" name="îśḻídé">
              <a:extLst>
                <a:ext uri="{FF2B5EF4-FFF2-40B4-BE49-F238E27FC236}">
                  <a16:creationId xmlns:a16="http://schemas.microsoft.com/office/drawing/2014/main" id="{EB6BF09C-4666-4967-B032-2BE3EDAB0E92}"/>
                </a:ext>
              </a:extLst>
            </p:cNvPr>
            <p:cNvSpPr txBox="1"/>
            <p:nvPr/>
          </p:nvSpPr>
          <p:spPr bwMode="auto">
            <a:xfrm>
              <a:off x="3014003" y="2522479"/>
              <a:ext cx="2802979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大学生的日常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íşļidé">
              <a:extLst>
                <a:ext uri="{FF2B5EF4-FFF2-40B4-BE49-F238E27FC236}">
                  <a16:creationId xmlns:a16="http://schemas.microsoft.com/office/drawing/2014/main" id="{06DCAE6A-CD3C-47C3-93F2-AA96F460EC35}"/>
                </a:ext>
              </a:extLst>
            </p:cNvPr>
            <p:cNvSpPr/>
            <p:nvPr/>
          </p:nvSpPr>
          <p:spPr bwMode="auto">
            <a:xfrm>
              <a:off x="2560437" y="2480650"/>
              <a:ext cx="371558" cy="371558"/>
            </a:xfrm>
            <a:prstGeom prst="roundRect">
              <a:avLst/>
            </a:prstGeom>
            <a:solidFill>
              <a:schemeClr val="accent1"/>
            </a:solidFill>
            <a:ln w="38100"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01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íṧľïḍe">
              <a:extLst>
                <a:ext uri="{FF2B5EF4-FFF2-40B4-BE49-F238E27FC236}">
                  <a16:creationId xmlns:a16="http://schemas.microsoft.com/office/drawing/2014/main" id="{FDAE5D61-D9C4-40C5-AAC7-7B1DE46A545A}"/>
                </a:ext>
              </a:extLst>
            </p:cNvPr>
            <p:cNvSpPr txBox="1"/>
            <p:nvPr/>
          </p:nvSpPr>
          <p:spPr bwMode="auto">
            <a:xfrm>
              <a:off x="2734776" y="2968532"/>
              <a:ext cx="2802979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600" b="1" dirty="0">
                  <a:latin typeface="+mn-ea"/>
                </a:rPr>
                <a:t>大学生该有的精神风貌</a:t>
              </a:r>
              <a:endParaRPr lang="en-US" altLang="zh-CN" sz="1600" b="1" dirty="0">
                <a:latin typeface="+mn-ea"/>
              </a:endParaRPr>
            </a:p>
          </p:txBody>
        </p:sp>
        <p:sp>
          <p:nvSpPr>
            <p:cNvPr id="12" name="îṣḻidê">
              <a:extLst>
                <a:ext uri="{FF2B5EF4-FFF2-40B4-BE49-F238E27FC236}">
                  <a16:creationId xmlns:a16="http://schemas.microsoft.com/office/drawing/2014/main" id="{5E6248A0-4AC6-46A2-BCDF-D4FBC3620BCB}"/>
                </a:ext>
              </a:extLst>
            </p:cNvPr>
            <p:cNvSpPr/>
            <p:nvPr/>
          </p:nvSpPr>
          <p:spPr bwMode="auto">
            <a:xfrm>
              <a:off x="2279779" y="2980138"/>
              <a:ext cx="371558" cy="371558"/>
            </a:xfrm>
            <a:prstGeom prst="roundRect">
              <a:avLst/>
            </a:prstGeom>
            <a:solidFill>
              <a:schemeClr val="accent1"/>
            </a:solidFill>
            <a:ln w="38100"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02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îSlídé">
              <a:extLst>
                <a:ext uri="{FF2B5EF4-FFF2-40B4-BE49-F238E27FC236}">
                  <a16:creationId xmlns:a16="http://schemas.microsoft.com/office/drawing/2014/main" id="{5E381CC1-CEDF-4D8A-A471-0B040794642C}"/>
                </a:ext>
              </a:extLst>
            </p:cNvPr>
            <p:cNvSpPr txBox="1"/>
            <p:nvPr/>
          </p:nvSpPr>
          <p:spPr bwMode="auto">
            <a:xfrm>
              <a:off x="2569372" y="3460189"/>
              <a:ext cx="2802979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1600" b="1" dirty="0"/>
                <a:t>如何实现</a:t>
              </a:r>
              <a:endParaRPr lang="en-US" altLang="zh-CN" sz="1600" b="1" dirty="0"/>
            </a:p>
          </p:txBody>
        </p:sp>
        <p:sp>
          <p:nvSpPr>
            <p:cNvPr id="14" name="iṣḻïdê">
              <a:extLst>
                <a:ext uri="{FF2B5EF4-FFF2-40B4-BE49-F238E27FC236}">
                  <a16:creationId xmlns:a16="http://schemas.microsoft.com/office/drawing/2014/main" id="{27EACEC7-C2D9-40F4-95B2-58781F792886}"/>
                </a:ext>
              </a:extLst>
            </p:cNvPr>
            <p:cNvSpPr/>
            <p:nvPr/>
          </p:nvSpPr>
          <p:spPr bwMode="auto">
            <a:xfrm>
              <a:off x="2017229" y="3479626"/>
              <a:ext cx="371558" cy="371558"/>
            </a:xfrm>
            <a:prstGeom prst="roundRect">
              <a:avLst/>
            </a:prstGeom>
            <a:solidFill>
              <a:schemeClr val="accent1"/>
            </a:solidFill>
            <a:ln w="38100"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03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B7E904F-D05F-406E-9240-4BA0E10CDF84}"/>
                </a:ext>
              </a:extLst>
            </p:cNvPr>
            <p:cNvCxnSpPr/>
            <p:nvPr/>
          </p:nvCxnSpPr>
          <p:spPr>
            <a:xfrm>
              <a:off x="3036000" y="2937467"/>
              <a:ext cx="495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5953067-C2E0-46F2-84B4-6FBD09EF39C8}"/>
                </a:ext>
              </a:extLst>
            </p:cNvPr>
            <p:cNvCxnSpPr/>
            <p:nvPr/>
          </p:nvCxnSpPr>
          <p:spPr>
            <a:xfrm>
              <a:off x="2804761" y="3437321"/>
              <a:ext cx="495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5E8CC1E-1BA4-4FBD-AB8A-547F85AB5634}"/>
                </a:ext>
              </a:extLst>
            </p:cNvPr>
            <p:cNvCxnSpPr/>
            <p:nvPr/>
          </p:nvCxnSpPr>
          <p:spPr>
            <a:xfrm>
              <a:off x="2507759" y="3962423"/>
              <a:ext cx="495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6194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6273" y="3429000"/>
            <a:ext cx="7584213" cy="656792"/>
          </a:xfrm>
        </p:spPr>
        <p:txBody>
          <a:bodyPr>
            <a:noAutofit/>
          </a:bodyPr>
          <a:lstStyle/>
          <a:p>
            <a:r>
              <a:rPr lang="zh-CN" altLang="en-US" sz="4400" b="0" dirty="0">
                <a:latin typeface="黑体" panose="02010609060101010101" pitchFamily="49" charset="-122"/>
                <a:ea typeface="黑体" panose="02010609060101010101" pitchFamily="49" charset="-122"/>
              </a:rPr>
              <a:t>大学生的日常</a:t>
            </a:r>
          </a:p>
        </p:txBody>
      </p:sp>
      <p:pic>
        <p:nvPicPr>
          <p:cNvPr id="8" name="图片占位符 49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63" b="37163"/>
          <a:stretch/>
        </p:blipFill>
        <p:spPr/>
      </p:pic>
      <p:sp>
        <p:nvSpPr>
          <p:cNvPr id="12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669925" y="1123949"/>
            <a:ext cx="2967355" cy="349885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641844" y="2320651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32E41A-3E25-4FA7-A88E-444F2E353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94" y="-237317"/>
            <a:ext cx="12200494" cy="7269800"/>
          </a:xfrm>
        </p:spPr>
      </p:pic>
    </p:spTree>
    <p:extLst>
      <p:ext uri="{BB962C8B-B14F-4D97-AF65-F5344CB8AC3E}">
        <p14:creationId xmlns:p14="http://schemas.microsoft.com/office/powerpoint/2010/main" val="6540287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F7A7E4-FA7D-4524-8864-A7834621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F5F35F80-8439-4CBA-8242-F10F33C5F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92" y="-215530"/>
            <a:ext cx="12203691" cy="729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1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占位符 49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49375" b="11109"/>
          <a:stretch>
            <a:fillRect/>
          </a:stretch>
        </p:blipFill>
        <p:spPr>
          <a:xfrm>
            <a:off x="0" y="1123949"/>
            <a:ext cx="12192000" cy="2086611"/>
          </a:xfrm>
        </p:spPr>
      </p:pic>
      <p:sp>
        <p:nvSpPr>
          <p:cNvPr id="1048588" name="标题 1"/>
          <p:cNvSpPr>
            <a:spLocks noGrp="1"/>
          </p:cNvSpPr>
          <p:nvPr>
            <p:ph type="ctrTitle"/>
          </p:nvPr>
        </p:nvSpPr>
        <p:spPr>
          <a:xfrm>
            <a:off x="4474156" y="3616961"/>
            <a:ext cx="7117452" cy="938149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大学生该有的精神风貌</a:t>
            </a:r>
          </a:p>
        </p:txBody>
      </p:sp>
      <p:sp>
        <p:nvSpPr>
          <p:cNvPr id="5" name="文本占位符 11">
            <a:extLst>
              <a:ext uri="{FF2B5EF4-FFF2-40B4-BE49-F238E27FC236}">
                <a16:creationId xmlns:a16="http://schemas.microsoft.com/office/drawing/2014/main" id="{1F34AA05-6745-4EC0-AFE0-126F6F1165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9925" y="1123949"/>
            <a:ext cx="2967355" cy="349885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DB7A162A-FCF0-4431-9F67-650260455749}"/>
              </a:ext>
            </a:extLst>
          </p:cNvPr>
          <p:cNvSpPr txBox="1"/>
          <p:nvPr/>
        </p:nvSpPr>
        <p:spPr>
          <a:xfrm>
            <a:off x="1641844" y="2320651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图片占位符 49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49375" b="11109"/>
          <a:stretch>
            <a:fillRect/>
          </a:stretch>
        </p:blipFill>
        <p:spPr>
          <a:xfrm>
            <a:off x="0" y="1123949"/>
            <a:ext cx="12192000" cy="2086611"/>
          </a:xfrm>
        </p:spPr>
      </p:pic>
      <p:sp>
        <p:nvSpPr>
          <p:cNvPr id="1048669" name="标题 1"/>
          <p:cNvSpPr>
            <a:spLocks noGrp="1"/>
          </p:cNvSpPr>
          <p:nvPr>
            <p:ph type="ctrTitle"/>
          </p:nvPr>
        </p:nvSpPr>
        <p:spPr>
          <a:xfrm>
            <a:off x="5215836" y="3799841"/>
            <a:ext cx="5167684" cy="9381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5400" dirty="0"/>
              <a:t>我 们 的 声 音</a:t>
            </a:r>
          </a:p>
        </p:txBody>
      </p:sp>
      <p:pic>
        <p:nvPicPr>
          <p:cNvPr id="2097160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2" y="1123948"/>
            <a:ext cx="3304804" cy="44445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占位符 49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49375" b="11109"/>
          <a:stretch>
            <a:fillRect/>
          </a:stretch>
        </p:blipFill>
        <p:spPr>
          <a:xfrm>
            <a:off x="0" y="1123949"/>
            <a:ext cx="12192000" cy="2086611"/>
          </a:xfrm>
        </p:spPr>
      </p:pic>
      <p:sp>
        <p:nvSpPr>
          <p:cNvPr id="1048588" name="标题 1"/>
          <p:cNvSpPr>
            <a:spLocks noGrp="1"/>
          </p:cNvSpPr>
          <p:nvPr>
            <p:ph type="ctrTitle"/>
          </p:nvPr>
        </p:nvSpPr>
        <p:spPr>
          <a:xfrm>
            <a:off x="4474156" y="3616961"/>
            <a:ext cx="7117452" cy="938149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如何实现</a:t>
            </a:r>
          </a:p>
        </p:txBody>
      </p:sp>
      <p:sp>
        <p:nvSpPr>
          <p:cNvPr id="5" name="文本占位符 11">
            <a:extLst>
              <a:ext uri="{FF2B5EF4-FFF2-40B4-BE49-F238E27FC236}">
                <a16:creationId xmlns:a16="http://schemas.microsoft.com/office/drawing/2014/main" id="{1F34AA05-6745-4EC0-AFE0-126F6F1165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9925" y="1123949"/>
            <a:ext cx="2967355" cy="349885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DB7A162A-FCF0-4431-9F67-650260455749}"/>
              </a:ext>
            </a:extLst>
          </p:cNvPr>
          <p:cNvSpPr txBox="1"/>
          <p:nvPr/>
        </p:nvSpPr>
        <p:spPr>
          <a:xfrm>
            <a:off x="1641844" y="2320651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2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282113" y="6240463"/>
            <a:ext cx="2909887" cy="20637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2" y="0"/>
            <a:ext cx="12967855" cy="7335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CE4525-A3A2-4FF7-857C-10E24D858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877" y="257340"/>
            <a:ext cx="11417976" cy="634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4124B4-16E1-48A9-9064-DA55CCA7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E:\我的文档\1512210507935.png">
            <a:extLst>
              <a:ext uri="{FF2B5EF4-FFF2-40B4-BE49-F238E27FC236}">
                <a16:creationId xmlns:a16="http://schemas.microsoft.com/office/drawing/2014/main" id="{BD3FB555-FA4A-4D91-8E5B-B35B419F0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688" y="135381"/>
            <a:ext cx="6014432" cy="6587237"/>
          </a:xfrm>
          <a:prstGeom prst="rect">
            <a:avLst/>
          </a:prstGeom>
          <a:noFill/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242F2C3-8C8D-4EC1-83B5-260657F936CB}"/>
              </a:ext>
            </a:extLst>
          </p:cNvPr>
          <p:cNvCxnSpPr>
            <a:cxnSpLocks/>
          </p:cNvCxnSpPr>
          <p:nvPr/>
        </p:nvCxnSpPr>
        <p:spPr>
          <a:xfrm>
            <a:off x="3281466" y="4994426"/>
            <a:ext cx="5541816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87B9903-A2C4-486B-987F-94EC0A402E4F}"/>
              </a:ext>
            </a:extLst>
          </p:cNvPr>
          <p:cNvCxnSpPr>
            <a:cxnSpLocks/>
          </p:cNvCxnSpPr>
          <p:nvPr/>
        </p:nvCxnSpPr>
        <p:spPr>
          <a:xfrm>
            <a:off x="3281466" y="5930530"/>
            <a:ext cx="5541816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37">
            <a:extLst>
              <a:ext uri="{FF2B5EF4-FFF2-40B4-BE49-F238E27FC236}">
                <a16:creationId xmlns:a16="http://schemas.microsoft.com/office/drawing/2014/main" id="{727BE08F-D4D5-459A-B379-4F45A354294A}"/>
              </a:ext>
            </a:extLst>
          </p:cNvPr>
          <p:cNvSpPr txBox="1"/>
          <p:nvPr/>
        </p:nvSpPr>
        <p:spPr>
          <a:xfrm>
            <a:off x="3281466" y="4960422"/>
            <a:ext cx="554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Thank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You</a:t>
            </a:r>
            <a:endParaRPr lang="zh-CN" altLang="en-US" sz="3200" b="1" dirty="0">
              <a:solidFill>
                <a:schemeClr val="accent6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38">
            <a:extLst>
              <a:ext uri="{FF2B5EF4-FFF2-40B4-BE49-F238E27FC236}">
                <a16:creationId xmlns:a16="http://schemas.microsoft.com/office/drawing/2014/main" id="{57E6C7AB-6661-4AB0-A011-A513879A9CF1}"/>
              </a:ext>
            </a:extLst>
          </p:cNvPr>
          <p:cNvSpPr txBox="1"/>
          <p:nvPr/>
        </p:nvSpPr>
        <p:spPr>
          <a:xfrm>
            <a:off x="3857529" y="6062732"/>
            <a:ext cx="4038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Freedom  design  by  Y.B.X(</a:t>
            </a:r>
            <a:r>
              <a:rPr lang="zh-CN" altLang="en-US" sz="14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杨秉学</a:t>
            </a:r>
            <a:r>
              <a:rPr lang="en-US" altLang="zh-CN" sz="14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400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869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50"/>
                            </p:stCondLst>
                            <p:childTnLst>
                              <p:par>
                                <p:cTn id="28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1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e7479ab8-22d3-4b52-b6a7-697b951eac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e99c3c6-276f-476b-bce0-0a4fb3ef299d"/>
</p:tagLst>
</file>

<file path=ppt/theme/theme1.xml><?xml version="1.0" encoding="utf-8"?>
<a:theme xmlns:a="http://schemas.openxmlformats.org/drawingml/2006/main" name="主题5">
  <a:themeElements>
    <a:clrScheme name="自定义 19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54A5D"/>
      </a:accent1>
      <a:accent2>
        <a:srgbClr val="E66C22"/>
      </a:accent2>
      <a:accent3>
        <a:srgbClr val="808080"/>
      </a:accent3>
      <a:accent4>
        <a:srgbClr val="A48775"/>
      </a:accent4>
      <a:accent5>
        <a:srgbClr val="B1ACA9"/>
      </a:accent5>
      <a:accent6>
        <a:srgbClr val="CCC2BC"/>
      </a:accent6>
      <a:hlink>
        <a:srgbClr val="354A5D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9">
    <a:dk1>
      <a:srgbClr val="000000"/>
    </a:dk1>
    <a:lt1>
      <a:srgbClr val="FFFFFF"/>
    </a:lt1>
    <a:dk2>
      <a:srgbClr val="778495"/>
    </a:dk2>
    <a:lt2>
      <a:srgbClr val="F0F0F0"/>
    </a:lt2>
    <a:accent1>
      <a:srgbClr val="354A5D"/>
    </a:accent1>
    <a:accent2>
      <a:srgbClr val="E66C22"/>
    </a:accent2>
    <a:accent3>
      <a:srgbClr val="808080"/>
    </a:accent3>
    <a:accent4>
      <a:srgbClr val="A48775"/>
    </a:accent4>
    <a:accent5>
      <a:srgbClr val="B1ACA9"/>
    </a:accent5>
    <a:accent6>
      <a:srgbClr val="CCC2BC"/>
    </a:accent6>
    <a:hlink>
      <a:srgbClr val="354A5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218</TotalTime>
  <Words>73</Words>
  <Application>Microsoft Office PowerPoint</Application>
  <PresentationFormat>宽屏</PresentationFormat>
  <Paragraphs>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黑体</vt:lpstr>
      <vt:lpstr>微软雅黑</vt:lpstr>
      <vt:lpstr>Arial</vt:lpstr>
      <vt:lpstr>CommercialScript BT</vt:lpstr>
      <vt:lpstr>Impact</vt:lpstr>
      <vt:lpstr>主题5</vt:lpstr>
      <vt:lpstr>PPT制作小组: 计算1701 谷肖帆 朱雨豪 方可乐                        计算1702 杨秉学           主讲人: 杨秉学</vt:lpstr>
      <vt:lpstr>PowerPoint 演示文稿</vt:lpstr>
      <vt:lpstr>大学生的日常</vt:lpstr>
      <vt:lpstr>PowerPoint 演示文稿</vt:lpstr>
      <vt:lpstr>PowerPoint 演示文稿</vt:lpstr>
      <vt:lpstr>大学生该有的精神风貌</vt:lpstr>
      <vt:lpstr>我 们 的 声 音</vt:lpstr>
      <vt:lpstr>如何实现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Iammyself</cp:lastModifiedBy>
  <cp:revision>30</cp:revision>
  <cp:lastPrinted>2017-08-01T16:00:00Z</cp:lastPrinted>
  <dcterms:created xsi:type="dcterms:W3CDTF">2017-08-01T16:00:00Z</dcterms:created>
  <dcterms:modified xsi:type="dcterms:W3CDTF">2018-12-13T09:51:06Z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e7479ab8-22d3-4b52-b6a7-697b951eacba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t-shyu@microsoft.com</vt:lpwstr>
  </property>
  <property fmtid="{D5CDD505-2E9C-101B-9397-08002B2CF9AE}" pid="6" name="MSIP_Label_f42aa342-8706-4288-bd11-ebb85995028c_SetDate">
    <vt:lpwstr>2018-08-21T07:28:46.4634997Z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