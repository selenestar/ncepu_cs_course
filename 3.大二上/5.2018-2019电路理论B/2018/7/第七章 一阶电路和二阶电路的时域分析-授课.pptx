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2"/>
  </p:notesMasterIdLst>
  <p:handoutMasterIdLst>
    <p:handoutMasterId r:id="rId53"/>
  </p:handoutMasterIdLst>
  <p:sldIdLst>
    <p:sldId id="684" r:id="rId2"/>
    <p:sldId id="346" r:id="rId3"/>
    <p:sldId id="256" r:id="rId4"/>
    <p:sldId id="674" r:id="rId5"/>
    <p:sldId id="675" r:id="rId6"/>
    <p:sldId id="676" r:id="rId7"/>
    <p:sldId id="677" r:id="rId8"/>
    <p:sldId id="678" r:id="rId9"/>
    <p:sldId id="679" r:id="rId10"/>
    <p:sldId id="680" r:id="rId11"/>
    <p:sldId id="481" r:id="rId12"/>
    <p:sldId id="681" r:id="rId13"/>
    <p:sldId id="483" r:id="rId14"/>
    <p:sldId id="485" r:id="rId15"/>
    <p:sldId id="487" r:id="rId16"/>
    <p:sldId id="683" r:id="rId17"/>
    <p:sldId id="372" r:id="rId18"/>
    <p:sldId id="375" r:id="rId19"/>
    <p:sldId id="685" r:id="rId20"/>
    <p:sldId id="686" r:id="rId21"/>
    <p:sldId id="687" r:id="rId22"/>
    <p:sldId id="691" r:id="rId23"/>
    <p:sldId id="629" r:id="rId24"/>
    <p:sldId id="632" r:id="rId25"/>
    <p:sldId id="360" r:id="rId26"/>
    <p:sldId id="634" r:id="rId27"/>
    <p:sldId id="669" r:id="rId28"/>
    <p:sldId id="638" r:id="rId29"/>
    <p:sldId id="644" r:id="rId30"/>
    <p:sldId id="645" r:id="rId31"/>
    <p:sldId id="647" r:id="rId32"/>
    <p:sldId id="649" r:id="rId33"/>
    <p:sldId id="661" r:id="rId34"/>
    <p:sldId id="693" r:id="rId35"/>
    <p:sldId id="503" r:id="rId36"/>
    <p:sldId id="506" r:id="rId37"/>
    <p:sldId id="618" r:id="rId38"/>
    <p:sldId id="517" r:id="rId39"/>
    <p:sldId id="558" r:id="rId40"/>
    <p:sldId id="667" r:id="rId41"/>
    <p:sldId id="668" r:id="rId42"/>
    <p:sldId id="576" r:id="rId43"/>
    <p:sldId id="579" r:id="rId44"/>
    <p:sldId id="580" r:id="rId45"/>
    <p:sldId id="581" r:id="rId46"/>
    <p:sldId id="584" r:id="rId47"/>
    <p:sldId id="592" r:id="rId48"/>
    <p:sldId id="695" r:id="rId49"/>
    <p:sldId id="597" r:id="rId50"/>
    <p:sldId id="599" r:id="rId5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66FF33"/>
    <a:srgbClr val="33CC33"/>
    <a:srgbClr val="CCFFFF"/>
    <a:srgbClr val="000000"/>
    <a:srgbClr val="99FF99"/>
    <a:srgbClr val="FFFF99"/>
    <a:srgbClr val="FFC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50" autoAdjust="0"/>
    <p:restoredTop sz="95512" autoAdjust="0"/>
  </p:normalViewPr>
  <p:slideViewPr>
    <p:cSldViewPr>
      <p:cViewPr varScale="1">
        <p:scale>
          <a:sx n="68" d="100"/>
          <a:sy n="68" d="100"/>
        </p:scale>
        <p:origin x="1314" y="72"/>
      </p:cViewPr>
      <p:guideLst>
        <p:guide orient="horz" pos="2160"/>
        <p:guide pos="2880"/>
      </p:guideLst>
    </p:cSldViewPr>
  </p:slideViewPr>
  <p:notesTextViewPr>
    <p:cViewPr>
      <p:scale>
        <a:sx n="100" d="100"/>
        <a:sy n="100" d="100"/>
      </p:scale>
      <p:origin x="0" y="0"/>
    </p:cViewPr>
  </p:notesTextViewPr>
  <p:notesViewPr>
    <p:cSldViewPr>
      <p:cViewPr varScale="1">
        <p:scale>
          <a:sx n="65" d="100"/>
          <a:sy n="65" d="100"/>
        </p:scale>
        <p:origin x="-2922"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emf"/><Relationship Id="rId7" Type="http://schemas.openxmlformats.org/officeDocument/2006/relationships/image" Target="../media/image9.emf"/><Relationship Id="rId12" Type="http://schemas.openxmlformats.org/officeDocument/2006/relationships/image" Target="../media/image14.wmf"/><Relationship Id="rId2" Type="http://schemas.openxmlformats.org/officeDocument/2006/relationships/image" Target="../media/image4.wmf"/><Relationship Id="rId1" Type="http://schemas.openxmlformats.org/officeDocument/2006/relationships/image" Target="../media/image3.emf"/><Relationship Id="rId6" Type="http://schemas.openxmlformats.org/officeDocument/2006/relationships/image" Target="../media/image8.wmf"/><Relationship Id="rId11" Type="http://schemas.openxmlformats.org/officeDocument/2006/relationships/image" Target="../media/image13.wmf"/><Relationship Id="rId5" Type="http://schemas.openxmlformats.org/officeDocument/2006/relationships/image" Target="../media/image7.wmf"/><Relationship Id="rId10" Type="http://schemas.openxmlformats.org/officeDocument/2006/relationships/image" Target="../media/image12.wmf"/><Relationship Id="rId4" Type="http://schemas.openxmlformats.org/officeDocument/2006/relationships/image" Target="../media/image6.wmf"/><Relationship Id="rId9"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image" Target="../media/image27.wmf"/><Relationship Id="rId3" Type="http://schemas.openxmlformats.org/officeDocument/2006/relationships/image" Target="../media/image18.wmf"/><Relationship Id="rId7" Type="http://schemas.openxmlformats.org/officeDocument/2006/relationships/image" Target="../media/image11.wmf"/><Relationship Id="rId12" Type="http://schemas.openxmlformats.org/officeDocument/2006/relationships/image" Target="../media/image26.wmf"/><Relationship Id="rId2" Type="http://schemas.openxmlformats.org/officeDocument/2006/relationships/image" Target="../media/image17.e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5.emf"/><Relationship Id="rId5" Type="http://schemas.openxmlformats.org/officeDocument/2006/relationships/image" Target="../media/image20.emf"/><Relationship Id="rId10" Type="http://schemas.openxmlformats.org/officeDocument/2006/relationships/image" Target="../media/image24.wmf"/><Relationship Id="rId4" Type="http://schemas.openxmlformats.org/officeDocument/2006/relationships/image" Target="../media/image19.wmf"/><Relationship Id="rId9"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 Id="rId4" Type="http://schemas.openxmlformats.org/officeDocument/2006/relationships/image" Target="../media/image3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6.wmf"/><Relationship Id="rId7" Type="http://schemas.openxmlformats.org/officeDocument/2006/relationships/image" Target="../media/image40.wmf"/><Relationship Id="rId2" Type="http://schemas.openxmlformats.org/officeDocument/2006/relationships/image" Target="../media/image35.emf"/><Relationship Id="rId1" Type="http://schemas.openxmlformats.org/officeDocument/2006/relationships/image" Target="../media/image33.e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3.wmf"/><Relationship Id="rId3" Type="http://schemas.openxmlformats.org/officeDocument/2006/relationships/image" Target="../media/image43.wmf"/><Relationship Id="rId7" Type="http://schemas.openxmlformats.org/officeDocument/2006/relationships/image" Target="../media/image47.wmf"/><Relationship Id="rId12" Type="http://schemas.openxmlformats.org/officeDocument/2006/relationships/image" Target="../media/image52.wmf"/><Relationship Id="rId17" Type="http://schemas.openxmlformats.org/officeDocument/2006/relationships/image" Target="../media/image57.wmf"/><Relationship Id="rId2" Type="http://schemas.openxmlformats.org/officeDocument/2006/relationships/image" Target="../media/image42.wmf"/><Relationship Id="rId16" Type="http://schemas.openxmlformats.org/officeDocument/2006/relationships/image" Target="../media/image56.wmf"/><Relationship Id="rId1" Type="http://schemas.openxmlformats.org/officeDocument/2006/relationships/image" Target="../media/image41.wmf"/><Relationship Id="rId6" Type="http://schemas.openxmlformats.org/officeDocument/2006/relationships/image" Target="../media/image46.wmf"/><Relationship Id="rId11" Type="http://schemas.openxmlformats.org/officeDocument/2006/relationships/image" Target="../media/image51.wmf"/><Relationship Id="rId5" Type="http://schemas.openxmlformats.org/officeDocument/2006/relationships/image" Target="../media/image45.wmf"/><Relationship Id="rId15" Type="http://schemas.openxmlformats.org/officeDocument/2006/relationships/image" Target="../media/image55.wmf"/><Relationship Id="rId10" Type="http://schemas.openxmlformats.org/officeDocument/2006/relationships/image" Target="../media/image50.wmf"/><Relationship Id="rId4" Type="http://schemas.openxmlformats.org/officeDocument/2006/relationships/image" Target="../media/image44.wmf"/><Relationship Id="rId9" Type="http://schemas.openxmlformats.org/officeDocument/2006/relationships/image" Target="../media/image49.wmf"/><Relationship Id="rId14" Type="http://schemas.openxmlformats.org/officeDocument/2006/relationships/image" Target="../media/image5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4"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 Id="rId4" Type="http://schemas.openxmlformats.org/officeDocument/2006/relationships/image" Target="../media/image65.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 Id="rId4" Type="http://schemas.openxmlformats.org/officeDocument/2006/relationships/image" Target="../media/image70.e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image" Target="../media/image73.emf"/><Relationship Id="rId7" Type="http://schemas.openxmlformats.org/officeDocument/2006/relationships/image" Target="../media/image77.emf"/><Relationship Id="rId2" Type="http://schemas.openxmlformats.org/officeDocument/2006/relationships/image" Target="../media/image72.emf"/><Relationship Id="rId1" Type="http://schemas.openxmlformats.org/officeDocument/2006/relationships/image" Target="../media/image71.emf"/><Relationship Id="rId6" Type="http://schemas.openxmlformats.org/officeDocument/2006/relationships/image" Target="../media/image76.emf"/><Relationship Id="rId5" Type="http://schemas.openxmlformats.org/officeDocument/2006/relationships/image" Target="../media/image75.wmf"/><Relationship Id="rId4" Type="http://schemas.openxmlformats.org/officeDocument/2006/relationships/image" Target="../media/image74.emf"/><Relationship Id="rId9" Type="http://schemas.openxmlformats.org/officeDocument/2006/relationships/image" Target="../media/image79.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image" Target="../media/image83.emf"/><Relationship Id="rId7" Type="http://schemas.openxmlformats.org/officeDocument/2006/relationships/image" Target="../media/image87.wmf"/><Relationship Id="rId2" Type="http://schemas.openxmlformats.org/officeDocument/2006/relationships/image" Target="../media/image82.emf"/><Relationship Id="rId1" Type="http://schemas.openxmlformats.org/officeDocument/2006/relationships/image" Target="../media/image81.e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 Id="rId9" Type="http://schemas.openxmlformats.org/officeDocument/2006/relationships/image" Target="../media/image89.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92.emf"/><Relationship Id="rId7" Type="http://schemas.openxmlformats.org/officeDocument/2006/relationships/image" Target="../media/image96.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5.emf"/><Relationship Id="rId5" Type="http://schemas.openxmlformats.org/officeDocument/2006/relationships/image" Target="../media/image94.wmf"/><Relationship Id="rId4" Type="http://schemas.openxmlformats.org/officeDocument/2006/relationships/image" Target="../media/image93.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image" Target="../media/image100.wmf"/><Relationship Id="rId7" Type="http://schemas.openxmlformats.org/officeDocument/2006/relationships/image" Target="../media/image104.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103.wmf"/><Relationship Id="rId11" Type="http://schemas.openxmlformats.org/officeDocument/2006/relationships/image" Target="../media/image108.wmf"/><Relationship Id="rId5" Type="http://schemas.openxmlformats.org/officeDocument/2006/relationships/image" Target="../media/image102.wmf"/><Relationship Id="rId10" Type="http://schemas.openxmlformats.org/officeDocument/2006/relationships/image" Target="../media/image107.wmf"/><Relationship Id="rId4" Type="http://schemas.openxmlformats.org/officeDocument/2006/relationships/image" Target="../media/image101.wmf"/><Relationship Id="rId9" Type="http://schemas.openxmlformats.org/officeDocument/2006/relationships/image" Target="../media/image10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3.wmf"/><Relationship Id="rId2" Type="http://schemas.openxmlformats.org/officeDocument/2006/relationships/image" Target="../media/image109.wmf"/><Relationship Id="rId1" Type="http://schemas.openxmlformats.org/officeDocument/2006/relationships/image" Target="../media/image103.wmf"/><Relationship Id="rId6" Type="http://schemas.openxmlformats.org/officeDocument/2006/relationships/image" Target="../media/image112.wmf"/><Relationship Id="rId5" Type="http://schemas.openxmlformats.org/officeDocument/2006/relationships/image" Target="../media/image98.wmf"/><Relationship Id="rId4" Type="http://schemas.openxmlformats.org/officeDocument/2006/relationships/image" Target="../media/image11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 Id="rId5" Type="http://schemas.openxmlformats.org/officeDocument/2006/relationships/image" Target="../media/image118.wmf"/><Relationship Id="rId4" Type="http://schemas.openxmlformats.org/officeDocument/2006/relationships/image" Target="../media/image117.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130.wmf"/><Relationship Id="rId3" Type="http://schemas.openxmlformats.org/officeDocument/2006/relationships/image" Target="../media/image121.wmf"/><Relationship Id="rId7" Type="http://schemas.openxmlformats.org/officeDocument/2006/relationships/image" Target="../media/image125.wmf"/><Relationship Id="rId12" Type="http://schemas.openxmlformats.org/officeDocument/2006/relationships/image" Target="../media/image114.wmf"/><Relationship Id="rId2" Type="http://schemas.openxmlformats.org/officeDocument/2006/relationships/image" Target="../media/image120.wmf"/><Relationship Id="rId1" Type="http://schemas.openxmlformats.org/officeDocument/2006/relationships/image" Target="../media/image119.emf"/><Relationship Id="rId6" Type="http://schemas.openxmlformats.org/officeDocument/2006/relationships/image" Target="../media/image124.wmf"/><Relationship Id="rId11" Type="http://schemas.openxmlformats.org/officeDocument/2006/relationships/image" Target="../media/image129.wmf"/><Relationship Id="rId5" Type="http://schemas.openxmlformats.org/officeDocument/2006/relationships/image" Target="../media/image123.wmf"/><Relationship Id="rId15" Type="http://schemas.openxmlformats.org/officeDocument/2006/relationships/image" Target="../media/image132.wmf"/><Relationship Id="rId10" Type="http://schemas.openxmlformats.org/officeDocument/2006/relationships/image" Target="../media/image128.wmf"/><Relationship Id="rId4" Type="http://schemas.openxmlformats.org/officeDocument/2006/relationships/image" Target="../media/image122.wmf"/><Relationship Id="rId9" Type="http://schemas.openxmlformats.org/officeDocument/2006/relationships/image" Target="../media/image127.wmf"/><Relationship Id="rId14" Type="http://schemas.openxmlformats.org/officeDocument/2006/relationships/image" Target="../media/image13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40.wmf"/><Relationship Id="rId13" Type="http://schemas.openxmlformats.org/officeDocument/2006/relationships/image" Target="../media/image145.wmf"/><Relationship Id="rId18" Type="http://schemas.openxmlformats.org/officeDocument/2006/relationships/image" Target="../media/image150.emf"/><Relationship Id="rId26" Type="http://schemas.openxmlformats.org/officeDocument/2006/relationships/image" Target="../media/image158.wmf"/><Relationship Id="rId3" Type="http://schemas.openxmlformats.org/officeDocument/2006/relationships/image" Target="../media/image135.wmf"/><Relationship Id="rId21" Type="http://schemas.openxmlformats.org/officeDocument/2006/relationships/image" Target="../media/image153.emf"/><Relationship Id="rId7" Type="http://schemas.openxmlformats.org/officeDocument/2006/relationships/image" Target="../media/image139.wmf"/><Relationship Id="rId12" Type="http://schemas.openxmlformats.org/officeDocument/2006/relationships/image" Target="../media/image144.wmf"/><Relationship Id="rId17" Type="http://schemas.openxmlformats.org/officeDocument/2006/relationships/image" Target="../media/image149.emf"/><Relationship Id="rId25" Type="http://schemas.openxmlformats.org/officeDocument/2006/relationships/image" Target="../media/image157.emf"/><Relationship Id="rId2" Type="http://schemas.openxmlformats.org/officeDocument/2006/relationships/image" Target="../media/image134.wmf"/><Relationship Id="rId16" Type="http://schemas.openxmlformats.org/officeDocument/2006/relationships/image" Target="../media/image148.emf"/><Relationship Id="rId20" Type="http://schemas.openxmlformats.org/officeDocument/2006/relationships/image" Target="../media/image152.emf"/><Relationship Id="rId1" Type="http://schemas.openxmlformats.org/officeDocument/2006/relationships/image" Target="../media/image133.wmf"/><Relationship Id="rId6" Type="http://schemas.openxmlformats.org/officeDocument/2006/relationships/image" Target="../media/image138.wmf"/><Relationship Id="rId11" Type="http://schemas.openxmlformats.org/officeDocument/2006/relationships/image" Target="../media/image143.wmf"/><Relationship Id="rId24" Type="http://schemas.openxmlformats.org/officeDocument/2006/relationships/image" Target="../media/image156.emf"/><Relationship Id="rId5" Type="http://schemas.openxmlformats.org/officeDocument/2006/relationships/image" Target="../media/image137.wmf"/><Relationship Id="rId15" Type="http://schemas.openxmlformats.org/officeDocument/2006/relationships/image" Target="../media/image147.emf"/><Relationship Id="rId23" Type="http://schemas.openxmlformats.org/officeDocument/2006/relationships/image" Target="../media/image155.emf"/><Relationship Id="rId10" Type="http://schemas.openxmlformats.org/officeDocument/2006/relationships/image" Target="../media/image142.wmf"/><Relationship Id="rId19" Type="http://schemas.openxmlformats.org/officeDocument/2006/relationships/image" Target="../media/image151.emf"/><Relationship Id="rId4" Type="http://schemas.openxmlformats.org/officeDocument/2006/relationships/image" Target="../media/image136.wmf"/><Relationship Id="rId9" Type="http://schemas.openxmlformats.org/officeDocument/2006/relationships/image" Target="../media/image141.wmf"/><Relationship Id="rId14" Type="http://schemas.openxmlformats.org/officeDocument/2006/relationships/image" Target="../media/image146.wmf"/><Relationship Id="rId22" Type="http://schemas.openxmlformats.org/officeDocument/2006/relationships/image" Target="../media/image154.emf"/><Relationship Id="rId27" Type="http://schemas.openxmlformats.org/officeDocument/2006/relationships/image" Target="../media/image159.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65.wmf"/><Relationship Id="rId13" Type="http://schemas.openxmlformats.org/officeDocument/2006/relationships/image" Target="../media/image170.wmf"/><Relationship Id="rId3" Type="http://schemas.openxmlformats.org/officeDocument/2006/relationships/image" Target="../media/image134.wmf"/><Relationship Id="rId7" Type="http://schemas.openxmlformats.org/officeDocument/2006/relationships/image" Target="../media/image164.wmf"/><Relationship Id="rId12" Type="http://schemas.openxmlformats.org/officeDocument/2006/relationships/image" Target="../media/image169.wmf"/><Relationship Id="rId17" Type="http://schemas.openxmlformats.org/officeDocument/2006/relationships/image" Target="../media/image174.wmf"/><Relationship Id="rId2" Type="http://schemas.openxmlformats.org/officeDocument/2006/relationships/image" Target="../media/image161.wmf"/><Relationship Id="rId16" Type="http://schemas.openxmlformats.org/officeDocument/2006/relationships/image" Target="../media/image173.wmf"/><Relationship Id="rId1" Type="http://schemas.openxmlformats.org/officeDocument/2006/relationships/image" Target="../media/image160.wmf"/><Relationship Id="rId6" Type="http://schemas.openxmlformats.org/officeDocument/2006/relationships/image" Target="../media/image163.emf"/><Relationship Id="rId11" Type="http://schemas.openxmlformats.org/officeDocument/2006/relationships/image" Target="../media/image168.wmf"/><Relationship Id="rId5" Type="http://schemas.openxmlformats.org/officeDocument/2006/relationships/image" Target="../media/image140.wmf"/><Relationship Id="rId15" Type="http://schemas.openxmlformats.org/officeDocument/2006/relationships/image" Target="../media/image172.wmf"/><Relationship Id="rId10" Type="http://schemas.openxmlformats.org/officeDocument/2006/relationships/image" Target="../media/image167.wmf"/><Relationship Id="rId4" Type="http://schemas.openxmlformats.org/officeDocument/2006/relationships/image" Target="../media/image162.wmf"/><Relationship Id="rId9" Type="http://schemas.openxmlformats.org/officeDocument/2006/relationships/image" Target="../media/image166.wmf"/><Relationship Id="rId14" Type="http://schemas.openxmlformats.org/officeDocument/2006/relationships/image" Target="../media/image17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79.emf"/><Relationship Id="rId2" Type="http://schemas.openxmlformats.org/officeDocument/2006/relationships/image" Target="../media/image178.wmf"/><Relationship Id="rId1" Type="http://schemas.openxmlformats.org/officeDocument/2006/relationships/image" Target="../media/image17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82.wmf"/><Relationship Id="rId7" Type="http://schemas.openxmlformats.org/officeDocument/2006/relationships/image" Target="../media/image186.wmf"/><Relationship Id="rId2" Type="http://schemas.openxmlformats.org/officeDocument/2006/relationships/image" Target="../media/image181.emf"/><Relationship Id="rId1" Type="http://schemas.openxmlformats.org/officeDocument/2006/relationships/image" Target="../media/image180.emf"/><Relationship Id="rId6" Type="http://schemas.openxmlformats.org/officeDocument/2006/relationships/image" Target="../media/image185.wmf"/><Relationship Id="rId5" Type="http://schemas.openxmlformats.org/officeDocument/2006/relationships/image" Target="../media/image184.emf"/><Relationship Id="rId4" Type="http://schemas.openxmlformats.org/officeDocument/2006/relationships/image" Target="../media/image183.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image" Target="../media/image189.emf"/><Relationship Id="rId7" Type="http://schemas.openxmlformats.org/officeDocument/2006/relationships/image" Target="../media/image193.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5" Type="http://schemas.openxmlformats.org/officeDocument/2006/relationships/image" Target="../media/image191.wmf"/><Relationship Id="rId10" Type="http://schemas.openxmlformats.org/officeDocument/2006/relationships/image" Target="../media/image196.wmf"/><Relationship Id="rId4" Type="http://schemas.openxmlformats.org/officeDocument/2006/relationships/image" Target="../media/image190.emf"/><Relationship Id="rId9" Type="http://schemas.openxmlformats.org/officeDocument/2006/relationships/image" Target="../media/image19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emf"/><Relationship Id="rId5" Type="http://schemas.openxmlformats.org/officeDocument/2006/relationships/image" Target="../media/image201.wmf"/><Relationship Id="rId4" Type="http://schemas.openxmlformats.org/officeDocument/2006/relationships/image" Target="../media/image200.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04.wmf"/><Relationship Id="rId7" Type="http://schemas.openxmlformats.org/officeDocument/2006/relationships/image" Target="../media/image208.wmf"/><Relationship Id="rId2" Type="http://schemas.openxmlformats.org/officeDocument/2006/relationships/image" Target="../media/image203.emf"/><Relationship Id="rId1" Type="http://schemas.openxmlformats.org/officeDocument/2006/relationships/image" Target="../media/image202.wmf"/><Relationship Id="rId6" Type="http://schemas.openxmlformats.org/officeDocument/2006/relationships/image" Target="../media/image207.emf"/><Relationship Id="rId5" Type="http://schemas.openxmlformats.org/officeDocument/2006/relationships/image" Target="../media/image206.wmf"/><Relationship Id="rId4" Type="http://schemas.openxmlformats.org/officeDocument/2006/relationships/image" Target="../media/image20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11.wmf"/><Relationship Id="rId7" Type="http://schemas.openxmlformats.org/officeDocument/2006/relationships/image" Target="../media/image215.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emf"/><Relationship Id="rId1" Type="http://schemas.openxmlformats.org/officeDocument/2006/relationships/image" Target="../media/image216.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22.wmf"/><Relationship Id="rId7" Type="http://schemas.openxmlformats.org/officeDocument/2006/relationships/image" Target="../media/image226.emf"/><Relationship Id="rId2" Type="http://schemas.openxmlformats.org/officeDocument/2006/relationships/image" Target="../media/image221.wmf"/><Relationship Id="rId1" Type="http://schemas.openxmlformats.org/officeDocument/2006/relationships/image" Target="../media/image220.emf"/><Relationship Id="rId6" Type="http://schemas.openxmlformats.org/officeDocument/2006/relationships/image" Target="../media/image225.wmf"/><Relationship Id="rId5" Type="http://schemas.openxmlformats.org/officeDocument/2006/relationships/image" Target="../media/image224.wmf"/><Relationship Id="rId4" Type="http://schemas.openxmlformats.org/officeDocument/2006/relationships/image" Target="../media/image223.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image" Target="../media/image229.wmf"/><Relationship Id="rId7" Type="http://schemas.openxmlformats.org/officeDocument/2006/relationships/image" Target="../media/image233.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5" Type="http://schemas.openxmlformats.org/officeDocument/2006/relationships/image" Target="../media/image231.emf"/><Relationship Id="rId4" Type="http://schemas.openxmlformats.org/officeDocument/2006/relationships/image" Target="../media/image230.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45.wmf"/><Relationship Id="rId3" Type="http://schemas.openxmlformats.org/officeDocument/2006/relationships/image" Target="../media/image240.emf"/><Relationship Id="rId7" Type="http://schemas.openxmlformats.org/officeDocument/2006/relationships/image" Target="../media/image244.wmf"/><Relationship Id="rId2" Type="http://schemas.openxmlformats.org/officeDocument/2006/relationships/image" Target="../media/image239.emf"/><Relationship Id="rId1" Type="http://schemas.openxmlformats.org/officeDocument/2006/relationships/image" Target="../media/image238.wmf"/><Relationship Id="rId6" Type="http://schemas.openxmlformats.org/officeDocument/2006/relationships/image" Target="../media/image243.emf"/><Relationship Id="rId5" Type="http://schemas.openxmlformats.org/officeDocument/2006/relationships/image" Target="../media/image242.wmf"/><Relationship Id="rId10" Type="http://schemas.openxmlformats.org/officeDocument/2006/relationships/image" Target="../media/image247.wmf"/><Relationship Id="rId4" Type="http://schemas.openxmlformats.org/officeDocument/2006/relationships/image" Target="../media/image241.wmf"/><Relationship Id="rId9" Type="http://schemas.openxmlformats.org/officeDocument/2006/relationships/image" Target="../media/image24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43.emf"/><Relationship Id="rId2" Type="http://schemas.openxmlformats.org/officeDocument/2006/relationships/image" Target="../media/image249.wmf"/><Relationship Id="rId1" Type="http://schemas.openxmlformats.org/officeDocument/2006/relationships/image" Target="../media/image248.wmf"/><Relationship Id="rId6" Type="http://schemas.openxmlformats.org/officeDocument/2006/relationships/image" Target="../media/image252.wmf"/><Relationship Id="rId5" Type="http://schemas.openxmlformats.org/officeDocument/2006/relationships/image" Target="../media/image251.wmf"/><Relationship Id="rId4" Type="http://schemas.openxmlformats.org/officeDocument/2006/relationships/image" Target="../media/image250.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43.emf"/><Relationship Id="rId2" Type="http://schemas.openxmlformats.org/officeDocument/2006/relationships/image" Target="../media/image253.wmf"/><Relationship Id="rId1" Type="http://schemas.openxmlformats.org/officeDocument/2006/relationships/image" Target="../media/image248.wmf"/><Relationship Id="rId5" Type="http://schemas.openxmlformats.org/officeDocument/2006/relationships/image" Target="../media/image255.wmf"/><Relationship Id="rId4" Type="http://schemas.openxmlformats.org/officeDocument/2006/relationships/image" Target="../media/image254.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image" Target="../media/image258.emf"/><Relationship Id="rId7" Type="http://schemas.openxmlformats.org/officeDocument/2006/relationships/image" Target="../media/image262.jpeg"/><Relationship Id="rId2" Type="http://schemas.openxmlformats.org/officeDocument/2006/relationships/image" Target="../media/image257.wmf"/><Relationship Id="rId1" Type="http://schemas.openxmlformats.org/officeDocument/2006/relationships/image" Target="../media/image256.emf"/><Relationship Id="rId6" Type="http://schemas.openxmlformats.org/officeDocument/2006/relationships/image" Target="../media/image261.wmf"/><Relationship Id="rId5" Type="http://schemas.openxmlformats.org/officeDocument/2006/relationships/image" Target="../media/image260.wmf"/><Relationship Id="rId4" Type="http://schemas.openxmlformats.org/officeDocument/2006/relationships/image" Target="../media/image259.emf"/><Relationship Id="rId9" Type="http://schemas.openxmlformats.org/officeDocument/2006/relationships/image" Target="../media/image26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 Id="rId4" Type="http://schemas.openxmlformats.org/officeDocument/2006/relationships/image" Target="../media/image26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71.emf"/><Relationship Id="rId2" Type="http://schemas.openxmlformats.org/officeDocument/2006/relationships/image" Target="../media/image270.emf"/><Relationship Id="rId1" Type="http://schemas.openxmlformats.org/officeDocument/2006/relationships/image" Target="../media/image269.emf"/><Relationship Id="rId5" Type="http://schemas.openxmlformats.org/officeDocument/2006/relationships/image" Target="../media/image273.emf"/><Relationship Id="rId4" Type="http://schemas.openxmlformats.org/officeDocument/2006/relationships/image" Target="../media/image272.e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image" Target="../media/image276.wmf"/><Relationship Id="rId7" Type="http://schemas.openxmlformats.org/officeDocument/2006/relationships/image" Target="../media/image280.wmf"/><Relationship Id="rId2" Type="http://schemas.openxmlformats.org/officeDocument/2006/relationships/image" Target="../media/image275.emf"/><Relationship Id="rId1" Type="http://schemas.openxmlformats.org/officeDocument/2006/relationships/image" Target="../media/image274.wmf"/><Relationship Id="rId6" Type="http://schemas.openxmlformats.org/officeDocument/2006/relationships/image" Target="../media/image279.wmf"/><Relationship Id="rId5" Type="http://schemas.openxmlformats.org/officeDocument/2006/relationships/image" Target="../media/image278.wmf"/><Relationship Id="rId4" Type="http://schemas.openxmlformats.org/officeDocument/2006/relationships/image" Target="../media/image277.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84.wmf"/><Relationship Id="rId7" Type="http://schemas.openxmlformats.org/officeDocument/2006/relationships/image" Target="../media/image288.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87.wmf"/><Relationship Id="rId5" Type="http://schemas.openxmlformats.org/officeDocument/2006/relationships/image" Target="../media/image286.wmf"/><Relationship Id="rId4" Type="http://schemas.openxmlformats.org/officeDocument/2006/relationships/image" Target="../media/image28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91.wmf"/><Relationship Id="rId7" Type="http://schemas.openxmlformats.org/officeDocument/2006/relationships/image" Target="../media/image295.wmf"/><Relationship Id="rId2" Type="http://schemas.openxmlformats.org/officeDocument/2006/relationships/image" Target="../media/image290.wmf"/><Relationship Id="rId1" Type="http://schemas.openxmlformats.org/officeDocument/2006/relationships/image" Target="../media/image289.emf"/><Relationship Id="rId6" Type="http://schemas.openxmlformats.org/officeDocument/2006/relationships/image" Target="../media/image294.wmf"/><Relationship Id="rId5" Type="http://schemas.openxmlformats.org/officeDocument/2006/relationships/image" Target="../media/image293.wmf"/><Relationship Id="rId4" Type="http://schemas.openxmlformats.org/officeDocument/2006/relationships/image" Target="../media/image292.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98.emf"/><Relationship Id="rId2" Type="http://schemas.openxmlformats.org/officeDocument/2006/relationships/image" Target="../media/image297.wmf"/><Relationship Id="rId1" Type="http://schemas.openxmlformats.org/officeDocument/2006/relationships/image" Target="../media/image296.wmf"/><Relationship Id="rId4" Type="http://schemas.openxmlformats.org/officeDocument/2006/relationships/image" Target="../media/image29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B7612F2-4AC0-4913-936C-28D05A161A9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ea typeface="宋体" panose="02010600030101010101" pitchFamily="2" charset="-122"/>
              </a:defRPr>
            </a:lvl1pPr>
          </a:lstStyle>
          <a:p>
            <a:pPr>
              <a:defRPr/>
            </a:pPr>
            <a:endParaRPr lang="en-US" altLang="zh-CN"/>
          </a:p>
        </p:txBody>
      </p:sp>
      <p:sp>
        <p:nvSpPr>
          <p:cNvPr id="99331" name="Rectangle 3">
            <a:extLst>
              <a:ext uri="{FF2B5EF4-FFF2-40B4-BE49-F238E27FC236}">
                <a16:creationId xmlns:a16="http://schemas.microsoft.com/office/drawing/2014/main" id="{B1991F6E-27E9-43EF-B1F0-6BB45C795FC5}"/>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ea typeface="宋体" panose="02010600030101010101" pitchFamily="2" charset="-122"/>
              </a:defRPr>
            </a:lvl1pPr>
          </a:lstStyle>
          <a:p>
            <a:pPr>
              <a:defRPr/>
            </a:pPr>
            <a:endParaRPr lang="en-US" altLang="zh-CN"/>
          </a:p>
        </p:txBody>
      </p:sp>
      <p:sp>
        <p:nvSpPr>
          <p:cNvPr id="99332" name="Rectangle 4">
            <a:extLst>
              <a:ext uri="{FF2B5EF4-FFF2-40B4-BE49-F238E27FC236}">
                <a16:creationId xmlns:a16="http://schemas.microsoft.com/office/drawing/2014/main" id="{67808FC2-A04B-48ED-AC28-5D796C48F7B1}"/>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ea typeface="宋体" panose="02010600030101010101" pitchFamily="2" charset="-122"/>
              </a:defRPr>
            </a:lvl1pPr>
          </a:lstStyle>
          <a:p>
            <a:pPr>
              <a:defRPr/>
            </a:pPr>
            <a:endParaRPr lang="en-US" altLang="zh-CN"/>
          </a:p>
        </p:txBody>
      </p:sp>
      <p:sp>
        <p:nvSpPr>
          <p:cNvPr id="99333" name="Rectangle 5">
            <a:extLst>
              <a:ext uri="{FF2B5EF4-FFF2-40B4-BE49-F238E27FC236}">
                <a16:creationId xmlns:a16="http://schemas.microsoft.com/office/drawing/2014/main" id="{962649EF-530B-4BEC-94D2-78A9AD3BD530}"/>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ea typeface="宋体" panose="02010600030101010101" pitchFamily="2" charset="-122"/>
              </a:defRPr>
            </a:lvl1pPr>
          </a:lstStyle>
          <a:p>
            <a:pPr>
              <a:defRPr/>
            </a:pPr>
            <a:fld id="{715DE60C-D2BF-4C90-8849-C068D9D1AB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A046D-97F2-4160-90F9-77B87DACC8C5}" type="datetimeFigureOut">
              <a:rPr lang="zh-CN" altLang="en-US" smtClean="0"/>
              <a:t>2018/11/1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6D802E-B8AB-40A8-8E95-F7689C679C80}" type="slidenum">
              <a:rPr lang="zh-CN" altLang="en-US" smtClean="0"/>
              <a:t>‹#›</a:t>
            </a:fld>
            <a:endParaRPr lang="zh-CN" altLang="en-US"/>
          </a:p>
        </p:txBody>
      </p:sp>
    </p:spTree>
    <p:extLst>
      <p:ext uri="{BB962C8B-B14F-4D97-AF65-F5344CB8AC3E}">
        <p14:creationId xmlns:p14="http://schemas.microsoft.com/office/powerpoint/2010/main" val="1888816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在学习本章内容之前，给学生发布了两个公告，让学生预习本章</a:t>
            </a:r>
            <a:r>
              <a:rPr lang="en-US" altLang="zh-CN" dirty="0"/>
              <a:t>PPT</a:t>
            </a:r>
            <a:r>
              <a:rPr lang="zh-CN" altLang="en-US" dirty="0"/>
              <a:t>，同时复习高等数学中微分方程的求解内容，并让学生复习高等数学中的一道正弦函数作用下的列提。</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2</a:t>
            </a:fld>
            <a:endParaRPr lang="zh-CN" altLang="en-US"/>
          </a:p>
        </p:txBody>
      </p:sp>
    </p:spTree>
    <p:extLst>
      <p:ext uri="{BB962C8B-B14F-4D97-AF65-F5344CB8AC3E}">
        <p14:creationId xmlns:p14="http://schemas.microsoft.com/office/powerpoint/2010/main" val="310077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在黑板上演示，右侧图的求解答案，表明本章将要学习的方法，将很容易求解，而不是通过直接解微分方程。但需要理解过程。</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5</a:t>
            </a:fld>
            <a:endParaRPr lang="zh-CN" altLang="en-US"/>
          </a:p>
        </p:txBody>
      </p:sp>
    </p:spTree>
    <p:extLst>
      <p:ext uri="{BB962C8B-B14F-4D97-AF65-F5344CB8AC3E}">
        <p14:creationId xmlns:p14="http://schemas.microsoft.com/office/powerpoint/2010/main" val="84901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右侧最上方的文字和最下方的文字需要结合第</a:t>
            </a:r>
            <a:r>
              <a:rPr lang="en-US" altLang="zh-CN" dirty="0"/>
              <a:t>5</a:t>
            </a:r>
            <a:r>
              <a:rPr lang="zh-CN" altLang="en-US" dirty="0"/>
              <a:t>页</a:t>
            </a:r>
            <a:r>
              <a:rPr lang="en-US" altLang="zh-CN" dirty="0"/>
              <a:t>ppt</a:t>
            </a:r>
            <a:r>
              <a:rPr lang="zh-CN" altLang="en-US" dirty="0"/>
              <a:t>的左侧图中的两个方程说明。</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9</a:t>
            </a:fld>
            <a:endParaRPr lang="zh-CN" altLang="en-US"/>
          </a:p>
        </p:txBody>
      </p:sp>
    </p:spTree>
    <p:extLst>
      <p:ext uri="{BB962C8B-B14F-4D97-AF65-F5344CB8AC3E}">
        <p14:creationId xmlns:p14="http://schemas.microsoft.com/office/powerpoint/2010/main" val="1036567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20181024</a:t>
            </a:r>
            <a:r>
              <a:rPr lang="zh-CN" altLang="en-US" dirty="0"/>
              <a:t>日，</a:t>
            </a:r>
            <a:r>
              <a:rPr lang="en-US" altLang="zh-CN" dirty="0"/>
              <a:t>2</a:t>
            </a:r>
            <a:r>
              <a:rPr lang="zh-CN" altLang="en-US" dirty="0"/>
              <a:t>个学时从本章开始，讲到此为止，在没有讲解求初始值例题时，此题让学时用</a:t>
            </a:r>
            <a:r>
              <a:rPr lang="en-US" altLang="zh-CN" dirty="0"/>
              <a:t>3</a:t>
            </a:r>
            <a:r>
              <a:rPr lang="zh-CN" altLang="en-US" dirty="0"/>
              <a:t>分钟做题，真确率</a:t>
            </a:r>
            <a:r>
              <a:rPr lang="en-US" altLang="zh-CN" dirty="0"/>
              <a:t>40%</a:t>
            </a:r>
            <a:endParaRPr lang="zh-CN" altLang="en-US" dirty="0"/>
          </a:p>
        </p:txBody>
      </p:sp>
      <p:sp>
        <p:nvSpPr>
          <p:cNvPr id="4" name="灯片编号占位符 3"/>
          <p:cNvSpPr>
            <a:spLocks noGrp="1"/>
          </p:cNvSpPr>
          <p:nvPr>
            <p:ph type="sldNum" sz="quarter" idx="5"/>
          </p:nvPr>
        </p:nvSpPr>
        <p:spPr/>
        <p:txBody>
          <a:bodyPr/>
          <a:lstStyle/>
          <a:p>
            <a:fld id="{9D6D802E-B8AB-40A8-8E95-F7689C679C80}" type="slidenum">
              <a:rPr lang="zh-CN" altLang="en-US" smtClean="0"/>
              <a:t>16</a:t>
            </a:fld>
            <a:endParaRPr lang="zh-CN" altLang="en-US"/>
          </a:p>
        </p:txBody>
      </p:sp>
    </p:spTree>
    <p:extLst>
      <p:ext uri="{BB962C8B-B14F-4D97-AF65-F5344CB8AC3E}">
        <p14:creationId xmlns:p14="http://schemas.microsoft.com/office/powerpoint/2010/main" val="3247745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解释在</a:t>
            </a:r>
            <a:r>
              <a:rPr lang="en-US" altLang="zh-CN" dirty="0"/>
              <a:t>t=t0</a:t>
            </a:r>
            <a:r>
              <a:rPr lang="zh-CN" altLang="en-US" dirty="0"/>
              <a:t>时刻换路，可以用两种方式解释，一种是直接推导待定系数，另一种计算</a:t>
            </a:r>
            <a:r>
              <a:rPr lang="en-US" altLang="zh-CN" dirty="0"/>
              <a:t>t+</a:t>
            </a:r>
            <a:r>
              <a:rPr lang="zh-CN" altLang="en-US" dirty="0"/>
              <a:t>时刻值。</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20</a:t>
            </a:fld>
            <a:endParaRPr lang="zh-CN" altLang="en-US"/>
          </a:p>
        </p:txBody>
      </p:sp>
    </p:spTree>
    <p:extLst>
      <p:ext uri="{BB962C8B-B14F-4D97-AF65-F5344CB8AC3E}">
        <p14:creationId xmlns:p14="http://schemas.microsoft.com/office/powerpoint/2010/main" val="3354590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此页仅是给学生翻看一下。不细讲解。</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23</a:t>
            </a:fld>
            <a:endParaRPr lang="zh-CN" altLang="en-US"/>
          </a:p>
        </p:txBody>
      </p:sp>
    </p:spTree>
    <p:extLst>
      <p:ext uri="{BB962C8B-B14F-4D97-AF65-F5344CB8AC3E}">
        <p14:creationId xmlns:p14="http://schemas.microsoft.com/office/powerpoint/2010/main" val="283236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6D802E-B8AB-40A8-8E95-F7689C679C80}" type="slidenum">
              <a:rPr lang="zh-CN" altLang="en-US" smtClean="0"/>
              <a:t>24</a:t>
            </a:fld>
            <a:endParaRPr lang="zh-CN" altLang="en-US"/>
          </a:p>
        </p:txBody>
      </p:sp>
    </p:spTree>
    <p:extLst>
      <p:ext uri="{BB962C8B-B14F-4D97-AF65-F5344CB8AC3E}">
        <p14:creationId xmlns:p14="http://schemas.microsoft.com/office/powerpoint/2010/main" val="1884322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在讲完这两个例题，反过来在解释本章的概念知识点。</a:t>
            </a:r>
          </a:p>
        </p:txBody>
      </p:sp>
      <p:sp>
        <p:nvSpPr>
          <p:cNvPr id="4" name="灯片编号占位符 3"/>
          <p:cNvSpPr>
            <a:spLocks noGrp="1"/>
          </p:cNvSpPr>
          <p:nvPr>
            <p:ph type="sldNum" sz="quarter" idx="5"/>
          </p:nvPr>
        </p:nvSpPr>
        <p:spPr/>
        <p:txBody>
          <a:bodyPr/>
          <a:lstStyle/>
          <a:p>
            <a:fld id="{9D6D802E-B8AB-40A8-8E95-F7689C679C80}" type="slidenum">
              <a:rPr lang="zh-CN" altLang="en-US" smtClean="0"/>
              <a:t>32</a:t>
            </a:fld>
            <a:endParaRPr lang="zh-CN" altLang="en-US"/>
          </a:p>
        </p:txBody>
      </p:sp>
    </p:spTree>
    <p:extLst>
      <p:ext uri="{BB962C8B-B14F-4D97-AF65-F5344CB8AC3E}">
        <p14:creationId xmlns:p14="http://schemas.microsoft.com/office/powerpoint/2010/main" val="1149098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6D802E-B8AB-40A8-8E95-F7689C679C80}" type="slidenum">
              <a:rPr lang="zh-CN" altLang="en-US" smtClean="0"/>
              <a:t>36</a:t>
            </a:fld>
            <a:endParaRPr lang="zh-CN" altLang="en-US"/>
          </a:p>
        </p:txBody>
      </p:sp>
    </p:spTree>
    <p:extLst>
      <p:ext uri="{BB962C8B-B14F-4D97-AF65-F5344CB8AC3E}">
        <p14:creationId xmlns:p14="http://schemas.microsoft.com/office/powerpoint/2010/main" val="3054006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40E61-6AB2-4925-BA94-EE90E869BDA5}"/>
              </a:ext>
            </a:extLst>
          </p:cNvPr>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7905C3A-96CE-481F-B62B-ACFEA136FCFC}"/>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Tree>
    <p:extLst>
      <p:ext uri="{BB962C8B-B14F-4D97-AF65-F5344CB8AC3E}">
        <p14:creationId xmlns:p14="http://schemas.microsoft.com/office/powerpoint/2010/main" val="3226592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4764E-DCE9-452C-B7AD-50BCB8A5A8A0}"/>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859B35-30B2-4E4D-B4FF-BA4ED4BC1114}"/>
              </a:ext>
            </a:extLst>
          </p:cNvPr>
          <p:cNvSpPr>
            <a:spLocks noGrp="1"/>
          </p:cNvSpPr>
          <p:nvPr>
            <p:ph idx="1"/>
          </p:nvPr>
        </p:nvSpPr>
        <p:spPr>
          <a:xfrm>
            <a:off x="628650" y="1825625"/>
            <a:ext cx="78867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453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E98C3-1D54-4054-A685-003C0C805ED8}"/>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BD413-47A4-465C-BA9A-3D844E465A51}"/>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extLst>
      <p:ext uri="{BB962C8B-B14F-4D97-AF65-F5344CB8AC3E}">
        <p14:creationId xmlns:p14="http://schemas.microsoft.com/office/powerpoint/2010/main" val="2221092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49BE24-73AE-4180-8728-BDE570BA6D8A}"/>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644860-05ED-4854-9BAC-26A6C4B688FB}"/>
              </a:ext>
            </a:extLst>
          </p:cNvPr>
          <p:cNvSpPr>
            <a:spLocks noGrp="1"/>
          </p:cNvSpPr>
          <p:nvPr>
            <p:ph sz="half" idx="1"/>
          </p:nvPr>
        </p:nvSpPr>
        <p:spPr>
          <a:xfrm>
            <a:off x="628650" y="1825625"/>
            <a:ext cx="386715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0851CDB-4612-4214-8F39-862BAC9FD4EF}"/>
              </a:ext>
            </a:extLst>
          </p:cNvPr>
          <p:cNvSpPr>
            <a:spLocks noGrp="1"/>
          </p:cNvSpPr>
          <p:nvPr>
            <p:ph sz="half" idx="2"/>
          </p:nvPr>
        </p:nvSpPr>
        <p:spPr>
          <a:xfrm>
            <a:off x="4648200" y="1825625"/>
            <a:ext cx="386715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76524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A6A73-1891-46FC-9B11-077724740525}"/>
              </a:ext>
            </a:extLst>
          </p:cNvPr>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2D793D-889E-4E28-BEAB-951E3244F9CB}"/>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1AD8E17-09EC-4817-87A3-FFDF18C4EE15}"/>
              </a:ext>
            </a:extLst>
          </p:cNvPr>
          <p:cNvSpPr>
            <a:spLocks noGrp="1"/>
          </p:cNvSpPr>
          <p:nvPr>
            <p:ph sz="half" idx="2"/>
          </p:nvPr>
        </p:nvSpPr>
        <p:spPr>
          <a:xfrm>
            <a:off x="630238" y="2505075"/>
            <a:ext cx="386873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12EA6272-B319-4E86-80D5-C11F2B732936}"/>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1F9D4881-9B31-4980-B6BE-BE62A84F769B}"/>
              </a:ext>
            </a:extLst>
          </p:cNvPr>
          <p:cNvSpPr>
            <a:spLocks noGrp="1"/>
          </p:cNvSpPr>
          <p:nvPr>
            <p:ph sz="quarter" idx="4"/>
          </p:nvPr>
        </p:nvSpPr>
        <p:spPr>
          <a:xfrm>
            <a:off x="4629150" y="2505075"/>
            <a:ext cx="38877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5390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71071-513F-4DF8-8577-EEE3DE5DEB47}"/>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40398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823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2B8A2-7CF9-41C6-81ED-FDE0D525D5F1}"/>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F17D1E5-8DFE-4753-A094-DB4007FBFF65}"/>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FB99CB2B-0A27-4A7C-9D78-D2F4516F2F78}"/>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3046035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781D5-33AA-41A1-81AA-BB7677EC92D4}"/>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4AEDC56-3CF6-4CB5-B687-F5E1BD36F66F}"/>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6052AE9F-5E93-4949-9840-DCB7EAD5A569}"/>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362720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EE309-7A31-4172-8238-0F921295E36E}"/>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7149D1C-50BE-4A11-B9FE-5051D5AD6794}"/>
              </a:ext>
            </a:extLst>
          </p:cNvPr>
          <p:cNvSpPr>
            <a:spLocks noGrp="1"/>
          </p:cNvSpPr>
          <p:nvPr>
            <p:ph type="body" orient="vert" idx="1"/>
          </p:nvPr>
        </p:nvSpPr>
        <p:spPr>
          <a:xfrm>
            <a:off x="628650" y="1825625"/>
            <a:ext cx="78867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4935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3770AA-F2CD-40AE-AB08-0BFAFFBAC8AD}"/>
              </a:ext>
            </a:extLst>
          </p:cNvPr>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6F559D6-5E93-452E-9362-7F7998F70E78}"/>
              </a:ext>
            </a:extLst>
          </p:cNvPr>
          <p:cNvSpPr>
            <a:spLocks noGrp="1"/>
          </p:cNvSpPr>
          <p:nvPr>
            <p:ph type="body" orient="vert" idx="1"/>
          </p:nvPr>
        </p:nvSpPr>
        <p:spPr>
          <a:xfrm>
            <a:off x="628650" y="365125"/>
            <a:ext cx="5762625"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5144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05BC1-4F93-4E4D-82F4-71B09096DF21}"/>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A6F6EB-4DB2-4434-86AB-FB543F7923E8}"/>
              </a:ext>
            </a:extLst>
          </p:cNvPr>
          <p:cNvSpPr>
            <a:spLocks noGrp="1"/>
          </p:cNvSpPr>
          <p:nvPr>
            <p:ph sz="half" idx="1"/>
          </p:nvPr>
        </p:nvSpPr>
        <p:spPr>
          <a:xfrm>
            <a:off x="628650" y="1825625"/>
            <a:ext cx="386715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B62D282-0D35-4140-815D-64D0E65844BD}"/>
              </a:ext>
            </a:extLst>
          </p:cNvPr>
          <p:cNvSpPr>
            <a:spLocks noGrp="1"/>
          </p:cNvSpPr>
          <p:nvPr>
            <p:ph sz="quarter" idx="2"/>
          </p:nvPr>
        </p:nvSpPr>
        <p:spPr>
          <a:xfrm>
            <a:off x="4648200" y="1825625"/>
            <a:ext cx="3867150" cy="209867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A54A525D-72F3-49EA-9941-944CB0943586}"/>
              </a:ext>
            </a:extLst>
          </p:cNvPr>
          <p:cNvSpPr>
            <a:spLocks noGrp="1"/>
          </p:cNvSpPr>
          <p:nvPr>
            <p:ph sz="quarter" idx="3"/>
          </p:nvPr>
        </p:nvSpPr>
        <p:spPr>
          <a:xfrm>
            <a:off x="4648200" y="4076700"/>
            <a:ext cx="3867150" cy="2100263"/>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1837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7" descr="ncepu_r2_c1">
            <a:extLst>
              <a:ext uri="{FF2B5EF4-FFF2-40B4-BE49-F238E27FC236}">
                <a16:creationId xmlns:a16="http://schemas.microsoft.com/office/drawing/2014/main" id="{8BA1C3D2-0000-4BC8-B12D-103877B75D8B}"/>
              </a:ext>
            </a:extLst>
          </p:cNvPr>
          <p:cNvPicPr>
            <a:picLocks noChangeAspect="1" noChangeArrowheads="1"/>
          </p:cNvPicPr>
          <p:nvPr/>
        </p:nvPicPr>
        <p:blipFill>
          <a:blip r:embed="rId14">
            <a:lum bright="-24000" contrast="60000"/>
            <a:extLst>
              <a:ext uri="{28A0092B-C50C-407E-A947-70E740481C1C}">
                <a14:useLocalDpi xmlns:a14="http://schemas.microsoft.com/office/drawing/2010/main" val="0"/>
              </a:ext>
            </a:extLst>
          </a:blip>
          <a:srcRect/>
          <a:stretch>
            <a:fillRect/>
          </a:stretch>
        </p:blipFill>
        <p:spPr bwMode="auto">
          <a:xfrm>
            <a:off x="228600" y="6080125"/>
            <a:ext cx="22860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a:extLst>
              <a:ext uri="{FF2B5EF4-FFF2-40B4-BE49-F238E27FC236}">
                <a16:creationId xmlns:a16="http://schemas.microsoft.com/office/drawing/2014/main" id="{EB350363-ED3C-434A-B524-D988399A5A77}"/>
              </a:ext>
            </a:extLst>
          </p:cNvPr>
          <p:cNvSpPr txBox="1">
            <a:spLocks noChangeArrowheads="1"/>
          </p:cNvSpPr>
          <p:nvPr/>
        </p:nvSpPr>
        <p:spPr bwMode="auto">
          <a:xfrm>
            <a:off x="6172200" y="62484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a:defRPr/>
            </a:pPr>
            <a:r>
              <a:rPr lang="zh-CN" altLang="en-US" u="sng">
                <a:solidFill>
                  <a:srgbClr val="003366"/>
                </a:solidFill>
                <a:latin typeface="华文行楷" panose="02010800040101010101" pitchFamily="2" charset="-122"/>
                <a:ea typeface="华文行楷" panose="02010800040101010101" pitchFamily="2" charset="-122"/>
              </a:rPr>
              <a:t>电路理论教学研究组</a:t>
            </a:r>
          </a:p>
          <a:p>
            <a:pPr algn="ctr">
              <a:defRPr/>
            </a:pPr>
            <a:r>
              <a:rPr lang="en-US" altLang="zh-CN" sz="1000">
                <a:solidFill>
                  <a:srgbClr val="003366"/>
                </a:solidFill>
                <a:latin typeface="Impact" panose="020B0806030902050204" pitchFamily="34" charset="0"/>
                <a:ea typeface="Gungsuh" panose="02030600000101010101" pitchFamily="18" charset="-127"/>
              </a:rPr>
              <a:t>Circuit Theory Teaching and Research Group</a:t>
            </a:r>
          </a:p>
        </p:txBody>
      </p:sp>
      <p:sp>
        <p:nvSpPr>
          <p:cNvPr id="1028" name="Line 10">
            <a:extLst>
              <a:ext uri="{FF2B5EF4-FFF2-40B4-BE49-F238E27FC236}">
                <a16:creationId xmlns:a16="http://schemas.microsoft.com/office/drawing/2014/main" id="{70192113-071D-4FCE-A4FB-9EA10EE965B5}"/>
              </a:ext>
            </a:extLst>
          </p:cNvPr>
          <p:cNvSpPr>
            <a:spLocks noChangeShapeType="1"/>
          </p:cNvSpPr>
          <p:nvPr/>
        </p:nvSpPr>
        <p:spPr bwMode="auto">
          <a:xfrm>
            <a:off x="0" y="620713"/>
            <a:ext cx="3810000" cy="0"/>
          </a:xfrm>
          <a:prstGeom prst="line">
            <a:avLst/>
          </a:prstGeom>
          <a:noFill/>
          <a:ln w="38100">
            <a:solidFill>
              <a:srgbClr val="336699"/>
            </a:solidFill>
            <a:round/>
            <a:headEnd/>
            <a:tailEnd/>
          </a:ln>
          <a:effectLst>
            <a:outerShdw dist="35921" dir="27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31.xml"/><Relationship Id="rId5" Type="http://schemas.openxmlformats.org/officeDocument/2006/relationships/slide" Target="slide18.xml"/><Relationship Id="rId4" Type="http://schemas.openxmlformats.org/officeDocument/2006/relationships/slide" Target="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7.wmf"/><Relationship Id="rId18" Type="http://schemas.openxmlformats.org/officeDocument/2006/relationships/oleObject" Target="../embeddings/oleObject8.bin"/><Relationship Id="rId26" Type="http://schemas.openxmlformats.org/officeDocument/2006/relationships/oleObject" Target="../embeddings/oleObject12.bin"/><Relationship Id="rId3" Type="http://schemas.openxmlformats.org/officeDocument/2006/relationships/image" Target="../media/image15.jpeg"/><Relationship Id="rId21" Type="http://schemas.openxmlformats.org/officeDocument/2006/relationships/image" Target="../media/image11.wmf"/><Relationship Id="rId7" Type="http://schemas.openxmlformats.org/officeDocument/2006/relationships/image" Target="../media/image4.wmf"/><Relationship Id="rId12" Type="http://schemas.openxmlformats.org/officeDocument/2006/relationships/oleObject" Target="../embeddings/oleObject5.bin"/><Relationship Id="rId17" Type="http://schemas.openxmlformats.org/officeDocument/2006/relationships/image" Target="../media/image9.emf"/><Relationship Id="rId25" Type="http://schemas.openxmlformats.org/officeDocument/2006/relationships/image" Target="../media/image13.wmf"/><Relationship Id="rId2" Type="http://schemas.openxmlformats.org/officeDocument/2006/relationships/slideLayout" Target="../slideLayouts/slideLayout12.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6.wmf"/><Relationship Id="rId24" Type="http://schemas.openxmlformats.org/officeDocument/2006/relationships/oleObject" Target="../embeddings/oleObject11.bin"/><Relationship Id="rId5" Type="http://schemas.openxmlformats.org/officeDocument/2006/relationships/image" Target="../media/image3.emf"/><Relationship Id="rId15" Type="http://schemas.openxmlformats.org/officeDocument/2006/relationships/image" Target="../media/image8.wmf"/><Relationship Id="rId23" Type="http://schemas.openxmlformats.org/officeDocument/2006/relationships/image" Target="../media/image12.wmf"/><Relationship Id="rId10" Type="http://schemas.openxmlformats.org/officeDocument/2006/relationships/oleObject" Target="../embeddings/oleObject4.bin"/><Relationship Id="rId19" Type="http://schemas.openxmlformats.org/officeDocument/2006/relationships/image" Target="../media/image10.wmf"/><Relationship Id="rId4" Type="http://schemas.openxmlformats.org/officeDocument/2006/relationships/oleObject" Target="../embeddings/oleObject1.bin"/><Relationship Id="rId9" Type="http://schemas.openxmlformats.org/officeDocument/2006/relationships/image" Target="../media/image5.emf"/><Relationship Id="rId14" Type="http://schemas.openxmlformats.org/officeDocument/2006/relationships/oleObject" Target="../embeddings/oleObject6.bin"/><Relationship Id="rId22" Type="http://schemas.openxmlformats.org/officeDocument/2006/relationships/oleObject" Target="../embeddings/oleObject10.bin"/><Relationship Id="rId27" Type="http://schemas.openxmlformats.org/officeDocument/2006/relationships/image" Target="../media/image14.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0.emf"/><Relationship Id="rId18" Type="http://schemas.openxmlformats.org/officeDocument/2006/relationships/oleObject" Target="../embeddings/oleObject19.bin"/><Relationship Id="rId26" Type="http://schemas.openxmlformats.org/officeDocument/2006/relationships/oleObject" Target="../embeddings/oleObject23.bin"/><Relationship Id="rId3" Type="http://schemas.openxmlformats.org/officeDocument/2006/relationships/notesSlide" Target="../notesSlides/notesSlide2.xml"/><Relationship Id="rId21" Type="http://schemas.openxmlformats.org/officeDocument/2006/relationships/image" Target="../media/image23.wmf"/><Relationship Id="rId7" Type="http://schemas.openxmlformats.org/officeDocument/2006/relationships/image" Target="../media/image17.emf"/><Relationship Id="rId12" Type="http://schemas.openxmlformats.org/officeDocument/2006/relationships/oleObject" Target="../embeddings/oleObject17.bin"/><Relationship Id="rId17" Type="http://schemas.openxmlformats.org/officeDocument/2006/relationships/image" Target="../media/image11.wmf"/><Relationship Id="rId25" Type="http://schemas.openxmlformats.org/officeDocument/2006/relationships/image" Target="../media/image25.emf"/><Relationship Id="rId2" Type="http://schemas.openxmlformats.org/officeDocument/2006/relationships/slideLayout" Target="../slideLayouts/slideLayout12.xml"/><Relationship Id="rId16" Type="http://schemas.openxmlformats.org/officeDocument/2006/relationships/oleObject" Target="../embeddings/oleObject9.bin"/><Relationship Id="rId20" Type="http://schemas.openxmlformats.org/officeDocument/2006/relationships/oleObject" Target="../embeddings/oleObject20.bin"/><Relationship Id="rId29" Type="http://schemas.openxmlformats.org/officeDocument/2006/relationships/image" Target="../media/image27.wmf"/><Relationship Id="rId1" Type="http://schemas.openxmlformats.org/officeDocument/2006/relationships/vmlDrawing" Target="../drawings/vmlDrawing2.vml"/><Relationship Id="rId6" Type="http://schemas.openxmlformats.org/officeDocument/2006/relationships/oleObject" Target="../embeddings/oleObject14.bin"/><Relationship Id="rId11" Type="http://schemas.openxmlformats.org/officeDocument/2006/relationships/image" Target="../media/image19.wmf"/><Relationship Id="rId24" Type="http://schemas.openxmlformats.org/officeDocument/2006/relationships/oleObject" Target="../embeddings/oleObject22.bin"/><Relationship Id="rId5" Type="http://schemas.openxmlformats.org/officeDocument/2006/relationships/image" Target="../media/image16.wmf"/><Relationship Id="rId15" Type="http://schemas.openxmlformats.org/officeDocument/2006/relationships/image" Target="../media/image21.wmf"/><Relationship Id="rId23" Type="http://schemas.openxmlformats.org/officeDocument/2006/relationships/image" Target="../media/image24.wmf"/><Relationship Id="rId28" Type="http://schemas.openxmlformats.org/officeDocument/2006/relationships/oleObject" Target="../embeddings/oleObject24.bin"/><Relationship Id="rId10" Type="http://schemas.openxmlformats.org/officeDocument/2006/relationships/oleObject" Target="../embeddings/oleObject16.bin"/><Relationship Id="rId19" Type="http://schemas.openxmlformats.org/officeDocument/2006/relationships/image" Target="../media/image22.wmf"/><Relationship Id="rId4" Type="http://schemas.openxmlformats.org/officeDocument/2006/relationships/oleObject" Target="../embeddings/oleObject13.bin"/><Relationship Id="rId9" Type="http://schemas.openxmlformats.org/officeDocument/2006/relationships/image" Target="../media/image18.wmf"/><Relationship Id="rId14" Type="http://schemas.openxmlformats.org/officeDocument/2006/relationships/oleObject" Target="../embeddings/oleObject18.bin"/><Relationship Id="rId22" Type="http://schemas.openxmlformats.org/officeDocument/2006/relationships/oleObject" Target="../embeddings/oleObject21.bin"/><Relationship Id="rId27" Type="http://schemas.openxmlformats.org/officeDocument/2006/relationships/image" Target="../media/image26.wmf"/><Relationship Id="rId30" Type="http://schemas.openxmlformats.org/officeDocument/2006/relationships/image" Target="../media/image1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15.jpeg"/><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26.bin"/><Relationship Id="rId11" Type="http://schemas.openxmlformats.org/officeDocument/2006/relationships/image" Target="../media/image31.wmf"/><Relationship Id="rId5" Type="http://schemas.openxmlformats.org/officeDocument/2006/relationships/image" Target="../media/image28.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0.emf"/></Relationships>
</file>

<file path=ppt/slides/_rels/slide8.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33.emf"/><Relationship Id="rId5" Type="http://schemas.openxmlformats.org/officeDocument/2006/relationships/oleObject" Target="../embeddings/oleObject30.bin"/><Relationship Id="rId10" Type="http://schemas.openxmlformats.org/officeDocument/2006/relationships/image" Target="../media/image35.emf"/><Relationship Id="rId4" Type="http://schemas.openxmlformats.org/officeDocument/2006/relationships/image" Target="../media/image32.emf"/><Relationship Id="rId9" Type="http://schemas.openxmlformats.org/officeDocument/2006/relationships/oleObject" Target="../embeddings/oleObject32.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38.wmf"/><Relationship Id="rId3" Type="http://schemas.openxmlformats.org/officeDocument/2006/relationships/notesSlide" Target="../notesSlides/notesSlide3.xml"/><Relationship Id="rId7" Type="http://schemas.openxmlformats.org/officeDocument/2006/relationships/image" Target="../media/image35.emf"/><Relationship Id="rId12" Type="http://schemas.openxmlformats.org/officeDocument/2006/relationships/oleObject" Target="../embeddings/oleObject37.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39.bin"/><Relationship Id="rId1" Type="http://schemas.openxmlformats.org/officeDocument/2006/relationships/vmlDrawing" Target="../drawings/vmlDrawing5.vml"/><Relationship Id="rId6" Type="http://schemas.openxmlformats.org/officeDocument/2006/relationships/oleObject" Target="../embeddings/oleObject34.bin"/><Relationship Id="rId11" Type="http://schemas.openxmlformats.org/officeDocument/2006/relationships/image" Target="../media/image37.wmf"/><Relationship Id="rId5" Type="http://schemas.openxmlformats.org/officeDocument/2006/relationships/image" Target="../media/image33.emf"/><Relationship Id="rId15" Type="http://schemas.openxmlformats.org/officeDocument/2006/relationships/image" Target="../media/image39.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6.wmf"/><Relationship Id="rId14" Type="http://schemas.openxmlformats.org/officeDocument/2006/relationships/oleObject" Target="../embeddings/oleObject38.bin"/></Relationships>
</file>

<file path=ppt/slides/_rels/slide10.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5.bin"/><Relationship Id="rId18" Type="http://schemas.openxmlformats.org/officeDocument/2006/relationships/image" Target="../media/image48.wmf"/><Relationship Id="rId26" Type="http://schemas.openxmlformats.org/officeDocument/2006/relationships/oleObject" Target="../embeddings/oleObject52.bin"/><Relationship Id="rId3" Type="http://schemas.openxmlformats.org/officeDocument/2006/relationships/oleObject" Target="../embeddings/oleObject40.bin"/><Relationship Id="rId21" Type="http://schemas.openxmlformats.org/officeDocument/2006/relationships/oleObject" Target="../embeddings/oleObject49.bin"/><Relationship Id="rId34" Type="http://schemas.openxmlformats.org/officeDocument/2006/relationships/oleObject" Target="../embeddings/oleObject56.bin"/><Relationship Id="rId7" Type="http://schemas.openxmlformats.org/officeDocument/2006/relationships/oleObject" Target="../embeddings/oleObject42.bin"/><Relationship Id="rId12" Type="http://schemas.openxmlformats.org/officeDocument/2006/relationships/image" Target="../media/image45.wmf"/><Relationship Id="rId17" Type="http://schemas.openxmlformats.org/officeDocument/2006/relationships/oleObject" Target="../embeddings/oleObject47.bin"/><Relationship Id="rId25" Type="http://schemas.openxmlformats.org/officeDocument/2006/relationships/oleObject" Target="../embeddings/oleObject51.bin"/><Relationship Id="rId33" Type="http://schemas.openxmlformats.org/officeDocument/2006/relationships/image" Target="../media/image55.wmf"/><Relationship Id="rId2" Type="http://schemas.openxmlformats.org/officeDocument/2006/relationships/slideLayout" Target="../slideLayouts/slideLayout7.xml"/><Relationship Id="rId16" Type="http://schemas.openxmlformats.org/officeDocument/2006/relationships/image" Target="../media/image47.wmf"/><Relationship Id="rId20" Type="http://schemas.openxmlformats.org/officeDocument/2006/relationships/image" Target="../media/image49.wmf"/><Relationship Id="rId29" Type="http://schemas.openxmlformats.org/officeDocument/2006/relationships/image" Target="../media/image53.wmf"/><Relationship Id="rId1" Type="http://schemas.openxmlformats.org/officeDocument/2006/relationships/vmlDrawing" Target="../drawings/vmlDrawing6.vml"/><Relationship Id="rId6" Type="http://schemas.openxmlformats.org/officeDocument/2006/relationships/image" Target="../media/image42.wmf"/><Relationship Id="rId11" Type="http://schemas.openxmlformats.org/officeDocument/2006/relationships/oleObject" Target="../embeddings/oleObject44.bin"/><Relationship Id="rId24" Type="http://schemas.openxmlformats.org/officeDocument/2006/relationships/image" Target="../media/image51.wmf"/><Relationship Id="rId32" Type="http://schemas.openxmlformats.org/officeDocument/2006/relationships/oleObject" Target="../embeddings/oleObject55.bin"/><Relationship Id="rId37" Type="http://schemas.openxmlformats.org/officeDocument/2006/relationships/image" Target="../media/image57.wmf"/><Relationship Id="rId5" Type="http://schemas.openxmlformats.org/officeDocument/2006/relationships/oleObject" Target="../embeddings/oleObject41.bin"/><Relationship Id="rId15" Type="http://schemas.openxmlformats.org/officeDocument/2006/relationships/oleObject" Target="../embeddings/oleObject46.bin"/><Relationship Id="rId23" Type="http://schemas.openxmlformats.org/officeDocument/2006/relationships/oleObject" Target="../embeddings/oleObject50.bin"/><Relationship Id="rId28" Type="http://schemas.openxmlformats.org/officeDocument/2006/relationships/oleObject" Target="../embeddings/oleObject53.bin"/><Relationship Id="rId36" Type="http://schemas.openxmlformats.org/officeDocument/2006/relationships/oleObject" Target="../embeddings/oleObject57.bin"/><Relationship Id="rId10" Type="http://schemas.openxmlformats.org/officeDocument/2006/relationships/image" Target="../media/image44.wmf"/><Relationship Id="rId19" Type="http://schemas.openxmlformats.org/officeDocument/2006/relationships/oleObject" Target="../embeddings/oleObject48.bin"/><Relationship Id="rId31" Type="http://schemas.openxmlformats.org/officeDocument/2006/relationships/image" Target="../media/image54.wmf"/><Relationship Id="rId4" Type="http://schemas.openxmlformats.org/officeDocument/2006/relationships/image" Target="../media/image41.wmf"/><Relationship Id="rId9" Type="http://schemas.openxmlformats.org/officeDocument/2006/relationships/oleObject" Target="../embeddings/oleObject43.bin"/><Relationship Id="rId14" Type="http://schemas.openxmlformats.org/officeDocument/2006/relationships/image" Target="../media/image46.wmf"/><Relationship Id="rId22" Type="http://schemas.openxmlformats.org/officeDocument/2006/relationships/image" Target="../media/image50.wmf"/><Relationship Id="rId27" Type="http://schemas.openxmlformats.org/officeDocument/2006/relationships/image" Target="../media/image52.wmf"/><Relationship Id="rId30" Type="http://schemas.openxmlformats.org/officeDocument/2006/relationships/oleObject" Target="../embeddings/oleObject54.bin"/><Relationship Id="rId35" Type="http://schemas.openxmlformats.org/officeDocument/2006/relationships/image" Target="../media/image5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59.wmf"/><Relationship Id="rId5" Type="http://schemas.openxmlformats.org/officeDocument/2006/relationships/oleObject" Target="../embeddings/oleObject59.bin"/><Relationship Id="rId10" Type="http://schemas.openxmlformats.org/officeDocument/2006/relationships/image" Target="../media/image61.wmf"/><Relationship Id="rId4" Type="http://schemas.openxmlformats.org/officeDocument/2006/relationships/image" Target="../media/image58.wmf"/><Relationship Id="rId9" Type="http://schemas.openxmlformats.org/officeDocument/2006/relationships/oleObject" Target="../embeddings/oleObject61.bin"/></Relationships>
</file>

<file path=ppt/slides/_rels/slide13.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63.emf"/><Relationship Id="rId11" Type="http://schemas.openxmlformats.org/officeDocument/2006/relationships/image" Target="../media/image66.png"/><Relationship Id="rId5" Type="http://schemas.openxmlformats.org/officeDocument/2006/relationships/oleObject" Target="../embeddings/oleObject63.bin"/><Relationship Id="rId10" Type="http://schemas.openxmlformats.org/officeDocument/2006/relationships/image" Target="../media/image65.emf"/><Relationship Id="rId4" Type="http://schemas.openxmlformats.org/officeDocument/2006/relationships/image" Target="../media/image62.emf"/><Relationship Id="rId9" Type="http://schemas.openxmlformats.org/officeDocument/2006/relationships/oleObject" Target="../embeddings/oleObject65.bin"/></Relationships>
</file>

<file path=ppt/slides/_rels/slide14.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68.emf"/><Relationship Id="rId5" Type="http://schemas.openxmlformats.org/officeDocument/2006/relationships/oleObject" Target="../embeddings/oleObject67.bin"/><Relationship Id="rId10" Type="http://schemas.openxmlformats.org/officeDocument/2006/relationships/image" Target="../media/image70.emf"/><Relationship Id="rId4" Type="http://schemas.openxmlformats.org/officeDocument/2006/relationships/image" Target="../media/image67.emf"/><Relationship Id="rId9" Type="http://schemas.openxmlformats.org/officeDocument/2006/relationships/oleObject" Target="../embeddings/oleObject69.bin"/></Relationships>
</file>

<file path=ppt/slides/_rels/slide15.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oleObject" Target="../embeddings/oleObject75.bin"/><Relationship Id="rId18" Type="http://schemas.openxmlformats.org/officeDocument/2006/relationships/image" Target="../media/image78.emf"/><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75.wmf"/><Relationship Id="rId17" Type="http://schemas.openxmlformats.org/officeDocument/2006/relationships/oleObject" Target="../embeddings/oleObject77.bin"/><Relationship Id="rId2" Type="http://schemas.openxmlformats.org/officeDocument/2006/relationships/slideLayout" Target="../slideLayouts/slideLayout7.xml"/><Relationship Id="rId16" Type="http://schemas.openxmlformats.org/officeDocument/2006/relationships/image" Target="../media/image77.emf"/><Relationship Id="rId20" Type="http://schemas.openxmlformats.org/officeDocument/2006/relationships/image" Target="../media/image79.emf"/><Relationship Id="rId1" Type="http://schemas.openxmlformats.org/officeDocument/2006/relationships/vmlDrawing" Target="../drawings/vmlDrawing10.vml"/><Relationship Id="rId6" Type="http://schemas.openxmlformats.org/officeDocument/2006/relationships/image" Target="../media/image72.emf"/><Relationship Id="rId11" Type="http://schemas.openxmlformats.org/officeDocument/2006/relationships/oleObject" Target="../embeddings/oleObject74.bin"/><Relationship Id="rId5" Type="http://schemas.openxmlformats.org/officeDocument/2006/relationships/oleObject" Target="../embeddings/oleObject71.bin"/><Relationship Id="rId15" Type="http://schemas.openxmlformats.org/officeDocument/2006/relationships/oleObject" Target="../embeddings/oleObject76.bin"/><Relationship Id="rId10" Type="http://schemas.openxmlformats.org/officeDocument/2006/relationships/image" Target="../media/image74.emf"/><Relationship Id="rId19" Type="http://schemas.openxmlformats.org/officeDocument/2006/relationships/oleObject" Target="../embeddings/oleObject78.bin"/><Relationship Id="rId4" Type="http://schemas.openxmlformats.org/officeDocument/2006/relationships/image" Target="../media/image71.emf"/><Relationship Id="rId9" Type="http://schemas.openxmlformats.org/officeDocument/2006/relationships/oleObject" Target="../embeddings/oleObject73.bin"/><Relationship Id="rId14" Type="http://schemas.openxmlformats.org/officeDocument/2006/relationships/image" Target="../media/image76.emf"/></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80.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4.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7.x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image" Target="../media/image85.wmf"/><Relationship Id="rId18" Type="http://schemas.openxmlformats.org/officeDocument/2006/relationships/oleObject" Target="../embeddings/oleObject86.bin"/><Relationship Id="rId3" Type="http://schemas.openxmlformats.org/officeDocument/2006/relationships/oleObject" Target="../embeddings/oleObject79.bin"/><Relationship Id="rId21" Type="http://schemas.openxmlformats.org/officeDocument/2006/relationships/image" Target="../media/image89.wmf"/><Relationship Id="rId7" Type="http://schemas.openxmlformats.org/officeDocument/2006/relationships/oleObject" Target="../embeddings/oleObject81.bin"/><Relationship Id="rId12" Type="http://schemas.openxmlformats.org/officeDocument/2006/relationships/oleObject" Target="../embeddings/oleObject83.bin"/><Relationship Id="rId17" Type="http://schemas.openxmlformats.org/officeDocument/2006/relationships/image" Target="../media/image87.wmf"/><Relationship Id="rId2" Type="http://schemas.openxmlformats.org/officeDocument/2006/relationships/slideLayout" Target="../slideLayouts/slideLayout7.xml"/><Relationship Id="rId16" Type="http://schemas.openxmlformats.org/officeDocument/2006/relationships/oleObject" Target="../embeddings/oleObject85.bin"/><Relationship Id="rId20" Type="http://schemas.openxmlformats.org/officeDocument/2006/relationships/oleObject" Target="../embeddings/oleObject87.bin"/><Relationship Id="rId1" Type="http://schemas.openxmlformats.org/officeDocument/2006/relationships/vmlDrawing" Target="../drawings/vmlDrawing11.vml"/><Relationship Id="rId6" Type="http://schemas.openxmlformats.org/officeDocument/2006/relationships/image" Target="../media/image82.emf"/><Relationship Id="rId11" Type="http://schemas.openxmlformats.org/officeDocument/2006/relationships/image" Target="../media/image84.wmf"/><Relationship Id="rId5" Type="http://schemas.openxmlformats.org/officeDocument/2006/relationships/oleObject" Target="../embeddings/oleObject80.bin"/><Relationship Id="rId15" Type="http://schemas.openxmlformats.org/officeDocument/2006/relationships/image" Target="../media/image86.wmf"/><Relationship Id="rId10" Type="http://schemas.openxmlformats.org/officeDocument/2006/relationships/oleObject" Target="../embeddings/oleObject82.bin"/><Relationship Id="rId19" Type="http://schemas.openxmlformats.org/officeDocument/2006/relationships/image" Target="../media/image88.wmf"/><Relationship Id="rId4" Type="http://schemas.openxmlformats.org/officeDocument/2006/relationships/image" Target="../media/image81.emf"/><Relationship Id="rId9" Type="http://schemas.openxmlformats.org/officeDocument/2006/relationships/slide" Target="slide17.xml"/><Relationship Id="rId14" Type="http://schemas.openxmlformats.org/officeDocument/2006/relationships/oleObject" Target="../embeddings/oleObject84.bin"/></Relationships>
</file>

<file path=ppt/slides/_rels/slide18.xml.rels><?xml version="1.0" encoding="UTF-8" standalone="yes"?>
<Relationships xmlns="http://schemas.openxmlformats.org/package/2006/relationships"><Relationship Id="rId8" Type="http://schemas.openxmlformats.org/officeDocument/2006/relationships/image" Target="../media/image92.emf"/><Relationship Id="rId13" Type="http://schemas.openxmlformats.org/officeDocument/2006/relationships/oleObject" Target="../embeddings/oleObject93.bin"/><Relationship Id="rId18" Type="http://schemas.openxmlformats.org/officeDocument/2006/relationships/oleObject" Target="../embeddings/oleObject96.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94.wmf"/><Relationship Id="rId17" Type="http://schemas.openxmlformats.org/officeDocument/2006/relationships/image" Target="../media/image96.wmf"/><Relationship Id="rId2" Type="http://schemas.openxmlformats.org/officeDocument/2006/relationships/slideLayout" Target="../slideLayouts/slideLayout7.xml"/><Relationship Id="rId16" Type="http://schemas.openxmlformats.org/officeDocument/2006/relationships/oleObject" Target="../embeddings/oleObject95.bin"/><Relationship Id="rId1" Type="http://schemas.openxmlformats.org/officeDocument/2006/relationships/vmlDrawing" Target="../drawings/vmlDrawing12.vml"/><Relationship Id="rId6" Type="http://schemas.openxmlformats.org/officeDocument/2006/relationships/image" Target="../media/image91.w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93.wmf"/><Relationship Id="rId19" Type="http://schemas.openxmlformats.org/officeDocument/2006/relationships/image" Target="../media/image97.wmf"/><Relationship Id="rId4" Type="http://schemas.openxmlformats.org/officeDocument/2006/relationships/image" Target="../media/image90.wmf"/><Relationship Id="rId9" Type="http://schemas.openxmlformats.org/officeDocument/2006/relationships/oleObject" Target="../embeddings/oleObject91.bin"/><Relationship Id="rId14" Type="http://schemas.openxmlformats.org/officeDocument/2006/relationships/image" Target="../media/image95.emf"/></Relationships>
</file>

<file path=ppt/slides/_rels/slide19.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102.bin"/><Relationship Id="rId18" Type="http://schemas.openxmlformats.org/officeDocument/2006/relationships/image" Target="../media/image105.wmf"/><Relationship Id="rId3" Type="http://schemas.openxmlformats.org/officeDocument/2006/relationships/oleObject" Target="../embeddings/oleObject97.bin"/><Relationship Id="rId21" Type="http://schemas.openxmlformats.org/officeDocument/2006/relationships/oleObject" Target="../embeddings/oleObject106.bin"/><Relationship Id="rId7" Type="http://schemas.openxmlformats.org/officeDocument/2006/relationships/oleObject" Target="../embeddings/oleObject99.bin"/><Relationship Id="rId12" Type="http://schemas.openxmlformats.org/officeDocument/2006/relationships/image" Target="../media/image102.wmf"/><Relationship Id="rId17" Type="http://schemas.openxmlformats.org/officeDocument/2006/relationships/oleObject" Target="../embeddings/oleObject104.bin"/><Relationship Id="rId2" Type="http://schemas.openxmlformats.org/officeDocument/2006/relationships/slideLayout" Target="../slideLayouts/slideLayout7.xml"/><Relationship Id="rId16" Type="http://schemas.openxmlformats.org/officeDocument/2006/relationships/image" Target="../media/image104.wmf"/><Relationship Id="rId20" Type="http://schemas.openxmlformats.org/officeDocument/2006/relationships/image" Target="../media/image106.wmf"/><Relationship Id="rId1" Type="http://schemas.openxmlformats.org/officeDocument/2006/relationships/vmlDrawing" Target="../drawings/vmlDrawing13.vml"/><Relationship Id="rId6" Type="http://schemas.openxmlformats.org/officeDocument/2006/relationships/image" Target="../media/image99.wmf"/><Relationship Id="rId11" Type="http://schemas.openxmlformats.org/officeDocument/2006/relationships/oleObject" Target="../embeddings/oleObject101.bin"/><Relationship Id="rId24" Type="http://schemas.openxmlformats.org/officeDocument/2006/relationships/image" Target="../media/image108.wmf"/><Relationship Id="rId5" Type="http://schemas.openxmlformats.org/officeDocument/2006/relationships/oleObject" Target="../embeddings/oleObject98.bin"/><Relationship Id="rId15" Type="http://schemas.openxmlformats.org/officeDocument/2006/relationships/oleObject" Target="../embeddings/oleObject103.bin"/><Relationship Id="rId23" Type="http://schemas.openxmlformats.org/officeDocument/2006/relationships/oleObject" Target="../embeddings/oleObject107.bin"/><Relationship Id="rId10" Type="http://schemas.openxmlformats.org/officeDocument/2006/relationships/image" Target="../media/image101.wmf"/><Relationship Id="rId19" Type="http://schemas.openxmlformats.org/officeDocument/2006/relationships/oleObject" Target="../embeddings/oleObject105.bin"/><Relationship Id="rId4" Type="http://schemas.openxmlformats.org/officeDocument/2006/relationships/image" Target="../media/image98.wmf"/><Relationship Id="rId9" Type="http://schemas.openxmlformats.org/officeDocument/2006/relationships/oleObject" Target="../embeddings/oleObject100.bin"/><Relationship Id="rId14" Type="http://schemas.openxmlformats.org/officeDocument/2006/relationships/image" Target="../media/image103.wmf"/><Relationship Id="rId22" Type="http://schemas.openxmlformats.org/officeDocument/2006/relationships/image" Target="../media/image107.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98.wmf"/><Relationship Id="rId3" Type="http://schemas.openxmlformats.org/officeDocument/2006/relationships/notesSlide" Target="../notesSlides/notesSlide5.xml"/><Relationship Id="rId7" Type="http://schemas.openxmlformats.org/officeDocument/2006/relationships/image" Target="../media/image109.wmf"/><Relationship Id="rId12" Type="http://schemas.openxmlformats.org/officeDocument/2006/relationships/oleObject" Target="../embeddings/oleObject97.bin"/><Relationship Id="rId17" Type="http://schemas.openxmlformats.org/officeDocument/2006/relationships/image" Target="../media/image113.wmf"/><Relationship Id="rId2" Type="http://schemas.openxmlformats.org/officeDocument/2006/relationships/slideLayout" Target="../slideLayouts/slideLayout7.xml"/><Relationship Id="rId16" Type="http://schemas.openxmlformats.org/officeDocument/2006/relationships/oleObject" Target="../embeddings/oleObject113.bin"/><Relationship Id="rId1" Type="http://schemas.openxmlformats.org/officeDocument/2006/relationships/vmlDrawing" Target="../drawings/vmlDrawing14.vml"/><Relationship Id="rId6" Type="http://schemas.openxmlformats.org/officeDocument/2006/relationships/oleObject" Target="../embeddings/oleObject109.bin"/><Relationship Id="rId11" Type="http://schemas.openxmlformats.org/officeDocument/2006/relationships/image" Target="../media/image111.wmf"/><Relationship Id="rId5" Type="http://schemas.openxmlformats.org/officeDocument/2006/relationships/image" Target="../media/image103.wmf"/><Relationship Id="rId15" Type="http://schemas.openxmlformats.org/officeDocument/2006/relationships/image" Target="../media/image112.w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110.wmf"/><Relationship Id="rId14" Type="http://schemas.openxmlformats.org/officeDocument/2006/relationships/oleObject" Target="../embeddings/oleObject11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1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115.wmf"/><Relationship Id="rId11" Type="http://schemas.openxmlformats.org/officeDocument/2006/relationships/oleObject" Target="../embeddings/oleObject118.bin"/><Relationship Id="rId5" Type="http://schemas.openxmlformats.org/officeDocument/2006/relationships/oleObject" Target="../embeddings/oleObject115.bin"/><Relationship Id="rId10" Type="http://schemas.openxmlformats.org/officeDocument/2006/relationships/image" Target="../media/image117.wmf"/><Relationship Id="rId4" Type="http://schemas.openxmlformats.org/officeDocument/2006/relationships/image" Target="../media/image114.wmf"/><Relationship Id="rId9" Type="http://schemas.openxmlformats.org/officeDocument/2006/relationships/oleObject" Target="../embeddings/oleObject11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23.wmf"/><Relationship Id="rId18" Type="http://schemas.openxmlformats.org/officeDocument/2006/relationships/oleObject" Target="../embeddings/oleObject126.bin"/><Relationship Id="rId26" Type="http://schemas.openxmlformats.org/officeDocument/2006/relationships/oleObject" Target="../embeddings/oleObject130.bin"/><Relationship Id="rId3" Type="http://schemas.openxmlformats.org/officeDocument/2006/relationships/notesSlide" Target="../notesSlides/notesSlide6.xml"/><Relationship Id="rId21" Type="http://schemas.openxmlformats.org/officeDocument/2006/relationships/image" Target="../media/image127.wmf"/><Relationship Id="rId7" Type="http://schemas.openxmlformats.org/officeDocument/2006/relationships/image" Target="../media/image120.wmf"/><Relationship Id="rId12" Type="http://schemas.openxmlformats.org/officeDocument/2006/relationships/oleObject" Target="../embeddings/oleObject123.bin"/><Relationship Id="rId17" Type="http://schemas.openxmlformats.org/officeDocument/2006/relationships/image" Target="../media/image125.wmf"/><Relationship Id="rId25" Type="http://schemas.openxmlformats.org/officeDocument/2006/relationships/image" Target="../media/image129.wmf"/><Relationship Id="rId33" Type="http://schemas.openxmlformats.org/officeDocument/2006/relationships/image" Target="../media/image132.wmf"/><Relationship Id="rId2" Type="http://schemas.openxmlformats.org/officeDocument/2006/relationships/slideLayout" Target="../slideLayouts/slideLayout7.xml"/><Relationship Id="rId16" Type="http://schemas.openxmlformats.org/officeDocument/2006/relationships/oleObject" Target="../embeddings/oleObject125.bin"/><Relationship Id="rId20" Type="http://schemas.openxmlformats.org/officeDocument/2006/relationships/oleObject" Target="../embeddings/oleObject127.bin"/><Relationship Id="rId29" Type="http://schemas.openxmlformats.org/officeDocument/2006/relationships/image" Target="../media/image130.wmf"/><Relationship Id="rId1" Type="http://schemas.openxmlformats.org/officeDocument/2006/relationships/vmlDrawing" Target="../drawings/vmlDrawing16.vml"/><Relationship Id="rId6" Type="http://schemas.openxmlformats.org/officeDocument/2006/relationships/oleObject" Target="../embeddings/oleObject120.bin"/><Relationship Id="rId11" Type="http://schemas.openxmlformats.org/officeDocument/2006/relationships/image" Target="../media/image122.wmf"/><Relationship Id="rId24" Type="http://schemas.openxmlformats.org/officeDocument/2006/relationships/oleObject" Target="../embeddings/oleObject129.bin"/><Relationship Id="rId32" Type="http://schemas.openxmlformats.org/officeDocument/2006/relationships/oleObject" Target="../embeddings/oleObject133.bin"/><Relationship Id="rId5" Type="http://schemas.openxmlformats.org/officeDocument/2006/relationships/image" Target="../media/image119.emf"/><Relationship Id="rId15" Type="http://schemas.openxmlformats.org/officeDocument/2006/relationships/image" Target="../media/image124.wmf"/><Relationship Id="rId23" Type="http://schemas.openxmlformats.org/officeDocument/2006/relationships/image" Target="../media/image128.wmf"/><Relationship Id="rId28" Type="http://schemas.openxmlformats.org/officeDocument/2006/relationships/oleObject" Target="../embeddings/oleObject131.bin"/><Relationship Id="rId10" Type="http://schemas.openxmlformats.org/officeDocument/2006/relationships/oleObject" Target="../embeddings/oleObject122.bin"/><Relationship Id="rId19" Type="http://schemas.openxmlformats.org/officeDocument/2006/relationships/image" Target="../media/image126.wmf"/><Relationship Id="rId31" Type="http://schemas.openxmlformats.org/officeDocument/2006/relationships/image" Target="../media/image131.wmf"/><Relationship Id="rId4" Type="http://schemas.openxmlformats.org/officeDocument/2006/relationships/oleObject" Target="../embeddings/oleObject119.bin"/><Relationship Id="rId9" Type="http://schemas.openxmlformats.org/officeDocument/2006/relationships/image" Target="../media/image121.wmf"/><Relationship Id="rId14" Type="http://schemas.openxmlformats.org/officeDocument/2006/relationships/oleObject" Target="../embeddings/oleObject124.bin"/><Relationship Id="rId22" Type="http://schemas.openxmlformats.org/officeDocument/2006/relationships/oleObject" Target="../embeddings/oleObject128.bin"/><Relationship Id="rId27" Type="http://schemas.openxmlformats.org/officeDocument/2006/relationships/image" Target="../media/image114.wmf"/><Relationship Id="rId30" Type="http://schemas.openxmlformats.org/officeDocument/2006/relationships/oleObject" Target="../embeddings/oleObject132.bin"/></Relationships>
</file>

<file path=ppt/slides/_rels/slide24.xml.rels><?xml version="1.0" encoding="UTF-8" standalone="yes"?>
<Relationships xmlns="http://schemas.openxmlformats.org/package/2006/relationships"><Relationship Id="rId13" Type="http://schemas.openxmlformats.org/officeDocument/2006/relationships/image" Target="../media/image137.wmf"/><Relationship Id="rId18" Type="http://schemas.openxmlformats.org/officeDocument/2006/relationships/oleObject" Target="../embeddings/oleObject141.bin"/><Relationship Id="rId26" Type="http://schemas.openxmlformats.org/officeDocument/2006/relationships/oleObject" Target="../embeddings/oleObject145.bin"/><Relationship Id="rId39" Type="http://schemas.openxmlformats.org/officeDocument/2006/relationships/oleObject" Target="../embeddings/oleObject155.bin"/><Relationship Id="rId21" Type="http://schemas.openxmlformats.org/officeDocument/2006/relationships/image" Target="../media/image141.wmf"/><Relationship Id="rId34" Type="http://schemas.openxmlformats.org/officeDocument/2006/relationships/oleObject" Target="../embeddings/oleObject151.bin"/><Relationship Id="rId42" Type="http://schemas.openxmlformats.org/officeDocument/2006/relationships/image" Target="../media/image148.emf"/><Relationship Id="rId47" Type="http://schemas.openxmlformats.org/officeDocument/2006/relationships/image" Target="../media/image150.emf"/><Relationship Id="rId50" Type="http://schemas.openxmlformats.org/officeDocument/2006/relationships/oleObject" Target="../embeddings/oleObject161.bin"/><Relationship Id="rId55" Type="http://schemas.openxmlformats.org/officeDocument/2006/relationships/image" Target="../media/image154.emf"/><Relationship Id="rId63" Type="http://schemas.openxmlformats.org/officeDocument/2006/relationships/oleObject" Target="../embeddings/oleObject168.bin"/><Relationship Id="rId68" Type="http://schemas.openxmlformats.org/officeDocument/2006/relationships/oleObject" Target="../embeddings/oleObject171.bin"/><Relationship Id="rId7" Type="http://schemas.openxmlformats.org/officeDocument/2006/relationships/image" Target="../media/image134.wmf"/><Relationship Id="rId2" Type="http://schemas.openxmlformats.org/officeDocument/2006/relationships/slideLayout" Target="../slideLayouts/slideLayout7.xml"/><Relationship Id="rId16" Type="http://schemas.openxmlformats.org/officeDocument/2006/relationships/oleObject" Target="../embeddings/oleObject140.bin"/><Relationship Id="rId29" Type="http://schemas.openxmlformats.org/officeDocument/2006/relationships/oleObject" Target="../embeddings/oleObject147.bin"/><Relationship Id="rId1" Type="http://schemas.openxmlformats.org/officeDocument/2006/relationships/vmlDrawing" Target="../drawings/vmlDrawing17.vml"/><Relationship Id="rId6" Type="http://schemas.openxmlformats.org/officeDocument/2006/relationships/oleObject" Target="../embeddings/oleObject135.bin"/><Relationship Id="rId11" Type="http://schemas.openxmlformats.org/officeDocument/2006/relationships/image" Target="../media/image136.wmf"/><Relationship Id="rId24" Type="http://schemas.openxmlformats.org/officeDocument/2006/relationships/oleObject" Target="../embeddings/oleObject144.bin"/><Relationship Id="rId32" Type="http://schemas.openxmlformats.org/officeDocument/2006/relationships/image" Target="../media/image145.wmf"/><Relationship Id="rId37" Type="http://schemas.openxmlformats.org/officeDocument/2006/relationships/oleObject" Target="../embeddings/oleObject154.bin"/><Relationship Id="rId40" Type="http://schemas.openxmlformats.org/officeDocument/2006/relationships/image" Target="../media/image147.emf"/><Relationship Id="rId45" Type="http://schemas.openxmlformats.org/officeDocument/2006/relationships/image" Target="../media/image149.emf"/><Relationship Id="rId53" Type="http://schemas.openxmlformats.org/officeDocument/2006/relationships/image" Target="../media/image153.emf"/><Relationship Id="rId58" Type="http://schemas.openxmlformats.org/officeDocument/2006/relationships/oleObject" Target="../embeddings/oleObject165.bin"/><Relationship Id="rId66" Type="http://schemas.openxmlformats.org/officeDocument/2006/relationships/image" Target="../media/image159.wmf"/><Relationship Id="rId5" Type="http://schemas.openxmlformats.org/officeDocument/2006/relationships/image" Target="../media/image133.wmf"/><Relationship Id="rId15" Type="http://schemas.openxmlformats.org/officeDocument/2006/relationships/image" Target="../media/image138.wmf"/><Relationship Id="rId23" Type="http://schemas.openxmlformats.org/officeDocument/2006/relationships/image" Target="../media/image142.wmf"/><Relationship Id="rId28" Type="http://schemas.openxmlformats.org/officeDocument/2006/relationships/oleObject" Target="../embeddings/oleObject146.bin"/><Relationship Id="rId36" Type="http://schemas.openxmlformats.org/officeDocument/2006/relationships/oleObject" Target="../embeddings/oleObject153.bin"/><Relationship Id="rId49" Type="http://schemas.openxmlformats.org/officeDocument/2006/relationships/image" Target="../media/image151.emf"/><Relationship Id="rId57" Type="http://schemas.openxmlformats.org/officeDocument/2006/relationships/image" Target="../media/image155.emf"/><Relationship Id="rId61" Type="http://schemas.openxmlformats.org/officeDocument/2006/relationships/image" Target="../media/image157.emf"/><Relationship Id="rId10" Type="http://schemas.openxmlformats.org/officeDocument/2006/relationships/oleObject" Target="../embeddings/oleObject137.bin"/><Relationship Id="rId19" Type="http://schemas.openxmlformats.org/officeDocument/2006/relationships/image" Target="../media/image140.wmf"/><Relationship Id="rId31" Type="http://schemas.openxmlformats.org/officeDocument/2006/relationships/oleObject" Target="../embeddings/oleObject149.bin"/><Relationship Id="rId44" Type="http://schemas.openxmlformats.org/officeDocument/2006/relationships/oleObject" Target="../embeddings/oleObject158.bin"/><Relationship Id="rId52" Type="http://schemas.openxmlformats.org/officeDocument/2006/relationships/oleObject" Target="../embeddings/oleObject162.bin"/><Relationship Id="rId60" Type="http://schemas.openxmlformats.org/officeDocument/2006/relationships/oleObject" Target="../embeddings/oleObject166.bin"/><Relationship Id="rId65" Type="http://schemas.openxmlformats.org/officeDocument/2006/relationships/oleObject" Target="../embeddings/oleObject169.bin"/><Relationship Id="rId4" Type="http://schemas.openxmlformats.org/officeDocument/2006/relationships/oleObject" Target="../embeddings/oleObject134.bin"/><Relationship Id="rId9" Type="http://schemas.openxmlformats.org/officeDocument/2006/relationships/image" Target="../media/image135.wmf"/><Relationship Id="rId14" Type="http://schemas.openxmlformats.org/officeDocument/2006/relationships/oleObject" Target="../embeddings/oleObject139.bin"/><Relationship Id="rId22" Type="http://schemas.openxmlformats.org/officeDocument/2006/relationships/oleObject" Target="../embeddings/oleObject143.bin"/><Relationship Id="rId27" Type="http://schemas.openxmlformats.org/officeDocument/2006/relationships/image" Target="../media/image144.wmf"/><Relationship Id="rId30" Type="http://schemas.openxmlformats.org/officeDocument/2006/relationships/oleObject" Target="../embeddings/oleObject148.bin"/><Relationship Id="rId35" Type="http://schemas.openxmlformats.org/officeDocument/2006/relationships/oleObject" Target="../embeddings/oleObject152.bin"/><Relationship Id="rId43" Type="http://schemas.openxmlformats.org/officeDocument/2006/relationships/oleObject" Target="../embeddings/oleObject157.bin"/><Relationship Id="rId48" Type="http://schemas.openxmlformats.org/officeDocument/2006/relationships/oleObject" Target="../embeddings/oleObject160.bin"/><Relationship Id="rId56" Type="http://schemas.openxmlformats.org/officeDocument/2006/relationships/oleObject" Target="../embeddings/oleObject164.bin"/><Relationship Id="rId64" Type="http://schemas.openxmlformats.org/officeDocument/2006/relationships/image" Target="../media/image158.wmf"/><Relationship Id="rId69" Type="http://schemas.openxmlformats.org/officeDocument/2006/relationships/oleObject" Target="../embeddings/oleObject172.bin"/><Relationship Id="rId8" Type="http://schemas.openxmlformats.org/officeDocument/2006/relationships/oleObject" Target="../embeddings/oleObject136.bin"/><Relationship Id="rId51" Type="http://schemas.openxmlformats.org/officeDocument/2006/relationships/image" Target="../media/image152.emf"/><Relationship Id="rId3" Type="http://schemas.openxmlformats.org/officeDocument/2006/relationships/notesSlide" Target="../notesSlides/notesSlide7.xml"/><Relationship Id="rId12" Type="http://schemas.openxmlformats.org/officeDocument/2006/relationships/oleObject" Target="../embeddings/oleObject138.bin"/><Relationship Id="rId17" Type="http://schemas.openxmlformats.org/officeDocument/2006/relationships/image" Target="../media/image139.wmf"/><Relationship Id="rId25" Type="http://schemas.openxmlformats.org/officeDocument/2006/relationships/image" Target="../media/image143.wmf"/><Relationship Id="rId33" Type="http://schemas.openxmlformats.org/officeDocument/2006/relationships/oleObject" Target="../embeddings/oleObject150.bin"/><Relationship Id="rId38" Type="http://schemas.openxmlformats.org/officeDocument/2006/relationships/image" Target="../media/image146.wmf"/><Relationship Id="rId46" Type="http://schemas.openxmlformats.org/officeDocument/2006/relationships/oleObject" Target="../embeddings/oleObject159.bin"/><Relationship Id="rId59" Type="http://schemas.openxmlformats.org/officeDocument/2006/relationships/image" Target="../media/image156.emf"/><Relationship Id="rId67" Type="http://schemas.openxmlformats.org/officeDocument/2006/relationships/oleObject" Target="../embeddings/oleObject170.bin"/><Relationship Id="rId20" Type="http://schemas.openxmlformats.org/officeDocument/2006/relationships/oleObject" Target="../embeddings/oleObject142.bin"/><Relationship Id="rId41" Type="http://schemas.openxmlformats.org/officeDocument/2006/relationships/oleObject" Target="../embeddings/oleObject156.bin"/><Relationship Id="rId54" Type="http://schemas.openxmlformats.org/officeDocument/2006/relationships/oleObject" Target="../embeddings/oleObject163.bin"/><Relationship Id="rId62" Type="http://schemas.openxmlformats.org/officeDocument/2006/relationships/oleObject" Target="../embeddings/oleObject16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oleObject" Target="../embeddings/oleObject178.bin"/><Relationship Id="rId18" Type="http://schemas.openxmlformats.org/officeDocument/2006/relationships/oleObject" Target="../embeddings/oleObject182.bin"/><Relationship Id="rId26" Type="http://schemas.openxmlformats.org/officeDocument/2006/relationships/image" Target="../media/image167.wmf"/><Relationship Id="rId39" Type="http://schemas.openxmlformats.org/officeDocument/2006/relationships/oleObject" Target="../embeddings/oleObject195.bin"/><Relationship Id="rId3" Type="http://schemas.openxmlformats.org/officeDocument/2006/relationships/oleObject" Target="../embeddings/oleObject173.bin"/><Relationship Id="rId21" Type="http://schemas.openxmlformats.org/officeDocument/2006/relationships/oleObject" Target="../embeddings/oleObject184.bin"/><Relationship Id="rId34" Type="http://schemas.openxmlformats.org/officeDocument/2006/relationships/image" Target="../media/image170.wmf"/><Relationship Id="rId42" Type="http://schemas.openxmlformats.org/officeDocument/2006/relationships/oleObject" Target="../embeddings/oleObject198.bin"/><Relationship Id="rId47" Type="http://schemas.openxmlformats.org/officeDocument/2006/relationships/image" Target="../media/image174.wmf"/><Relationship Id="rId7" Type="http://schemas.openxmlformats.org/officeDocument/2006/relationships/oleObject" Target="../embeddings/oleObject175.bin"/><Relationship Id="rId12" Type="http://schemas.openxmlformats.org/officeDocument/2006/relationships/image" Target="../media/image140.wmf"/><Relationship Id="rId17" Type="http://schemas.openxmlformats.org/officeDocument/2006/relationships/oleObject" Target="../embeddings/oleObject181.bin"/><Relationship Id="rId25" Type="http://schemas.openxmlformats.org/officeDocument/2006/relationships/oleObject" Target="../embeddings/oleObject186.bin"/><Relationship Id="rId33" Type="http://schemas.openxmlformats.org/officeDocument/2006/relationships/oleObject" Target="../embeddings/oleObject191.bin"/><Relationship Id="rId38" Type="http://schemas.openxmlformats.org/officeDocument/2006/relationships/image" Target="../media/image171.wmf"/><Relationship Id="rId46" Type="http://schemas.openxmlformats.org/officeDocument/2006/relationships/oleObject" Target="../embeddings/oleObject200.bin"/><Relationship Id="rId2" Type="http://schemas.openxmlformats.org/officeDocument/2006/relationships/slideLayout" Target="../slideLayouts/slideLayout7.xml"/><Relationship Id="rId16" Type="http://schemas.openxmlformats.org/officeDocument/2006/relationships/oleObject" Target="../embeddings/oleObject180.bin"/><Relationship Id="rId20" Type="http://schemas.openxmlformats.org/officeDocument/2006/relationships/image" Target="../media/image164.wmf"/><Relationship Id="rId29" Type="http://schemas.openxmlformats.org/officeDocument/2006/relationships/oleObject" Target="../embeddings/oleObject188.bin"/><Relationship Id="rId41" Type="http://schemas.openxmlformats.org/officeDocument/2006/relationships/oleObject" Target="../embeddings/oleObject197.bin"/><Relationship Id="rId1" Type="http://schemas.openxmlformats.org/officeDocument/2006/relationships/vmlDrawing" Target="../drawings/vmlDrawing18.vml"/><Relationship Id="rId6" Type="http://schemas.openxmlformats.org/officeDocument/2006/relationships/image" Target="../media/image161.wmf"/><Relationship Id="rId11" Type="http://schemas.openxmlformats.org/officeDocument/2006/relationships/oleObject" Target="../embeddings/oleObject177.bin"/><Relationship Id="rId24" Type="http://schemas.openxmlformats.org/officeDocument/2006/relationships/image" Target="../media/image166.wmf"/><Relationship Id="rId32" Type="http://schemas.openxmlformats.org/officeDocument/2006/relationships/oleObject" Target="../embeddings/oleObject190.bin"/><Relationship Id="rId37" Type="http://schemas.openxmlformats.org/officeDocument/2006/relationships/oleObject" Target="../embeddings/oleObject194.bin"/><Relationship Id="rId40" Type="http://schemas.openxmlformats.org/officeDocument/2006/relationships/oleObject" Target="../embeddings/oleObject196.bin"/><Relationship Id="rId45" Type="http://schemas.openxmlformats.org/officeDocument/2006/relationships/image" Target="../media/image173.wmf"/><Relationship Id="rId5" Type="http://schemas.openxmlformats.org/officeDocument/2006/relationships/oleObject" Target="../embeddings/oleObject174.bin"/><Relationship Id="rId15" Type="http://schemas.openxmlformats.org/officeDocument/2006/relationships/oleObject" Target="../embeddings/oleObject179.bin"/><Relationship Id="rId23" Type="http://schemas.openxmlformats.org/officeDocument/2006/relationships/oleObject" Target="../embeddings/oleObject185.bin"/><Relationship Id="rId28" Type="http://schemas.openxmlformats.org/officeDocument/2006/relationships/image" Target="../media/image168.wmf"/><Relationship Id="rId36" Type="http://schemas.openxmlformats.org/officeDocument/2006/relationships/oleObject" Target="../embeddings/oleObject193.bin"/><Relationship Id="rId10" Type="http://schemas.openxmlformats.org/officeDocument/2006/relationships/image" Target="../media/image162.wmf"/><Relationship Id="rId19" Type="http://schemas.openxmlformats.org/officeDocument/2006/relationships/oleObject" Target="../embeddings/oleObject183.bin"/><Relationship Id="rId31" Type="http://schemas.openxmlformats.org/officeDocument/2006/relationships/image" Target="../media/image169.wmf"/><Relationship Id="rId44" Type="http://schemas.openxmlformats.org/officeDocument/2006/relationships/oleObject" Target="../embeddings/oleObject199.bin"/><Relationship Id="rId4" Type="http://schemas.openxmlformats.org/officeDocument/2006/relationships/image" Target="../media/image160.wmf"/><Relationship Id="rId9" Type="http://schemas.openxmlformats.org/officeDocument/2006/relationships/oleObject" Target="../embeddings/oleObject176.bin"/><Relationship Id="rId14" Type="http://schemas.openxmlformats.org/officeDocument/2006/relationships/image" Target="../media/image163.emf"/><Relationship Id="rId22" Type="http://schemas.openxmlformats.org/officeDocument/2006/relationships/image" Target="../media/image165.wmf"/><Relationship Id="rId27" Type="http://schemas.openxmlformats.org/officeDocument/2006/relationships/oleObject" Target="../embeddings/oleObject187.bin"/><Relationship Id="rId30" Type="http://schemas.openxmlformats.org/officeDocument/2006/relationships/oleObject" Target="../embeddings/oleObject189.bin"/><Relationship Id="rId35" Type="http://schemas.openxmlformats.org/officeDocument/2006/relationships/oleObject" Target="../embeddings/oleObject192.bin"/><Relationship Id="rId43" Type="http://schemas.openxmlformats.org/officeDocument/2006/relationships/image" Target="../media/image172.wmf"/></Relationships>
</file>

<file path=ppt/slides/_rels/slide27.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3" Type="http://schemas.openxmlformats.org/officeDocument/2006/relationships/tags" Target="../tags/tag19.xml"/><Relationship Id="rId21" Type="http://schemas.openxmlformats.org/officeDocument/2006/relationships/image" Target="../media/image176.tmp"/><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image" Target="../media/image80.tmp"/><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image" Target="../media/image175.wmf"/><Relationship Id="rId10" Type="http://schemas.openxmlformats.org/officeDocument/2006/relationships/tags" Target="../tags/tag26.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oleObject" Target="../embeddings/oleObject20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179.emf"/><Relationship Id="rId3" Type="http://schemas.openxmlformats.org/officeDocument/2006/relationships/oleObject" Target="../embeddings/oleObject202.bin"/><Relationship Id="rId7" Type="http://schemas.openxmlformats.org/officeDocument/2006/relationships/oleObject" Target="../embeddings/oleObject20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78.wmf"/><Relationship Id="rId5" Type="http://schemas.openxmlformats.org/officeDocument/2006/relationships/oleObject" Target="../embeddings/oleObject203.bin"/><Relationship Id="rId4" Type="http://schemas.openxmlformats.org/officeDocument/2006/relationships/image" Target="../media/image177.wmf"/></Relationships>
</file>

<file path=ppt/slides/_rels/slide30.xml.rels><?xml version="1.0" encoding="UTF-8" standalone="yes"?>
<Relationships xmlns="http://schemas.openxmlformats.org/package/2006/relationships"><Relationship Id="rId8" Type="http://schemas.openxmlformats.org/officeDocument/2006/relationships/image" Target="../media/image182.wmf"/><Relationship Id="rId13" Type="http://schemas.openxmlformats.org/officeDocument/2006/relationships/oleObject" Target="../embeddings/oleObject210.bin"/><Relationship Id="rId3" Type="http://schemas.openxmlformats.org/officeDocument/2006/relationships/oleObject" Target="../embeddings/oleObject205.bin"/><Relationship Id="rId7" Type="http://schemas.openxmlformats.org/officeDocument/2006/relationships/oleObject" Target="../embeddings/oleObject207.bin"/><Relationship Id="rId12" Type="http://schemas.openxmlformats.org/officeDocument/2006/relationships/image" Target="../media/image184.emf"/><Relationship Id="rId2" Type="http://schemas.openxmlformats.org/officeDocument/2006/relationships/slideLayout" Target="../slideLayouts/slideLayout7.xml"/><Relationship Id="rId16" Type="http://schemas.openxmlformats.org/officeDocument/2006/relationships/image" Target="../media/image186.wmf"/><Relationship Id="rId1" Type="http://schemas.openxmlformats.org/officeDocument/2006/relationships/vmlDrawing" Target="../drawings/vmlDrawing21.vml"/><Relationship Id="rId6" Type="http://schemas.openxmlformats.org/officeDocument/2006/relationships/image" Target="../media/image181.emf"/><Relationship Id="rId11" Type="http://schemas.openxmlformats.org/officeDocument/2006/relationships/oleObject" Target="../embeddings/oleObject209.bin"/><Relationship Id="rId5" Type="http://schemas.openxmlformats.org/officeDocument/2006/relationships/oleObject" Target="../embeddings/oleObject206.bin"/><Relationship Id="rId15" Type="http://schemas.openxmlformats.org/officeDocument/2006/relationships/oleObject" Target="../embeddings/oleObject211.bin"/><Relationship Id="rId10" Type="http://schemas.openxmlformats.org/officeDocument/2006/relationships/image" Target="../media/image183.wmf"/><Relationship Id="rId4" Type="http://schemas.openxmlformats.org/officeDocument/2006/relationships/image" Target="../media/image180.emf"/><Relationship Id="rId9" Type="http://schemas.openxmlformats.org/officeDocument/2006/relationships/oleObject" Target="../embeddings/oleObject208.bin"/><Relationship Id="rId14" Type="http://schemas.openxmlformats.org/officeDocument/2006/relationships/image" Target="../media/image185.wmf"/></Relationships>
</file>

<file path=ppt/slides/_rels/slide31.xml.rels><?xml version="1.0" encoding="UTF-8" standalone="yes"?>
<Relationships xmlns="http://schemas.openxmlformats.org/package/2006/relationships"><Relationship Id="rId8" Type="http://schemas.openxmlformats.org/officeDocument/2006/relationships/image" Target="../media/image189.emf"/><Relationship Id="rId13" Type="http://schemas.openxmlformats.org/officeDocument/2006/relationships/oleObject" Target="../embeddings/oleObject217.bin"/><Relationship Id="rId18" Type="http://schemas.openxmlformats.org/officeDocument/2006/relationships/image" Target="../media/image194.wmf"/><Relationship Id="rId3" Type="http://schemas.openxmlformats.org/officeDocument/2006/relationships/oleObject" Target="../embeddings/oleObject212.bin"/><Relationship Id="rId21" Type="http://schemas.openxmlformats.org/officeDocument/2006/relationships/oleObject" Target="../embeddings/oleObject221.bin"/><Relationship Id="rId7" Type="http://schemas.openxmlformats.org/officeDocument/2006/relationships/oleObject" Target="../embeddings/oleObject214.bin"/><Relationship Id="rId12" Type="http://schemas.openxmlformats.org/officeDocument/2006/relationships/image" Target="../media/image191.wmf"/><Relationship Id="rId17" Type="http://schemas.openxmlformats.org/officeDocument/2006/relationships/oleObject" Target="../embeddings/oleObject219.bin"/><Relationship Id="rId2" Type="http://schemas.openxmlformats.org/officeDocument/2006/relationships/slideLayout" Target="../slideLayouts/slideLayout7.xml"/><Relationship Id="rId16" Type="http://schemas.openxmlformats.org/officeDocument/2006/relationships/image" Target="../media/image193.wmf"/><Relationship Id="rId20" Type="http://schemas.openxmlformats.org/officeDocument/2006/relationships/image" Target="../media/image195.wmf"/><Relationship Id="rId1" Type="http://schemas.openxmlformats.org/officeDocument/2006/relationships/vmlDrawing" Target="../drawings/vmlDrawing22.vml"/><Relationship Id="rId6" Type="http://schemas.openxmlformats.org/officeDocument/2006/relationships/image" Target="../media/image188.wmf"/><Relationship Id="rId11" Type="http://schemas.openxmlformats.org/officeDocument/2006/relationships/oleObject" Target="../embeddings/oleObject216.bin"/><Relationship Id="rId5" Type="http://schemas.openxmlformats.org/officeDocument/2006/relationships/oleObject" Target="../embeddings/oleObject213.bin"/><Relationship Id="rId15" Type="http://schemas.openxmlformats.org/officeDocument/2006/relationships/oleObject" Target="../embeddings/oleObject218.bin"/><Relationship Id="rId10" Type="http://schemas.openxmlformats.org/officeDocument/2006/relationships/image" Target="../media/image190.emf"/><Relationship Id="rId19" Type="http://schemas.openxmlformats.org/officeDocument/2006/relationships/oleObject" Target="../embeddings/oleObject220.bin"/><Relationship Id="rId4" Type="http://schemas.openxmlformats.org/officeDocument/2006/relationships/image" Target="../media/image187.wmf"/><Relationship Id="rId9" Type="http://schemas.openxmlformats.org/officeDocument/2006/relationships/oleObject" Target="../embeddings/oleObject215.bin"/><Relationship Id="rId14" Type="http://schemas.openxmlformats.org/officeDocument/2006/relationships/image" Target="../media/image192.wmf"/><Relationship Id="rId22" Type="http://schemas.openxmlformats.org/officeDocument/2006/relationships/image" Target="../media/image196.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image" Target="../media/image201.wmf"/><Relationship Id="rId3" Type="http://schemas.openxmlformats.org/officeDocument/2006/relationships/notesSlide" Target="../notesSlides/notesSlide8.xml"/><Relationship Id="rId7" Type="http://schemas.openxmlformats.org/officeDocument/2006/relationships/image" Target="../media/image198.wmf"/><Relationship Id="rId12" Type="http://schemas.openxmlformats.org/officeDocument/2006/relationships/oleObject" Target="../embeddings/oleObject226.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223.bin"/><Relationship Id="rId11" Type="http://schemas.openxmlformats.org/officeDocument/2006/relationships/image" Target="../media/image200.emf"/><Relationship Id="rId5" Type="http://schemas.openxmlformats.org/officeDocument/2006/relationships/image" Target="../media/image197.emf"/><Relationship Id="rId10" Type="http://schemas.openxmlformats.org/officeDocument/2006/relationships/oleObject" Target="../embeddings/oleObject225.bin"/><Relationship Id="rId4" Type="http://schemas.openxmlformats.org/officeDocument/2006/relationships/oleObject" Target="../embeddings/oleObject222.bin"/><Relationship Id="rId9" Type="http://schemas.openxmlformats.org/officeDocument/2006/relationships/image" Target="../media/image199.wmf"/></Relationships>
</file>

<file path=ppt/slides/_rels/slide33.xml.rels><?xml version="1.0" encoding="UTF-8" standalone="yes"?>
<Relationships xmlns="http://schemas.openxmlformats.org/package/2006/relationships"><Relationship Id="rId8" Type="http://schemas.openxmlformats.org/officeDocument/2006/relationships/image" Target="../media/image204.wmf"/><Relationship Id="rId13" Type="http://schemas.openxmlformats.org/officeDocument/2006/relationships/oleObject" Target="../embeddings/oleObject232.bin"/><Relationship Id="rId3" Type="http://schemas.openxmlformats.org/officeDocument/2006/relationships/oleObject" Target="../embeddings/oleObject227.bin"/><Relationship Id="rId7" Type="http://schemas.openxmlformats.org/officeDocument/2006/relationships/oleObject" Target="../embeddings/oleObject229.bin"/><Relationship Id="rId12" Type="http://schemas.openxmlformats.org/officeDocument/2006/relationships/image" Target="../media/image206.wmf"/><Relationship Id="rId2" Type="http://schemas.openxmlformats.org/officeDocument/2006/relationships/slideLayout" Target="../slideLayouts/slideLayout7.xml"/><Relationship Id="rId16" Type="http://schemas.openxmlformats.org/officeDocument/2006/relationships/image" Target="../media/image208.wmf"/><Relationship Id="rId1" Type="http://schemas.openxmlformats.org/officeDocument/2006/relationships/vmlDrawing" Target="../drawings/vmlDrawing24.vml"/><Relationship Id="rId6" Type="http://schemas.openxmlformats.org/officeDocument/2006/relationships/image" Target="../media/image203.emf"/><Relationship Id="rId11" Type="http://schemas.openxmlformats.org/officeDocument/2006/relationships/oleObject" Target="../embeddings/oleObject231.bin"/><Relationship Id="rId5" Type="http://schemas.openxmlformats.org/officeDocument/2006/relationships/oleObject" Target="../embeddings/oleObject228.bin"/><Relationship Id="rId15" Type="http://schemas.openxmlformats.org/officeDocument/2006/relationships/oleObject" Target="../embeddings/oleObject233.bin"/><Relationship Id="rId10" Type="http://schemas.openxmlformats.org/officeDocument/2006/relationships/image" Target="../media/image205.wmf"/><Relationship Id="rId4" Type="http://schemas.openxmlformats.org/officeDocument/2006/relationships/image" Target="../media/image202.wmf"/><Relationship Id="rId9" Type="http://schemas.openxmlformats.org/officeDocument/2006/relationships/oleObject" Target="../embeddings/oleObject230.bin"/><Relationship Id="rId14" Type="http://schemas.openxmlformats.org/officeDocument/2006/relationships/image" Target="../media/image207.emf"/></Relationships>
</file>

<file path=ppt/slides/_rels/slide34.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239.bin"/><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13.wmf"/><Relationship Id="rId2" Type="http://schemas.openxmlformats.org/officeDocument/2006/relationships/slideLayout" Target="../slideLayouts/slideLayout7.xml"/><Relationship Id="rId16" Type="http://schemas.openxmlformats.org/officeDocument/2006/relationships/image" Target="../media/image215.wmf"/><Relationship Id="rId1" Type="http://schemas.openxmlformats.org/officeDocument/2006/relationships/vmlDrawing" Target="../drawings/vmlDrawing25.vml"/><Relationship Id="rId6" Type="http://schemas.openxmlformats.org/officeDocument/2006/relationships/image" Target="../media/image210.wmf"/><Relationship Id="rId11" Type="http://schemas.openxmlformats.org/officeDocument/2006/relationships/oleObject" Target="../embeddings/oleObject238.bin"/><Relationship Id="rId5" Type="http://schemas.openxmlformats.org/officeDocument/2006/relationships/oleObject" Target="../embeddings/oleObject235.bin"/><Relationship Id="rId15" Type="http://schemas.openxmlformats.org/officeDocument/2006/relationships/oleObject" Target="../embeddings/oleObject240.bin"/><Relationship Id="rId10" Type="http://schemas.openxmlformats.org/officeDocument/2006/relationships/image" Target="../media/image212.wmf"/><Relationship Id="rId4" Type="http://schemas.openxmlformats.org/officeDocument/2006/relationships/image" Target="../media/image209.wmf"/><Relationship Id="rId9" Type="http://schemas.openxmlformats.org/officeDocument/2006/relationships/oleObject" Target="../embeddings/oleObject237.bin"/><Relationship Id="rId14" Type="http://schemas.openxmlformats.org/officeDocument/2006/relationships/image" Target="../media/image214.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43.bin"/><Relationship Id="rId3" Type="http://schemas.openxmlformats.org/officeDocument/2006/relationships/image" Target="../media/image219.jpeg"/><Relationship Id="rId7" Type="http://schemas.openxmlformats.org/officeDocument/2006/relationships/image" Target="../media/image217.e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242.bin"/><Relationship Id="rId5" Type="http://schemas.openxmlformats.org/officeDocument/2006/relationships/image" Target="../media/image216.wmf"/><Relationship Id="rId4" Type="http://schemas.openxmlformats.org/officeDocument/2006/relationships/oleObject" Target="../embeddings/oleObject241.bin"/><Relationship Id="rId9" Type="http://schemas.openxmlformats.org/officeDocument/2006/relationships/image" Target="../media/image218.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46.bin"/><Relationship Id="rId13" Type="http://schemas.openxmlformats.org/officeDocument/2006/relationships/image" Target="../media/image224.wmf"/><Relationship Id="rId3" Type="http://schemas.openxmlformats.org/officeDocument/2006/relationships/notesSlide" Target="../notesSlides/notesSlide9.xml"/><Relationship Id="rId7" Type="http://schemas.openxmlformats.org/officeDocument/2006/relationships/image" Target="../media/image221.wmf"/><Relationship Id="rId12" Type="http://schemas.openxmlformats.org/officeDocument/2006/relationships/oleObject" Target="../embeddings/oleObject248.bin"/><Relationship Id="rId17" Type="http://schemas.openxmlformats.org/officeDocument/2006/relationships/image" Target="../media/image226.emf"/><Relationship Id="rId2" Type="http://schemas.openxmlformats.org/officeDocument/2006/relationships/slideLayout" Target="../slideLayouts/slideLayout7.xml"/><Relationship Id="rId16" Type="http://schemas.openxmlformats.org/officeDocument/2006/relationships/oleObject" Target="../embeddings/oleObject250.bin"/><Relationship Id="rId1" Type="http://schemas.openxmlformats.org/officeDocument/2006/relationships/vmlDrawing" Target="../drawings/vmlDrawing27.vml"/><Relationship Id="rId6" Type="http://schemas.openxmlformats.org/officeDocument/2006/relationships/oleObject" Target="../embeddings/oleObject245.bin"/><Relationship Id="rId11" Type="http://schemas.openxmlformats.org/officeDocument/2006/relationships/image" Target="../media/image223.wmf"/><Relationship Id="rId5" Type="http://schemas.openxmlformats.org/officeDocument/2006/relationships/image" Target="../media/image220.emf"/><Relationship Id="rId15" Type="http://schemas.openxmlformats.org/officeDocument/2006/relationships/image" Target="../media/image225.wmf"/><Relationship Id="rId10" Type="http://schemas.openxmlformats.org/officeDocument/2006/relationships/oleObject" Target="../embeddings/oleObject247.bin"/><Relationship Id="rId4" Type="http://schemas.openxmlformats.org/officeDocument/2006/relationships/oleObject" Target="../embeddings/oleObject244.bin"/><Relationship Id="rId9" Type="http://schemas.openxmlformats.org/officeDocument/2006/relationships/image" Target="../media/image222.wmf"/><Relationship Id="rId14" Type="http://schemas.openxmlformats.org/officeDocument/2006/relationships/oleObject" Target="../embeddings/oleObject249.bin"/></Relationships>
</file>

<file path=ppt/slides/_rels/slide37.xml.rels><?xml version="1.0" encoding="UTF-8" standalone="yes"?>
<Relationships xmlns="http://schemas.openxmlformats.org/package/2006/relationships"><Relationship Id="rId8" Type="http://schemas.openxmlformats.org/officeDocument/2006/relationships/image" Target="../media/image229.wmf"/><Relationship Id="rId13" Type="http://schemas.openxmlformats.org/officeDocument/2006/relationships/oleObject" Target="../embeddings/oleObject256.bin"/><Relationship Id="rId18" Type="http://schemas.openxmlformats.org/officeDocument/2006/relationships/image" Target="../media/image234.wmf"/><Relationship Id="rId3" Type="http://schemas.openxmlformats.org/officeDocument/2006/relationships/oleObject" Target="../embeddings/oleObject251.bin"/><Relationship Id="rId7" Type="http://schemas.openxmlformats.org/officeDocument/2006/relationships/oleObject" Target="../embeddings/oleObject253.bin"/><Relationship Id="rId12" Type="http://schemas.openxmlformats.org/officeDocument/2006/relationships/image" Target="../media/image231.emf"/><Relationship Id="rId17" Type="http://schemas.openxmlformats.org/officeDocument/2006/relationships/oleObject" Target="../embeddings/oleObject258.bin"/><Relationship Id="rId2" Type="http://schemas.openxmlformats.org/officeDocument/2006/relationships/slideLayout" Target="../slideLayouts/slideLayout7.xml"/><Relationship Id="rId16" Type="http://schemas.openxmlformats.org/officeDocument/2006/relationships/image" Target="../media/image233.wmf"/><Relationship Id="rId1" Type="http://schemas.openxmlformats.org/officeDocument/2006/relationships/vmlDrawing" Target="../drawings/vmlDrawing28.vml"/><Relationship Id="rId6" Type="http://schemas.openxmlformats.org/officeDocument/2006/relationships/image" Target="../media/image228.wmf"/><Relationship Id="rId11" Type="http://schemas.openxmlformats.org/officeDocument/2006/relationships/oleObject" Target="../embeddings/oleObject255.bin"/><Relationship Id="rId5" Type="http://schemas.openxmlformats.org/officeDocument/2006/relationships/oleObject" Target="../embeddings/oleObject252.bin"/><Relationship Id="rId15" Type="http://schemas.openxmlformats.org/officeDocument/2006/relationships/oleObject" Target="../embeddings/oleObject257.bin"/><Relationship Id="rId10" Type="http://schemas.openxmlformats.org/officeDocument/2006/relationships/image" Target="../media/image230.emf"/><Relationship Id="rId4" Type="http://schemas.openxmlformats.org/officeDocument/2006/relationships/image" Target="../media/image227.wmf"/><Relationship Id="rId9" Type="http://schemas.openxmlformats.org/officeDocument/2006/relationships/oleObject" Target="../embeddings/oleObject254.bin"/><Relationship Id="rId14" Type="http://schemas.openxmlformats.org/officeDocument/2006/relationships/image" Target="../media/image232.wmf"/></Relationships>
</file>

<file path=ppt/slides/_rels/slide38.xml.rels><?xml version="1.0" encoding="UTF-8" standalone="yes"?>
<Relationships xmlns="http://schemas.openxmlformats.org/package/2006/relationships"><Relationship Id="rId8" Type="http://schemas.openxmlformats.org/officeDocument/2006/relationships/image" Target="../media/image237.wmf"/><Relationship Id="rId3" Type="http://schemas.openxmlformats.org/officeDocument/2006/relationships/oleObject" Target="../embeddings/oleObject259.bin"/><Relationship Id="rId7" Type="http://schemas.openxmlformats.org/officeDocument/2006/relationships/oleObject" Target="../embeddings/oleObject261.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236.wmf"/><Relationship Id="rId5" Type="http://schemas.openxmlformats.org/officeDocument/2006/relationships/oleObject" Target="../embeddings/oleObject260.bin"/><Relationship Id="rId4" Type="http://schemas.openxmlformats.org/officeDocument/2006/relationships/image" Target="../media/image235.wmf"/></Relationships>
</file>

<file path=ppt/slides/_rels/slide39.xml.rels><?xml version="1.0" encoding="UTF-8" standalone="yes"?>
<Relationships xmlns="http://schemas.openxmlformats.org/package/2006/relationships"><Relationship Id="rId8" Type="http://schemas.openxmlformats.org/officeDocument/2006/relationships/image" Target="../media/image240.emf"/><Relationship Id="rId13" Type="http://schemas.openxmlformats.org/officeDocument/2006/relationships/oleObject" Target="../embeddings/oleObject267.bin"/><Relationship Id="rId18" Type="http://schemas.openxmlformats.org/officeDocument/2006/relationships/image" Target="../media/image245.wmf"/><Relationship Id="rId3" Type="http://schemas.openxmlformats.org/officeDocument/2006/relationships/oleObject" Target="../embeddings/oleObject262.bin"/><Relationship Id="rId21" Type="http://schemas.openxmlformats.org/officeDocument/2006/relationships/oleObject" Target="../embeddings/oleObject271.bin"/><Relationship Id="rId7" Type="http://schemas.openxmlformats.org/officeDocument/2006/relationships/oleObject" Target="../embeddings/oleObject264.bin"/><Relationship Id="rId12" Type="http://schemas.openxmlformats.org/officeDocument/2006/relationships/image" Target="../media/image242.wmf"/><Relationship Id="rId17" Type="http://schemas.openxmlformats.org/officeDocument/2006/relationships/oleObject" Target="../embeddings/oleObject269.bin"/><Relationship Id="rId2" Type="http://schemas.openxmlformats.org/officeDocument/2006/relationships/slideLayout" Target="../slideLayouts/slideLayout7.xml"/><Relationship Id="rId16" Type="http://schemas.openxmlformats.org/officeDocument/2006/relationships/image" Target="../media/image244.wmf"/><Relationship Id="rId20" Type="http://schemas.openxmlformats.org/officeDocument/2006/relationships/image" Target="../media/image246.wmf"/><Relationship Id="rId1" Type="http://schemas.openxmlformats.org/officeDocument/2006/relationships/vmlDrawing" Target="../drawings/vmlDrawing30.vml"/><Relationship Id="rId6" Type="http://schemas.openxmlformats.org/officeDocument/2006/relationships/image" Target="../media/image239.emf"/><Relationship Id="rId11" Type="http://schemas.openxmlformats.org/officeDocument/2006/relationships/oleObject" Target="../embeddings/oleObject266.bin"/><Relationship Id="rId5" Type="http://schemas.openxmlformats.org/officeDocument/2006/relationships/oleObject" Target="../embeddings/oleObject263.bin"/><Relationship Id="rId15" Type="http://schemas.openxmlformats.org/officeDocument/2006/relationships/oleObject" Target="../embeddings/oleObject268.bin"/><Relationship Id="rId10" Type="http://schemas.openxmlformats.org/officeDocument/2006/relationships/image" Target="../media/image241.wmf"/><Relationship Id="rId19" Type="http://schemas.openxmlformats.org/officeDocument/2006/relationships/oleObject" Target="../embeddings/oleObject270.bin"/><Relationship Id="rId4" Type="http://schemas.openxmlformats.org/officeDocument/2006/relationships/image" Target="../media/image238.wmf"/><Relationship Id="rId9" Type="http://schemas.openxmlformats.org/officeDocument/2006/relationships/oleObject" Target="../embeddings/oleObject265.bin"/><Relationship Id="rId14" Type="http://schemas.openxmlformats.org/officeDocument/2006/relationships/image" Target="../media/image243.emf"/><Relationship Id="rId22" Type="http://schemas.openxmlformats.org/officeDocument/2006/relationships/image" Target="../media/image247.wmf"/></Relationships>
</file>

<file path=ppt/slides/_rels/slide40.xml.rels><?xml version="1.0" encoding="UTF-8" standalone="yes"?>
<Relationships xmlns="http://schemas.openxmlformats.org/package/2006/relationships"><Relationship Id="rId8" Type="http://schemas.openxmlformats.org/officeDocument/2006/relationships/image" Target="../media/image243.emf"/><Relationship Id="rId13" Type="http://schemas.openxmlformats.org/officeDocument/2006/relationships/oleObject" Target="../embeddings/oleObject276.bin"/><Relationship Id="rId3" Type="http://schemas.openxmlformats.org/officeDocument/2006/relationships/oleObject" Target="../embeddings/oleObject272.bin"/><Relationship Id="rId7" Type="http://schemas.openxmlformats.org/officeDocument/2006/relationships/oleObject" Target="../embeddings/oleObject267.bin"/><Relationship Id="rId12" Type="http://schemas.openxmlformats.org/officeDocument/2006/relationships/image" Target="../media/image251.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249.wmf"/><Relationship Id="rId11" Type="http://schemas.openxmlformats.org/officeDocument/2006/relationships/oleObject" Target="../embeddings/oleObject275.bin"/><Relationship Id="rId5" Type="http://schemas.openxmlformats.org/officeDocument/2006/relationships/oleObject" Target="../embeddings/oleObject273.bin"/><Relationship Id="rId10" Type="http://schemas.openxmlformats.org/officeDocument/2006/relationships/image" Target="../media/image250.wmf"/><Relationship Id="rId4" Type="http://schemas.openxmlformats.org/officeDocument/2006/relationships/image" Target="../media/image248.wmf"/><Relationship Id="rId9" Type="http://schemas.openxmlformats.org/officeDocument/2006/relationships/oleObject" Target="../embeddings/oleObject274.bin"/><Relationship Id="rId14" Type="http://schemas.openxmlformats.org/officeDocument/2006/relationships/image" Target="../media/image252.wmf"/></Relationships>
</file>

<file path=ppt/slides/_rels/slide41.xml.rels><?xml version="1.0" encoding="UTF-8" standalone="yes"?>
<Relationships xmlns="http://schemas.openxmlformats.org/package/2006/relationships"><Relationship Id="rId8" Type="http://schemas.openxmlformats.org/officeDocument/2006/relationships/image" Target="../media/image243.emf"/><Relationship Id="rId3" Type="http://schemas.openxmlformats.org/officeDocument/2006/relationships/oleObject" Target="../embeddings/oleObject277.bin"/><Relationship Id="rId7" Type="http://schemas.openxmlformats.org/officeDocument/2006/relationships/oleObject" Target="../embeddings/oleObject267.bin"/><Relationship Id="rId12" Type="http://schemas.openxmlformats.org/officeDocument/2006/relationships/image" Target="../media/image255.w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253.wmf"/><Relationship Id="rId11" Type="http://schemas.openxmlformats.org/officeDocument/2006/relationships/oleObject" Target="../embeddings/oleObject280.bin"/><Relationship Id="rId5" Type="http://schemas.openxmlformats.org/officeDocument/2006/relationships/oleObject" Target="../embeddings/oleObject278.bin"/><Relationship Id="rId10" Type="http://schemas.openxmlformats.org/officeDocument/2006/relationships/image" Target="../media/image254.wmf"/><Relationship Id="rId4" Type="http://schemas.openxmlformats.org/officeDocument/2006/relationships/image" Target="../media/image248.wmf"/><Relationship Id="rId9" Type="http://schemas.openxmlformats.org/officeDocument/2006/relationships/oleObject" Target="../embeddings/oleObject279.bin"/></Relationships>
</file>

<file path=ppt/slides/_rels/slide42.xml.rels><?xml version="1.0" encoding="UTF-8" standalone="yes"?>
<Relationships xmlns="http://schemas.openxmlformats.org/package/2006/relationships"><Relationship Id="rId8" Type="http://schemas.openxmlformats.org/officeDocument/2006/relationships/image" Target="../media/image258.emf"/><Relationship Id="rId13" Type="http://schemas.openxmlformats.org/officeDocument/2006/relationships/oleObject" Target="../embeddings/oleObject286.bin"/><Relationship Id="rId18" Type="http://schemas.openxmlformats.org/officeDocument/2006/relationships/oleObject" Target="../embeddings/oleObject288.bin"/><Relationship Id="rId3" Type="http://schemas.openxmlformats.org/officeDocument/2006/relationships/oleObject" Target="../embeddings/oleObject281.bin"/><Relationship Id="rId7" Type="http://schemas.openxmlformats.org/officeDocument/2006/relationships/oleObject" Target="../embeddings/oleObject283.bin"/><Relationship Id="rId12" Type="http://schemas.openxmlformats.org/officeDocument/2006/relationships/image" Target="../media/image260.wmf"/><Relationship Id="rId17" Type="http://schemas.openxmlformats.org/officeDocument/2006/relationships/image" Target="../media/image262.jpeg"/><Relationship Id="rId2" Type="http://schemas.openxmlformats.org/officeDocument/2006/relationships/slideLayout" Target="../slideLayouts/slideLayout7.xml"/><Relationship Id="rId16" Type="http://schemas.openxmlformats.org/officeDocument/2006/relationships/image" Target="../media/image263.wmf"/><Relationship Id="rId1" Type="http://schemas.openxmlformats.org/officeDocument/2006/relationships/vmlDrawing" Target="../drawings/vmlDrawing33.vml"/><Relationship Id="rId6" Type="http://schemas.openxmlformats.org/officeDocument/2006/relationships/image" Target="../media/image257.wmf"/><Relationship Id="rId11" Type="http://schemas.openxmlformats.org/officeDocument/2006/relationships/oleObject" Target="../embeddings/oleObject285.bin"/><Relationship Id="rId5" Type="http://schemas.openxmlformats.org/officeDocument/2006/relationships/oleObject" Target="../embeddings/oleObject282.bin"/><Relationship Id="rId15" Type="http://schemas.openxmlformats.org/officeDocument/2006/relationships/oleObject" Target="../embeddings/oleObject287.bin"/><Relationship Id="rId10" Type="http://schemas.openxmlformats.org/officeDocument/2006/relationships/image" Target="../media/image259.emf"/><Relationship Id="rId19" Type="http://schemas.openxmlformats.org/officeDocument/2006/relationships/image" Target="../media/image264.wmf"/><Relationship Id="rId4" Type="http://schemas.openxmlformats.org/officeDocument/2006/relationships/image" Target="../media/image256.emf"/><Relationship Id="rId9" Type="http://schemas.openxmlformats.org/officeDocument/2006/relationships/oleObject" Target="../embeddings/oleObject284.bin"/><Relationship Id="rId14" Type="http://schemas.openxmlformats.org/officeDocument/2006/relationships/image" Target="../media/image261.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oleObject" Target="../embeddings/oleObject289.bin"/><Relationship Id="rId7" Type="http://schemas.openxmlformats.org/officeDocument/2006/relationships/oleObject" Target="../embeddings/oleObject291.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266.wmf"/><Relationship Id="rId5" Type="http://schemas.openxmlformats.org/officeDocument/2006/relationships/oleObject" Target="../embeddings/oleObject290.bin"/><Relationship Id="rId10" Type="http://schemas.openxmlformats.org/officeDocument/2006/relationships/image" Target="../media/image268.wmf"/><Relationship Id="rId4" Type="http://schemas.openxmlformats.org/officeDocument/2006/relationships/image" Target="../media/image265.wmf"/><Relationship Id="rId9" Type="http://schemas.openxmlformats.org/officeDocument/2006/relationships/oleObject" Target="../embeddings/oleObject292.bin"/></Relationships>
</file>

<file path=ppt/slides/_rels/slide45.xml.rels><?xml version="1.0" encoding="UTF-8" standalone="yes"?>
<Relationships xmlns="http://schemas.openxmlformats.org/package/2006/relationships"><Relationship Id="rId8" Type="http://schemas.openxmlformats.org/officeDocument/2006/relationships/image" Target="../media/image271.emf"/><Relationship Id="rId13" Type="http://schemas.openxmlformats.org/officeDocument/2006/relationships/oleObject" Target="../embeddings/oleObject298.bin"/><Relationship Id="rId3" Type="http://schemas.openxmlformats.org/officeDocument/2006/relationships/oleObject" Target="../embeddings/oleObject293.bin"/><Relationship Id="rId7" Type="http://schemas.openxmlformats.org/officeDocument/2006/relationships/oleObject" Target="../embeddings/oleObject295.bin"/><Relationship Id="rId12" Type="http://schemas.openxmlformats.org/officeDocument/2006/relationships/image" Target="../media/image273.e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270.emf"/><Relationship Id="rId11" Type="http://schemas.openxmlformats.org/officeDocument/2006/relationships/oleObject" Target="../embeddings/oleObject297.bin"/><Relationship Id="rId5" Type="http://schemas.openxmlformats.org/officeDocument/2006/relationships/oleObject" Target="../embeddings/oleObject294.bin"/><Relationship Id="rId10" Type="http://schemas.openxmlformats.org/officeDocument/2006/relationships/image" Target="../media/image272.emf"/><Relationship Id="rId4" Type="http://schemas.openxmlformats.org/officeDocument/2006/relationships/image" Target="../media/image269.emf"/><Relationship Id="rId9" Type="http://schemas.openxmlformats.org/officeDocument/2006/relationships/oleObject" Target="../embeddings/oleObject296.bin"/></Relationships>
</file>

<file path=ppt/slides/_rels/slide46.xml.rels><?xml version="1.0" encoding="UTF-8" standalone="yes"?>
<Relationships xmlns="http://schemas.openxmlformats.org/package/2006/relationships"><Relationship Id="rId8" Type="http://schemas.openxmlformats.org/officeDocument/2006/relationships/image" Target="../media/image276.wmf"/><Relationship Id="rId13" Type="http://schemas.openxmlformats.org/officeDocument/2006/relationships/oleObject" Target="../embeddings/oleObject304.bin"/><Relationship Id="rId18" Type="http://schemas.openxmlformats.org/officeDocument/2006/relationships/image" Target="../media/image281.wmf"/><Relationship Id="rId3" Type="http://schemas.openxmlformats.org/officeDocument/2006/relationships/oleObject" Target="../embeddings/oleObject299.bin"/><Relationship Id="rId7" Type="http://schemas.openxmlformats.org/officeDocument/2006/relationships/oleObject" Target="../embeddings/oleObject301.bin"/><Relationship Id="rId12" Type="http://schemas.openxmlformats.org/officeDocument/2006/relationships/image" Target="../media/image278.wmf"/><Relationship Id="rId17" Type="http://schemas.openxmlformats.org/officeDocument/2006/relationships/oleObject" Target="../embeddings/oleObject306.bin"/><Relationship Id="rId2" Type="http://schemas.openxmlformats.org/officeDocument/2006/relationships/slideLayout" Target="../slideLayouts/slideLayout7.xml"/><Relationship Id="rId16" Type="http://schemas.openxmlformats.org/officeDocument/2006/relationships/image" Target="../media/image280.wmf"/><Relationship Id="rId1" Type="http://schemas.openxmlformats.org/officeDocument/2006/relationships/vmlDrawing" Target="../drawings/vmlDrawing36.vml"/><Relationship Id="rId6" Type="http://schemas.openxmlformats.org/officeDocument/2006/relationships/image" Target="../media/image275.emf"/><Relationship Id="rId11" Type="http://schemas.openxmlformats.org/officeDocument/2006/relationships/oleObject" Target="../embeddings/oleObject303.bin"/><Relationship Id="rId5" Type="http://schemas.openxmlformats.org/officeDocument/2006/relationships/oleObject" Target="../embeddings/oleObject300.bin"/><Relationship Id="rId15" Type="http://schemas.openxmlformats.org/officeDocument/2006/relationships/oleObject" Target="../embeddings/oleObject305.bin"/><Relationship Id="rId10" Type="http://schemas.openxmlformats.org/officeDocument/2006/relationships/image" Target="../media/image277.wmf"/><Relationship Id="rId4" Type="http://schemas.openxmlformats.org/officeDocument/2006/relationships/image" Target="../media/image274.wmf"/><Relationship Id="rId9" Type="http://schemas.openxmlformats.org/officeDocument/2006/relationships/oleObject" Target="../embeddings/oleObject302.bin"/><Relationship Id="rId14" Type="http://schemas.openxmlformats.org/officeDocument/2006/relationships/image" Target="../media/image279.wmf"/></Relationships>
</file>

<file path=ppt/slides/_rels/slide47.x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oleObject" Target="../embeddings/oleObject312.bin"/><Relationship Id="rId3" Type="http://schemas.openxmlformats.org/officeDocument/2006/relationships/oleObject" Target="../embeddings/oleObject307.bin"/><Relationship Id="rId7" Type="http://schemas.openxmlformats.org/officeDocument/2006/relationships/oleObject" Target="../embeddings/oleObject309.bin"/><Relationship Id="rId12" Type="http://schemas.openxmlformats.org/officeDocument/2006/relationships/image" Target="../media/image286.wmf"/><Relationship Id="rId17" Type="http://schemas.openxmlformats.org/officeDocument/2006/relationships/image" Target="../media/image288.wmf"/><Relationship Id="rId2" Type="http://schemas.openxmlformats.org/officeDocument/2006/relationships/slideLayout" Target="../slideLayouts/slideLayout7.xml"/><Relationship Id="rId16" Type="http://schemas.openxmlformats.org/officeDocument/2006/relationships/oleObject" Target="../embeddings/oleObject314.bin"/><Relationship Id="rId1" Type="http://schemas.openxmlformats.org/officeDocument/2006/relationships/vmlDrawing" Target="../drawings/vmlDrawing37.vml"/><Relationship Id="rId6" Type="http://schemas.openxmlformats.org/officeDocument/2006/relationships/image" Target="../media/image283.wmf"/><Relationship Id="rId11" Type="http://schemas.openxmlformats.org/officeDocument/2006/relationships/oleObject" Target="../embeddings/oleObject311.bin"/><Relationship Id="rId5" Type="http://schemas.openxmlformats.org/officeDocument/2006/relationships/oleObject" Target="../embeddings/oleObject308.bin"/><Relationship Id="rId15" Type="http://schemas.openxmlformats.org/officeDocument/2006/relationships/image" Target="../media/image287.wmf"/><Relationship Id="rId10" Type="http://schemas.openxmlformats.org/officeDocument/2006/relationships/image" Target="../media/image285.wmf"/><Relationship Id="rId4" Type="http://schemas.openxmlformats.org/officeDocument/2006/relationships/image" Target="../media/image282.wmf"/><Relationship Id="rId9" Type="http://schemas.openxmlformats.org/officeDocument/2006/relationships/oleObject" Target="../embeddings/oleObject310.bin"/><Relationship Id="rId14" Type="http://schemas.openxmlformats.org/officeDocument/2006/relationships/oleObject" Target="../embeddings/oleObject31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291.wmf"/><Relationship Id="rId13" Type="http://schemas.openxmlformats.org/officeDocument/2006/relationships/oleObject" Target="../embeddings/oleObject320.bin"/><Relationship Id="rId3" Type="http://schemas.openxmlformats.org/officeDocument/2006/relationships/oleObject" Target="../embeddings/oleObject315.bin"/><Relationship Id="rId7" Type="http://schemas.openxmlformats.org/officeDocument/2006/relationships/oleObject" Target="../embeddings/oleObject317.bin"/><Relationship Id="rId12" Type="http://schemas.openxmlformats.org/officeDocument/2006/relationships/image" Target="../media/image293.wmf"/><Relationship Id="rId2" Type="http://schemas.openxmlformats.org/officeDocument/2006/relationships/slideLayout" Target="../slideLayouts/slideLayout7.xml"/><Relationship Id="rId16" Type="http://schemas.openxmlformats.org/officeDocument/2006/relationships/image" Target="../media/image295.wmf"/><Relationship Id="rId1" Type="http://schemas.openxmlformats.org/officeDocument/2006/relationships/vmlDrawing" Target="../drawings/vmlDrawing38.vml"/><Relationship Id="rId6" Type="http://schemas.openxmlformats.org/officeDocument/2006/relationships/image" Target="../media/image290.wmf"/><Relationship Id="rId11" Type="http://schemas.openxmlformats.org/officeDocument/2006/relationships/oleObject" Target="../embeddings/oleObject319.bin"/><Relationship Id="rId5" Type="http://schemas.openxmlformats.org/officeDocument/2006/relationships/oleObject" Target="../embeddings/oleObject316.bin"/><Relationship Id="rId15" Type="http://schemas.openxmlformats.org/officeDocument/2006/relationships/oleObject" Target="../embeddings/oleObject321.bin"/><Relationship Id="rId10" Type="http://schemas.openxmlformats.org/officeDocument/2006/relationships/image" Target="../media/image292.wmf"/><Relationship Id="rId4" Type="http://schemas.openxmlformats.org/officeDocument/2006/relationships/image" Target="../media/image289.emf"/><Relationship Id="rId9" Type="http://schemas.openxmlformats.org/officeDocument/2006/relationships/oleObject" Target="../embeddings/oleObject318.bin"/><Relationship Id="rId14" Type="http://schemas.openxmlformats.org/officeDocument/2006/relationships/image" Target="../media/image294.wmf"/></Relationships>
</file>

<file path=ppt/slides/_rels/slide50.xml.rels><?xml version="1.0" encoding="UTF-8" standalone="yes"?>
<Relationships xmlns="http://schemas.openxmlformats.org/package/2006/relationships"><Relationship Id="rId8" Type="http://schemas.openxmlformats.org/officeDocument/2006/relationships/image" Target="../media/image298.emf"/><Relationship Id="rId3" Type="http://schemas.openxmlformats.org/officeDocument/2006/relationships/oleObject" Target="../embeddings/oleObject322.bin"/><Relationship Id="rId7" Type="http://schemas.openxmlformats.org/officeDocument/2006/relationships/oleObject" Target="../embeddings/oleObject324.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297.wmf"/><Relationship Id="rId5" Type="http://schemas.openxmlformats.org/officeDocument/2006/relationships/oleObject" Target="../embeddings/oleObject323.bin"/><Relationship Id="rId10" Type="http://schemas.openxmlformats.org/officeDocument/2006/relationships/image" Target="../media/image299.emf"/><Relationship Id="rId4" Type="http://schemas.openxmlformats.org/officeDocument/2006/relationships/image" Target="../media/image296.wmf"/><Relationship Id="rId9" Type="http://schemas.openxmlformats.org/officeDocument/2006/relationships/oleObject" Target="../embeddings/oleObject32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C4BCA9-1E40-44FE-AE81-6437B5329668}"/>
              </a:ext>
            </a:extLst>
          </p:cNvPr>
          <p:cNvSpPr>
            <a:spLocks noGrp="1"/>
          </p:cNvSpPr>
          <p:nvPr>
            <p:ph type="ctrTitle"/>
          </p:nvPr>
        </p:nvSpPr>
        <p:spPr>
          <a:xfrm>
            <a:off x="611560" y="2636912"/>
            <a:ext cx="7290048" cy="1082501"/>
          </a:xfrm>
        </p:spPr>
        <p:txBody>
          <a:bodyPr/>
          <a:lstStyle/>
          <a:p>
            <a:r>
              <a:rPr lang="zh-CN" altLang="en-US" sz="3200" dirty="0">
                <a:solidFill>
                  <a:srgbClr val="FF0000"/>
                </a:solidFill>
                <a:latin typeface="华文楷体" panose="02010600040101010101" pitchFamily="2" charset="-122"/>
                <a:ea typeface="华文楷体" panose="02010600040101010101" pitchFamily="2" charset="-122"/>
              </a:rPr>
              <a:t>针对哪一类什么样问题？应用什么方法！</a:t>
            </a:r>
            <a:r>
              <a:rPr lang="en-US" altLang="zh-CN" sz="3200" dirty="0">
                <a:solidFill>
                  <a:srgbClr val="FF0000"/>
                </a:solidFill>
                <a:latin typeface="华文楷体" panose="02010600040101010101" pitchFamily="2" charset="-122"/>
                <a:ea typeface="华文楷体" panose="02010600040101010101" pitchFamily="2" charset="-122"/>
              </a:rPr>
              <a:t>!!</a:t>
            </a:r>
            <a:endParaRPr lang="zh-CN" altLang="en-US" sz="3200"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804576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3074" name="Text Box 14">
            <a:hlinkClick r:id="rId4" action="ppaction://hlinksldjump"/>
            <a:extLst>
              <a:ext uri="{FF2B5EF4-FFF2-40B4-BE49-F238E27FC236}">
                <a16:creationId xmlns:a16="http://schemas.microsoft.com/office/drawing/2014/main" id="{D5FF922C-B42D-4D2A-B72D-9C5960202388}"/>
              </a:ext>
            </a:extLst>
          </p:cNvPr>
          <p:cNvSpPr txBox="1">
            <a:spLocks noChangeArrowheads="1"/>
          </p:cNvSpPr>
          <p:nvPr/>
        </p:nvSpPr>
        <p:spPr bwMode="auto">
          <a:xfrm>
            <a:off x="2246313" y="1773238"/>
            <a:ext cx="59261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dirty="0">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动态电路的方程及其初始条件</a:t>
            </a:r>
          </a:p>
        </p:txBody>
      </p:sp>
      <p:sp>
        <p:nvSpPr>
          <p:cNvPr id="3075" name="Text Box 15">
            <a:hlinkClick r:id="rId4" action="ppaction://hlinksldjump"/>
            <a:extLst>
              <a:ext uri="{FF2B5EF4-FFF2-40B4-BE49-F238E27FC236}">
                <a16:creationId xmlns:a16="http://schemas.microsoft.com/office/drawing/2014/main" id="{832A01B2-1C9B-4E9B-B3BF-26FA9976B719}"/>
              </a:ext>
            </a:extLst>
          </p:cNvPr>
          <p:cNvSpPr txBox="1">
            <a:spLocks noChangeArrowheads="1"/>
          </p:cNvSpPr>
          <p:nvPr/>
        </p:nvSpPr>
        <p:spPr bwMode="auto">
          <a:xfrm>
            <a:off x="1000125" y="1808163"/>
            <a:ext cx="13303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7-1</a:t>
            </a:r>
          </a:p>
        </p:txBody>
      </p:sp>
      <p:sp>
        <p:nvSpPr>
          <p:cNvPr id="3076" name="Text Box 19">
            <a:hlinkClick r:id="" action="ppaction://noaction"/>
            <a:extLst>
              <a:ext uri="{FF2B5EF4-FFF2-40B4-BE49-F238E27FC236}">
                <a16:creationId xmlns:a16="http://schemas.microsoft.com/office/drawing/2014/main" id="{3B1ECBA7-7ED0-4BB8-8722-3F71480D4DF5}"/>
              </a:ext>
            </a:extLst>
          </p:cNvPr>
          <p:cNvSpPr txBox="1">
            <a:spLocks noChangeArrowheads="1"/>
          </p:cNvSpPr>
          <p:nvPr/>
        </p:nvSpPr>
        <p:spPr bwMode="auto">
          <a:xfrm>
            <a:off x="2216150" y="4545013"/>
            <a:ext cx="59563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一阶电路</a:t>
            </a:r>
            <a:r>
              <a:rPr lang="zh-CN" altLang="en-US" sz="32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的阶跃响应和冲激响应</a:t>
            </a:r>
          </a:p>
        </p:txBody>
      </p:sp>
      <p:sp>
        <p:nvSpPr>
          <p:cNvPr id="3077" name="Text Box 20">
            <a:hlinkClick r:id="" action="ppaction://noaction"/>
            <a:extLst>
              <a:ext uri="{FF2B5EF4-FFF2-40B4-BE49-F238E27FC236}">
                <a16:creationId xmlns:a16="http://schemas.microsoft.com/office/drawing/2014/main" id="{0900CC21-B78B-4234-B470-27ED5F8B69D9}"/>
              </a:ext>
            </a:extLst>
          </p:cNvPr>
          <p:cNvSpPr txBox="1">
            <a:spLocks noChangeArrowheads="1"/>
          </p:cNvSpPr>
          <p:nvPr/>
        </p:nvSpPr>
        <p:spPr bwMode="auto">
          <a:xfrm>
            <a:off x="1042988" y="4545013"/>
            <a:ext cx="150336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7-6</a:t>
            </a:r>
          </a:p>
        </p:txBody>
      </p:sp>
      <p:sp>
        <p:nvSpPr>
          <p:cNvPr id="3078" name="Text Box 24">
            <a:hlinkClick r:id="rId5" action="ppaction://hlinksldjump"/>
            <a:extLst>
              <a:ext uri="{FF2B5EF4-FFF2-40B4-BE49-F238E27FC236}">
                <a16:creationId xmlns:a16="http://schemas.microsoft.com/office/drawing/2014/main" id="{FAE88C09-2AB6-4B8E-A5FF-1E7539C29DDF}"/>
              </a:ext>
            </a:extLst>
          </p:cNvPr>
          <p:cNvSpPr txBox="1">
            <a:spLocks noChangeArrowheads="1"/>
          </p:cNvSpPr>
          <p:nvPr/>
        </p:nvSpPr>
        <p:spPr bwMode="auto">
          <a:xfrm>
            <a:off x="2287588" y="2889250"/>
            <a:ext cx="45878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一阶电路的零输入响应</a:t>
            </a:r>
          </a:p>
        </p:txBody>
      </p:sp>
      <p:sp>
        <p:nvSpPr>
          <p:cNvPr id="3079" name="Text Box 25">
            <a:hlinkClick r:id="rId5" action="ppaction://hlinksldjump"/>
            <a:extLst>
              <a:ext uri="{FF2B5EF4-FFF2-40B4-BE49-F238E27FC236}">
                <a16:creationId xmlns:a16="http://schemas.microsoft.com/office/drawing/2014/main" id="{BC3FF79D-7285-4397-B67B-A829B0043493}"/>
              </a:ext>
            </a:extLst>
          </p:cNvPr>
          <p:cNvSpPr txBox="1">
            <a:spLocks noChangeArrowheads="1"/>
          </p:cNvSpPr>
          <p:nvPr/>
        </p:nvSpPr>
        <p:spPr bwMode="auto">
          <a:xfrm>
            <a:off x="1042988" y="2312988"/>
            <a:ext cx="128746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7-2</a:t>
            </a:r>
          </a:p>
        </p:txBody>
      </p:sp>
      <p:sp>
        <p:nvSpPr>
          <p:cNvPr id="3080" name="Text Box 34">
            <a:hlinkClick r:id="rId6" action="ppaction://hlinksldjump"/>
            <a:extLst>
              <a:ext uri="{FF2B5EF4-FFF2-40B4-BE49-F238E27FC236}">
                <a16:creationId xmlns:a16="http://schemas.microsoft.com/office/drawing/2014/main" id="{875EA3FE-26B3-427B-ABAD-DB6A0BEB167C}"/>
              </a:ext>
            </a:extLst>
          </p:cNvPr>
          <p:cNvSpPr txBox="1">
            <a:spLocks noChangeArrowheads="1"/>
          </p:cNvSpPr>
          <p:nvPr/>
        </p:nvSpPr>
        <p:spPr bwMode="auto">
          <a:xfrm>
            <a:off x="2273300" y="3368675"/>
            <a:ext cx="56118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一阶电路的零状态响应</a:t>
            </a:r>
          </a:p>
        </p:txBody>
      </p:sp>
      <p:sp>
        <p:nvSpPr>
          <p:cNvPr id="3081" name="Text Box 35">
            <a:hlinkClick r:id="rId6" action="ppaction://hlinksldjump"/>
            <a:extLst>
              <a:ext uri="{FF2B5EF4-FFF2-40B4-BE49-F238E27FC236}">
                <a16:creationId xmlns:a16="http://schemas.microsoft.com/office/drawing/2014/main" id="{6E2C866F-5D44-4C4C-AE0F-318330C6221D}"/>
              </a:ext>
            </a:extLst>
          </p:cNvPr>
          <p:cNvSpPr txBox="1">
            <a:spLocks noChangeArrowheads="1"/>
          </p:cNvSpPr>
          <p:nvPr/>
        </p:nvSpPr>
        <p:spPr bwMode="auto">
          <a:xfrm>
            <a:off x="1016000" y="2889250"/>
            <a:ext cx="1314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7-3</a:t>
            </a:r>
          </a:p>
        </p:txBody>
      </p:sp>
      <p:sp>
        <p:nvSpPr>
          <p:cNvPr id="3082" name="Text Box 44">
            <a:hlinkClick r:id="" action="ppaction://noaction"/>
            <a:extLst>
              <a:ext uri="{FF2B5EF4-FFF2-40B4-BE49-F238E27FC236}">
                <a16:creationId xmlns:a16="http://schemas.microsoft.com/office/drawing/2014/main" id="{D74089EB-8433-4EB4-BA4E-1A7BB2494383}"/>
              </a:ext>
            </a:extLst>
          </p:cNvPr>
          <p:cNvSpPr txBox="1">
            <a:spLocks noChangeArrowheads="1"/>
          </p:cNvSpPr>
          <p:nvPr/>
        </p:nvSpPr>
        <p:spPr bwMode="auto">
          <a:xfrm>
            <a:off x="2330450" y="2311400"/>
            <a:ext cx="3765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一阶电路的全响应</a:t>
            </a:r>
          </a:p>
        </p:txBody>
      </p:sp>
      <p:sp>
        <p:nvSpPr>
          <p:cNvPr id="3083" name="Text Box 45">
            <a:hlinkClick r:id="" action="ppaction://noaction"/>
            <a:extLst>
              <a:ext uri="{FF2B5EF4-FFF2-40B4-BE49-F238E27FC236}">
                <a16:creationId xmlns:a16="http://schemas.microsoft.com/office/drawing/2014/main" id="{7D008E5D-A938-4F8E-A6BD-B10372D7D71A}"/>
              </a:ext>
            </a:extLst>
          </p:cNvPr>
          <p:cNvSpPr txBox="1">
            <a:spLocks noChangeArrowheads="1"/>
          </p:cNvSpPr>
          <p:nvPr/>
        </p:nvSpPr>
        <p:spPr bwMode="auto">
          <a:xfrm>
            <a:off x="1000125" y="3392488"/>
            <a:ext cx="13303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7-4</a:t>
            </a:r>
          </a:p>
        </p:txBody>
      </p:sp>
      <p:sp>
        <p:nvSpPr>
          <p:cNvPr id="3084" name="Text Box 54">
            <a:hlinkClick r:id="" action="ppaction://noaction"/>
            <a:extLst>
              <a:ext uri="{FF2B5EF4-FFF2-40B4-BE49-F238E27FC236}">
                <a16:creationId xmlns:a16="http://schemas.microsoft.com/office/drawing/2014/main" id="{BA907731-AEA8-40D2-A033-4639D5152BCE}"/>
              </a:ext>
            </a:extLst>
          </p:cNvPr>
          <p:cNvSpPr txBox="1">
            <a:spLocks noChangeArrowheads="1"/>
          </p:cNvSpPr>
          <p:nvPr/>
        </p:nvSpPr>
        <p:spPr bwMode="auto">
          <a:xfrm>
            <a:off x="2246313" y="3968750"/>
            <a:ext cx="5205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二阶电路的零输入响应</a:t>
            </a:r>
          </a:p>
        </p:txBody>
      </p:sp>
      <p:sp>
        <p:nvSpPr>
          <p:cNvPr id="3085" name="Text Box 55">
            <a:hlinkClick r:id="" action="ppaction://noaction"/>
            <a:extLst>
              <a:ext uri="{FF2B5EF4-FFF2-40B4-BE49-F238E27FC236}">
                <a16:creationId xmlns:a16="http://schemas.microsoft.com/office/drawing/2014/main" id="{A0A0EB82-E74B-4BC7-93BF-12BEBB860158}"/>
              </a:ext>
            </a:extLst>
          </p:cNvPr>
          <p:cNvSpPr txBox="1">
            <a:spLocks noChangeArrowheads="1"/>
          </p:cNvSpPr>
          <p:nvPr/>
        </p:nvSpPr>
        <p:spPr bwMode="auto">
          <a:xfrm>
            <a:off x="1000125" y="3968750"/>
            <a:ext cx="13303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7-5</a:t>
            </a:r>
          </a:p>
        </p:txBody>
      </p:sp>
      <p:grpSp>
        <p:nvGrpSpPr>
          <p:cNvPr id="104521" name="Group 73">
            <a:extLst>
              <a:ext uri="{FF2B5EF4-FFF2-40B4-BE49-F238E27FC236}">
                <a16:creationId xmlns:a16="http://schemas.microsoft.com/office/drawing/2014/main" id="{F12797D4-5C19-400C-A032-A2BCDDFC9E39}"/>
              </a:ext>
            </a:extLst>
          </p:cNvPr>
          <p:cNvGrpSpPr>
            <a:grpSpLocks/>
          </p:cNvGrpSpPr>
          <p:nvPr/>
        </p:nvGrpSpPr>
        <p:grpSpPr bwMode="auto">
          <a:xfrm>
            <a:off x="323850" y="-26988"/>
            <a:ext cx="8820150" cy="1501776"/>
            <a:chOff x="204" y="228"/>
            <a:chExt cx="5556" cy="946"/>
          </a:xfrm>
        </p:grpSpPr>
        <p:sp>
          <p:nvSpPr>
            <p:cNvPr id="3087" name="Text Box 74">
              <a:extLst>
                <a:ext uri="{FF2B5EF4-FFF2-40B4-BE49-F238E27FC236}">
                  <a16:creationId xmlns:a16="http://schemas.microsoft.com/office/drawing/2014/main" id="{FB7EA1C5-E7D5-441D-B93C-E528312EF617}"/>
                </a:ext>
              </a:extLst>
            </p:cNvPr>
            <p:cNvSpPr txBox="1">
              <a:spLocks noChangeArrowheads="1"/>
            </p:cNvSpPr>
            <p:nvPr/>
          </p:nvSpPr>
          <p:spPr bwMode="auto">
            <a:xfrm>
              <a:off x="204" y="228"/>
              <a:ext cx="5556" cy="4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kumimoji="1" lang="zh-CN" altLang="en-US" sz="4400" b="1">
                  <a:solidFill>
                    <a:srgbClr val="000099"/>
                  </a:solidFill>
                  <a:latin typeface="Times New Roman" panose="02020603050405020304" pitchFamily="18" charset="0"/>
                  <a:ea typeface="华文楷体" panose="02010600040101010101" pitchFamily="2" charset="-122"/>
                  <a:cs typeface="Times New Roman" panose="02020603050405020304" pitchFamily="18" charset="0"/>
                </a:rPr>
                <a:t>第七章 一阶电路和二阶电路</a:t>
              </a:r>
            </a:p>
          </p:txBody>
        </p:sp>
        <p:sp>
          <p:nvSpPr>
            <p:cNvPr id="3088" name="Text Box 75">
              <a:extLst>
                <a:ext uri="{FF2B5EF4-FFF2-40B4-BE49-F238E27FC236}">
                  <a16:creationId xmlns:a16="http://schemas.microsoft.com/office/drawing/2014/main" id="{DC5C3667-E1B5-4CFF-A724-2363D371295B}"/>
                </a:ext>
              </a:extLst>
            </p:cNvPr>
            <p:cNvSpPr txBox="1">
              <a:spLocks noChangeArrowheads="1"/>
            </p:cNvSpPr>
            <p:nvPr/>
          </p:nvSpPr>
          <p:spPr bwMode="auto">
            <a:xfrm>
              <a:off x="1383" y="728"/>
              <a:ext cx="3368" cy="44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kumimoji="1" lang="zh-CN" altLang="en-US" sz="4000" b="1">
                  <a:solidFill>
                    <a:srgbClr val="000099"/>
                  </a:solidFill>
                  <a:latin typeface="Times New Roman" panose="02020603050405020304" pitchFamily="18" charset="0"/>
                  <a:ea typeface="华文楷体" panose="02010600040101010101" pitchFamily="2" charset="-122"/>
                  <a:cs typeface="Times New Roman" panose="02020603050405020304" pitchFamily="18" charset="0"/>
                </a:rPr>
                <a:t>的时域分析</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04521"/>
                                        </p:tgtEl>
                                        <p:attrNameLst>
                                          <p:attrName>style.visibility</p:attrName>
                                        </p:attrNameLst>
                                      </p:cBhvr>
                                      <p:to>
                                        <p:strVal val="visible"/>
                                      </p:to>
                                    </p:set>
                                    <p:animEffect transition="in" filter="blinds(horizontal)">
                                      <p:cBhvr>
                                        <p:cTn id="7" dur="500"/>
                                        <p:tgtEl>
                                          <p:spTgt spid="104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6" name="Text Box 78">
            <a:extLst>
              <a:ext uri="{FF2B5EF4-FFF2-40B4-BE49-F238E27FC236}">
                <a16:creationId xmlns:a16="http://schemas.microsoft.com/office/drawing/2014/main" id="{B72A7687-5BD0-479F-A3F6-592C77B1C7C2}"/>
              </a:ext>
            </a:extLst>
          </p:cNvPr>
          <p:cNvSpPr txBox="1">
            <a:spLocks noChangeArrowheads="1"/>
          </p:cNvSpPr>
          <p:nvPr/>
        </p:nvSpPr>
        <p:spPr bwMode="auto">
          <a:xfrm>
            <a:off x="484188" y="2378075"/>
            <a:ext cx="8243887" cy="12731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0000"/>
              </a:lnSpc>
              <a:buFontTx/>
              <a:buAutoNum type="arabicPeriod" startAt="2"/>
            </a:pPr>
            <a:r>
              <a:rPr kumimoji="1" lang="zh-CN" altLang="en-US" sz="3200" b="1" dirty="0">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一阶和二阶电路的零输入响应、零状态响应和全响应的概念及求解</a:t>
            </a:r>
          </a:p>
        </p:txBody>
      </p:sp>
      <p:sp>
        <p:nvSpPr>
          <p:cNvPr id="2127" name="Text Box 79">
            <a:extLst>
              <a:ext uri="{FF2B5EF4-FFF2-40B4-BE49-F238E27FC236}">
                <a16:creationId xmlns:a16="http://schemas.microsoft.com/office/drawing/2014/main" id="{AA646F8A-ED0E-4747-A49B-3365ACC166B9}"/>
              </a:ext>
            </a:extLst>
          </p:cNvPr>
          <p:cNvSpPr txBox="1">
            <a:spLocks noChangeArrowheads="1"/>
          </p:cNvSpPr>
          <p:nvPr/>
        </p:nvSpPr>
        <p:spPr bwMode="auto">
          <a:xfrm>
            <a:off x="484188" y="1017588"/>
            <a:ext cx="1662112" cy="57943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Char char="l"/>
            </a:pPr>
            <a:r>
              <a:rPr kumimoji="1" lang="en-US" altLang="zh-CN" sz="32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32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重点</a:t>
            </a:r>
          </a:p>
        </p:txBody>
      </p:sp>
      <p:sp>
        <p:nvSpPr>
          <p:cNvPr id="2128" name="Text Box 80">
            <a:extLst>
              <a:ext uri="{FF2B5EF4-FFF2-40B4-BE49-F238E27FC236}">
                <a16:creationId xmlns:a16="http://schemas.microsoft.com/office/drawing/2014/main" id="{A1E6D854-EA4E-4E8C-B649-37C5997C4888}"/>
              </a:ext>
            </a:extLst>
          </p:cNvPr>
          <p:cNvSpPr txBox="1">
            <a:spLocks noChangeArrowheads="1"/>
          </p:cNvSpPr>
          <p:nvPr/>
        </p:nvSpPr>
        <p:spPr bwMode="auto">
          <a:xfrm>
            <a:off x="468313" y="3686175"/>
            <a:ext cx="7904162" cy="68262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0000"/>
              </a:lnSpc>
              <a:buFontTx/>
              <a:buAutoNum type="arabicPeriod" startAt="3"/>
            </a:pPr>
            <a:r>
              <a:rPr kumimoji="1"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一阶和二阶电路的阶跃响应概念及求解</a:t>
            </a:r>
          </a:p>
        </p:txBody>
      </p:sp>
      <p:sp>
        <p:nvSpPr>
          <p:cNvPr id="2129" name="Text Box 81">
            <a:extLst>
              <a:ext uri="{FF2B5EF4-FFF2-40B4-BE49-F238E27FC236}">
                <a16:creationId xmlns:a16="http://schemas.microsoft.com/office/drawing/2014/main" id="{8C03D93C-6528-4010-B4F0-363B18617AA6}"/>
              </a:ext>
            </a:extLst>
          </p:cNvPr>
          <p:cNvSpPr txBox="1">
            <a:spLocks noChangeArrowheads="1"/>
          </p:cNvSpPr>
          <p:nvPr/>
        </p:nvSpPr>
        <p:spPr bwMode="auto">
          <a:xfrm>
            <a:off x="468313" y="1700213"/>
            <a:ext cx="7499350" cy="57943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kumimoji="1" lang="en-US" altLang="zh-CN"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3200" b="1">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动态电路方程的建立及初始条件的确定</a:t>
            </a:r>
          </a:p>
        </p:txBody>
      </p:sp>
      <p:sp>
        <p:nvSpPr>
          <p:cNvPr id="2" name="矩形 1">
            <a:extLst>
              <a:ext uri="{FF2B5EF4-FFF2-40B4-BE49-F238E27FC236}">
                <a16:creationId xmlns:a16="http://schemas.microsoft.com/office/drawing/2014/main" id="{FDB88FFC-9DC9-4C40-AACA-341E848D47CD}"/>
              </a:ext>
            </a:extLst>
          </p:cNvPr>
          <p:cNvSpPr/>
          <p:nvPr/>
        </p:nvSpPr>
        <p:spPr>
          <a:xfrm>
            <a:off x="1835696" y="5107696"/>
            <a:ext cx="6135013" cy="584775"/>
          </a:xfrm>
          <a:prstGeom prst="rect">
            <a:avLst/>
          </a:prstGeom>
        </p:spPr>
        <p:txBody>
          <a:bodyPr wrap="none">
            <a:spAutoFit/>
          </a:bodyPr>
          <a:lstStyle/>
          <a:p>
            <a:pPr>
              <a:buFontTx/>
              <a:buNone/>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复习二阶微分方程的求解</a:t>
            </a:r>
            <a:r>
              <a:rPr lang="zh-CN" altLang="en-US" sz="32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方法！</a:t>
            </a:r>
            <a:endPar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27"/>
                                        </p:tgtEl>
                                        <p:attrNameLst>
                                          <p:attrName>style.visibility</p:attrName>
                                        </p:attrNameLst>
                                      </p:cBhvr>
                                      <p:to>
                                        <p:strVal val="visible"/>
                                      </p:to>
                                    </p:set>
                                    <p:anim calcmode="lin" valueType="num">
                                      <p:cBhvr additive="base">
                                        <p:cTn id="7" dur="500" fill="hold"/>
                                        <p:tgtEl>
                                          <p:spTgt spid="2127"/>
                                        </p:tgtEl>
                                        <p:attrNameLst>
                                          <p:attrName>ppt_x</p:attrName>
                                        </p:attrNameLst>
                                      </p:cBhvr>
                                      <p:tavLst>
                                        <p:tav tm="0">
                                          <p:val>
                                            <p:strVal val="0-#ppt_w/2"/>
                                          </p:val>
                                        </p:tav>
                                        <p:tav tm="100000">
                                          <p:val>
                                            <p:strVal val="#ppt_x"/>
                                          </p:val>
                                        </p:tav>
                                      </p:tavLst>
                                    </p:anim>
                                    <p:anim calcmode="lin" valueType="num">
                                      <p:cBhvr additive="base">
                                        <p:cTn id="8" dur="500" fill="hold"/>
                                        <p:tgtEl>
                                          <p:spTgt spid="21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29">
                                            <p:txEl>
                                              <p:pRg st="0" end="0"/>
                                            </p:txEl>
                                          </p:spTgt>
                                        </p:tgtEl>
                                        <p:attrNameLst>
                                          <p:attrName>style.visibility</p:attrName>
                                        </p:attrNameLst>
                                      </p:cBhvr>
                                      <p:to>
                                        <p:strVal val="visible"/>
                                      </p:to>
                                    </p:set>
                                    <p:animEffect transition="in" filter="wipe(left)">
                                      <p:cBhvr>
                                        <p:cTn id="13" dur="2000"/>
                                        <p:tgtEl>
                                          <p:spTgt spid="212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26">
                                            <p:txEl>
                                              <p:pRg st="0" end="0"/>
                                            </p:txEl>
                                          </p:spTgt>
                                        </p:tgtEl>
                                        <p:attrNameLst>
                                          <p:attrName>style.visibility</p:attrName>
                                        </p:attrNameLst>
                                      </p:cBhvr>
                                      <p:to>
                                        <p:strVal val="visible"/>
                                      </p:to>
                                    </p:set>
                                    <p:animEffect transition="in" filter="wipe(left)">
                                      <p:cBhvr>
                                        <p:cTn id="18" dur="2000"/>
                                        <p:tgtEl>
                                          <p:spTgt spid="212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128">
                                            <p:txEl>
                                              <p:pRg st="0" end="0"/>
                                            </p:txEl>
                                          </p:spTgt>
                                        </p:tgtEl>
                                        <p:attrNameLst>
                                          <p:attrName>style.visibility</p:attrName>
                                        </p:attrNameLst>
                                      </p:cBhvr>
                                      <p:to>
                                        <p:strVal val="visible"/>
                                      </p:to>
                                    </p:set>
                                    <p:animEffect transition="in" filter="wipe(left)">
                                      <p:cBhvr>
                                        <p:cTn id="23" dur="2000"/>
                                        <p:tgtEl>
                                          <p:spTgt spid="21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6" grpId="0" build="p" autoUpdateAnimBg="0"/>
      <p:bldP spid="2127" grpId="0"/>
      <p:bldP spid="2128" grpId="0" build="p" autoUpdateAnimBg="0"/>
      <p:bldP spid="212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a:extLst>
              <a:ext uri="{FF2B5EF4-FFF2-40B4-BE49-F238E27FC236}">
                <a16:creationId xmlns:a16="http://schemas.microsoft.com/office/drawing/2014/main" id="{43E24200-91A6-4BF9-B28D-378422A64FE4}"/>
              </a:ext>
            </a:extLst>
          </p:cNvPr>
          <p:cNvSpPr txBox="1">
            <a:spLocks noChangeArrowheads="1"/>
          </p:cNvSpPr>
          <p:nvPr/>
        </p:nvSpPr>
        <p:spPr bwMode="auto">
          <a:xfrm>
            <a:off x="2751512" y="728544"/>
            <a:ext cx="6737742" cy="6088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含 电容和电感</a:t>
            </a:r>
            <a:r>
              <a:rPr kumimoji="1" lang="zh-CN" altLang="en-US" sz="2800" b="1" dirty="0">
                <a:solidFill>
                  <a:srgbClr val="050507"/>
                </a:solidFill>
                <a:latin typeface="Times New Roman" panose="02020603050405020304" pitchFamily="18" charset="0"/>
                <a:ea typeface="华文楷体" panose="02010600040101010101" pitchFamily="2" charset="-122"/>
                <a:cs typeface="Times New Roman" panose="02020603050405020304" pitchFamily="18" charset="0"/>
              </a:rPr>
              <a:t>元件</a:t>
            </a: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的电路称为</a:t>
            </a:r>
            <a:r>
              <a:rPr kumimoji="1"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a:t>
            </a: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a:t>
            </a:r>
          </a:p>
        </p:txBody>
      </p:sp>
      <p:sp>
        <p:nvSpPr>
          <p:cNvPr id="254979" name="Text Box 3">
            <a:extLst>
              <a:ext uri="{FF2B5EF4-FFF2-40B4-BE49-F238E27FC236}">
                <a16:creationId xmlns:a16="http://schemas.microsoft.com/office/drawing/2014/main" id="{DFB9F7B5-98B7-4B97-97F1-A5074889AC3A}"/>
              </a:ext>
            </a:extLst>
          </p:cNvPr>
          <p:cNvSpPr txBox="1">
            <a:spLocks noChangeArrowheads="1"/>
          </p:cNvSpPr>
          <p:nvPr/>
        </p:nvSpPr>
        <p:spPr bwMode="auto">
          <a:xfrm>
            <a:off x="0" y="792268"/>
            <a:ext cx="2736850" cy="523862"/>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
                <a:srgbClr val="6666FF"/>
              </a:buClr>
              <a:buSzPct val="75000"/>
              <a:buFont typeface="Monotype Sorts" pitchFamily="2" charset="2"/>
              <a:buNone/>
              <a:tabLst/>
              <a:defRPr/>
            </a:pPr>
            <a:r>
              <a:rPr kumimoji="0" lang="en-US" altLang="zh-CN" sz="28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0" lang="zh-CN" altLang="en-US" sz="28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动态电路方程</a:t>
            </a:r>
          </a:p>
        </p:txBody>
      </p:sp>
      <p:sp>
        <p:nvSpPr>
          <p:cNvPr id="254980" name="Rectangle 4" descr="新闻纸">
            <a:extLst>
              <a:ext uri="{FF2B5EF4-FFF2-40B4-BE49-F238E27FC236}">
                <a16:creationId xmlns:a16="http://schemas.microsoft.com/office/drawing/2014/main" id="{0A701746-16E7-40BC-B055-135EFBD1DF9F}"/>
              </a:ext>
            </a:extLst>
          </p:cNvPr>
          <p:cNvSpPr>
            <a:spLocks noChangeArrowheads="1"/>
          </p:cNvSpPr>
          <p:nvPr/>
        </p:nvSpPr>
        <p:spPr bwMode="auto">
          <a:xfrm>
            <a:off x="323850" y="158750"/>
            <a:ext cx="8424863" cy="533400"/>
          </a:xfrm>
          <a:prstGeom prst="rect">
            <a:avLst/>
          </a:prstGeom>
          <a:noFill/>
          <a:ln>
            <a:noFill/>
          </a:ln>
          <a:effectLst>
            <a:prstShdw prst="shdw17" dist="17961" dir="2700000">
              <a:srgbClr val="959595"/>
            </a:prstShdw>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4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4000" b="0"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7-1</a:t>
            </a:r>
            <a:r>
              <a:rPr kumimoji="0" lang="en-US" altLang="zh-CN" sz="4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4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动态电路的方程及其初始条件</a:t>
            </a:r>
          </a:p>
        </p:txBody>
      </p:sp>
      <p:sp>
        <p:nvSpPr>
          <p:cNvPr id="255004" name="Text Box 28">
            <a:extLst>
              <a:ext uri="{FF2B5EF4-FFF2-40B4-BE49-F238E27FC236}">
                <a16:creationId xmlns:a16="http://schemas.microsoft.com/office/drawing/2014/main" id="{E8487AD6-1739-4018-A7D5-A688E0E92BC0}"/>
              </a:ext>
            </a:extLst>
          </p:cNvPr>
          <p:cNvSpPr txBox="1">
            <a:spLocks noChangeArrowheads="1"/>
          </p:cNvSpPr>
          <p:nvPr/>
        </p:nvSpPr>
        <p:spPr bwMode="auto">
          <a:xfrm>
            <a:off x="246638" y="1461878"/>
            <a:ext cx="2490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）电阻电路</a:t>
            </a:r>
          </a:p>
        </p:txBody>
      </p:sp>
      <p:graphicFrame>
        <p:nvGraphicFramePr>
          <p:cNvPr id="255007" name="Object 31">
            <a:extLst>
              <a:ext uri="{FF2B5EF4-FFF2-40B4-BE49-F238E27FC236}">
                <a16:creationId xmlns:a16="http://schemas.microsoft.com/office/drawing/2014/main" id="{0A83ED3F-1983-4D6D-AE00-094B5A72C0A8}"/>
              </a:ext>
            </a:extLst>
          </p:cNvPr>
          <p:cNvGraphicFramePr>
            <a:graphicFrameLocks noGrp="1" noChangeAspect="1"/>
          </p:cNvGraphicFramePr>
          <p:nvPr>
            <p:ph sz="half" idx="2"/>
            <p:extLst>
              <p:ext uri="{D42A27DB-BD31-4B8C-83A1-F6EECF244321}">
                <p14:modId xmlns:p14="http://schemas.microsoft.com/office/powerpoint/2010/main" val="1840717452"/>
              </p:ext>
            </p:extLst>
          </p:nvPr>
        </p:nvGraphicFramePr>
        <p:xfrm>
          <a:off x="315112" y="1923543"/>
          <a:ext cx="2381371" cy="2188841"/>
        </p:xfrm>
        <a:graphic>
          <a:graphicData uri="http://schemas.openxmlformats.org/presentationml/2006/ole">
            <mc:AlternateContent xmlns:mc="http://schemas.openxmlformats.org/markup-compatibility/2006">
              <mc:Choice xmlns:v="urn:schemas-microsoft-com:vml" Requires="v">
                <p:oleObj spid="_x0000_s189144" name="Visio" r:id="rId4" imgW="1411029" imgH="1297041" progId="Visio.Drawing.11">
                  <p:embed/>
                </p:oleObj>
              </mc:Choice>
              <mc:Fallback>
                <p:oleObj name="Visio" r:id="rId4" imgW="1411029" imgH="1297041" progId="Visio.Drawing.11">
                  <p:embed/>
                  <p:pic>
                    <p:nvPicPr>
                      <p:cNvPr id="255007" name="Object 31">
                        <a:extLst>
                          <a:ext uri="{FF2B5EF4-FFF2-40B4-BE49-F238E27FC236}">
                            <a16:creationId xmlns:a16="http://schemas.microsoft.com/office/drawing/2014/main" id="{0A83ED3F-1983-4D6D-AE00-094B5A72C0A8}"/>
                          </a:ext>
                        </a:extLst>
                      </p:cNvPr>
                      <p:cNvPicPr>
                        <a:picLocks noGrp="1" noChangeAspect="1" noChangeArrowheads="1"/>
                      </p:cNvPicPr>
                      <p:nvPr/>
                    </p:nvPicPr>
                    <p:blipFill>
                      <a:blip r:embed="rId5"/>
                      <a:srcRect/>
                      <a:stretch>
                        <a:fillRect/>
                      </a:stretch>
                    </p:blipFill>
                    <p:spPr bwMode="auto">
                      <a:xfrm>
                        <a:off x="315112" y="1923543"/>
                        <a:ext cx="2381371" cy="2188841"/>
                      </a:xfrm>
                      <a:prstGeom prst="rect">
                        <a:avLst/>
                      </a:prstGeom>
                      <a:noFill/>
                      <a:ln>
                        <a:noFill/>
                      </a:ln>
                      <a:effectLst/>
                      <a:extLst/>
                    </p:spPr>
                  </p:pic>
                </p:oleObj>
              </mc:Fallback>
            </mc:AlternateContent>
          </a:graphicData>
        </a:graphic>
      </p:graphicFrame>
      <p:graphicFrame>
        <p:nvGraphicFramePr>
          <p:cNvPr id="2" name="对象 1">
            <a:extLst>
              <a:ext uri="{FF2B5EF4-FFF2-40B4-BE49-F238E27FC236}">
                <a16:creationId xmlns:a16="http://schemas.microsoft.com/office/drawing/2014/main" id="{E01C8827-7C72-4383-9E8E-0B5AD72C2D5F}"/>
              </a:ext>
            </a:extLst>
          </p:cNvPr>
          <p:cNvGraphicFramePr>
            <a:graphicFrameLocks noChangeAspect="1"/>
          </p:cNvGraphicFramePr>
          <p:nvPr>
            <p:extLst>
              <p:ext uri="{D42A27DB-BD31-4B8C-83A1-F6EECF244321}">
                <p14:modId xmlns:p14="http://schemas.microsoft.com/office/powerpoint/2010/main" val="4266098227"/>
              </p:ext>
            </p:extLst>
          </p:nvPr>
        </p:nvGraphicFramePr>
        <p:xfrm>
          <a:off x="696326" y="4572134"/>
          <a:ext cx="1847434" cy="545294"/>
        </p:xfrm>
        <a:graphic>
          <a:graphicData uri="http://schemas.openxmlformats.org/presentationml/2006/ole">
            <mc:AlternateContent xmlns:mc="http://schemas.openxmlformats.org/markup-compatibility/2006">
              <mc:Choice xmlns:v="urn:schemas-microsoft-com:vml" Requires="v">
                <p:oleObj spid="_x0000_s189145" name="Equation" r:id="rId6" imgW="774360" imgH="228600" progId="Equation.DSMT4">
                  <p:embed/>
                </p:oleObj>
              </mc:Choice>
              <mc:Fallback>
                <p:oleObj name="Equation" r:id="rId6" imgW="774360" imgH="228600" progId="Equation.DSMT4">
                  <p:embed/>
                  <p:pic>
                    <p:nvPicPr>
                      <p:cNvPr id="0" name=""/>
                      <p:cNvPicPr/>
                      <p:nvPr/>
                    </p:nvPicPr>
                    <p:blipFill>
                      <a:blip r:embed="rId7"/>
                      <a:stretch>
                        <a:fillRect/>
                      </a:stretch>
                    </p:blipFill>
                    <p:spPr>
                      <a:xfrm>
                        <a:off x="696326" y="4572134"/>
                        <a:ext cx="1847434" cy="545294"/>
                      </a:xfrm>
                      <a:prstGeom prst="rect">
                        <a:avLst/>
                      </a:prstGeom>
                      <a:solidFill>
                        <a:srgbClr val="99FF99"/>
                      </a:solidFill>
                    </p:spPr>
                  </p:pic>
                </p:oleObj>
              </mc:Fallback>
            </mc:AlternateContent>
          </a:graphicData>
        </a:graphic>
      </p:graphicFrame>
      <p:graphicFrame>
        <p:nvGraphicFramePr>
          <p:cNvPr id="28" name="Object 31">
            <a:extLst>
              <a:ext uri="{FF2B5EF4-FFF2-40B4-BE49-F238E27FC236}">
                <a16:creationId xmlns:a16="http://schemas.microsoft.com/office/drawing/2014/main" id="{298F3604-26CD-4664-82DC-B6149748623A}"/>
              </a:ext>
            </a:extLst>
          </p:cNvPr>
          <p:cNvGraphicFramePr>
            <a:graphicFrameLocks noChangeAspect="1"/>
          </p:cNvGraphicFramePr>
          <p:nvPr>
            <p:extLst>
              <p:ext uri="{D42A27DB-BD31-4B8C-83A1-F6EECF244321}">
                <p14:modId xmlns:p14="http://schemas.microsoft.com/office/powerpoint/2010/main" val="3376501213"/>
              </p:ext>
            </p:extLst>
          </p:nvPr>
        </p:nvGraphicFramePr>
        <p:xfrm>
          <a:off x="3016017" y="1651254"/>
          <a:ext cx="2381372" cy="2188842"/>
        </p:xfrm>
        <a:graphic>
          <a:graphicData uri="http://schemas.openxmlformats.org/presentationml/2006/ole">
            <mc:AlternateContent xmlns:mc="http://schemas.openxmlformats.org/markup-compatibility/2006">
              <mc:Choice xmlns:v="urn:schemas-microsoft-com:vml" Requires="v">
                <p:oleObj spid="_x0000_s189146" name="Visio" r:id="rId8" imgW="1411029" imgH="1297041" progId="Visio.Drawing.11">
                  <p:embed/>
                </p:oleObj>
              </mc:Choice>
              <mc:Fallback>
                <p:oleObj name="Visio" r:id="rId8" imgW="1411029" imgH="1297041" progId="Visio.Drawing.11">
                  <p:embed/>
                  <p:pic>
                    <p:nvPicPr>
                      <p:cNvPr id="255007" name="Object 31">
                        <a:extLst>
                          <a:ext uri="{FF2B5EF4-FFF2-40B4-BE49-F238E27FC236}">
                            <a16:creationId xmlns:a16="http://schemas.microsoft.com/office/drawing/2014/main" id="{0A83ED3F-1983-4D6D-AE00-094B5A72C0A8}"/>
                          </a:ext>
                        </a:extLst>
                      </p:cNvPr>
                      <p:cNvPicPr>
                        <a:picLocks noGrp="1" noChangeAspect="1" noChangeArrowheads="1"/>
                      </p:cNvPicPr>
                      <p:nvPr/>
                    </p:nvPicPr>
                    <p:blipFill>
                      <a:blip r:embed="rId9"/>
                      <a:srcRect/>
                      <a:stretch>
                        <a:fillRect/>
                      </a:stretch>
                    </p:blipFill>
                    <p:spPr bwMode="auto">
                      <a:xfrm>
                        <a:off x="3016017" y="1651254"/>
                        <a:ext cx="2381372" cy="2188842"/>
                      </a:xfrm>
                      <a:prstGeom prst="rect">
                        <a:avLst/>
                      </a:prstGeom>
                      <a:noFill/>
                      <a:ln>
                        <a:noFill/>
                      </a:ln>
                      <a:effectLst/>
                      <a:extLst/>
                    </p:spPr>
                  </p:pic>
                </p:oleObj>
              </mc:Fallback>
            </mc:AlternateContent>
          </a:graphicData>
        </a:graphic>
      </p:graphicFrame>
      <p:graphicFrame>
        <p:nvGraphicFramePr>
          <p:cNvPr id="29" name="对象 28">
            <a:extLst>
              <a:ext uri="{FF2B5EF4-FFF2-40B4-BE49-F238E27FC236}">
                <a16:creationId xmlns:a16="http://schemas.microsoft.com/office/drawing/2014/main" id="{F891D562-E540-4148-B3CF-9F1BA99AE0A9}"/>
              </a:ext>
            </a:extLst>
          </p:cNvPr>
          <p:cNvGraphicFramePr>
            <a:graphicFrameLocks noChangeAspect="1"/>
          </p:cNvGraphicFramePr>
          <p:nvPr>
            <p:extLst>
              <p:ext uri="{D42A27DB-BD31-4B8C-83A1-F6EECF244321}">
                <p14:modId xmlns:p14="http://schemas.microsoft.com/office/powerpoint/2010/main" val="2438324375"/>
              </p:ext>
            </p:extLst>
          </p:nvPr>
        </p:nvGraphicFramePr>
        <p:xfrm>
          <a:off x="3397250" y="3725828"/>
          <a:ext cx="1778315" cy="525550"/>
        </p:xfrm>
        <a:graphic>
          <a:graphicData uri="http://schemas.openxmlformats.org/presentationml/2006/ole">
            <mc:AlternateContent xmlns:mc="http://schemas.openxmlformats.org/markup-compatibility/2006">
              <mc:Choice xmlns:v="urn:schemas-microsoft-com:vml" Requires="v">
                <p:oleObj spid="_x0000_s189147" name="Equation" r:id="rId10" imgW="774360" imgH="228600" progId="Equation.DSMT4">
                  <p:embed/>
                </p:oleObj>
              </mc:Choice>
              <mc:Fallback>
                <p:oleObj name="Equation" r:id="rId10" imgW="774360" imgH="228600" progId="Equation.DSMT4">
                  <p:embed/>
                  <p:pic>
                    <p:nvPicPr>
                      <p:cNvPr id="2" name="对象 1">
                        <a:extLst>
                          <a:ext uri="{FF2B5EF4-FFF2-40B4-BE49-F238E27FC236}">
                            <a16:creationId xmlns:a16="http://schemas.microsoft.com/office/drawing/2014/main" id="{E01C8827-7C72-4383-9E8E-0B5AD72C2D5F}"/>
                          </a:ext>
                        </a:extLst>
                      </p:cNvPr>
                      <p:cNvPicPr/>
                      <p:nvPr/>
                    </p:nvPicPr>
                    <p:blipFill>
                      <a:blip r:embed="rId11"/>
                      <a:stretch>
                        <a:fillRect/>
                      </a:stretch>
                    </p:blipFill>
                    <p:spPr>
                      <a:xfrm>
                        <a:off x="3397250" y="3725828"/>
                        <a:ext cx="1778315" cy="525550"/>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50D4CAF3-CC93-4EB5-822C-F498A528CB29}"/>
              </a:ext>
            </a:extLst>
          </p:cNvPr>
          <p:cNvGraphicFramePr>
            <a:graphicFrameLocks noChangeAspect="1"/>
          </p:cNvGraphicFramePr>
          <p:nvPr>
            <p:extLst>
              <p:ext uri="{D42A27DB-BD31-4B8C-83A1-F6EECF244321}">
                <p14:modId xmlns:p14="http://schemas.microsoft.com/office/powerpoint/2010/main" val="135658143"/>
              </p:ext>
            </p:extLst>
          </p:nvPr>
        </p:nvGraphicFramePr>
        <p:xfrm>
          <a:off x="3486628" y="4177919"/>
          <a:ext cx="1260387" cy="813684"/>
        </p:xfrm>
        <a:graphic>
          <a:graphicData uri="http://schemas.openxmlformats.org/presentationml/2006/ole">
            <mc:AlternateContent xmlns:mc="http://schemas.openxmlformats.org/markup-compatibility/2006">
              <mc:Choice xmlns:v="urn:schemas-microsoft-com:vml" Requires="v">
                <p:oleObj spid="_x0000_s189148" name="Equation" r:id="rId12" imgW="609480" imgH="393480" progId="Equation.DSMT4">
                  <p:embed/>
                </p:oleObj>
              </mc:Choice>
              <mc:Fallback>
                <p:oleObj name="Equation" r:id="rId12" imgW="609480" imgH="393480" progId="Equation.DSMT4">
                  <p:embed/>
                  <p:pic>
                    <p:nvPicPr>
                      <p:cNvPr id="29" name="对象 28">
                        <a:extLst>
                          <a:ext uri="{FF2B5EF4-FFF2-40B4-BE49-F238E27FC236}">
                            <a16:creationId xmlns:a16="http://schemas.microsoft.com/office/drawing/2014/main" id="{F891D562-E540-4148-B3CF-9F1BA99AE0A9}"/>
                          </a:ext>
                        </a:extLst>
                      </p:cNvPr>
                      <p:cNvPicPr/>
                      <p:nvPr/>
                    </p:nvPicPr>
                    <p:blipFill>
                      <a:blip r:embed="rId13"/>
                      <a:stretch>
                        <a:fillRect/>
                      </a:stretch>
                    </p:blipFill>
                    <p:spPr>
                      <a:xfrm>
                        <a:off x="3486628" y="4177919"/>
                        <a:ext cx="1260387" cy="813684"/>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2F2AA596-552A-4DD8-8EDC-4F9F8A0530AB}"/>
              </a:ext>
            </a:extLst>
          </p:cNvPr>
          <p:cNvGraphicFramePr>
            <a:graphicFrameLocks noChangeAspect="1"/>
          </p:cNvGraphicFramePr>
          <p:nvPr>
            <p:extLst>
              <p:ext uri="{D42A27DB-BD31-4B8C-83A1-F6EECF244321}">
                <p14:modId xmlns:p14="http://schemas.microsoft.com/office/powerpoint/2010/main" val="1013687963"/>
              </p:ext>
            </p:extLst>
          </p:nvPr>
        </p:nvGraphicFramePr>
        <p:xfrm>
          <a:off x="3426015" y="5011281"/>
          <a:ext cx="2202306" cy="786325"/>
        </p:xfrm>
        <a:graphic>
          <a:graphicData uri="http://schemas.openxmlformats.org/presentationml/2006/ole">
            <mc:AlternateContent xmlns:mc="http://schemas.openxmlformats.org/markup-compatibility/2006">
              <mc:Choice xmlns:v="urn:schemas-microsoft-com:vml" Requires="v">
                <p:oleObj spid="_x0000_s189149" name="Equation" r:id="rId14" imgW="1104840" imgH="393480" progId="Equation.DSMT4">
                  <p:embed/>
                </p:oleObj>
              </mc:Choice>
              <mc:Fallback>
                <p:oleObj name="Equation" r:id="rId14" imgW="1104840" imgH="393480" progId="Equation.DSMT4">
                  <p:embed/>
                  <p:pic>
                    <p:nvPicPr>
                      <p:cNvPr id="29" name="对象 28">
                        <a:extLst>
                          <a:ext uri="{FF2B5EF4-FFF2-40B4-BE49-F238E27FC236}">
                            <a16:creationId xmlns:a16="http://schemas.microsoft.com/office/drawing/2014/main" id="{F891D562-E540-4148-B3CF-9F1BA99AE0A9}"/>
                          </a:ext>
                        </a:extLst>
                      </p:cNvPr>
                      <p:cNvPicPr/>
                      <p:nvPr/>
                    </p:nvPicPr>
                    <p:blipFill>
                      <a:blip r:embed="rId15"/>
                      <a:stretch>
                        <a:fillRect/>
                      </a:stretch>
                    </p:blipFill>
                    <p:spPr>
                      <a:xfrm>
                        <a:off x="3426015" y="5011281"/>
                        <a:ext cx="2202306" cy="786325"/>
                      </a:xfrm>
                      <a:prstGeom prst="rect">
                        <a:avLst/>
                      </a:prstGeom>
                      <a:solidFill>
                        <a:srgbClr val="FFFF99"/>
                      </a:solidFill>
                    </p:spPr>
                  </p:pic>
                </p:oleObj>
              </mc:Fallback>
            </mc:AlternateContent>
          </a:graphicData>
        </a:graphic>
      </p:graphicFrame>
      <p:sp>
        <p:nvSpPr>
          <p:cNvPr id="3" name="左大括号 2">
            <a:extLst>
              <a:ext uri="{FF2B5EF4-FFF2-40B4-BE49-F238E27FC236}">
                <a16:creationId xmlns:a16="http://schemas.microsoft.com/office/drawing/2014/main" id="{B00A049A-5785-40FD-9850-3AEAD4F2F2A1}"/>
              </a:ext>
            </a:extLst>
          </p:cNvPr>
          <p:cNvSpPr/>
          <p:nvPr/>
        </p:nvSpPr>
        <p:spPr bwMode="auto">
          <a:xfrm flipH="1">
            <a:off x="5187731" y="3879613"/>
            <a:ext cx="209657" cy="890841"/>
          </a:xfrm>
          <a:prstGeom prst="leftBrace">
            <a:avLst>
              <a:gd name="adj1" fmla="val 8333"/>
              <a:gd name="adj2" fmla="val 50000"/>
            </a:avLst>
          </a:prstGeom>
          <a:no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graphicFrame>
        <p:nvGraphicFramePr>
          <p:cNvPr id="13" name="Object 31">
            <a:extLst>
              <a:ext uri="{FF2B5EF4-FFF2-40B4-BE49-F238E27FC236}">
                <a16:creationId xmlns:a16="http://schemas.microsoft.com/office/drawing/2014/main" id="{40A1A004-4D71-41E2-8978-B7B6EDA1CE0F}"/>
              </a:ext>
            </a:extLst>
          </p:cNvPr>
          <p:cNvGraphicFramePr>
            <a:graphicFrameLocks noChangeAspect="1"/>
          </p:cNvGraphicFramePr>
          <p:nvPr>
            <p:extLst>
              <p:ext uri="{D42A27DB-BD31-4B8C-83A1-F6EECF244321}">
                <p14:modId xmlns:p14="http://schemas.microsoft.com/office/powerpoint/2010/main" val="3621327031"/>
              </p:ext>
            </p:extLst>
          </p:nvPr>
        </p:nvGraphicFramePr>
        <p:xfrm>
          <a:off x="5814892" y="1637008"/>
          <a:ext cx="2381371" cy="2188841"/>
        </p:xfrm>
        <a:graphic>
          <a:graphicData uri="http://schemas.openxmlformats.org/presentationml/2006/ole">
            <mc:AlternateContent xmlns:mc="http://schemas.openxmlformats.org/markup-compatibility/2006">
              <mc:Choice xmlns:v="urn:schemas-microsoft-com:vml" Requires="v">
                <p:oleObj spid="_x0000_s189150" name="Visio" r:id="rId16" imgW="1411029" imgH="1297041" progId="Visio.Drawing.11">
                  <p:embed/>
                </p:oleObj>
              </mc:Choice>
              <mc:Fallback>
                <p:oleObj name="Visio" r:id="rId16" imgW="1411029" imgH="1297041" progId="Visio.Drawing.11">
                  <p:embed/>
                  <p:pic>
                    <p:nvPicPr>
                      <p:cNvPr id="28" name="Object 31">
                        <a:extLst>
                          <a:ext uri="{FF2B5EF4-FFF2-40B4-BE49-F238E27FC236}">
                            <a16:creationId xmlns:a16="http://schemas.microsoft.com/office/drawing/2014/main" id="{298F3604-26CD-4664-82DC-B6149748623A}"/>
                          </a:ext>
                        </a:extLst>
                      </p:cNvPr>
                      <p:cNvPicPr>
                        <a:picLocks noGrp="1" noChangeAspect="1" noChangeArrowheads="1"/>
                      </p:cNvPicPr>
                      <p:nvPr/>
                    </p:nvPicPr>
                    <p:blipFill>
                      <a:blip r:embed="rId17"/>
                      <a:srcRect/>
                      <a:stretch>
                        <a:fillRect/>
                      </a:stretch>
                    </p:blipFill>
                    <p:spPr bwMode="auto">
                      <a:xfrm>
                        <a:off x="5814892" y="1637008"/>
                        <a:ext cx="2381371" cy="2188841"/>
                      </a:xfrm>
                      <a:prstGeom prst="rect">
                        <a:avLst/>
                      </a:prstGeom>
                      <a:noFill/>
                      <a:ln>
                        <a:noFill/>
                      </a:ln>
                      <a:effectLst/>
                      <a:extLst/>
                    </p:spPr>
                  </p:pic>
                </p:oleObj>
              </mc:Fallback>
            </mc:AlternateContent>
          </a:graphicData>
        </a:graphic>
      </p:graphicFrame>
      <p:graphicFrame>
        <p:nvGraphicFramePr>
          <p:cNvPr id="14" name="对象 13">
            <a:extLst>
              <a:ext uri="{FF2B5EF4-FFF2-40B4-BE49-F238E27FC236}">
                <a16:creationId xmlns:a16="http://schemas.microsoft.com/office/drawing/2014/main" id="{5E1CC748-9F79-411C-B6CD-63ACB1F72A09}"/>
              </a:ext>
            </a:extLst>
          </p:cNvPr>
          <p:cNvGraphicFramePr>
            <a:graphicFrameLocks noChangeAspect="1"/>
          </p:cNvGraphicFramePr>
          <p:nvPr>
            <p:extLst>
              <p:ext uri="{D42A27DB-BD31-4B8C-83A1-F6EECF244321}">
                <p14:modId xmlns:p14="http://schemas.microsoft.com/office/powerpoint/2010/main" val="1513886329"/>
              </p:ext>
            </p:extLst>
          </p:nvPr>
        </p:nvGraphicFramePr>
        <p:xfrm>
          <a:off x="6273800" y="3739421"/>
          <a:ext cx="1847850" cy="546100"/>
        </p:xfrm>
        <a:graphic>
          <a:graphicData uri="http://schemas.openxmlformats.org/presentationml/2006/ole">
            <mc:AlternateContent xmlns:mc="http://schemas.openxmlformats.org/markup-compatibility/2006">
              <mc:Choice xmlns:v="urn:schemas-microsoft-com:vml" Requires="v">
                <p:oleObj spid="_x0000_s189151" name="Equation" r:id="rId18" imgW="774360" imgH="228600" progId="Equation.DSMT4">
                  <p:embed/>
                </p:oleObj>
              </mc:Choice>
              <mc:Fallback>
                <p:oleObj name="Equation" r:id="rId18" imgW="774360" imgH="228600" progId="Equation.DSMT4">
                  <p:embed/>
                  <p:pic>
                    <p:nvPicPr>
                      <p:cNvPr id="29" name="对象 28">
                        <a:extLst>
                          <a:ext uri="{FF2B5EF4-FFF2-40B4-BE49-F238E27FC236}">
                            <a16:creationId xmlns:a16="http://schemas.microsoft.com/office/drawing/2014/main" id="{F891D562-E540-4148-B3CF-9F1BA99AE0A9}"/>
                          </a:ext>
                        </a:extLst>
                      </p:cNvPr>
                      <p:cNvPicPr/>
                      <p:nvPr/>
                    </p:nvPicPr>
                    <p:blipFill>
                      <a:blip r:embed="rId19"/>
                      <a:stretch>
                        <a:fillRect/>
                      </a:stretch>
                    </p:blipFill>
                    <p:spPr>
                      <a:xfrm>
                        <a:off x="6273800" y="3739421"/>
                        <a:ext cx="1847850" cy="5461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3D26D93A-BA1D-40F8-B378-10D0C23ADF71}"/>
              </a:ext>
            </a:extLst>
          </p:cNvPr>
          <p:cNvGraphicFramePr>
            <a:graphicFrameLocks noChangeAspect="1"/>
          </p:cNvGraphicFramePr>
          <p:nvPr>
            <p:extLst>
              <p:ext uri="{D42A27DB-BD31-4B8C-83A1-F6EECF244321}">
                <p14:modId xmlns:p14="http://schemas.microsoft.com/office/powerpoint/2010/main" val="2428002157"/>
              </p:ext>
            </p:extLst>
          </p:nvPr>
        </p:nvGraphicFramePr>
        <p:xfrm>
          <a:off x="6292789" y="4163678"/>
          <a:ext cx="1425575" cy="849313"/>
        </p:xfrm>
        <a:graphic>
          <a:graphicData uri="http://schemas.openxmlformats.org/presentationml/2006/ole">
            <mc:AlternateContent xmlns:mc="http://schemas.openxmlformats.org/markup-compatibility/2006">
              <mc:Choice xmlns:v="urn:schemas-microsoft-com:vml" Requires="v">
                <p:oleObj spid="_x0000_s189152" name="Equation" r:id="rId20" imgW="596880" imgH="355320" progId="Equation.DSMT4">
                  <p:embed/>
                </p:oleObj>
              </mc:Choice>
              <mc:Fallback>
                <p:oleObj name="Equation" r:id="rId20" imgW="596880" imgH="355320" progId="Equation.DSMT4">
                  <p:embed/>
                  <p:pic>
                    <p:nvPicPr>
                      <p:cNvPr id="30" name="对象 29">
                        <a:extLst>
                          <a:ext uri="{FF2B5EF4-FFF2-40B4-BE49-F238E27FC236}">
                            <a16:creationId xmlns:a16="http://schemas.microsoft.com/office/drawing/2014/main" id="{50D4CAF3-CC93-4EB5-822C-F498A528CB29}"/>
                          </a:ext>
                        </a:extLst>
                      </p:cNvPr>
                      <p:cNvPicPr/>
                      <p:nvPr/>
                    </p:nvPicPr>
                    <p:blipFill>
                      <a:blip r:embed="rId21"/>
                      <a:stretch>
                        <a:fillRect/>
                      </a:stretch>
                    </p:blipFill>
                    <p:spPr>
                      <a:xfrm>
                        <a:off x="6292789" y="4163678"/>
                        <a:ext cx="1425575" cy="849313"/>
                      </a:xfrm>
                      <a:prstGeom prst="rect">
                        <a:avLst/>
                      </a:prstGeom>
                    </p:spPr>
                  </p:pic>
                </p:oleObj>
              </mc:Fallback>
            </mc:AlternateContent>
          </a:graphicData>
        </a:graphic>
      </p:graphicFrame>
      <p:sp>
        <p:nvSpPr>
          <p:cNvPr id="16" name="左大括号 15">
            <a:extLst>
              <a:ext uri="{FF2B5EF4-FFF2-40B4-BE49-F238E27FC236}">
                <a16:creationId xmlns:a16="http://schemas.microsoft.com/office/drawing/2014/main" id="{0A295B47-2AE7-4345-86A0-B4CF30AE63BE}"/>
              </a:ext>
            </a:extLst>
          </p:cNvPr>
          <p:cNvSpPr/>
          <p:nvPr/>
        </p:nvSpPr>
        <p:spPr bwMode="auto">
          <a:xfrm flipH="1">
            <a:off x="8170820" y="3886478"/>
            <a:ext cx="145595" cy="1044459"/>
          </a:xfrm>
          <a:prstGeom prst="leftBrace">
            <a:avLst>
              <a:gd name="adj1" fmla="val 8333"/>
              <a:gd name="adj2" fmla="val 50000"/>
            </a:avLst>
          </a:prstGeom>
          <a:no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graphicFrame>
        <p:nvGraphicFramePr>
          <p:cNvPr id="17" name="对象 16">
            <a:extLst>
              <a:ext uri="{FF2B5EF4-FFF2-40B4-BE49-F238E27FC236}">
                <a16:creationId xmlns:a16="http://schemas.microsoft.com/office/drawing/2014/main" id="{CF7C1973-6101-4757-9CEB-C3B8F48F635D}"/>
              </a:ext>
            </a:extLst>
          </p:cNvPr>
          <p:cNvGraphicFramePr>
            <a:graphicFrameLocks noChangeAspect="1"/>
          </p:cNvGraphicFramePr>
          <p:nvPr>
            <p:extLst>
              <p:ext uri="{D42A27DB-BD31-4B8C-83A1-F6EECF244321}">
                <p14:modId xmlns:p14="http://schemas.microsoft.com/office/powerpoint/2010/main" val="72620451"/>
              </p:ext>
            </p:extLst>
          </p:nvPr>
        </p:nvGraphicFramePr>
        <p:xfrm>
          <a:off x="6257046" y="5036871"/>
          <a:ext cx="2119313" cy="849313"/>
        </p:xfrm>
        <a:graphic>
          <a:graphicData uri="http://schemas.openxmlformats.org/presentationml/2006/ole">
            <mc:AlternateContent xmlns:mc="http://schemas.openxmlformats.org/markup-compatibility/2006">
              <mc:Choice xmlns:v="urn:schemas-microsoft-com:vml" Requires="v">
                <p:oleObj spid="_x0000_s189153" name="Equation" r:id="rId22" imgW="888840" imgH="355320" progId="Equation.DSMT4">
                  <p:embed/>
                </p:oleObj>
              </mc:Choice>
              <mc:Fallback>
                <p:oleObj name="Equation" r:id="rId22" imgW="888840" imgH="355320" progId="Equation.DSMT4">
                  <p:embed/>
                  <p:pic>
                    <p:nvPicPr>
                      <p:cNvPr id="31" name="对象 30">
                        <a:extLst>
                          <a:ext uri="{FF2B5EF4-FFF2-40B4-BE49-F238E27FC236}">
                            <a16:creationId xmlns:a16="http://schemas.microsoft.com/office/drawing/2014/main" id="{2F2AA596-552A-4DD8-8EDC-4F9F8A0530AB}"/>
                          </a:ext>
                        </a:extLst>
                      </p:cNvPr>
                      <p:cNvPicPr/>
                      <p:nvPr/>
                    </p:nvPicPr>
                    <p:blipFill>
                      <a:blip r:embed="rId23"/>
                      <a:stretch>
                        <a:fillRect/>
                      </a:stretch>
                    </p:blipFill>
                    <p:spPr>
                      <a:xfrm>
                        <a:off x="6257046" y="5036871"/>
                        <a:ext cx="2119313" cy="849313"/>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67F26586-8655-48D4-A01F-F2E6CB0978A2}"/>
              </a:ext>
            </a:extLst>
          </p:cNvPr>
          <p:cNvGraphicFramePr>
            <a:graphicFrameLocks noChangeAspect="1"/>
          </p:cNvGraphicFramePr>
          <p:nvPr>
            <p:extLst>
              <p:ext uri="{D42A27DB-BD31-4B8C-83A1-F6EECF244321}">
                <p14:modId xmlns:p14="http://schemas.microsoft.com/office/powerpoint/2010/main" val="3070599549"/>
              </p:ext>
            </p:extLst>
          </p:nvPr>
        </p:nvGraphicFramePr>
        <p:xfrm>
          <a:off x="6292789" y="5931866"/>
          <a:ext cx="2392362" cy="939800"/>
        </p:xfrm>
        <a:graphic>
          <a:graphicData uri="http://schemas.openxmlformats.org/presentationml/2006/ole">
            <mc:AlternateContent xmlns:mc="http://schemas.openxmlformats.org/markup-compatibility/2006">
              <mc:Choice xmlns:v="urn:schemas-microsoft-com:vml" Requires="v">
                <p:oleObj spid="_x0000_s189154" name="Equation" r:id="rId24" imgW="1002960" imgH="393480" progId="Equation.DSMT4">
                  <p:embed/>
                </p:oleObj>
              </mc:Choice>
              <mc:Fallback>
                <p:oleObj name="Equation" r:id="rId24" imgW="1002960" imgH="393480" progId="Equation.DSMT4">
                  <p:embed/>
                  <p:pic>
                    <p:nvPicPr>
                      <p:cNvPr id="17" name="对象 16">
                        <a:extLst>
                          <a:ext uri="{FF2B5EF4-FFF2-40B4-BE49-F238E27FC236}">
                            <a16:creationId xmlns:a16="http://schemas.microsoft.com/office/drawing/2014/main" id="{CF7C1973-6101-4757-9CEB-C3B8F48F635D}"/>
                          </a:ext>
                        </a:extLst>
                      </p:cNvPr>
                      <p:cNvPicPr/>
                      <p:nvPr/>
                    </p:nvPicPr>
                    <p:blipFill>
                      <a:blip r:embed="rId25"/>
                      <a:stretch>
                        <a:fillRect/>
                      </a:stretch>
                    </p:blipFill>
                    <p:spPr>
                      <a:xfrm>
                        <a:off x="6292789" y="5931866"/>
                        <a:ext cx="2392362" cy="939800"/>
                      </a:xfrm>
                      <a:prstGeom prst="rect">
                        <a:avLst/>
                      </a:prstGeom>
                      <a:solidFill>
                        <a:srgbClr val="99FF99"/>
                      </a:solidFill>
                    </p:spPr>
                  </p:pic>
                </p:oleObj>
              </mc:Fallback>
            </mc:AlternateContent>
          </a:graphicData>
        </a:graphic>
      </p:graphicFrame>
      <p:sp>
        <p:nvSpPr>
          <p:cNvPr id="19" name="Text Box 28">
            <a:extLst>
              <a:ext uri="{FF2B5EF4-FFF2-40B4-BE49-F238E27FC236}">
                <a16:creationId xmlns:a16="http://schemas.microsoft.com/office/drawing/2014/main" id="{5042F35A-B20E-4347-B897-01E404C5425A}"/>
              </a:ext>
            </a:extLst>
          </p:cNvPr>
          <p:cNvSpPr txBox="1">
            <a:spLocks noChangeArrowheads="1"/>
          </p:cNvSpPr>
          <p:nvPr/>
        </p:nvSpPr>
        <p:spPr bwMode="auto">
          <a:xfrm>
            <a:off x="3029238" y="1252286"/>
            <a:ext cx="27856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RC</a:t>
            </a:r>
            <a:r>
              <a:rPr kumimoji="0"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a:t>
            </a:r>
          </a:p>
        </p:txBody>
      </p:sp>
      <p:sp>
        <p:nvSpPr>
          <p:cNvPr id="20" name="Text Box 28">
            <a:extLst>
              <a:ext uri="{FF2B5EF4-FFF2-40B4-BE49-F238E27FC236}">
                <a16:creationId xmlns:a16="http://schemas.microsoft.com/office/drawing/2014/main" id="{44BAED18-B987-40CD-915B-D29242E9562B}"/>
              </a:ext>
            </a:extLst>
          </p:cNvPr>
          <p:cNvSpPr txBox="1">
            <a:spLocks noChangeArrowheads="1"/>
          </p:cNvSpPr>
          <p:nvPr/>
        </p:nvSpPr>
        <p:spPr bwMode="auto">
          <a:xfrm>
            <a:off x="5948188" y="1281126"/>
            <a:ext cx="31491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a:t>
            </a:r>
            <a:r>
              <a:rPr kumimoji="0"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a:t>
            </a:r>
          </a:p>
        </p:txBody>
      </p:sp>
      <p:sp>
        <p:nvSpPr>
          <p:cNvPr id="21" name="Text Box 28">
            <a:extLst>
              <a:ext uri="{FF2B5EF4-FFF2-40B4-BE49-F238E27FC236}">
                <a16:creationId xmlns:a16="http://schemas.microsoft.com/office/drawing/2014/main" id="{24B59D97-1911-496D-B580-066A02DF0A12}"/>
              </a:ext>
            </a:extLst>
          </p:cNvPr>
          <p:cNvSpPr txBox="1">
            <a:spLocks noChangeArrowheads="1"/>
          </p:cNvSpPr>
          <p:nvPr/>
        </p:nvSpPr>
        <p:spPr bwMode="auto">
          <a:xfrm>
            <a:off x="719001" y="5604067"/>
            <a:ext cx="1545484" cy="461665"/>
          </a:xfrm>
          <a:prstGeom prst="rect">
            <a:avLst/>
          </a:prstGeom>
          <a:noFill/>
          <a:ln w="38100">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代数方程</a:t>
            </a:r>
          </a:p>
        </p:txBody>
      </p:sp>
      <p:sp>
        <p:nvSpPr>
          <p:cNvPr id="4" name="箭头: 下 3">
            <a:extLst>
              <a:ext uri="{FF2B5EF4-FFF2-40B4-BE49-F238E27FC236}">
                <a16:creationId xmlns:a16="http://schemas.microsoft.com/office/drawing/2014/main" id="{811E26D5-AF6B-43F6-AB96-5CC977BE9796}"/>
              </a:ext>
            </a:extLst>
          </p:cNvPr>
          <p:cNvSpPr/>
          <p:nvPr/>
        </p:nvSpPr>
        <p:spPr bwMode="auto">
          <a:xfrm rot="10800000">
            <a:off x="1491743" y="5144325"/>
            <a:ext cx="144016" cy="45975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23" name="箭头: 下 22">
            <a:extLst>
              <a:ext uri="{FF2B5EF4-FFF2-40B4-BE49-F238E27FC236}">
                <a16:creationId xmlns:a16="http://schemas.microsoft.com/office/drawing/2014/main" id="{8F974675-B522-43A6-945E-2FF67BCAC38F}"/>
              </a:ext>
            </a:extLst>
          </p:cNvPr>
          <p:cNvSpPr/>
          <p:nvPr/>
        </p:nvSpPr>
        <p:spPr bwMode="auto">
          <a:xfrm rot="10800000">
            <a:off x="4236064" y="5813845"/>
            <a:ext cx="191919" cy="563704"/>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24" name="箭头: 下 23">
            <a:extLst>
              <a:ext uri="{FF2B5EF4-FFF2-40B4-BE49-F238E27FC236}">
                <a16:creationId xmlns:a16="http://schemas.microsoft.com/office/drawing/2014/main" id="{4FF0ACD2-CDF6-44BB-9932-5C8A7961CDF2}"/>
              </a:ext>
            </a:extLst>
          </p:cNvPr>
          <p:cNvSpPr/>
          <p:nvPr/>
        </p:nvSpPr>
        <p:spPr bwMode="auto">
          <a:xfrm rot="16200000">
            <a:off x="5637411" y="6001145"/>
            <a:ext cx="174543" cy="1098234"/>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25" name="Text Box 28">
            <a:extLst>
              <a:ext uri="{FF2B5EF4-FFF2-40B4-BE49-F238E27FC236}">
                <a16:creationId xmlns:a16="http://schemas.microsoft.com/office/drawing/2014/main" id="{2FD625C3-3DEE-4D57-9555-B8BF7704AA0E}"/>
              </a:ext>
            </a:extLst>
          </p:cNvPr>
          <p:cNvSpPr txBox="1">
            <a:spLocks noChangeArrowheads="1"/>
          </p:cNvSpPr>
          <p:nvPr/>
        </p:nvSpPr>
        <p:spPr bwMode="auto">
          <a:xfrm>
            <a:off x="3630082" y="6459226"/>
            <a:ext cx="1545484" cy="461665"/>
          </a:xfrm>
          <a:prstGeom prst="rect">
            <a:avLst/>
          </a:prstGeom>
          <a:noFill/>
          <a:ln w="38100">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微分方程</a:t>
            </a:r>
          </a:p>
        </p:txBody>
      </p:sp>
      <p:graphicFrame>
        <p:nvGraphicFramePr>
          <p:cNvPr id="26" name="对象 25">
            <a:extLst>
              <a:ext uri="{FF2B5EF4-FFF2-40B4-BE49-F238E27FC236}">
                <a16:creationId xmlns:a16="http://schemas.microsoft.com/office/drawing/2014/main" id="{F83F6CFA-B044-4AF5-9261-278927B763E8}"/>
              </a:ext>
            </a:extLst>
          </p:cNvPr>
          <p:cNvGraphicFramePr>
            <a:graphicFrameLocks noChangeAspect="1"/>
          </p:cNvGraphicFramePr>
          <p:nvPr>
            <p:extLst>
              <p:ext uri="{D42A27DB-BD31-4B8C-83A1-F6EECF244321}">
                <p14:modId xmlns:p14="http://schemas.microsoft.com/office/powerpoint/2010/main" val="1120733162"/>
              </p:ext>
            </p:extLst>
          </p:nvPr>
        </p:nvGraphicFramePr>
        <p:xfrm>
          <a:off x="3295650" y="6096000"/>
          <a:ext cx="2252663" cy="785813"/>
        </p:xfrm>
        <a:graphic>
          <a:graphicData uri="http://schemas.openxmlformats.org/presentationml/2006/ole">
            <mc:AlternateContent xmlns:mc="http://schemas.openxmlformats.org/markup-compatibility/2006">
              <mc:Choice xmlns:v="urn:schemas-microsoft-com:vml" Requires="v">
                <p:oleObj spid="_x0000_s189155" name="Equation" r:id="rId26" imgW="1130040" imgH="393480" progId="Equation.DSMT4">
                  <p:embed/>
                </p:oleObj>
              </mc:Choice>
              <mc:Fallback>
                <p:oleObj name="Equation" r:id="rId26" imgW="1130040" imgH="393480" progId="Equation.DSMT4">
                  <p:embed/>
                  <p:pic>
                    <p:nvPicPr>
                      <p:cNvPr id="31" name="对象 30">
                        <a:extLst>
                          <a:ext uri="{FF2B5EF4-FFF2-40B4-BE49-F238E27FC236}">
                            <a16:creationId xmlns:a16="http://schemas.microsoft.com/office/drawing/2014/main" id="{2F2AA596-552A-4DD8-8EDC-4F9F8A0530AB}"/>
                          </a:ext>
                        </a:extLst>
                      </p:cNvPr>
                      <p:cNvPicPr/>
                      <p:nvPr/>
                    </p:nvPicPr>
                    <p:blipFill>
                      <a:blip r:embed="rId27"/>
                      <a:stretch>
                        <a:fillRect/>
                      </a:stretch>
                    </p:blipFill>
                    <p:spPr>
                      <a:xfrm>
                        <a:off x="3295650" y="6096000"/>
                        <a:ext cx="2252663" cy="785813"/>
                      </a:xfrm>
                      <a:prstGeom prst="rect">
                        <a:avLst/>
                      </a:prstGeom>
                      <a:solidFill>
                        <a:srgbClr val="FFFF99"/>
                      </a:solidFill>
                    </p:spPr>
                  </p:pic>
                </p:oleObj>
              </mc:Fallback>
            </mc:AlternateContent>
          </a:graphicData>
        </a:graphic>
      </p:graphicFrame>
    </p:spTree>
    <p:extLst>
      <p:ext uri="{BB962C8B-B14F-4D97-AF65-F5344CB8AC3E}">
        <p14:creationId xmlns:p14="http://schemas.microsoft.com/office/powerpoint/2010/main" val="235341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9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50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50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p:bldP spid="254979" grpId="0"/>
      <p:bldP spid="255004" grpId="0"/>
      <p:bldP spid="3" grpId="0" animBg="1"/>
      <p:bldP spid="16" grpId="0" animBg="1"/>
      <p:bldP spid="19" grpId="0"/>
      <p:bldP spid="20" grpId="0"/>
      <p:bldP spid="21" grpId="0" animBg="1"/>
      <p:bldP spid="4"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对象 28">
            <a:extLst>
              <a:ext uri="{FF2B5EF4-FFF2-40B4-BE49-F238E27FC236}">
                <a16:creationId xmlns:a16="http://schemas.microsoft.com/office/drawing/2014/main" id="{F891D562-E540-4148-B3CF-9F1BA99AE0A9}"/>
              </a:ext>
            </a:extLst>
          </p:cNvPr>
          <p:cNvGraphicFramePr>
            <a:graphicFrameLocks noChangeAspect="1"/>
          </p:cNvGraphicFramePr>
          <p:nvPr>
            <p:extLst>
              <p:ext uri="{D42A27DB-BD31-4B8C-83A1-F6EECF244321}">
                <p14:modId xmlns:p14="http://schemas.microsoft.com/office/powerpoint/2010/main" val="1909706758"/>
              </p:ext>
            </p:extLst>
          </p:nvPr>
        </p:nvGraphicFramePr>
        <p:xfrm>
          <a:off x="912813" y="2636912"/>
          <a:ext cx="1785937" cy="546100"/>
        </p:xfrm>
        <a:graphic>
          <a:graphicData uri="http://schemas.openxmlformats.org/presentationml/2006/ole">
            <mc:AlternateContent xmlns:mc="http://schemas.openxmlformats.org/markup-compatibility/2006">
              <mc:Choice xmlns:v="urn:schemas-microsoft-com:vml" Requires="v">
                <p:oleObj spid="_x0000_s195283" name="Equation" r:id="rId4" imgW="749160" imgH="228600" progId="Equation.DSMT4">
                  <p:embed/>
                </p:oleObj>
              </mc:Choice>
              <mc:Fallback>
                <p:oleObj name="Equation" r:id="rId4" imgW="749160" imgH="228600" progId="Equation.DSMT4">
                  <p:embed/>
                  <p:pic>
                    <p:nvPicPr>
                      <p:cNvPr id="29" name="对象 28">
                        <a:extLst>
                          <a:ext uri="{FF2B5EF4-FFF2-40B4-BE49-F238E27FC236}">
                            <a16:creationId xmlns:a16="http://schemas.microsoft.com/office/drawing/2014/main" id="{F891D562-E540-4148-B3CF-9F1BA99AE0A9}"/>
                          </a:ext>
                        </a:extLst>
                      </p:cNvPr>
                      <p:cNvPicPr/>
                      <p:nvPr/>
                    </p:nvPicPr>
                    <p:blipFill>
                      <a:blip r:embed="rId5"/>
                      <a:stretch>
                        <a:fillRect/>
                      </a:stretch>
                    </p:blipFill>
                    <p:spPr>
                      <a:xfrm>
                        <a:off x="912813" y="2636912"/>
                        <a:ext cx="1785937" cy="546100"/>
                      </a:xfrm>
                      <a:prstGeom prst="rect">
                        <a:avLst/>
                      </a:prstGeom>
                    </p:spPr>
                  </p:pic>
                </p:oleObj>
              </mc:Fallback>
            </mc:AlternateContent>
          </a:graphicData>
        </a:graphic>
      </p:graphicFrame>
      <p:sp>
        <p:nvSpPr>
          <p:cNvPr id="3" name="左大括号 2">
            <a:extLst>
              <a:ext uri="{FF2B5EF4-FFF2-40B4-BE49-F238E27FC236}">
                <a16:creationId xmlns:a16="http://schemas.microsoft.com/office/drawing/2014/main" id="{B00A049A-5785-40FD-9850-3AEAD4F2F2A1}"/>
              </a:ext>
            </a:extLst>
          </p:cNvPr>
          <p:cNvSpPr/>
          <p:nvPr/>
        </p:nvSpPr>
        <p:spPr bwMode="auto">
          <a:xfrm flipH="1">
            <a:off x="2707721" y="2850595"/>
            <a:ext cx="162480" cy="1058188"/>
          </a:xfrm>
          <a:prstGeom prst="leftBrace">
            <a:avLst>
              <a:gd name="adj1" fmla="val 8333"/>
              <a:gd name="adj2" fmla="val 50000"/>
            </a:avLst>
          </a:prstGeom>
          <a:no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13" name="Object 31">
            <a:extLst>
              <a:ext uri="{FF2B5EF4-FFF2-40B4-BE49-F238E27FC236}">
                <a16:creationId xmlns:a16="http://schemas.microsoft.com/office/drawing/2014/main" id="{40A1A004-4D71-41E2-8978-B7B6EDA1CE0F}"/>
              </a:ext>
            </a:extLst>
          </p:cNvPr>
          <p:cNvGraphicFramePr>
            <a:graphicFrameLocks noChangeAspect="1"/>
          </p:cNvGraphicFramePr>
          <p:nvPr>
            <p:extLst>
              <p:ext uri="{D42A27DB-BD31-4B8C-83A1-F6EECF244321}">
                <p14:modId xmlns:p14="http://schemas.microsoft.com/office/powerpoint/2010/main" val="2185346103"/>
              </p:ext>
            </p:extLst>
          </p:nvPr>
        </p:nvGraphicFramePr>
        <p:xfrm>
          <a:off x="3271244" y="1030728"/>
          <a:ext cx="2381371" cy="2188841"/>
        </p:xfrm>
        <a:graphic>
          <a:graphicData uri="http://schemas.openxmlformats.org/presentationml/2006/ole">
            <mc:AlternateContent xmlns:mc="http://schemas.openxmlformats.org/markup-compatibility/2006">
              <mc:Choice xmlns:v="urn:schemas-microsoft-com:vml" Requires="v">
                <p:oleObj spid="_x0000_s195284" name="Visio" r:id="rId6" imgW="1411029" imgH="1297041" progId="Visio.Drawing.11">
                  <p:embed/>
                </p:oleObj>
              </mc:Choice>
              <mc:Fallback>
                <p:oleObj name="Visio" r:id="rId6" imgW="1411029" imgH="1297041" progId="Visio.Drawing.11">
                  <p:embed/>
                  <p:pic>
                    <p:nvPicPr>
                      <p:cNvPr id="13" name="Object 31">
                        <a:extLst>
                          <a:ext uri="{FF2B5EF4-FFF2-40B4-BE49-F238E27FC236}">
                            <a16:creationId xmlns:a16="http://schemas.microsoft.com/office/drawing/2014/main" id="{40A1A004-4D71-41E2-8978-B7B6EDA1CE0F}"/>
                          </a:ext>
                        </a:extLst>
                      </p:cNvPr>
                      <p:cNvPicPr>
                        <a:picLocks noGrp="1" noChangeAspect="1" noChangeArrowheads="1"/>
                      </p:cNvPicPr>
                      <p:nvPr/>
                    </p:nvPicPr>
                    <p:blipFill>
                      <a:blip r:embed="rId7"/>
                      <a:srcRect/>
                      <a:stretch>
                        <a:fillRect/>
                      </a:stretch>
                    </p:blipFill>
                    <p:spPr bwMode="auto">
                      <a:xfrm>
                        <a:off x="3271244" y="1030728"/>
                        <a:ext cx="2381371" cy="2188841"/>
                      </a:xfrm>
                      <a:prstGeom prst="rect">
                        <a:avLst/>
                      </a:prstGeom>
                      <a:noFill/>
                      <a:ln>
                        <a:noFill/>
                      </a:ln>
                      <a:effectLst/>
                      <a:extLst/>
                    </p:spPr>
                  </p:pic>
                </p:oleObj>
              </mc:Fallback>
            </mc:AlternateContent>
          </a:graphicData>
        </a:graphic>
      </p:graphicFrame>
      <p:graphicFrame>
        <p:nvGraphicFramePr>
          <p:cNvPr id="15" name="对象 14">
            <a:extLst>
              <a:ext uri="{FF2B5EF4-FFF2-40B4-BE49-F238E27FC236}">
                <a16:creationId xmlns:a16="http://schemas.microsoft.com/office/drawing/2014/main" id="{3D26D93A-BA1D-40F8-B378-10D0C23ADF71}"/>
              </a:ext>
            </a:extLst>
          </p:cNvPr>
          <p:cNvGraphicFramePr>
            <a:graphicFrameLocks noChangeAspect="1"/>
          </p:cNvGraphicFramePr>
          <p:nvPr>
            <p:extLst>
              <p:ext uri="{D42A27DB-BD31-4B8C-83A1-F6EECF244321}">
                <p14:modId xmlns:p14="http://schemas.microsoft.com/office/powerpoint/2010/main" val="1713958094"/>
              </p:ext>
            </p:extLst>
          </p:nvPr>
        </p:nvGraphicFramePr>
        <p:xfrm>
          <a:off x="912813" y="3065537"/>
          <a:ext cx="1425575" cy="941388"/>
        </p:xfrm>
        <a:graphic>
          <a:graphicData uri="http://schemas.openxmlformats.org/presentationml/2006/ole">
            <mc:AlternateContent xmlns:mc="http://schemas.openxmlformats.org/markup-compatibility/2006">
              <mc:Choice xmlns:v="urn:schemas-microsoft-com:vml" Requires="v">
                <p:oleObj spid="_x0000_s195285" name="Equation" r:id="rId8" imgW="596880" imgH="393480" progId="Equation.DSMT4">
                  <p:embed/>
                </p:oleObj>
              </mc:Choice>
              <mc:Fallback>
                <p:oleObj name="Equation" r:id="rId8" imgW="596880" imgH="393480" progId="Equation.DSMT4">
                  <p:embed/>
                  <p:pic>
                    <p:nvPicPr>
                      <p:cNvPr id="15" name="对象 14">
                        <a:extLst>
                          <a:ext uri="{FF2B5EF4-FFF2-40B4-BE49-F238E27FC236}">
                            <a16:creationId xmlns:a16="http://schemas.microsoft.com/office/drawing/2014/main" id="{3D26D93A-BA1D-40F8-B378-10D0C23ADF71}"/>
                          </a:ext>
                        </a:extLst>
                      </p:cNvPr>
                      <p:cNvPicPr/>
                      <p:nvPr/>
                    </p:nvPicPr>
                    <p:blipFill>
                      <a:blip r:embed="rId9"/>
                      <a:stretch>
                        <a:fillRect/>
                      </a:stretch>
                    </p:blipFill>
                    <p:spPr>
                      <a:xfrm>
                        <a:off x="912813" y="3065537"/>
                        <a:ext cx="1425575" cy="94138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67F26586-8655-48D4-A01F-F2E6CB0978A2}"/>
              </a:ext>
            </a:extLst>
          </p:cNvPr>
          <p:cNvGraphicFramePr>
            <a:graphicFrameLocks noChangeAspect="1"/>
          </p:cNvGraphicFramePr>
          <p:nvPr>
            <p:extLst>
              <p:ext uri="{D42A27DB-BD31-4B8C-83A1-F6EECF244321}">
                <p14:modId xmlns:p14="http://schemas.microsoft.com/office/powerpoint/2010/main" val="923730438"/>
              </p:ext>
            </p:extLst>
          </p:nvPr>
        </p:nvGraphicFramePr>
        <p:xfrm>
          <a:off x="755576" y="4019933"/>
          <a:ext cx="2332037" cy="939800"/>
        </p:xfrm>
        <a:graphic>
          <a:graphicData uri="http://schemas.openxmlformats.org/presentationml/2006/ole">
            <mc:AlternateContent xmlns:mc="http://schemas.openxmlformats.org/markup-compatibility/2006">
              <mc:Choice xmlns:v="urn:schemas-microsoft-com:vml" Requires="v">
                <p:oleObj spid="_x0000_s195286" name="Equation" r:id="rId10" imgW="977760" imgH="393480" progId="Equation.DSMT4">
                  <p:embed/>
                </p:oleObj>
              </mc:Choice>
              <mc:Fallback>
                <p:oleObj name="Equation" r:id="rId10" imgW="977760" imgH="393480" progId="Equation.DSMT4">
                  <p:embed/>
                  <p:pic>
                    <p:nvPicPr>
                      <p:cNvPr id="18" name="对象 17">
                        <a:extLst>
                          <a:ext uri="{FF2B5EF4-FFF2-40B4-BE49-F238E27FC236}">
                            <a16:creationId xmlns:a16="http://schemas.microsoft.com/office/drawing/2014/main" id="{67F26586-8655-48D4-A01F-F2E6CB0978A2}"/>
                          </a:ext>
                        </a:extLst>
                      </p:cNvPr>
                      <p:cNvPicPr/>
                      <p:nvPr/>
                    </p:nvPicPr>
                    <p:blipFill>
                      <a:blip r:embed="rId11"/>
                      <a:stretch>
                        <a:fillRect/>
                      </a:stretch>
                    </p:blipFill>
                    <p:spPr>
                      <a:xfrm>
                        <a:off x="755576" y="4019933"/>
                        <a:ext cx="2332037" cy="939800"/>
                      </a:xfrm>
                      <a:prstGeom prst="rect">
                        <a:avLst/>
                      </a:prstGeom>
                      <a:solidFill>
                        <a:srgbClr val="99FF99"/>
                      </a:solidFill>
                    </p:spPr>
                  </p:pic>
                </p:oleObj>
              </mc:Fallback>
            </mc:AlternateContent>
          </a:graphicData>
        </a:graphic>
      </p:graphicFrame>
      <p:sp>
        <p:nvSpPr>
          <p:cNvPr id="20" name="Text Box 28">
            <a:extLst>
              <a:ext uri="{FF2B5EF4-FFF2-40B4-BE49-F238E27FC236}">
                <a16:creationId xmlns:a16="http://schemas.microsoft.com/office/drawing/2014/main" id="{44BAED18-B987-40CD-915B-D29242E9562B}"/>
              </a:ext>
            </a:extLst>
          </p:cNvPr>
          <p:cNvSpPr txBox="1">
            <a:spLocks noChangeArrowheads="1"/>
          </p:cNvSpPr>
          <p:nvPr/>
        </p:nvSpPr>
        <p:spPr bwMode="auto">
          <a:xfrm>
            <a:off x="3292012" y="666480"/>
            <a:ext cx="3152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RLC</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a:t>
            </a:r>
          </a:p>
        </p:txBody>
      </p:sp>
      <p:graphicFrame>
        <p:nvGraphicFramePr>
          <p:cNvPr id="32" name="Object 4">
            <a:extLst>
              <a:ext uri="{FF2B5EF4-FFF2-40B4-BE49-F238E27FC236}">
                <a16:creationId xmlns:a16="http://schemas.microsoft.com/office/drawing/2014/main" id="{E3302F56-9857-467C-8A8D-C3937B46BD54}"/>
              </a:ext>
            </a:extLst>
          </p:cNvPr>
          <p:cNvGraphicFramePr>
            <a:graphicFrameLocks noChangeAspect="1"/>
          </p:cNvGraphicFramePr>
          <p:nvPr>
            <p:extLst>
              <p:ext uri="{D42A27DB-BD31-4B8C-83A1-F6EECF244321}">
                <p14:modId xmlns:p14="http://schemas.microsoft.com/office/powerpoint/2010/main" val="238024019"/>
              </p:ext>
            </p:extLst>
          </p:nvPr>
        </p:nvGraphicFramePr>
        <p:xfrm>
          <a:off x="249558" y="314811"/>
          <a:ext cx="3152775" cy="2741612"/>
        </p:xfrm>
        <a:graphic>
          <a:graphicData uri="http://schemas.openxmlformats.org/presentationml/2006/ole">
            <mc:AlternateContent xmlns:mc="http://schemas.openxmlformats.org/markup-compatibility/2006">
              <mc:Choice xmlns:v="urn:schemas-microsoft-com:vml" Requires="v">
                <p:oleObj spid="_x0000_s195287" name="Visio" r:id="rId12" imgW="1574020" imgH="1369255" progId="Visio.Drawing.11">
                  <p:embed/>
                </p:oleObj>
              </mc:Choice>
              <mc:Fallback>
                <p:oleObj name="Visio" r:id="rId12" imgW="1574020" imgH="1369255" progId="Visio.Drawing.11">
                  <p:embed/>
                  <p:pic>
                    <p:nvPicPr>
                      <p:cNvPr id="14" name="Object 4">
                        <a:extLst>
                          <a:ext uri="{FF2B5EF4-FFF2-40B4-BE49-F238E27FC236}">
                            <a16:creationId xmlns:a16="http://schemas.microsoft.com/office/drawing/2014/main" id="{0B09381B-52F9-4D72-BDC9-84075264817B}"/>
                          </a:ext>
                        </a:extLst>
                      </p:cNvPr>
                      <p:cNvPicPr>
                        <a:picLocks noChangeAspect="1" noChangeArrowheads="1"/>
                      </p:cNvPicPr>
                      <p:nvPr/>
                    </p:nvPicPr>
                    <p:blipFill>
                      <a:blip r:embed="rId13"/>
                      <a:srcRect/>
                      <a:stretch>
                        <a:fillRect/>
                      </a:stretch>
                    </p:blipFill>
                    <p:spPr bwMode="auto">
                      <a:xfrm>
                        <a:off x="249558" y="314811"/>
                        <a:ext cx="3152775"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对象 32">
            <a:extLst>
              <a:ext uri="{FF2B5EF4-FFF2-40B4-BE49-F238E27FC236}">
                <a16:creationId xmlns:a16="http://schemas.microsoft.com/office/drawing/2014/main" id="{F6F026A2-B7AB-4FDA-A85F-747AF27F8351}"/>
              </a:ext>
            </a:extLst>
          </p:cNvPr>
          <p:cNvGraphicFramePr>
            <a:graphicFrameLocks noChangeAspect="1"/>
          </p:cNvGraphicFramePr>
          <p:nvPr>
            <p:extLst>
              <p:ext uri="{D42A27DB-BD31-4B8C-83A1-F6EECF244321}">
                <p14:modId xmlns:p14="http://schemas.microsoft.com/office/powerpoint/2010/main" val="4189590742"/>
              </p:ext>
            </p:extLst>
          </p:nvPr>
        </p:nvGraphicFramePr>
        <p:xfrm>
          <a:off x="3419872" y="3136583"/>
          <a:ext cx="2544763" cy="546100"/>
        </p:xfrm>
        <a:graphic>
          <a:graphicData uri="http://schemas.openxmlformats.org/presentationml/2006/ole">
            <mc:AlternateContent xmlns:mc="http://schemas.openxmlformats.org/markup-compatibility/2006">
              <mc:Choice xmlns:v="urn:schemas-microsoft-com:vml" Requires="v">
                <p:oleObj spid="_x0000_s195288" name="Equation" r:id="rId14" imgW="1066680" imgH="228600" progId="Equation.DSMT4">
                  <p:embed/>
                </p:oleObj>
              </mc:Choice>
              <mc:Fallback>
                <p:oleObj name="Equation" r:id="rId14" imgW="1066680" imgH="228600" progId="Equation.DSMT4">
                  <p:embed/>
                  <p:pic>
                    <p:nvPicPr>
                      <p:cNvPr id="29" name="对象 28">
                        <a:extLst>
                          <a:ext uri="{FF2B5EF4-FFF2-40B4-BE49-F238E27FC236}">
                            <a16:creationId xmlns:a16="http://schemas.microsoft.com/office/drawing/2014/main" id="{F891D562-E540-4148-B3CF-9F1BA99AE0A9}"/>
                          </a:ext>
                        </a:extLst>
                      </p:cNvPr>
                      <p:cNvPicPr/>
                      <p:nvPr/>
                    </p:nvPicPr>
                    <p:blipFill>
                      <a:blip r:embed="rId15"/>
                      <a:stretch>
                        <a:fillRect/>
                      </a:stretch>
                    </p:blipFill>
                    <p:spPr>
                      <a:xfrm>
                        <a:off x="3419872" y="3136583"/>
                        <a:ext cx="2544763" cy="546100"/>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62C13FB6-E968-48C2-B65D-A97EC16B7B44}"/>
              </a:ext>
            </a:extLst>
          </p:cNvPr>
          <p:cNvGraphicFramePr>
            <a:graphicFrameLocks noChangeAspect="1"/>
          </p:cNvGraphicFramePr>
          <p:nvPr>
            <p:extLst>
              <p:ext uri="{D42A27DB-BD31-4B8C-83A1-F6EECF244321}">
                <p14:modId xmlns:p14="http://schemas.microsoft.com/office/powerpoint/2010/main" val="3097481561"/>
              </p:ext>
            </p:extLst>
          </p:nvPr>
        </p:nvGraphicFramePr>
        <p:xfrm>
          <a:off x="3515827" y="3559175"/>
          <a:ext cx="1425575" cy="849313"/>
        </p:xfrm>
        <a:graphic>
          <a:graphicData uri="http://schemas.openxmlformats.org/presentationml/2006/ole">
            <mc:AlternateContent xmlns:mc="http://schemas.openxmlformats.org/markup-compatibility/2006">
              <mc:Choice xmlns:v="urn:schemas-microsoft-com:vml" Requires="v">
                <p:oleObj spid="_x0000_s195289" name="Equation" r:id="rId16" imgW="596880" imgH="355320" progId="Equation.DSMT4">
                  <p:embed/>
                </p:oleObj>
              </mc:Choice>
              <mc:Fallback>
                <p:oleObj name="Equation" r:id="rId16" imgW="596880" imgH="355320" progId="Equation.DSMT4">
                  <p:embed/>
                  <p:pic>
                    <p:nvPicPr>
                      <p:cNvPr id="15" name="对象 14">
                        <a:extLst>
                          <a:ext uri="{FF2B5EF4-FFF2-40B4-BE49-F238E27FC236}">
                            <a16:creationId xmlns:a16="http://schemas.microsoft.com/office/drawing/2014/main" id="{3D26D93A-BA1D-40F8-B378-10D0C23ADF71}"/>
                          </a:ext>
                        </a:extLst>
                      </p:cNvPr>
                      <p:cNvPicPr/>
                      <p:nvPr/>
                    </p:nvPicPr>
                    <p:blipFill>
                      <a:blip r:embed="rId17"/>
                      <a:stretch>
                        <a:fillRect/>
                      </a:stretch>
                    </p:blipFill>
                    <p:spPr>
                      <a:xfrm>
                        <a:off x="3515827" y="3559175"/>
                        <a:ext cx="1425575" cy="849313"/>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8E4576CE-F1FE-4B16-9A4B-C922A13BD46B}"/>
              </a:ext>
            </a:extLst>
          </p:cNvPr>
          <p:cNvGraphicFramePr>
            <a:graphicFrameLocks noChangeAspect="1"/>
          </p:cNvGraphicFramePr>
          <p:nvPr>
            <p:extLst>
              <p:ext uri="{D42A27DB-BD31-4B8C-83A1-F6EECF244321}">
                <p14:modId xmlns:p14="http://schemas.microsoft.com/office/powerpoint/2010/main" val="1563495137"/>
              </p:ext>
            </p:extLst>
          </p:nvPr>
        </p:nvGraphicFramePr>
        <p:xfrm>
          <a:off x="4239297" y="4226595"/>
          <a:ext cx="1243582" cy="802836"/>
        </p:xfrm>
        <a:graphic>
          <a:graphicData uri="http://schemas.openxmlformats.org/presentationml/2006/ole">
            <mc:AlternateContent xmlns:mc="http://schemas.openxmlformats.org/markup-compatibility/2006">
              <mc:Choice xmlns:v="urn:schemas-microsoft-com:vml" Requires="v">
                <p:oleObj spid="_x0000_s195290" name="Equation" r:id="rId18" imgW="609480" imgH="393480" progId="Equation.DSMT4">
                  <p:embed/>
                </p:oleObj>
              </mc:Choice>
              <mc:Fallback>
                <p:oleObj name="Equation" r:id="rId18" imgW="609480" imgH="393480" progId="Equation.DSMT4">
                  <p:embed/>
                  <p:pic>
                    <p:nvPicPr>
                      <p:cNvPr id="30" name="对象 29">
                        <a:extLst>
                          <a:ext uri="{FF2B5EF4-FFF2-40B4-BE49-F238E27FC236}">
                            <a16:creationId xmlns:a16="http://schemas.microsoft.com/office/drawing/2014/main" id="{50D4CAF3-CC93-4EB5-822C-F498A528CB29}"/>
                          </a:ext>
                        </a:extLst>
                      </p:cNvPr>
                      <p:cNvPicPr/>
                      <p:nvPr/>
                    </p:nvPicPr>
                    <p:blipFill>
                      <a:blip r:embed="rId19"/>
                      <a:stretch>
                        <a:fillRect/>
                      </a:stretch>
                    </p:blipFill>
                    <p:spPr>
                      <a:xfrm>
                        <a:off x="4239297" y="4226595"/>
                        <a:ext cx="1243582" cy="802836"/>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2EDE1F63-2CCA-420B-AF92-9384BD3EC9F5}"/>
              </a:ext>
            </a:extLst>
          </p:cNvPr>
          <p:cNvGraphicFramePr>
            <a:graphicFrameLocks noChangeAspect="1"/>
          </p:cNvGraphicFramePr>
          <p:nvPr>
            <p:extLst>
              <p:ext uri="{D42A27DB-BD31-4B8C-83A1-F6EECF244321}">
                <p14:modId xmlns:p14="http://schemas.microsoft.com/office/powerpoint/2010/main" val="3648957448"/>
              </p:ext>
            </p:extLst>
          </p:nvPr>
        </p:nvGraphicFramePr>
        <p:xfrm>
          <a:off x="3621088" y="5153025"/>
          <a:ext cx="3152775" cy="778138"/>
        </p:xfrm>
        <a:graphic>
          <a:graphicData uri="http://schemas.openxmlformats.org/presentationml/2006/ole">
            <mc:AlternateContent xmlns:mc="http://schemas.openxmlformats.org/markup-compatibility/2006">
              <mc:Choice xmlns:v="urn:schemas-microsoft-com:vml" Requires="v">
                <p:oleObj spid="_x0000_s195291" name="Equation" r:id="rId20" imgW="1701720" imgH="419040" progId="Equation.DSMT4">
                  <p:embed/>
                </p:oleObj>
              </mc:Choice>
              <mc:Fallback>
                <p:oleObj name="Equation" r:id="rId20" imgW="1701720" imgH="419040" progId="Equation.DSMT4">
                  <p:embed/>
                  <p:pic>
                    <p:nvPicPr>
                      <p:cNvPr id="31" name="对象 30">
                        <a:extLst>
                          <a:ext uri="{FF2B5EF4-FFF2-40B4-BE49-F238E27FC236}">
                            <a16:creationId xmlns:a16="http://schemas.microsoft.com/office/drawing/2014/main" id="{2F2AA596-552A-4DD8-8EDC-4F9F8A0530AB}"/>
                          </a:ext>
                        </a:extLst>
                      </p:cNvPr>
                      <p:cNvPicPr/>
                      <p:nvPr/>
                    </p:nvPicPr>
                    <p:blipFill>
                      <a:blip r:embed="rId21"/>
                      <a:stretch>
                        <a:fillRect/>
                      </a:stretch>
                    </p:blipFill>
                    <p:spPr>
                      <a:xfrm>
                        <a:off x="3621088" y="5153025"/>
                        <a:ext cx="3152775" cy="778138"/>
                      </a:xfrm>
                      <a:prstGeom prst="rect">
                        <a:avLst/>
                      </a:prstGeom>
                      <a:solidFill>
                        <a:srgbClr val="99FF99"/>
                      </a:solidFill>
                    </p:spPr>
                  </p:pic>
                </p:oleObj>
              </mc:Fallback>
            </mc:AlternateContent>
          </a:graphicData>
        </a:graphic>
      </p:graphicFrame>
      <p:sp>
        <p:nvSpPr>
          <p:cNvPr id="38" name="AutoShape 10">
            <a:extLst>
              <a:ext uri="{FF2B5EF4-FFF2-40B4-BE49-F238E27FC236}">
                <a16:creationId xmlns:a16="http://schemas.microsoft.com/office/drawing/2014/main" id="{2BE99C7F-EC81-4F12-AA26-9B9775FF3041}"/>
              </a:ext>
            </a:extLst>
          </p:cNvPr>
          <p:cNvSpPr>
            <a:spLocks noChangeArrowheads="1"/>
          </p:cNvSpPr>
          <p:nvPr/>
        </p:nvSpPr>
        <p:spPr bwMode="auto">
          <a:xfrm>
            <a:off x="275453" y="6218347"/>
            <a:ext cx="2743012" cy="503237"/>
          </a:xfrm>
          <a:prstGeom prst="wedgeRoundRectCallout">
            <a:avLst>
              <a:gd name="adj1" fmla="val 24457"/>
              <a:gd name="adj2" fmla="val -326137"/>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一阶常系数微分方程数</a:t>
            </a:r>
          </a:p>
        </p:txBody>
      </p:sp>
      <p:sp>
        <p:nvSpPr>
          <p:cNvPr id="39" name="AutoShape 10">
            <a:extLst>
              <a:ext uri="{FF2B5EF4-FFF2-40B4-BE49-F238E27FC236}">
                <a16:creationId xmlns:a16="http://schemas.microsoft.com/office/drawing/2014/main" id="{A4CE0000-7925-4EF6-8FD9-CC0330E44F73}"/>
              </a:ext>
            </a:extLst>
          </p:cNvPr>
          <p:cNvSpPr>
            <a:spLocks noChangeArrowheads="1"/>
          </p:cNvSpPr>
          <p:nvPr/>
        </p:nvSpPr>
        <p:spPr bwMode="auto">
          <a:xfrm>
            <a:off x="3595660" y="6316617"/>
            <a:ext cx="2743012" cy="374059"/>
          </a:xfrm>
          <a:prstGeom prst="wedgeRoundRectCallout">
            <a:avLst>
              <a:gd name="adj1" fmla="val -28688"/>
              <a:gd name="adj2" fmla="val -125999"/>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二阶常系数微分方程数</a:t>
            </a:r>
          </a:p>
        </p:txBody>
      </p:sp>
      <p:graphicFrame>
        <p:nvGraphicFramePr>
          <p:cNvPr id="17" name="对象 16">
            <a:extLst>
              <a:ext uri="{FF2B5EF4-FFF2-40B4-BE49-F238E27FC236}">
                <a16:creationId xmlns:a16="http://schemas.microsoft.com/office/drawing/2014/main" id="{41108A05-BC58-473E-B265-E5D3C5B77F8B}"/>
              </a:ext>
            </a:extLst>
          </p:cNvPr>
          <p:cNvGraphicFramePr>
            <a:graphicFrameLocks noChangeAspect="1"/>
          </p:cNvGraphicFramePr>
          <p:nvPr>
            <p:extLst>
              <p:ext uri="{D42A27DB-BD31-4B8C-83A1-F6EECF244321}">
                <p14:modId xmlns:p14="http://schemas.microsoft.com/office/powerpoint/2010/main" val="2881462953"/>
              </p:ext>
            </p:extLst>
          </p:nvPr>
        </p:nvGraphicFramePr>
        <p:xfrm>
          <a:off x="201613" y="5070475"/>
          <a:ext cx="3300412" cy="939800"/>
        </p:xfrm>
        <a:graphic>
          <a:graphicData uri="http://schemas.openxmlformats.org/presentationml/2006/ole">
            <mc:AlternateContent xmlns:mc="http://schemas.openxmlformats.org/markup-compatibility/2006">
              <mc:Choice xmlns:v="urn:schemas-microsoft-com:vml" Requires="v">
                <p:oleObj spid="_x0000_s195292" name="Equation" r:id="rId22" imgW="1384200" imgH="393480" progId="Equation.DSMT4">
                  <p:embed/>
                </p:oleObj>
              </mc:Choice>
              <mc:Fallback>
                <p:oleObj name="Equation" r:id="rId22" imgW="1384200" imgH="393480" progId="Equation.DSMT4">
                  <p:embed/>
                  <p:pic>
                    <p:nvPicPr>
                      <p:cNvPr id="18" name="对象 17">
                        <a:extLst>
                          <a:ext uri="{FF2B5EF4-FFF2-40B4-BE49-F238E27FC236}">
                            <a16:creationId xmlns:a16="http://schemas.microsoft.com/office/drawing/2014/main" id="{67F26586-8655-48D4-A01F-F2E6CB0978A2}"/>
                          </a:ext>
                        </a:extLst>
                      </p:cNvPr>
                      <p:cNvPicPr/>
                      <p:nvPr/>
                    </p:nvPicPr>
                    <p:blipFill>
                      <a:blip r:embed="rId23"/>
                      <a:stretch>
                        <a:fillRect/>
                      </a:stretch>
                    </p:blipFill>
                    <p:spPr>
                      <a:xfrm>
                        <a:off x="201613" y="5070475"/>
                        <a:ext cx="3300412" cy="939800"/>
                      </a:xfrm>
                      <a:prstGeom prst="rect">
                        <a:avLst/>
                      </a:prstGeom>
                      <a:solidFill>
                        <a:srgbClr val="99FF99"/>
                      </a:solidFill>
                    </p:spPr>
                  </p:pic>
                </p:oleObj>
              </mc:Fallback>
            </mc:AlternateContent>
          </a:graphicData>
        </a:graphic>
      </p:graphicFrame>
      <p:sp>
        <p:nvSpPr>
          <p:cNvPr id="2" name="矩形 1">
            <a:extLst>
              <a:ext uri="{FF2B5EF4-FFF2-40B4-BE49-F238E27FC236}">
                <a16:creationId xmlns:a16="http://schemas.microsoft.com/office/drawing/2014/main" id="{4896A326-0452-4349-8F59-EC8D98A959E1}"/>
              </a:ext>
            </a:extLst>
          </p:cNvPr>
          <p:cNvSpPr/>
          <p:nvPr/>
        </p:nvSpPr>
        <p:spPr>
          <a:xfrm>
            <a:off x="965382" y="1978878"/>
            <a:ext cx="1723549" cy="400110"/>
          </a:xfrm>
          <a:prstGeom prst="rect">
            <a:avLst/>
          </a:prstGeom>
        </p:spPr>
        <p:txBody>
          <a:bodyPr wrap="none">
            <a:spAutoFit/>
          </a:bodyPr>
          <a:lstStyle/>
          <a:p>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一阶动态电路</a:t>
            </a:r>
            <a:endParaRPr lang="zh-CN" altLang="en-US" sz="2000" dirty="0"/>
          </a:p>
        </p:txBody>
      </p:sp>
      <p:sp>
        <p:nvSpPr>
          <p:cNvPr id="4" name="矩形 3">
            <a:extLst>
              <a:ext uri="{FF2B5EF4-FFF2-40B4-BE49-F238E27FC236}">
                <a16:creationId xmlns:a16="http://schemas.microsoft.com/office/drawing/2014/main" id="{323AD181-EB44-42F5-BFC3-270F1BB24030}"/>
              </a:ext>
            </a:extLst>
          </p:cNvPr>
          <p:cNvSpPr/>
          <p:nvPr/>
        </p:nvSpPr>
        <p:spPr>
          <a:xfrm>
            <a:off x="3745998" y="1976277"/>
            <a:ext cx="1697901" cy="400110"/>
          </a:xfrm>
          <a:prstGeom prst="rect">
            <a:avLst/>
          </a:prstGeom>
        </p:spPr>
        <p:txBody>
          <a:bodyPr wrap="none">
            <a:spAutoFit/>
          </a:bodyPr>
          <a:lstStyle/>
          <a:p>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二</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阶动态电路</a:t>
            </a:r>
            <a:endParaRPr lang="zh-CN" altLang="en-US" sz="2000" dirty="0"/>
          </a:p>
        </p:txBody>
      </p:sp>
      <p:graphicFrame>
        <p:nvGraphicFramePr>
          <p:cNvPr id="21" name="Object 31">
            <a:extLst>
              <a:ext uri="{FF2B5EF4-FFF2-40B4-BE49-F238E27FC236}">
                <a16:creationId xmlns:a16="http://schemas.microsoft.com/office/drawing/2014/main" id="{DA8E1A4A-A219-411A-9CC2-B27578FBEBE3}"/>
              </a:ext>
            </a:extLst>
          </p:cNvPr>
          <p:cNvGraphicFramePr>
            <a:graphicFrameLocks noChangeAspect="1"/>
          </p:cNvGraphicFramePr>
          <p:nvPr>
            <p:extLst>
              <p:ext uri="{D42A27DB-BD31-4B8C-83A1-F6EECF244321}">
                <p14:modId xmlns:p14="http://schemas.microsoft.com/office/powerpoint/2010/main" val="1306923265"/>
              </p:ext>
            </p:extLst>
          </p:nvPr>
        </p:nvGraphicFramePr>
        <p:xfrm>
          <a:off x="6196606" y="805493"/>
          <a:ext cx="2381371" cy="2188841"/>
        </p:xfrm>
        <a:graphic>
          <a:graphicData uri="http://schemas.openxmlformats.org/presentationml/2006/ole">
            <mc:AlternateContent xmlns:mc="http://schemas.openxmlformats.org/markup-compatibility/2006">
              <mc:Choice xmlns:v="urn:schemas-microsoft-com:vml" Requires="v">
                <p:oleObj spid="_x0000_s195293" name="Visio" r:id="rId24" imgW="1411029" imgH="1297041" progId="Visio.Drawing.11">
                  <p:embed/>
                </p:oleObj>
              </mc:Choice>
              <mc:Fallback>
                <p:oleObj name="Visio" r:id="rId24" imgW="1411029" imgH="1297041" progId="Visio.Drawing.11">
                  <p:embed/>
                  <p:pic>
                    <p:nvPicPr>
                      <p:cNvPr id="13" name="Object 31">
                        <a:extLst>
                          <a:ext uri="{FF2B5EF4-FFF2-40B4-BE49-F238E27FC236}">
                            <a16:creationId xmlns:a16="http://schemas.microsoft.com/office/drawing/2014/main" id="{40A1A004-4D71-41E2-8978-B7B6EDA1CE0F}"/>
                          </a:ext>
                        </a:extLst>
                      </p:cNvPr>
                      <p:cNvPicPr>
                        <a:picLocks noGrp="1" noChangeAspect="1" noChangeArrowheads="1"/>
                      </p:cNvPicPr>
                      <p:nvPr/>
                    </p:nvPicPr>
                    <p:blipFill>
                      <a:blip r:embed="rId25"/>
                      <a:srcRect/>
                      <a:stretch>
                        <a:fillRect/>
                      </a:stretch>
                    </p:blipFill>
                    <p:spPr bwMode="auto">
                      <a:xfrm>
                        <a:off x="6196606" y="805493"/>
                        <a:ext cx="2381371" cy="2188841"/>
                      </a:xfrm>
                      <a:prstGeom prst="rect">
                        <a:avLst/>
                      </a:prstGeom>
                      <a:noFill/>
                      <a:ln>
                        <a:noFill/>
                      </a:ln>
                      <a:effectLst/>
                      <a:extLst/>
                    </p:spPr>
                  </p:pic>
                </p:oleObj>
              </mc:Fallback>
            </mc:AlternateContent>
          </a:graphicData>
        </a:graphic>
      </p:graphicFrame>
      <p:sp>
        <p:nvSpPr>
          <p:cNvPr id="36" name="左大括号 35">
            <a:extLst>
              <a:ext uri="{FF2B5EF4-FFF2-40B4-BE49-F238E27FC236}">
                <a16:creationId xmlns:a16="http://schemas.microsoft.com/office/drawing/2014/main" id="{2C96C126-E40E-4E8C-AE55-83F514E2662E}"/>
              </a:ext>
            </a:extLst>
          </p:cNvPr>
          <p:cNvSpPr/>
          <p:nvPr/>
        </p:nvSpPr>
        <p:spPr bwMode="auto">
          <a:xfrm flipH="1">
            <a:off x="5964635" y="3379689"/>
            <a:ext cx="376552" cy="1656184"/>
          </a:xfrm>
          <a:prstGeom prst="leftBrace">
            <a:avLst>
              <a:gd name="adj1" fmla="val 8333"/>
              <a:gd name="adj2" fmla="val 50000"/>
            </a:avLst>
          </a:prstGeom>
          <a:noFill/>
          <a:ln w="28575" cap="flat" cmpd="sng" algn="ctr">
            <a:solidFill>
              <a:schemeClr val="accent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6" name="组合 5">
            <a:extLst>
              <a:ext uri="{FF2B5EF4-FFF2-40B4-BE49-F238E27FC236}">
                <a16:creationId xmlns:a16="http://schemas.microsoft.com/office/drawing/2014/main" id="{06E6DFB7-FF50-4CC8-B939-3E741C3AA811}"/>
              </a:ext>
            </a:extLst>
          </p:cNvPr>
          <p:cNvGrpSpPr/>
          <p:nvPr/>
        </p:nvGrpSpPr>
        <p:grpSpPr>
          <a:xfrm>
            <a:off x="6523711" y="2948516"/>
            <a:ext cx="2482246" cy="2250327"/>
            <a:chOff x="6728702" y="2858667"/>
            <a:chExt cx="2482246" cy="2250327"/>
          </a:xfrm>
        </p:grpSpPr>
        <p:graphicFrame>
          <p:nvGraphicFramePr>
            <p:cNvPr id="22" name="对象 21">
              <a:extLst>
                <a:ext uri="{FF2B5EF4-FFF2-40B4-BE49-F238E27FC236}">
                  <a16:creationId xmlns:a16="http://schemas.microsoft.com/office/drawing/2014/main" id="{DCC9EBAA-441A-452B-A41D-1429FFA8C563}"/>
                </a:ext>
              </a:extLst>
            </p:cNvPr>
            <p:cNvGraphicFramePr>
              <a:graphicFrameLocks noChangeAspect="1"/>
            </p:cNvGraphicFramePr>
            <p:nvPr>
              <p:extLst>
                <p:ext uri="{D42A27DB-BD31-4B8C-83A1-F6EECF244321}">
                  <p14:modId xmlns:p14="http://schemas.microsoft.com/office/powerpoint/2010/main" val="3957774043"/>
                </p:ext>
              </p:extLst>
            </p:nvPr>
          </p:nvGraphicFramePr>
          <p:xfrm>
            <a:off x="7906088" y="4329704"/>
            <a:ext cx="1118178" cy="447271"/>
          </p:xfrm>
          <a:graphic>
            <a:graphicData uri="http://schemas.openxmlformats.org/presentationml/2006/ole">
              <mc:AlternateContent xmlns:mc="http://schemas.openxmlformats.org/markup-compatibility/2006">
                <mc:Choice xmlns:v="urn:schemas-microsoft-com:vml" Requires="v">
                  <p:oleObj spid="_x0000_s195294" name="Equation" r:id="rId26" imgW="571320" imgH="228600" progId="Equation.DSMT4">
                    <p:embed/>
                  </p:oleObj>
                </mc:Choice>
                <mc:Fallback>
                  <p:oleObj name="Equation" r:id="rId26" imgW="571320" imgH="228600" progId="Equation.DSMT4">
                    <p:embed/>
                    <p:pic>
                      <p:nvPicPr>
                        <p:cNvPr id="35" name="对象 34">
                          <a:extLst>
                            <a:ext uri="{FF2B5EF4-FFF2-40B4-BE49-F238E27FC236}">
                              <a16:creationId xmlns:a16="http://schemas.microsoft.com/office/drawing/2014/main" id="{8E4576CE-F1FE-4B16-9A4B-C922A13BD46B}"/>
                            </a:ext>
                          </a:extLst>
                        </p:cNvPr>
                        <p:cNvPicPr/>
                        <p:nvPr/>
                      </p:nvPicPr>
                      <p:blipFill>
                        <a:blip r:embed="rId27"/>
                        <a:stretch>
                          <a:fillRect/>
                        </a:stretch>
                      </p:blipFill>
                      <p:spPr>
                        <a:xfrm>
                          <a:off x="7906088" y="4329704"/>
                          <a:ext cx="1118178" cy="447271"/>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9ED6B97-506A-4622-9434-606954423E01}"/>
                </a:ext>
              </a:extLst>
            </p:cNvPr>
            <p:cNvGraphicFramePr>
              <a:graphicFrameLocks noChangeAspect="1"/>
            </p:cNvGraphicFramePr>
            <p:nvPr>
              <p:extLst>
                <p:ext uri="{D42A27DB-BD31-4B8C-83A1-F6EECF244321}">
                  <p14:modId xmlns:p14="http://schemas.microsoft.com/office/powerpoint/2010/main" val="1376475962"/>
                </p:ext>
              </p:extLst>
            </p:nvPr>
          </p:nvGraphicFramePr>
          <p:xfrm>
            <a:off x="7143600" y="4675459"/>
            <a:ext cx="1710194" cy="433535"/>
          </p:xfrm>
          <a:graphic>
            <a:graphicData uri="http://schemas.openxmlformats.org/presentationml/2006/ole">
              <mc:AlternateContent xmlns:mc="http://schemas.openxmlformats.org/markup-compatibility/2006">
                <mc:Choice xmlns:v="urn:schemas-microsoft-com:vml" Requires="v">
                  <p:oleObj spid="_x0000_s195295" name="Equation" r:id="rId28" imgW="901440" imgH="228600" progId="Equation.DSMT4">
                    <p:embed/>
                  </p:oleObj>
                </mc:Choice>
                <mc:Fallback>
                  <p:oleObj name="Equation" r:id="rId28" imgW="901440" imgH="228600" progId="Equation.DSMT4">
                    <p:embed/>
                    <p:pic>
                      <p:nvPicPr>
                        <p:cNvPr id="22" name="对象 21">
                          <a:extLst>
                            <a:ext uri="{FF2B5EF4-FFF2-40B4-BE49-F238E27FC236}">
                              <a16:creationId xmlns:a16="http://schemas.microsoft.com/office/drawing/2014/main" id="{DCC9EBAA-441A-452B-A41D-1429FFA8C563}"/>
                            </a:ext>
                          </a:extLst>
                        </p:cNvPr>
                        <p:cNvPicPr/>
                        <p:nvPr/>
                      </p:nvPicPr>
                      <p:blipFill>
                        <a:blip r:embed="rId29"/>
                        <a:stretch>
                          <a:fillRect/>
                        </a:stretch>
                      </p:blipFill>
                      <p:spPr>
                        <a:xfrm>
                          <a:off x="7143600" y="4675459"/>
                          <a:ext cx="1710194" cy="433535"/>
                        </a:xfrm>
                        <a:prstGeom prst="rect">
                          <a:avLst/>
                        </a:prstGeom>
                      </p:spPr>
                    </p:pic>
                  </p:oleObj>
                </mc:Fallback>
              </mc:AlternateContent>
            </a:graphicData>
          </a:graphic>
        </p:graphicFrame>
        <p:sp>
          <p:nvSpPr>
            <p:cNvPr id="24" name="Rectangle 4" descr="新闻纸">
              <a:extLst>
                <a:ext uri="{FF2B5EF4-FFF2-40B4-BE49-F238E27FC236}">
                  <a16:creationId xmlns:a16="http://schemas.microsoft.com/office/drawing/2014/main" id="{3C6EE46B-DD3C-4B1C-9451-1182925F9F78}"/>
                </a:ext>
              </a:extLst>
            </p:cNvPr>
            <p:cNvSpPr>
              <a:spLocks noChangeArrowheads="1"/>
            </p:cNvSpPr>
            <p:nvPr/>
          </p:nvSpPr>
          <p:spPr bwMode="auto">
            <a:xfrm>
              <a:off x="6728702" y="2858667"/>
              <a:ext cx="2482246" cy="2234589"/>
            </a:xfrm>
            <a:prstGeom prst="rect">
              <a:avLst/>
            </a:prstGeom>
            <a:noFill/>
            <a:ln>
              <a:noFill/>
            </a:ln>
            <a:effectLst>
              <a:prstShdw prst="shdw17" dist="17961" dir="2700000">
                <a:srgbClr val="959595"/>
              </a:prstShdw>
            </a:effectLst>
            <a:extLst>
              <a:ext uri="{909E8E84-426E-40DD-AFC4-6F175D3DCCD1}">
                <a14:hiddenFill xmlns:a14="http://schemas.microsoft.com/office/drawing/2010/main">
                  <a:blipFill dpi="0" rotWithShape="0">
                    <a:blip r:embed="rId30"/>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分别求下述情况下的电流</a:t>
              </a:r>
              <a:r>
                <a:rPr lang="en-US" altLang="zh-CN" sz="20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开关</a:t>
              </a:r>
              <a:r>
                <a:rPr kumimoji="0" lang="en-US" altLang="zh-CN" sz="2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0" lang="zh-CN" altLang="en-US" sz="2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闭合前电感磁场能为零以及开关闭合前电感磁场能为</a:t>
              </a:r>
              <a:r>
                <a:rPr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2J</a:t>
              </a:r>
              <a:r>
                <a:rPr lang="zh-CN" altLang="en-US"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，且电压源电压分别为                                                          或</a:t>
              </a:r>
              <a:endParaRPr kumimoji="0" lang="zh-CN" altLang="en-US" sz="20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47229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2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8" presetClass="entr" presetSubtype="16"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diamond(in)">
                                      <p:cBhvr>
                                        <p:cTn id="56" dur="20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ntr" presetSubtype="16"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diamond(in)">
                                      <p:cBhvr>
                                        <p:cTn id="61" dur="20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2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P spid="38" grpId="0" animBg="1"/>
      <p:bldP spid="39" grpId="0" animBg="1"/>
      <p:bldP spid="2" grpId="0"/>
      <p:bldP spid="4" grpId="0"/>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60" name="Text Box 156">
            <a:extLst>
              <a:ext uri="{FF2B5EF4-FFF2-40B4-BE49-F238E27FC236}">
                <a16:creationId xmlns:a16="http://schemas.microsoft.com/office/drawing/2014/main" id="{D5AA73CD-55A2-4551-9839-881A3461CFE2}"/>
              </a:ext>
            </a:extLst>
          </p:cNvPr>
          <p:cNvSpPr txBox="1">
            <a:spLocks noChangeArrowheads="1"/>
          </p:cNvSpPr>
          <p:nvPr/>
        </p:nvSpPr>
        <p:spPr bwMode="auto">
          <a:xfrm>
            <a:off x="224632" y="809339"/>
            <a:ext cx="187290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en-US" altLang="zh-CN" sz="2400" b="1"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输入：</a:t>
            </a:r>
          </a:p>
        </p:txBody>
      </p:sp>
      <p:sp>
        <p:nvSpPr>
          <p:cNvPr id="98462" name="Text Box 158">
            <a:extLst>
              <a:ext uri="{FF2B5EF4-FFF2-40B4-BE49-F238E27FC236}">
                <a16:creationId xmlns:a16="http://schemas.microsoft.com/office/drawing/2014/main" id="{809DFB09-8FE2-4C7D-97E9-BA173CD85126}"/>
              </a:ext>
            </a:extLst>
          </p:cNvPr>
          <p:cNvSpPr txBox="1">
            <a:spLocks noChangeArrowheads="1"/>
          </p:cNvSpPr>
          <p:nvPr/>
        </p:nvSpPr>
        <p:spPr bwMode="auto">
          <a:xfrm>
            <a:off x="1809577" y="730313"/>
            <a:ext cx="7150100" cy="11080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在电路分析中，作为</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激励</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的电压（源）和</a:t>
            </a:r>
          </a:p>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电流（源）又称为输入，表示外界对电路的影响。</a:t>
            </a:r>
          </a:p>
        </p:txBody>
      </p:sp>
      <p:sp>
        <p:nvSpPr>
          <p:cNvPr id="98463" name="Text Box 159">
            <a:extLst>
              <a:ext uri="{FF2B5EF4-FFF2-40B4-BE49-F238E27FC236}">
                <a16:creationId xmlns:a16="http://schemas.microsoft.com/office/drawing/2014/main" id="{D065DE16-9822-4757-BCF4-E6264D592950}"/>
              </a:ext>
            </a:extLst>
          </p:cNvPr>
          <p:cNvSpPr txBox="1">
            <a:spLocks noChangeArrowheads="1"/>
          </p:cNvSpPr>
          <p:nvPr/>
        </p:nvSpPr>
        <p:spPr bwMode="auto">
          <a:xfrm>
            <a:off x="224632" y="1788406"/>
            <a:ext cx="1979613" cy="57349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a:t>
            </a:r>
          </a:p>
        </p:txBody>
      </p:sp>
      <p:sp>
        <p:nvSpPr>
          <p:cNvPr id="98464" name="Text Box 160">
            <a:extLst>
              <a:ext uri="{FF2B5EF4-FFF2-40B4-BE49-F238E27FC236}">
                <a16:creationId xmlns:a16="http://schemas.microsoft.com/office/drawing/2014/main" id="{86D4C899-B745-40E2-9F71-85EE9E5744DB}"/>
              </a:ext>
            </a:extLst>
          </p:cNvPr>
          <p:cNvSpPr txBox="1">
            <a:spLocks noChangeArrowheads="1"/>
          </p:cNvSpPr>
          <p:nvPr/>
        </p:nvSpPr>
        <p:spPr bwMode="auto">
          <a:xfrm>
            <a:off x="1871093" y="1796021"/>
            <a:ext cx="7272907"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待求的电压、电流变量（响应）统称为输出。</a:t>
            </a:r>
          </a:p>
        </p:txBody>
      </p:sp>
      <p:sp>
        <p:nvSpPr>
          <p:cNvPr id="98465" name="Text Box 161">
            <a:extLst>
              <a:ext uri="{FF2B5EF4-FFF2-40B4-BE49-F238E27FC236}">
                <a16:creationId xmlns:a16="http://schemas.microsoft.com/office/drawing/2014/main" id="{4B769F19-A9B8-45BE-9CCC-6084CE4EEC37}"/>
              </a:ext>
            </a:extLst>
          </p:cNvPr>
          <p:cNvSpPr txBox="1">
            <a:spLocks noChangeArrowheads="1"/>
          </p:cNvSpPr>
          <p:nvPr/>
        </p:nvSpPr>
        <p:spPr bwMode="auto">
          <a:xfrm>
            <a:off x="54596" y="2313944"/>
            <a:ext cx="3509962" cy="57349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 </a:t>
            </a:r>
            <a:r>
              <a:rPr kumimoji="1" lang="zh-CN" altLang="en-US" sz="2400" b="1"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动态电路的方程</a:t>
            </a:r>
          </a:p>
        </p:txBody>
      </p:sp>
      <p:sp>
        <p:nvSpPr>
          <p:cNvPr id="98466" name="Text Box 162">
            <a:extLst>
              <a:ext uri="{FF2B5EF4-FFF2-40B4-BE49-F238E27FC236}">
                <a16:creationId xmlns:a16="http://schemas.microsoft.com/office/drawing/2014/main" id="{4EE5A906-F8DD-4F32-9898-39FDE64294F9}"/>
              </a:ext>
            </a:extLst>
          </p:cNvPr>
          <p:cNvSpPr txBox="1">
            <a:spLocks noChangeArrowheads="1"/>
          </p:cNvSpPr>
          <p:nvPr/>
        </p:nvSpPr>
        <p:spPr bwMode="auto">
          <a:xfrm>
            <a:off x="755576" y="2865951"/>
            <a:ext cx="7848600" cy="11080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描述电路输入和输出关系的微分方程。它是以</a:t>
            </a:r>
          </a:p>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输出为</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单一</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变量建立的方程，又</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称输入</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输出方程</a:t>
            </a:r>
          </a:p>
        </p:txBody>
      </p:sp>
      <p:sp>
        <p:nvSpPr>
          <p:cNvPr id="98467" name="Text Box 163">
            <a:extLst>
              <a:ext uri="{FF2B5EF4-FFF2-40B4-BE49-F238E27FC236}">
                <a16:creationId xmlns:a16="http://schemas.microsoft.com/office/drawing/2014/main" id="{4A08A2B3-C682-42B5-8F61-496CEAB89358}"/>
              </a:ext>
            </a:extLst>
          </p:cNvPr>
          <p:cNvSpPr txBox="1">
            <a:spLocks noChangeArrowheads="1"/>
          </p:cNvSpPr>
          <p:nvPr/>
        </p:nvSpPr>
        <p:spPr bwMode="auto">
          <a:xfrm>
            <a:off x="224632" y="3918312"/>
            <a:ext cx="2735263"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 </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建立依据：</a:t>
            </a:r>
          </a:p>
        </p:txBody>
      </p:sp>
      <p:sp>
        <p:nvSpPr>
          <p:cNvPr id="98468" name="Text Box 164">
            <a:extLst>
              <a:ext uri="{FF2B5EF4-FFF2-40B4-BE49-F238E27FC236}">
                <a16:creationId xmlns:a16="http://schemas.microsoft.com/office/drawing/2014/main" id="{E7A9CD7C-FF9B-4C67-B0D4-B6E475DAC299}"/>
              </a:ext>
            </a:extLst>
          </p:cNvPr>
          <p:cNvSpPr txBox="1">
            <a:spLocks noChangeArrowheads="1"/>
          </p:cNvSpPr>
          <p:nvPr/>
        </p:nvSpPr>
        <p:spPr bwMode="auto">
          <a:xfrm>
            <a:off x="1836610" y="3918311"/>
            <a:ext cx="5040312"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① KCL</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KVL</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和元件</a:t>
            </a: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VAR</a:t>
            </a:r>
          </a:p>
        </p:txBody>
      </p:sp>
      <p:sp>
        <p:nvSpPr>
          <p:cNvPr id="98469" name="Text Box 165">
            <a:extLst>
              <a:ext uri="{FF2B5EF4-FFF2-40B4-BE49-F238E27FC236}">
                <a16:creationId xmlns:a16="http://schemas.microsoft.com/office/drawing/2014/main" id="{8B6A2B0D-0023-497E-8175-24DA447EDB15}"/>
              </a:ext>
            </a:extLst>
          </p:cNvPr>
          <p:cNvSpPr txBox="1">
            <a:spLocks noChangeArrowheads="1"/>
          </p:cNvSpPr>
          <p:nvPr/>
        </p:nvSpPr>
        <p:spPr bwMode="auto">
          <a:xfrm>
            <a:off x="2097535" y="4478080"/>
            <a:ext cx="4537075"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② </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消去方程中非输出变量</a:t>
            </a:r>
          </a:p>
        </p:txBody>
      </p:sp>
      <p:sp>
        <p:nvSpPr>
          <p:cNvPr id="11" name="Text Box 165">
            <a:extLst>
              <a:ext uri="{FF2B5EF4-FFF2-40B4-BE49-F238E27FC236}">
                <a16:creationId xmlns:a16="http://schemas.microsoft.com/office/drawing/2014/main" id="{10496506-430B-4F0F-9940-DC74E5AF7758}"/>
              </a:ext>
            </a:extLst>
          </p:cNvPr>
          <p:cNvSpPr txBox="1">
            <a:spLocks noChangeArrowheads="1"/>
          </p:cNvSpPr>
          <p:nvPr/>
        </p:nvSpPr>
        <p:spPr bwMode="auto">
          <a:xfrm>
            <a:off x="603300" y="5117547"/>
            <a:ext cx="7525543" cy="10727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ts val="4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一阶微分方程对应的电路称</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一阶动态电路，</a:t>
            </a:r>
            <a:r>
              <a:rPr kumimoji="1" lang="zh-CN" altLang="en-US" sz="2400" b="1"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二阶微分方程对应的电路，称</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二阶动态电路</a:t>
            </a:r>
            <a:r>
              <a:rPr kumimoji="1" lang="zh-CN" altLang="en-US" sz="2400" b="1"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，以此类推</a:t>
            </a:r>
          </a:p>
        </p:txBody>
      </p:sp>
    </p:spTree>
    <p:extLst>
      <p:ext uri="{BB962C8B-B14F-4D97-AF65-F5344CB8AC3E}">
        <p14:creationId xmlns:p14="http://schemas.microsoft.com/office/powerpoint/2010/main" val="1851919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460"/>
                                        </p:tgtEl>
                                        <p:attrNameLst>
                                          <p:attrName>style.visibility</p:attrName>
                                        </p:attrNameLst>
                                      </p:cBhvr>
                                      <p:to>
                                        <p:strVal val="visible"/>
                                      </p:to>
                                    </p:set>
                                    <p:animEffect transition="in" filter="wipe(left)">
                                      <p:cBhvr>
                                        <p:cTn id="7" dur="2000"/>
                                        <p:tgtEl>
                                          <p:spTgt spid="98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462">
                                            <p:txEl>
                                              <p:pRg st="0" end="0"/>
                                            </p:txEl>
                                          </p:spTgt>
                                        </p:tgtEl>
                                        <p:attrNameLst>
                                          <p:attrName>style.visibility</p:attrName>
                                        </p:attrNameLst>
                                      </p:cBhvr>
                                      <p:to>
                                        <p:strVal val="visible"/>
                                      </p:to>
                                    </p:set>
                                    <p:animEffect transition="in" filter="wipe(left)">
                                      <p:cBhvr>
                                        <p:cTn id="12" dur="1000"/>
                                        <p:tgtEl>
                                          <p:spTgt spid="9846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462">
                                            <p:txEl>
                                              <p:pRg st="1" end="1"/>
                                            </p:txEl>
                                          </p:spTgt>
                                        </p:tgtEl>
                                        <p:attrNameLst>
                                          <p:attrName>style.visibility</p:attrName>
                                        </p:attrNameLst>
                                      </p:cBhvr>
                                      <p:to>
                                        <p:strVal val="visible"/>
                                      </p:to>
                                    </p:set>
                                    <p:animEffect transition="in" filter="wipe(left)">
                                      <p:cBhvr>
                                        <p:cTn id="17" dur="1000"/>
                                        <p:tgtEl>
                                          <p:spTgt spid="9846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463"/>
                                        </p:tgtEl>
                                        <p:attrNameLst>
                                          <p:attrName>style.visibility</p:attrName>
                                        </p:attrNameLst>
                                      </p:cBhvr>
                                      <p:to>
                                        <p:strVal val="visible"/>
                                      </p:to>
                                    </p:set>
                                    <p:animEffect transition="in" filter="wipe(left)">
                                      <p:cBhvr>
                                        <p:cTn id="22" dur="2000"/>
                                        <p:tgtEl>
                                          <p:spTgt spid="984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464">
                                            <p:txEl>
                                              <p:pRg st="0" end="0"/>
                                            </p:txEl>
                                          </p:spTgt>
                                        </p:tgtEl>
                                        <p:attrNameLst>
                                          <p:attrName>style.visibility</p:attrName>
                                        </p:attrNameLst>
                                      </p:cBhvr>
                                      <p:to>
                                        <p:strVal val="visible"/>
                                      </p:to>
                                    </p:set>
                                    <p:animEffect transition="in" filter="wipe(left)">
                                      <p:cBhvr>
                                        <p:cTn id="27" dur="2000"/>
                                        <p:tgtEl>
                                          <p:spTgt spid="9846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465"/>
                                        </p:tgtEl>
                                        <p:attrNameLst>
                                          <p:attrName>style.visibility</p:attrName>
                                        </p:attrNameLst>
                                      </p:cBhvr>
                                      <p:to>
                                        <p:strVal val="visible"/>
                                      </p:to>
                                    </p:set>
                                    <p:animEffect transition="in" filter="wipe(left)">
                                      <p:cBhvr>
                                        <p:cTn id="32" dur="2000"/>
                                        <p:tgtEl>
                                          <p:spTgt spid="984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8466">
                                            <p:txEl>
                                              <p:pRg st="0" end="0"/>
                                            </p:txEl>
                                          </p:spTgt>
                                        </p:tgtEl>
                                        <p:attrNameLst>
                                          <p:attrName>style.visibility</p:attrName>
                                        </p:attrNameLst>
                                      </p:cBhvr>
                                      <p:to>
                                        <p:strVal val="visible"/>
                                      </p:to>
                                    </p:set>
                                    <p:animEffect transition="in" filter="wipe(left)">
                                      <p:cBhvr>
                                        <p:cTn id="37" dur="2000"/>
                                        <p:tgtEl>
                                          <p:spTgt spid="98466">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8466">
                                            <p:txEl>
                                              <p:pRg st="1" end="1"/>
                                            </p:txEl>
                                          </p:spTgt>
                                        </p:tgtEl>
                                        <p:attrNameLst>
                                          <p:attrName>style.visibility</p:attrName>
                                        </p:attrNameLst>
                                      </p:cBhvr>
                                      <p:to>
                                        <p:strVal val="visible"/>
                                      </p:to>
                                    </p:set>
                                    <p:animEffect transition="in" filter="wipe(left)">
                                      <p:cBhvr>
                                        <p:cTn id="42" dur="2000"/>
                                        <p:tgtEl>
                                          <p:spTgt spid="98466">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8467"/>
                                        </p:tgtEl>
                                        <p:attrNameLst>
                                          <p:attrName>style.visibility</p:attrName>
                                        </p:attrNameLst>
                                      </p:cBhvr>
                                      <p:to>
                                        <p:strVal val="visible"/>
                                      </p:to>
                                    </p:set>
                                    <p:animEffect transition="in" filter="wipe(left)">
                                      <p:cBhvr>
                                        <p:cTn id="47" dur="2000"/>
                                        <p:tgtEl>
                                          <p:spTgt spid="984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8468"/>
                                        </p:tgtEl>
                                        <p:attrNameLst>
                                          <p:attrName>style.visibility</p:attrName>
                                        </p:attrNameLst>
                                      </p:cBhvr>
                                      <p:to>
                                        <p:strVal val="visible"/>
                                      </p:to>
                                    </p:set>
                                    <p:animEffect transition="in" filter="wipe(left)">
                                      <p:cBhvr>
                                        <p:cTn id="52" dur="2000"/>
                                        <p:tgtEl>
                                          <p:spTgt spid="9846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8469"/>
                                        </p:tgtEl>
                                        <p:attrNameLst>
                                          <p:attrName>style.visibility</p:attrName>
                                        </p:attrNameLst>
                                      </p:cBhvr>
                                      <p:to>
                                        <p:strVal val="visible"/>
                                      </p:to>
                                    </p:set>
                                    <p:animEffect transition="in" filter="wipe(left)">
                                      <p:cBhvr>
                                        <p:cTn id="57" dur="2000"/>
                                        <p:tgtEl>
                                          <p:spTgt spid="9846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60" grpId="0"/>
      <p:bldP spid="98463" grpId="0"/>
      <p:bldP spid="98465" grpId="0"/>
      <p:bldP spid="98467" grpId="0"/>
      <p:bldP spid="98468" grpId="0"/>
      <p:bldP spid="9846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29" name="AutoShape 25" descr="新闻纸">
            <a:extLst>
              <a:ext uri="{FF2B5EF4-FFF2-40B4-BE49-F238E27FC236}">
                <a16:creationId xmlns:a16="http://schemas.microsoft.com/office/drawing/2014/main" id="{FFDCBD83-FCE7-409B-976A-AFDDDC42414C}"/>
              </a:ext>
            </a:extLst>
          </p:cNvPr>
          <p:cNvSpPr>
            <a:spLocks noChangeArrowheads="1"/>
          </p:cNvSpPr>
          <p:nvPr/>
        </p:nvSpPr>
        <p:spPr bwMode="auto">
          <a:xfrm>
            <a:off x="684213" y="5876925"/>
            <a:ext cx="3817937" cy="792163"/>
          </a:xfrm>
          <a:prstGeom prst="wedgeRoundRectCallout">
            <a:avLst>
              <a:gd name="adj1" fmla="val -7880"/>
              <a:gd name="adj2" fmla="val -124750"/>
              <a:gd name="adj3"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全电容回路，只有一个电容电压是独立的</a:t>
            </a:r>
          </a:p>
        </p:txBody>
      </p:sp>
      <p:sp>
        <p:nvSpPr>
          <p:cNvPr id="123906" name="Text Box 2">
            <a:extLst>
              <a:ext uri="{FF2B5EF4-FFF2-40B4-BE49-F238E27FC236}">
                <a16:creationId xmlns:a16="http://schemas.microsoft.com/office/drawing/2014/main" id="{BF0E1CC8-8BBF-4792-AC56-5597298B3E47}"/>
              </a:ext>
            </a:extLst>
          </p:cNvPr>
          <p:cNvSpPr txBox="1">
            <a:spLocks noChangeArrowheads="1"/>
          </p:cNvSpPr>
          <p:nvPr/>
        </p:nvSpPr>
        <p:spPr bwMode="auto">
          <a:xfrm>
            <a:off x="354806" y="912813"/>
            <a:ext cx="3473450" cy="11176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例</a:t>
            </a:r>
            <a:r>
              <a:rPr kumimoji="1"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试列写以</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为输出的输入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输出方程。</a:t>
            </a:r>
          </a:p>
        </p:txBody>
      </p:sp>
      <p:graphicFrame>
        <p:nvGraphicFramePr>
          <p:cNvPr id="123909" name="Object 5">
            <a:extLst>
              <a:ext uri="{FF2B5EF4-FFF2-40B4-BE49-F238E27FC236}">
                <a16:creationId xmlns:a16="http://schemas.microsoft.com/office/drawing/2014/main" id="{39A24122-694D-4DB5-8994-F3C637511A82}"/>
              </a:ext>
            </a:extLst>
          </p:cNvPr>
          <p:cNvGraphicFramePr>
            <a:graphicFrameLocks noChangeAspect="1"/>
          </p:cNvGraphicFramePr>
          <p:nvPr/>
        </p:nvGraphicFramePr>
        <p:xfrm>
          <a:off x="5799138" y="1390650"/>
          <a:ext cx="1627187" cy="457200"/>
        </p:xfrm>
        <a:graphic>
          <a:graphicData uri="http://schemas.openxmlformats.org/presentationml/2006/ole">
            <mc:AlternateContent xmlns:mc="http://schemas.openxmlformats.org/markup-compatibility/2006">
              <mc:Choice xmlns:v="urn:schemas-microsoft-com:vml" Requires="v">
                <p:oleObj spid="_x0000_s81458" name="Equation" r:id="rId4" imgW="812447" imgH="228501" progId="Equation.DSMT4">
                  <p:embed/>
                </p:oleObj>
              </mc:Choice>
              <mc:Fallback>
                <p:oleObj name="Equation" r:id="rId4" imgW="812447" imgH="228501" progId="Equation.DSMT4">
                  <p:embed/>
                  <p:pic>
                    <p:nvPicPr>
                      <p:cNvPr id="123909" name="Object 5">
                        <a:extLst>
                          <a:ext uri="{FF2B5EF4-FFF2-40B4-BE49-F238E27FC236}">
                            <a16:creationId xmlns:a16="http://schemas.microsoft.com/office/drawing/2014/main" id="{39A24122-694D-4DB5-8994-F3C637511A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9138" y="1390650"/>
                        <a:ext cx="1627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10" name="Text Box 6">
            <a:extLst>
              <a:ext uri="{FF2B5EF4-FFF2-40B4-BE49-F238E27FC236}">
                <a16:creationId xmlns:a16="http://schemas.microsoft.com/office/drawing/2014/main" id="{BB408CA5-2B73-4DF7-BD50-80A309731855}"/>
              </a:ext>
            </a:extLst>
          </p:cNvPr>
          <p:cNvSpPr txBox="1">
            <a:spLocks noChangeArrowheads="1"/>
          </p:cNvSpPr>
          <p:nvPr/>
        </p:nvSpPr>
        <p:spPr bwMode="auto">
          <a:xfrm>
            <a:off x="4495800" y="1339850"/>
            <a:ext cx="1082675" cy="522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KVL:</a:t>
            </a:r>
          </a:p>
        </p:txBody>
      </p:sp>
      <p:sp>
        <p:nvSpPr>
          <p:cNvPr id="123915" name="Text Box 11">
            <a:extLst>
              <a:ext uri="{FF2B5EF4-FFF2-40B4-BE49-F238E27FC236}">
                <a16:creationId xmlns:a16="http://schemas.microsoft.com/office/drawing/2014/main" id="{E844B631-5233-4D3A-A3D2-99C5A6C27588}"/>
              </a:ext>
            </a:extLst>
          </p:cNvPr>
          <p:cNvSpPr txBox="1">
            <a:spLocks noChangeArrowheads="1"/>
          </p:cNvSpPr>
          <p:nvPr/>
        </p:nvSpPr>
        <p:spPr bwMode="auto">
          <a:xfrm>
            <a:off x="7634288" y="1412875"/>
            <a:ext cx="898525"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…①</a:t>
            </a:r>
          </a:p>
        </p:txBody>
      </p:sp>
      <p:sp>
        <p:nvSpPr>
          <p:cNvPr id="123917" name="Line 13">
            <a:extLst>
              <a:ext uri="{FF2B5EF4-FFF2-40B4-BE49-F238E27FC236}">
                <a16:creationId xmlns:a16="http://schemas.microsoft.com/office/drawing/2014/main" id="{DD562B88-BD43-4AC7-97D8-134014853EDC}"/>
              </a:ext>
            </a:extLst>
          </p:cNvPr>
          <p:cNvSpPr>
            <a:spLocks noChangeShapeType="1"/>
          </p:cNvSpPr>
          <p:nvPr/>
        </p:nvSpPr>
        <p:spPr bwMode="auto">
          <a:xfrm>
            <a:off x="4211638" y="1196975"/>
            <a:ext cx="0" cy="4678363"/>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918" name="Text Box 14">
            <a:extLst>
              <a:ext uri="{FF2B5EF4-FFF2-40B4-BE49-F238E27FC236}">
                <a16:creationId xmlns:a16="http://schemas.microsoft.com/office/drawing/2014/main" id="{9558224B-52A5-45D6-B341-A5FA511A2E5F}"/>
              </a:ext>
            </a:extLst>
          </p:cNvPr>
          <p:cNvSpPr txBox="1">
            <a:spLocks noChangeArrowheads="1"/>
          </p:cNvSpPr>
          <p:nvPr/>
        </p:nvSpPr>
        <p:spPr bwMode="auto">
          <a:xfrm>
            <a:off x="4211638" y="3644900"/>
            <a:ext cx="4887912"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式①中</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代入式②</a:t>
            </a:r>
            <a:r>
              <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，整理得：</a:t>
            </a:r>
          </a:p>
        </p:txBody>
      </p:sp>
      <p:graphicFrame>
        <p:nvGraphicFramePr>
          <p:cNvPr id="123919" name="Object 15">
            <a:extLst>
              <a:ext uri="{FF2B5EF4-FFF2-40B4-BE49-F238E27FC236}">
                <a16:creationId xmlns:a16="http://schemas.microsoft.com/office/drawing/2014/main" id="{A121D761-5259-46AF-ABA6-A2FBE09C3F03}"/>
              </a:ext>
            </a:extLst>
          </p:cNvPr>
          <p:cNvGraphicFramePr>
            <a:graphicFrameLocks noChangeAspect="1"/>
          </p:cNvGraphicFramePr>
          <p:nvPr/>
        </p:nvGraphicFramePr>
        <p:xfrm>
          <a:off x="4613275" y="2611438"/>
          <a:ext cx="3703638" cy="889000"/>
        </p:xfrm>
        <a:graphic>
          <a:graphicData uri="http://schemas.openxmlformats.org/presentationml/2006/ole">
            <mc:AlternateContent xmlns:mc="http://schemas.openxmlformats.org/markup-compatibility/2006">
              <mc:Choice xmlns:v="urn:schemas-microsoft-com:vml" Requires="v">
                <p:oleObj spid="_x0000_s81459" name="Equation" r:id="rId6" imgW="1854200" imgH="444500" progId="Equation.DSMT4">
                  <p:embed/>
                </p:oleObj>
              </mc:Choice>
              <mc:Fallback>
                <p:oleObj name="Equation" r:id="rId6" imgW="1854200" imgH="444500" progId="Equation.DSMT4">
                  <p:embed/>
                  <p:pic>
                    <p:nvPicPr>
                      <p:cNvPr id="123919" name="Object 15">
                        <a:extLst>
                          <a:ext uri="{FF2B5EF4-FFF2-40B4-BE49-F238E27FC236}">
                            <a16:creationId xmlns:a16="http://schemas.microsoft.com/office/drawing/2014/main" id="{A121D761-5259-46AF-ABA6-A2FBE09C3F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3275" y="2611438"/>
                        <a:ext cx="3703638"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22" name="Text Box 18">
            <a:extLst>
              <a:ext uri="{FF2B5EF4-FFF2-40B4-BE49-F238E27FC236}">
                <a16:creationId xmlns:a16="http://schemas.microsoft.com/office/drawing/2014/main" id="{2ADC8F56-7830-49D4-A4F2-5B349A07EA26}"/>
              </a:ext>
            </a:extLst>
          </p:cNvPr>
          <p:cNvSpPr txBox="1">
            <a:spLocks noChangeArrowheads="1"/>
          </p:cNvSpPr>
          <p:nvPr/>
        </p:nvSpPr>
        <p:spPr bwMode="auto">
          <a:xfrm>
            <a:off x="4249738" y="765175"/>
            <a:ext cx="2193925"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123923" name="Object 19">
            <a:extLst>
              <a:ext uri="{FF2B5EF4-FFF2-40B4-BE49-F238E27FC236}">
                <a16:creationId xmlns:a16="http://schemas.microsoft.com/office/drawing/2014/main" id="{08EE6E64-B1D5-4B2B-AF59-11F0FDE3AE10}"/>
              </a:ext>
            </a:extLst>
          </p:cNvPr>
          <p:cNvGraphicFramePr>
            <a:graphicFrameLocks noChangeAspect="1"/>
          </p:cNvGraphicFramePr>
          <p:nvPr/>
        </p:nvGraphicFramePr>
        <p:xfrm>
          <a:off x="250825" y="2386013"/>
          <a:ext cx="3681413" cy="3313112"/>
        </p:xfrm>
        <a:graphic>
          <a:graphicData uri="http://schemas.openxmlformats.org/presentationml/2006/ole">
            <mc:AlternateContent xmlns:mc="http://schemas.openxmlformats.org/markup-compatibility/2006">
              <mc:Choice xmlns:v="urn:schemas-microsoft-com:vml" Requires="v">
                <p:oleObj spid="_x0000_s81460" name="Visio" r:id="rId8" imgW="1844345" imgH="1657197" progId="Visio.Drawing.11">
                  <p:embed/>
                </p:oleObj>
              </mc:Choice>
              <mc:Fallback>
                <p:oleObj name="Visio" r:id="rId8" imgW="1844345" imgH="1657197" progId="Visio.Drawing.11">
                  <p:embed/>
                  <p:pic>
                    <p:nvPicPr>
                      <p:cNvPr id="123923" name="Object 19">
                        <a:extLst>
                          <a:ext uri="{FF2B5EF4-FFF2-40B4-BE49-F238E27FC236}">
                            <a16:creationId xmlns:a16="http://schemas.microsoft.com/office/drawing/2014/main" id="{08EE6E64-B1D5-4B2B-AF59-11F0FDE3AE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825" y="2386013"/>
                        <a:ext cx="3681413" cy="331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24" name="Text Box 20">
            <a:extLst>
              <a:ext uri="{FF2B5EF4-FFF2-40B4-BE49-F238E27FC236}">
                <a16:creationId xmlns:a16="http://schemas.microsoft.com/office/drawing/2014/main" id="{1B8B2231-7A69-44B7-9182-CA0D48EC2C56}"/>
              </a:ext>
            </a:extLst>
          </p:cNvPr>
          <p:cNvSpPr txBox="1">
            <a:spLocks noChangeArrowheads="1"/>
          </p:cNvSpPr>
          <p:nvPr/>
        </p:nvSpPr>
        <p:spPr bwMode="auto">
          <a:xfrm>
            <a:off x="4503738" y="1914525"/>
            <a:ext cx="2173287" cy="522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KCL</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VAR:</a:t>
            </a:r>
          </a:p>
        </p:txBody>
      </p:sp>
      <p:graphicFrame>
        <p:nvGraphicFramePr>
          <p:cNvPr id="123925" name="Object 21">
            <a:extLst>
              <a:ext uri="{FF2B5EF4-FFF2-40B4-BE49-F238E27FC236}">
                <a16:creationId xmlns:a16="http://schemas.microsoft.com/office/drawing/2014/main" id="{4D187D6D-1DED-4DDF-B674-5164FA8B083E}"/>
              </a:ext>
            </a:extLst>
          </p:cNvPr>
          <p:cNvGraphicFramePr>
            <a:graphicFrameLocks noChangeAspect="1"/>
          </p:cNvGraphicFramePr>
          <p:nvPr>
            <p:extLst>
              <p:ext uri="{D42A27DB-BD31-4B8C-83A1-F6EECF244321}">
                <p14:modId xmlns:p14="http://schemas.microsoft.com/office/powerpoint/2010/main" val="3137542744"/>
              </p:ext>
            </p:extLst>
          </p:nvPr>
        </p:nvGraphicFramePr>
        <p:xfrm>
          <a:off x="4460875" y="4221163"/>
          <a:ext cx="3375025" cy="1778000"/>
        </p:xfrm>
        <a:graphic>
          <a:graphicData uri="http://schemas.openxmlformats.org/presentationml/2006/ole">
            <mc:AlternateContent xmlns:mc="http://schemas.openxmlformats.org/markup-compatibility/2006">
              <mc:Choice xmlns:v="urn:schemas-microsoft-com:vml" Requires="v">
                <p:oleObj spid="_x0000_s81461" name="Equation" r:id="rId10" imgW="1688760" imgH="888840" progId="Equation.DSMT4">
                  <p:embed/>
                </p:oleObj>
              </mc:Choice>
              <mc:Fallback>
                <p:oleObj name="Equation" r:id="rId10" imgW="1688760" imgH="888840" progId="Equation.DSMT4">
                  <p:embed/>
                  <p:pic>
                    <p:nvPicPr>
                      <p:cNvPr id="123925" name="Object 21">
                        <a:extLst>
                          <a:ext uri="{FF2B5EF4-FFF2-40B4-BE49-F238E27FC236}">
                            <a16:creationId xmlns:a16="http://schemas.microsoft.com/office/drawing/2014/main" id="{4D187D6D-1DED-4DDF-B674-5164FA8B083E}"/>
                          </a:ext>
                        </a:extLst>
                      </p:cNvPr>
                      <p:cNvPicPr>
                        <a:picLocks noChangeAspect="1" noChangeArrowheads="1"/>
                      </p:cNvPicPr>
                      <p:nvPr/>
                    </p:nvPicPr>
                    <p:blipFill>
                      <a:blip r:embed="rId11"/>
                      <a:srcRect/>
                      <a:stretch>
                        <a:fillRect/>
                      </a:stretch>
                    </p:blipFill>
                    <p:spPr bwMode="auto">
                      <a:xfrm>
                        <a:off x="4460875" y="4221163"/>
                        <a:ext cx="3375025"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26" name="Line 22">
            <a:extLst>
              <a:ext uri="{FF2B5EF4-FFF2-40B4-BE49-F238E27FC236}">
                <a16:creationId xmlns:a16="http://schemas.microsoft.com/office/drawing/2014/main" id="{69421315-BFB4-4EDB-8D13-8967343AF822}"/>
              </a:ext>
            </a:extLst>
          </p:cNvPr>
          <p:cNvSpPr>
            <a:spLocks noChangeShapeType="1"/>
          </p:cNvSpPr>
          <p:nvPr/>
        </p:nvSpPr>
        <p:spPr bwMode="auto">
          <a:xfrm>
            <a:off x="6588125" y="5084763"/>
            <a:ext cx="503238"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927" name="Line 23">
            <a:extLst>
              <a:ext uri="{FF2B5EF4-FFF2-40B4-BE49-F238E27FC236}">
                <a16:creationId xmlns:a16="http://schemas.microsoft.com/office/drawing/2014/main" id="{9CFA2606-90C8-4C86-925B-A56E4F088EAF}"/>
              </a:ext>
            </a:extLst>
          </p:cNvPr>
          <p:cNvSpPr>
            <a:spLocks noChangeShapeType="1"/>
          </p:cNvSpPr>
          <p:nvPr/>
        </p:nvSpPr>
        <p:spPr bwMode="auto">
          <a:xfrm>
            <a:off x="7308850" y="5084763"/>
            <a:ext cx="503238"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928" name="Freeform 24">
            <a:extLst>
              <a:ext uri="{FF2B5EF4-FFF2-40B4-BE49-F238E27FC236}">
                <a16:creationId xmlns:a16="http://schemas.microsoft.com/office/drawing/2014/main" id="{5BC71B6E-E130-4D5C-AE5B-9DCE7F810B9B}"/>
              </a:ext>
            </a:extLst>
          </p:cNvPr>
          <p:cNvSpPr>
            <a:spLocks/>
          </p:cNvSpPr>
          <p:nvPr/>
        </p:nvSpPr>
        <p:spPr bwMode="auto">
          <a:xfrm>
            <a:off x="1042988" y="3200400"/>
            <a:ext cx="1981200" cy="2112963"/>
          </a:xfrm>
          <a:custGeom>
            <a:avLst/>
            <a:gdLst>
              <a:gd name="T0" fmla="*/ 0 w 1248"/>
              <a:gd name="T1" fmla="*/ 2147483646 h 1331"/>
              <a:gd name="T2" fmla="*/ 572076263 w 1248"/>
              <a:gd name="T3" fmla="*/ 476310438 h 1331"/>
              <a:gd name="T4" fmla="*/ 1945560625 w 1248"/>
              <a:gd name="T5" fmla="*/ 362902586 h 1331"/>
              <a:gd name="T6" fmla="*/ 1945560625 w 1248"/>
              <a:gd name="T7" fmla="*/ 1391126579 h 1331"/>
              <a:gd name="T8" fmla="*/ 2147483646 w 1248"/>
              <a:gd name="T9" fmla="*/ 1733867910 h 1331"/>
              <a:gd name="T10" fmla="*/ 2147483646 w 1248"/>
              <a:gd name="T11" fmla="*/ 2147483646 h 1331"/>
              <a:gd name="T12" fmla="*/ 458668438 w 1248"/>
              <a:gd name="T13" fmla="*/ 2147483646 h 1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8" h="1331">
                <a:moveTo>
                  <a:pt x="0" y="1278"/>
                </a:moveTo>
                <a:cubicBezTo>
                  <a:pt x="49" y="828"/>
                  <a:pt x="98" y="378"/>
                  <a:pt x="227" y="189"/>
                </a:cubicBezTo>
                <a:cubicBezTo>
                  <a:pt x="356" y="0"/>
                  <a:pt x="681" y="84"/>
                  <a:pt x="772" y="144"/>
                </a:cubicBezTo>
                <a:cubicBezTo>
                  <a:pt x="863" y="204"/>
                  <a:pt x="712" y="461"/>
                  <a:pt x="772" y="552"/>
                </a:cubicBezTo>
                <a:cubicBezTo>
                  <a:pt x="832" y="643"/>
                  <a:pt x="1081" y="575"/>
                  <a:pt x="1134" y="688"/>
                </a:cubicBezTo>
                <a:cubicBezTo>
                  <a:pt x="1187" y="801"/>
                  <a:pt x="1248" y="1135"/>
                  <a:pt x="1089" y="1233"/>
                </a:cubicBezTo>
                <a:cubicBezTo>
                  <a:pt x="930" y="1331"/>
                  <a:pt x="556" y="1304"/>
                  <a:pt x="182" y="1278"/>
                </a:cubicBezTo>
              </a:path>
            </a:pathLst>
          </a:custGeom>
          <a:noFill/>
          <a:ln w="38100" cap="flat" cmpd="sng">
            <a:solidFill>
              <a:srgbClr val="FF0000"/>
            </a:solidFill>
            <a:prstDash val="sysDot"/>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123940" name="Group 36">
            <a:extLst>
              <a:ext uri="{FF2B5EF4-FFF2-40B4-BE49-F238E27FC236}">
                <a16:creationId xmlns:a16="http://schemas.microsoft.com/office/drawing/2014/main" id="{02A4AC70-D0B1-4879-BD3F-CB6BBB3CCA73}"/>
              </a:ext>
            </a:extLst>
          </p:cNvPr>
          <p:cNvGrpSpPr>
            <a:grpSpLocks/>
          </p:cNvGrpSpPr>
          <p:nvPr/>
        </p:nvGrpSpPr>
        <p:grpSpPr bwMode="auto">
          <a:xfrm>
            <a:off x="2051050" y="3097213"/>
            <a:ext cx="865188" cy="1196975"/>
            <a:chOff x="1292" y="1951"/>
            <a:chExt cx="545" cy="754"/>
          </a:xfrm>
        </p:grpSpPr>
        <p:sp>
          <p:nvSpPr>
            <p:cNvPr id="15379" name="Line 28">
              <a:extLst>
                <a:ext uri="{FF2B5EF4-FFF2-40B4-BE49-F238E27FC236}">
                  <a16:creationId xmlns:a16="http://schemas.microsoft.com/office/drawing/2014/main" id="{E856C349-8205-4A32-BAEB-FCE76ED5C299}"/>
                </a:ext>
              </a:extLst>
            </p:cNvPr>
            <p:cNvSpPr>
              <a:spLocks noChangeShapeType="1"/>
            </p:cNvSpPr>
            <p:nvPr/>
          </p:nvSpPr>
          <p:spPr bwMode="auto">
            <a:xfrm>
              <a:off x="1292" y="1951"/>
              <a:ext cx="18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5380" name="Line 30">
              <a:extLst>
                <a:ext uri="{FF2B5EF4-FFF2-40B4-BE49-F238E27FC236}">
                  <a16:creationId xmlns:a16="http://schemas.microsoft.com/office/drawing/2014/main" id="{9C205640-5320-4E27-8EA0-B0BA5789BF7E}"/>
                </a:ext>
              </a:extLst>
            </p:cNvPr>
            <p:cNvSpPr>
              <a:spLocks noChangeShapeType="1"/>
            </p:cNvSpPr>
            <p:nvPr/>
          </p:nvSpPr>
          <p:spPr bwMode="auto">
            <a:xfrm>
              <a:off x="1528" y="2523"/>
              <a:ext cx="0" cy="18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5381" name="Line 33">
              <a:extLst>
                <a:ext uri="{FF2B5EF4-FFF2-40B4-BE49-F238E27FC236}">
                  <a16:creationId xmlns:a16="http://schemas.microsoft.com/office/drawing/2014/main" id="{F504E2B9-4415-4A98-A645-72F3413DE33B}"/>
                </a:ext>
              </a:extLst>
            </p:cNvPr>
            <p:cNvSpPr>
              <a:spLocks noChangeShapeType="1"/>
            </p:cNvSpPr>
            <p:nvPr/>
          </p:nvSpPr>
          <p:spPr bwMode="auto">
            <a:xfrm>
              <a:off x="1329" y="2405"/>
              <a:ext cx="18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5382" name="Line 34">
              <a:extLst>
                <a:ext uri="{FF2B5EF4-FFF2-40B4-BE49-F238E27FC236}">
                  <a16:creationId xmlns:a16="http://schemas.microsoft.com/office/drawing/2014/main" id="{78DC6843-24B1-48BF-B440-AA1AB3C250DA}"/>
                </a:ext>
              </a:extLst>
            </p:cNvPr>
            <p:cNvSpPr>
              <a:spLocks noChangeShapeType="1"/>
            </p:cNvSpPr>
            <p:nvPr/>
          </p:nvSpPr>
          <p:spPr bwMode="auto">
            <a:xfrm>
              <a:off x="1655" y="2414"/>
              <a:ext cx="18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123941" name="Freeform 37">
            <a:extLst>
              <a:ext uri="{FF2B5EF4-FFF2-40B4-BE49-F238E27FC236}">
                <a16:creationId xmlns:a16="http://schemas.microsoft.com/office/drawing/2014/main" id="{9985720C-9E1A-45B3-B7BD-BE98486DB1FD}"/>
              </a:ext>
            </a:extLst>
          </p:cNvPr>
          <p:cNvSpPr>
            <a:spLocks/>
          </p:cNvSpPr>
          <p:nvPr/>
        </p:nvSpPr>
        <p:spPr bwMode="auto">
          <a:xfrm>
            <a:off x="1331913" y="4149725"/>
            <a:ext cx="684212" cy="803275"/>
          </a:xfrm>
          <a:custGeom>
            <a:avLst/>
            <a:gdLst>
              <a:gd name="T0" fmla="*/ 113406155 w 431"/>
              <a:gd name="T1" fmla="*/ 0 h 506"/>
              <a:gd name="T2" fmla="*/ 1028222999 w 431"/>
              <a:gd name="T3" fmla="*/ 456149075 h 506"/>
              <a:gd name="T4" fmla="*/ 456147154 w 431"/>
              <a:gd name="T5" fmla="*/ 1257558763 h 506"/>
              <a:gd name="T6" fmla="*/ 0 w 431"/>
              <a:gd name="T7" fmla="*/ 342741250 h 50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1" h="506">
                <a:moveTo>
                  <a:pt x="45" y="0"/>
                </a:moveTo>
                <a:cubicBezTo>
                  <a:pt x="215" y="49"/>
                  <a:pt x="385" y="98"/>
                  <a:pt x="408" y="181"/>
                </a:cubicBezTo>
                <a:cubicBezTo>
                  <a:pt x="431" y="264"/>
                  <a:pt x="249" y="506"/>
                  <a:pt x="181" y="499"/>
                </a:cubicBezTo>
                <a:cubicBezTo>
                  <a:pt x="113" y="492"/>
                  <a:pt x="56" y="314"/>
                  <a:pt x="0" y="136"/>
                </a:cubicBezTo>
              </a:path>
            </a:pathLst>
          </a:custGeom>
          <a:noFill/>
          <a:ln w="38100" cmpd="sng">
            <a:solidFill>
              <a:srgbClr val="0000CC"/>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Tree>
    <p:extLst>
      <p:ext uri="{BB962C8B-B14F-4D97-AF65-F5344CB8AC3E}">
        <p14:creationId xmlns:p14="http://schemas.microsoft.com/office/powerpoint/2010/main" val="36584227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box(in)">
                                      <p:cBhvr>
                                        <p:cTn id="7" dur="2000"/>
                                        <p:tgtEl>
                                          <p:spTgt spid="123906"/>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123923"/>
                                        </p:tgtEl>
                                        <p:attrNameLst>
                                          <p:attrName>style.visibility</p:attrName>
                                        </p:attrNameLst>
                                      </p:cBhvr>
                                      <p:to>
                                        <p:strVal val="visible"/>
                                      </p:to>
                                    </p:set>
                                    <p:animEffect transition="in" filter="wipe(left)">
                                      <p:cBhvr>
                                        <p:cTn id="11" dur="2000"/>
                                        <p:tgtEl>
                                          <p:spTgt spid="123923"/>
                                        </p:tgtEl>
                                      </p:cBhvr>
                                    </p:animEffect>
                                  </p:childTnLst>
                                </p:cTn>
                              </p:par>
                            </p:childTnLst>
                          </p:cTn>
                        </p:par>
                        <p:par>
                          <p:cTn id="12" fill="hold" nodeType="afterGroup">
                            <p:stCondLst>
                              <p:cond delay="4000"/>
                            </p:stCondLst>
                            <p:childTnLst>
                              <p:par>
                                <p:cTn id="13" presetID="22" presetClass="entr" presetSubtype="1" fill="hold" nodeType="afterEffect">
                                  <p:stCondLst>
                                    <p:cond delay="0"/>
                                  </p:stCondLst>
                                  <p:childTnLst>
                                    <p:set>
                                      <p:cBhvr>
                                        <p:cTn id="14" dur="1" fill="hold">
                                          <p:stCondLst>
                                            <p:cond delay="0"/>
                                          </p:stCondLst>
                                        </p:cTn>
                                        <p:tgtEl>
                                          <p:spTgt spid="123917"/>
                                        </p:tgtEl>
                                        <p:attrNameLst>
                                          <p:attrName>style.visibility</p:attrName>
                                        </p:attrNameLst>
                                      </p:cBhvr>
                                      <p:to>
                                        <p:strVal val="visible"/>
                                      </p:to>
                                    </p:set>
                                    <p:animEffect transition="in" filter="wipe(up)">
                                      <p:cBhvr>
                                        <p:cTn id="15" dur="500"/>
                                        <p:tgtEl>
                                          <p:spTgt spid="1239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3922"/>
                                        </p:tgtEl>
                                        <p:attrNameLst>
                                          <p:attrName>style.visibility</p:attrName>
                                        </p:attrNameLst>
                                      </p:cBhvr>
                                      <p:to>
                                        <p:strVal val="visible"/>
                                      </p:to>
                                    </p:set>
                                    <p:animEffect transition="in" filter="wipe(left)">
                                      <p:cBhvr>
                                        <p:cTn id="20" dur="2000"/>
                                        <p:tgtEl>
                                          <p:spTgt spid="1239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3910"/>
                                        </p:tgtEl>
                                        <p:attrNameLst>
                                          <p:attrName>style.visibility</p:attrName>
                                        </p:attrNameLst>
                                      </p:cBhvr>
                                      <p:to>
                                        <p:strVal val="visible"/>
                                      </p:to>
                                    </p:set>
                                    <p:animEffect transition="in" filter="wipe(left)">
                                      <p:cBhvr>
                                        <p:cTn id="25" dur="2000"/>
                                        <p:tgtEl>
                                          <p:spTgt spid="1239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123941"/>
                                        </p:tgtEl>
                                        <p:attrNameLst>
                                          <p:attrName>style.visibility</p:attrName>
                                        </p:attrNameLst>
                                      </p:cBhvr>
                                      <p:to>
                                        <p:strVal val="visible"/>
                                      </p:to>
                                    </p:set>
                                    <p:animEffect transition="in" filter="box(in)">
                                      <p:cBhvr>
                                        <p:cTn id="30" dur="500"/>
                                        <p:tgtEl>
                                          <p:spTgt spid="12394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23909"/>
                                        </p:tgtEl>
                                        <p:attrNameLst>
                                          <p:attrName>style.visibility</p:attrName>
                                        </p:attrNameLst>
                                      </p:cBhvr>
                                      <p:to>
                                        <p:strVal val="visible"/>
                                      </p:to>
                                    </p:set>
                                    <p:animEffect transition="in" filter="wipe(left)">
                                      <p:cBhvr>
                                        <p:cTn id="35" dur="3000"/>
                                        <p:tgtEl>
                                          <p:spTgt spid="123909"/>
                                        </p:tgtEl>
                                      </p:cBhvr>
                                    </p:animEffect>
                                  </p:childTnLst>
                                </p:cTn>
                              </p:par>
                            </p:childTnLst>
                          </p:cTn>
                        </p:par>
                        <p:par>
                          <p:cTn id="36" fill="hold" nodeType="afterGroup">
                            <p:stCondLst>
                              <p:cond delay="3000"/>
                            </p:stCondLst>
                            <p:childTnLst>
                              <p:par>
                                <p:cTn id="37" presetID="22" presetClass="entr" presetSubtype="8" fill="hold" grpId="0" nodeType="afterEffect">
                                  <p:stCondLst>
                                    <p:cond delay="0"/>
                                  </p:stCondLst>
                                  <p:childTnLst>
                                    <p:set>
                                      <p:cBhvr>
                                        <p:cTn id="38" dur="1" fill="hold">
                                          <p:stCondLst>
                                            <p:cond delay="0"/>
                                          </p:stCondLst>
                                        </p:cTn>
                                        <p:tgtEl>
                                          <p:spTgt spid="123915"/>
                                        </p:tgtEl>
                                        <p:attrNameLst>
                                          <p:attrName>style.visibility</p:attrName>
                                        </p:attrNameLst>
                                      </p:cBhvr>
                                      <p:to>
                                        <p:strVal val="visible"/>
                                      </p:to>
                                    </p:set>
                                    <p:animEffect transition="in" filter="wipe(left)">
                                      <p:cBhvr>
                                        <p:cTn id="39" dur="500"/>
                                        <p:tgtEl>
                                          <p:spTgt spid="12391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3924"/>
                                        </p:tgtEl>
                                        <p:attrNameLst>
                                          <p:attrName>style.visibility</p:attrName>
                                        </p:attrNameLst>
                                      </p:cBhvr>
                                      <p:to>
                                        <p:strVal val="visible"/>
                                      </p:to>
                                    </p:set>
                                    <p:animEffect transition="in" filter="wipe(left)">
                                      <p:cBhvr>
                                        <p:cTn id="44" dur="1000"/>
                                        <p:tgtEl>
                                          <p:spTgt spid="12392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123940"/>
                                        </p:tgtEl>
                                        <p:attrNameLst>
                                          <p:attrName>style.visibility</p:attrName>
                                        </p:attrNameLst>
                                      </p:cBhvr>
                                      <p:to>
                                        <p:strVal val="visible"/>
                                      </p:to>
                                    </p:set>
                                    <p:animEffect transition="in" filter="box(in)">
                                      <p:cBhvr>
                                        <p:cTn id="49" dur="500"/>
                                        <p:tgtEl>
                                          <p:spTgt spid="12394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23919"/>
                                        </p:tgtEl>
                                        <p:attrNameLst>
                                          <p:attrName>style.visibility</p:attrName>
                                        </p:attrNameLst>
                                      </p:cBhvr>
                                      <p:to>
                                        <p:strVal val="visible"/>
                                      </p:to>
                                    </p:set>
                                    <p:animEffect transition="in" filter="wipe(left)">
                                      <p:cBhvr>
                                        <p:cTn id="54" dur="2000"/>
                                        <p:tgtEl>
                                          <p:spTgt spid="12391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3918"/>
                                        </p:tgtEl>
                                        <p:attrNameLst>
                                          <p:attrName>style.visibility</p:attrName>
                                        </p:attrNameLst>
                                      </p:cBhvr>
                                      <p:to>
                                        <p:strVal val="visible"/>
                                      </p:to>
                                    </p:set>
                                    <p:animEffect transition="in" filter="wipe(left)">
                                      <p:cBhvr>
                                        <p:cTn id="59" dur="2000"/>
                                        <p:tgtEl>
                                          <p:spTgt spid="12391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16" fill="hold" nodeType="clickEffect">
                                  <p:stCondLst>
                                    <p:cond delay="0"/>
                                  </p:stCondLst>
                                  <p:childTnLst>
                                    <p:set>
                                      <p:cBhvr>
                                        <p:cTn id="63" dur="1" fill="hold">
                                          <p:stCondLst>
                                            <p:cond delay="0"/>
                                          </p:stCondLst>
                                        </p:cTn>
                                        <p:tgtEl>
                                          <p:spTgt spid="123925"/>
                                        </p:tgtEl>
                                        <p:attrNameLst>
                                          <p:attrName>style.visibility</p:attrName>
                                        </p:attrNameLst>
                                      </p:cBhvr>
                                      <p:to>
                                        <p:strVal val="visible"/>
                                      </p:to>
                                    </p:set>
                                    <p:animEffect transition="in" filter="box(in)">
                                      <p:cBhvr>
                                        <p:cTn id="64" dur="3000"/>
                                        <p:tgtEl>
                                          <p:spTgt spid="123925"/>
                                        </p:tgtEl>
                                      </p:cBhvr>
                                    </p:animEffect>
                                  </p:childTnLst>
                                </p:cTn>
                              </p:par>
                            </p:childTnLst>
                          </p:cTn>
                        </p:par>
                        <p:par>
                          <p:cTn id="65" fill="hold" nodeType="afterGroup">
                            <p:stCondLst>
                              <p:cond delay="3000"/>
                            </p:stCondLst>
                            <p:childTnLst>
                              <p:par>
                                <p:cTn id="66" presetID="19" presetClass="entr" presetSubtype="10" fill="hold" nodeType="afterEffect">
                                  <p:stCondLst>
                                    <p:cond delay="0"/>
                                  </p:stCondLst>
                                  <p:childTnLst>
                                    <p:set>
                                      <p:cBhvr>
                                        <p:cTn id="67" dur="1" fill="hold">
                                          <p:stCondLst>
                                            <p:cond delay="0"/>
                                          </p:stCondLst>
                                        </p:cTn>
                                        <p:tgtEl>
                                          <p:spTgt spid="123926"/>
                                        </p:tgtEl>
                                        <p:attrNameLst>
                                          <p:attrName>style.visibility</p:attrName>
                                        </p:attrNameLst>
                                      </p:cBhvr>
                                      <p:to>
                                        <p:strVal val="visible"/>
                                      </p:to>
                                    </p:set>
                                    <p:anim calcmode="lin" valueType="num">
                                      <p:cBhvr>
                                        <p:cTn id="68" dur="2000" fill="hold"/>
                                        <p:tgtEl>
                                          <p:spTgt spid="123926"/>
                                        </p:tgtEl>
                                        <p:attrNameLst>
                                          <p:attrName>ppt_w</p:attrName>
                                        </p:attrNameLst>
                                      </p:cBhvr>
                                      <p:tavLst>
                                        <p:tav tm="0" fmla="#ppt_w*sin(2.5*pi*$)">
                                          <p:val>
                                            <p:fltVal val="0"/>
                                          </p:val>
                                        </p:tav>
                                        <p:tav tm="100000">
                                          <p:val>
                                            <p:fltVal val="1"/>
                                          </p:val>
                                        </p:tav>
                                      </p:tavLst>
                                    </p:anim>
                                    <p:anim calcmode="lin" valueType="num">
                                      <p:cBhvr>
                                        <p:cTn id="69" dur="2000" fill="hold"/>
                                        <p:tgtEl>
                                          <p:spTgt spid="123926"/>
                                        </p:tgtEl>
                                        <p:attrNameLst>
                                          <p:attrName>ppt_h</p:attrName>
                                        </p:attrNameLst>
                                      </p:cBhvr>
                                      <p:tavLst>
                                        <p:tav tm="0">
                                          <p:val>
                                            <p:strVal val="#ppt_h"/>
                                          </p:val>
                                        </p:tav>
                                        <p:tav tm="100000">
                                          <p:val>
                                            <p:strVal val="#ppt_h"/>
                                          </p:val>
                                        </p:tav>
                                      </p:tavLst>
                                    </p:anim>
                                  </p:childTnLst>
                                </p:cTn>
                              </p:par>
                            </p:childTnLst>
                          </p:cTn>
                        </p:par>
                        <p:par>
                          <p:cTn id="70" fill="hold" nodeType="afterGroup">
                            <p:stCondLst>
                              <p:cond delay="5000"/>
                            </p:stCondLst>
                            <p:childTnLst>
                              <p:par>
                                <p:cTn id="71" presetID="19" presetClass="entr" presetSubtype="10" fill="hold" nodeType="afterEffect">
                                  <p:stCondLst>
                                    <p:cond delay="0"/>
                                  </p:stCondLst>
                                  <p:childTnLst>
                                    <p:set>
                                      <p:cBhvr>
                                        <p:cTn id="72" dur="1" fill="hold">
                                          <p:stCondLst>
                                            <p:cond delay="0"/>
                                          </p:stCondLst>
                                        </p:cTn>
                                        <p:tgtEl>
                                          <p:spTgt spid="123927"/>
                                        </p:tgtEl>
                                        <p:attrNameLst>
                                          <p:attrName>style.visibility</p:attrName>
                                        </p:attrNameLst>
                                      </p:cBhvr>
                                      <p:to>
                                        <p:strVal val="visible"/>
                                      </p:to>
                                    </p:set>
                                    <p:anim calcmode="lin" valueType="num">
                                      <p:cBhvr>
                                        <p:cTn id="73" dur="2000" fill="hold"/>
                                        <p:tgtEl>
                                          <p:spTgt spid="123927"/>
                                        </p:tgtEl>
                                        <p:attrNameLst>
                                          <p:attrName>ppt_w</p:attrName>
                                        </p:attrNameLst>
                                      </p:cBhvr>
                                      <p:tavLst>
                                        <p:tav tm="0" fmla="#ppt_w*sin(2.5*pi*$)">
                                          <p:val>
                                            <p:fltVal val="0"/>
                                          </p:val>
                                        </p:tav>
                                        <p:tav tm="100000">
                                          <p:val>
                                            <p:fltVal val="1"/>
                                          </p:val>
                                        </p:tav>
                                      </p:tavLst>
                                    </p:anim>
                                    <p:anim calcmode="lin" valueType="num">
                                      <p:cBhvr>
                                        <p:cTn id="74" dur="2000" fill="hold"/>
                                        <p:tgtEl>
                                          <p:spTgt spid="123927"/>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4" presetClass="entr" presetSubtype="16" fill="hold" nodeType="clickEffect">
                                  <p:stCondLst>
                                    <p:cond delay="0"/>
                                  </p:stCondLst>
                                  <p:childTnLst>
                                    <p:set>
                                      <p:cBhvr>
                                        <p:cTn id="78" dur="1" fill="hold">
                                          <p:stCondLst>
                                            <p:cond delay="0"/>
                                          </p:stCondLst>
                                        </p:cTn>
                                        <p:tgtEl>
                                          <p:spTgt spid="123928"/>
                                        </p:tgtEl>
                                        <p:attrNameLst>
                                          <p:attrName>style.visibility</p:attrName>
                                        </p:attrNameLst>
                                      </p:cBhvr>
                                      <p:to>
                                        <p:strVal val="visible"/>
                                      </p:to>
                                    </p:set>
                                    <p:animEffect transition="in" filter="box(in)">
                                      <p:cBhvr>
                                        <p:cTn id="79" dur="500"/>
                                        <p:tgtEl>
                                          <p:spTgt spid="123928"/>
                                        </p:tgtEl>
                                      </p:cBhvr>
                                    </p:animEffect>
                                  </p:childTnLst>
                                </p:cTn>
                              </p:par>
                            </p:childTnLst>
                          </p:cTn>
                        </p:par>
                        <p:par>
                          <p:cTn id="80" fill="hold" nodeType="afterGroup">
                            <p:stCondLst>
                              <p:cond delay="500"/>
                            </p:stCondLst>
                            <p:childTnLst>
                              <p:par>
                                <p:cTn id="81" presetID="20" presetClass="entr" presetSubtype="0" fill="hold" grpId="0" nodeType="afterEffect">
                                  <p:stCondLst>
                                    <p:cond delay="0"/>
                                  </p:stCondLst>
                                  <p:childTnLst>
                                    <p:set>
                                      <p:cBhvr>
                                        <p:cTn id="82" dur="1" fill="hold">
                                          <p:stCondLst>
                                            <p:cond delay="0"/>
                                          </p:stCondLst>
                                        </p:cTn>
                                        <p:tgtEl>
                                          <p:spTgt spid="123929"/>
                                        </p:tgtEl>
                                        <p:attrNameLst>
                                          <p:attrName>style.visibility</p:attrName>
                                        </p:attrNameLst>
                                      </p:cBhvr>
                                      <p:to>
                                        <p:strVal val="visible"/>
                                      </p:to>
                                    </p:set>
                                    <p:animEffect transition="in" filter="wedge">
                                      <p:cBhvr>
                                        <p:cTn id="83" dur="2000"/>
                                        <p:tgtEl>
                                          <p:spTgt spid="123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29" grpId="0" animBg="1"/>
      <p:bldP spid="123906" grpId="0" autoUpdateAnimBg="0"/>
      <p:bldP spid="123910" grpId="0"/>
      <p:bldP spid="123915" grpId="0"/>
      <p:bldP spid="123918" grpId="0"/>
      <p:bldP spid="123922" grpId="0"/>
      <p:bldP spid="1239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Text Box 4">
            <a:extLst>
              <a:ext uri="{FF2B5EF4-FFF2-40B4-BE49-F238E27FC236}">
                <a16:creationId xmlns:a16="http://schemas.microsoft.com/office/drawing/2014/main" id="{0037E234-D460-45FE-9B68-5BE5ED49B290}"/>
              </a:ext>
            </a:extLst>
          </p:cNvPr>
          <p:cNvSpPr txBox="1">
            <a:spLocks noChangeArrowheads="1"/>
          </p:cNvSpPr>
          <p:nvPr/>
        </p:nvSpPr>
        <p:spPr bwMode="auto">
          <a:xfrm>
            <a:off x="243681" y="30233"/>
            <a:ext cx="8153400" cy="6064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对于仅含有单一电感（或电容）的动态元件的电路。</a:t>
            </a:r>
          </a:p>
        </p:txBody>
      </p:sp>
      <p:graphicFrame>
        <p:nvGraphicFramePr>
          <p:cNvPr id="128021" name="Object 21">
            <a:extLst>
              <a:ext uri="{FF2B5EF4-FFF2-40B4-BE49-F238E27FC236}">
                <a16:creationId xmlns:a16="http://schemas.microsoft.com/office/drawing/2014/main" id="{338F83FE-ECBC-4A72-88C1-98AC0C45B8D4}"/>
              </a:ext>
            </a:extLst>
          </p:cNvPr>
          <p:cNvGraphicFramePr>
            <a:graphicFrameLocks noChangeAspect="1"/>
          </p:cNvGraphicFramePr>
          <p:nvPr>
            <p:extLst>
              <p:ext uri="{D42A27DB-BD31-4B8C-83A1-F6EECF244321}">
                <p14:modId xmlns:p14="http://schemas.microsoft.com/office/powerpoint/2010/main" val="3998737582"/>
              </p:ext>
            </p:extLst>
          </p:nvPr>
        </p:nvGraphicFramePr>
        <p:xfrm>
          <a:off x="611188" y="764828"/>
          <a:ext cx="3213100" cy="2255837"/>
        </p:xfrm>
        <a:graphic>
          <a:graphicData uri="http://schemas.openxmlformats.org/presentationml/2006/ole">
            <mc:AlternateContent xmlns:mc="http://schemas.openxmlformats.org/markup-compatibility/2006">
              <mc:Choice xmlns:v="urn:schemas-microsoft-com:vml" Requires="v">
                <p:oleObj spid="_x0000_s82478" name="Visio" r:id="rId3" imgW="1606901" imgH="1129167" progId="Visio.Drawing.11">
                  <p:embed/>
                </p:oleObj>
              </mc:Choice>
              <mc:Fallback>
                <p:oleObj name="Visio" r:id="rId3" imgW="1606901" imgH="1129167" progId="Visio.Drawing.11">
                  <p:embed/>
                  <p:pic>
                    <p:nvPicPr>
                      <p:cNvPr id="128021" name="Object 21">
                        <a:extLst>
                          <a:ext uri="{FF2B5EF4-FFF2-40B4-BE49-F238E27FC236}">
                            <a16:creationId xmlns:a16="http://schemas.microsoft.com/office/drawing/2014/main" id="{338F83FE-ECBC-4A72-88C1-98AC0C45B8D4}"/>
                          </a:ext>
                        </a:extLst>
                      </p:cNvPr>
                      <p:cNvPicPr>
                        <a:picLocks noChangeAspect="1" noChangeArrowheads="1"/>
                      </p:cNvPicPr>
                      <p:nvPr/>
                    </p:nvPicPr>
                    <p:blipFill>
                      <a:blip r:embed="rId4"/>
                      <a:srcRect/>
                      <a:stretch>
                        <a:fillRect/>
                      </a:stretch>
                    </p:blipFill>
                    <p:spPr bwMode="auto">
                      <a:xfrm>
                        <a:off x="611188" y="764828"/>
                        <a:ext cx="3213100"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022" name="AutoShape 22">
            <a:extLst>
              <a:ext uri="{FF2B5EF4-FFF2-40B4-BE49-F238E27FC236}">
                <a16:creationId xmlns:a16="http://schemas.microsoft.com/office/drawing/2014/main" id="{AAA8203E-0BA9-4CDD-BBA3-FB9E63A84A5C}"/>
              </a:ext>
            </a:extLst>
          </p:cNvPr>
          <p:cNvSpPr>
            <a:spLocks noChangeArrowheads="1"/>
          </p:cNvSpPr>
          <p:nvPr/>
        </p:nvSpPr>
        <p:spPr bwMode="auto">
          <a:xfrm>
            <a:off x="3924300" y="1917353"/>
            <a:ext cx="792163" cy="215900"/>
          </a:xfrm>
          <a:prstGeom prst="rightArrow">
            <a:avLst>
              <a:gd name="adj1" fmla="val 50000"/>
              <a:gd name="adj2" fmla="val 91728"/>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zh-CN"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28023" name="Object 23">
            <a:extLst>
              <a:ext uri="{FF2B5EF4-FFF2-40B4-BE49-F238E27FC236}">
                <a16:creationId xmlns:a16="http://schemas.microsoft.com/office/drawing/2014/main" id="{92880E31-7243-477B-ACAD-5D35026493E6}"/>
              </a:ext>
            </a:extLst>
          </p:cNvPr>
          <p:cNvGraphicFramePr>
            <a:graphicFrameLocks noChangeAspect="1"/>
          </p:cNvGraphicFramePr>
          <p:nvPr>
            <p:extLst>
              <p:ext uri="{D42A27DB-BD31-4B8C-83A1-F6EECF244321}">
                <p14:modId xmlns:p14="http://schemas.microsoft.com/office/powerpoint/2010/main" val="2857678564"/>
              </p:ext>
            </p:extLst>
          </p:nvPr>
        </p:nvGraphicFramePr>
        <p:xfrm>
          <a:off x="4875213" y="693390"/>
          <a:ext cx="3152775" cy="2741613"/>
        </p:xfrm>
        <a:graphic>
          <a:graphicData uri="http://schemas.openxmlformats.org/presentationml/2006/ole">
            <mc:AlternateContent xmlns:mc="http://schemas.openxmlformats.org/markup-compatibility/2006">
              <mc:Choice xmlns:v="urn:schemas-microsoft-com:vml" Requires="v">
                <p:oleObj spid="_x0000_s82479" name="Visio" r:id="rId5" imgW="1574140" imgH="1369308" progId="Visio.Drawing.11">
                  <p:embed/>
                </p:oleObj>
              </mc:Choice>
              <mc:Fallback>
                <p:oleObj name="Visio" r:id="rId5" imgW="1574140" imgH="1369308" progId="Visio.Drawing.11">
                  <p:embed/>
                  <p:pic>
                    <p:nvPicPr>
                      <p:cNvPr id="128023" name="Object 23">
                        <a:extLst>
                          <a:ext uri="{FF2B5EF4-FFF2-40B4-BE49-F238E27FC236}">
                            <a16:creationId xmlns:a16="http://schemas.microsoft.com/office/drawing/2014/main" id="{92880E31-7243-477B-ACAD-5D35026493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5213" y="693390"/>
                        <a:ext cx="3152775"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8024" name="Object 24">
            <a:extLst>
              <a:ext uri="{FF2B5EF4-FFF2-40B4-BE49-F238E27FC236}">
                <a16:creationId xmlns:a16="http://schemas.microsoft.com/office/drawing/2014/main" id="{53DC5A85-C4B3-4706-8716-96C0E1EAD1A5}"/>
              </a:ext>
            </a:extLst>
          </p:cNvPr>
          <p:cNvGraphicFramePr>
            <a:graphicFrameLocks noChangeAspect="1"/>
          </p:cNvGraphicFramePr>
          <p:nvPr>
            <p:extLst>
              <p:ext uri="{D42A27DB-BD31-4B8C-83A1-F6EECF244321}">
                <p14:modId xmlns:p14="http://schemas.microsoft.com/office/powerpoint/2010/main" val="1272513630"/>
              </p:ext>
            </p:extLst>
          </p:nvPr>
        </p:nvGraphicFramePr>
        <p:xfrm>
          <a:off x="684213" y="3069878"/>
          <a:ext cx="3213100" cy="2255837"/>
        </p:xfrm>
        <a:graphic>
          <a:graphicData uri="http://schemas.openxmlformats.org/presentationml/2006/ole">
            <mc:AlternateContent xmlns:mc="http://schemas.openxmlformats.org/markup-compatibility/2006">
              <mc:Choice xmlns:v="urn:schemas-microsoft-com:vml" Requires="v">
                <p:oleObj spid="_x0000_s82480" name="Visio" r:id="rId7" imgW="1606901" imgH="1129167" progId="Visio.Drawing.11">
                  <p:embed/>
                </p:oleObj>
              </mc:Choice>
              <mc:Fallback>
                <p:oleObj name="Visio" r:id="rId7" imgW="1606901" imgH="1129167" progId="Visio.Drawing.11">
                  <p:embed/>
                  <p:pic>
                    <p:nvPicPr>
                      <p:cNvPr id="128024" name="Object 24">
                        <a:extLst>
                          <a:ext uri="{FF2B5EF4-FFF2-40B4-BE49-F238E27FC236}">
                            <a16:creationId xmlns:a16="http://schemas.microsoft.com/office/drawing/2014/main" id="{53DC5A85-C4B3-4706-8716-96C0E1EAD1A5}"/>
                          </a:ext>
                        </a:extLst>
                      </p:cNvPr>
                      <p:cNvPicPr>
                        <a:picLocks noChangeAspect="1" noChangeArrowheads="1"/>
                      </p:cNvPicPr>
                      <p:nvPr/>
                    </p:nvPicPr>
                    <p:blipFill>
                      <a:blip r:embed="rId8"/>
                      <a:srcRect/>
                      <a:stretch>
                        <a:fillRect/>
                      </a:stretch>
                    </p:blipFill>
                    <p:spPr bwMode="auto">
                      <a:xfrm>
                        <a:off x="684213" y="3069878"/>
                        <a:ext cx="3213100"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025" name="AutoShape 25">
            <a:extLst>
              <a:ext uri="{FF2B5EF4-FFF2-40B4-BE49-F238E27FC236}">
                <a16:creationId xmlns:a16="http://schemas.microsoft.com/office/drawing/2014/main" id="{0372DB8B-9190-4463-9A91-C48D4062AFDE}"/>
              </a:ext>
            </a:extLst>
          </p:cNvPr>
          <p:cNvSpPr>
            <a:spLocks noChangeArrowheads="1"/>
          </p:cNvSpPr>
          <p:nvPr/>
        </p:nvSpPr>
        <p:spPr bwMode="auto">
          <a:xfrm>
            <a:off x="3851275" y="4004915"/>
            <a:ext cx="792163" cy="215900"/>
          </a:xfrm>
          <a:prstGeom prst="rightArrow">
            <a:avLst>
              <a:gd name="adj1" fmla="val 50000"/>
              <a:gd name="adj2" fmla="val 91728"/>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zh-CN"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8026" name="Line 26">
            <a:extLst>
              <a:ext uri="{FF2B5EF4-FFF2-40B4-BE49-F238E27FC236}">
                <a16:creationId xmlns:a16="http://schemas.microsoft.com/office/drawing/2014/main" id="{0DBFED49-D7C3-4DDC-8F6A-E242F4D0A0E6}"/>
              </a:ext>
            </a:extLst>
          </p:cNvPr>
          <p:cNvSpPr>
            <a:spLocks noChangeShapeType="1"/>
          </p:cNvSpPr>
          <p:nvPr/>
        </p:nvSpPr>
        <p:spPr bwMode="auto">
          <a:xfrm>
            <a:off x="1116013" y="3141315"/>
            <a:ext cx="6335712" cy="1588"/>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128027" name="Object 27">
            <a:extLst>
              <a:ext uri="{FF2B5EF4-FFF2-40B4-BE49-F238E27FC236}">
                <a16:creationId xmlns:a16="http://schemas.microsoft.com/office/drawing/2014/main" id="{C1DD082C-9DA5-4C26-B380-532DACBC0F5D}"/>
              </a:ext>
            </a:extLst>
          </p:cNvPr>
          <p:cNvGraphicFramePr>
            <a:graphicFrameLocks noChangeAspect="1"/>
          </p:cNvGraphicFramePr>
          <p:nvPr>
            <p:extLst>
              <p:ext uri="{D42A27DB-BD31-4B8C-83A1-F6EECF244321}">
                <p14:modId xmlns:p14="http://schemas.microsoft.com/office/powerpoint/2010/main" val="791754472"/>
              </p:ext>
            </p:extLst>
          </p:nvPr>
        </p:nvGraphicFramePr>
        <p:xfrm>
          <a:off x="4932363" y="2847628"/>
          <a:ext cx="3152775" cy="2741612"/>
        </p:xfrm>
        <a:graphic>
          <a:graphicData uri="http://schemas.openxmlformats.org/presentationml/2006/ole">
            <mc:AlternateContent xmlns:mc="http://schemas.openxmlformats.org/markup-compatibility/2006">
              <mc:Choice xmlns:v="urn:schemas-microsoft-com:vml" Requires="v">
                <p:oleObj spid="_x0000_s82481" name="Visio" r:id="rId9" imgW="1574140" imgH="1369308" progId="Visio.Drawing.11">
                  <p:embed/>
                </p:oleObj>
              </mc:Choice>
              <mc:Fallback>
                <p:oleObj name="Visio" r:id="rId9" imgW="1574140" imgH="1369308" progId="Visio.Drawing.11">
                  <p:embed/>
                  <p:pic>
                    <p:nvPicPr>
                      <p:cNvPr id="128027" name="Object 27">
                        <a:extLst>
                          <a:ext uri="{FF2B5EF4-FFF2-40B4-BE49-F238E27FC236}">
                            <a16:creationId xmlns:a16="http://schemas.microsoft.com/office/drawing/2014/main" id="{C1DD082C-9DA5-4C26-B380-532DACBC0F5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2847628"/>
                        <a:ext cx="3152775"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029" name="Text Box 29">
            <a:extLst>
              <a:ext uri="{FF2B5EF4-FFF2-40B4-BE49-F238E27FC236}">
                <a16:creationId xmlns:a16="http://schemas.microsoft.com/office/drawing/2014/main" id="{C418A348-D087-471F-9C00-BA887A2F93C2}"/>
              </a:ext>
            </a:extLst>
          </p:cNvPr>
          <p:cNvSpPr txBox="1">
            <a:spLocks noChangeArrowheads="1"/>
          </p:cNvSpPr>
          <p:nvPr/>
        </p:nvSpPr>
        <p:spPr bwMode="auto">
          <a:xfrm>
            <a:off x="3708400" y="126965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等效为</a:t>
            </a:r>
          </a:p>
        </p:txBody>
      </p:sp>
      <p:sp>
        <p:nvSpPr>
          <p:cNvPr id="128030" name="Text Box 30">
            <a:extLst>
              <a:ext uri="{FF2B5EF4-FFF2-40B4-BE49-F238E27FC236}">
                <a16:creationId xmlns:a16="http://schemas.microsoft.com/office/drawing/2014/main" id="{9B254999-3B8E-4179-A000-0CD3EF3645D1}"/>
              </a:ext>
            </a:extLst>
          </p:cNvPr>
          <p:cNvSpPr txBox="1">
            <a:spLocks noChangeArrowheads="1"/>
          </p:cNvSpPr>
          <p:nvPr/>
        </p:nvSpPr>
        <p:spPr bwMode="auto">
          <a:xfrm>
            <a:off x="3635375" y="3430240"/>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等效为</a:t>
            </a:r>
          </a:p>
        </p:txBody>
      </p:sp>
      <p:sp>
        <p:nvSpPr>
          <p:cNvPr id="12" name="Text Box 4">
            <a:extLst>
              <a:ext uri="{FF2B5EF4-FFF2-40B4-BE49-F238E27FC236}">
                <a16:creationId xmlns:a16="http://schemas.microsoft.com/office/drawing/2014/main" id="{FD8B61D2-F9FB-4277-B990-5D5AAC8EB439}"/>
              </a:ext>
            </a:extLst>
          </p:cNvPr>
          <p:cNvSpPr txBox="1">
            <a:spLocks noChangeArrowheads="1"/>
          </p:cNvSpPr>
          <p:nvPr/>
        </p:nvSpPr>
        <p:spPr bwMode="auto">
          <a:xfrm>
            <a:off x="495300" y="5213294"/>
            <a:ext cx="8153400" cy="10864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对于仅含有单一电感（或电容）的动态元件的电路，都可以等效成上述两种最简形式的一阶电路。</a:t>
            </a:r>
          </a:p>
        </p:txBody>
      </p:sp>
    </p:spTree>
    <p:extLst>
      <p:ext uri="{BB962C8B-B14F-4D97-AF65-F5344CB8AC3E}">
        <p14:creationId xmlns:p14="http://schemas.microsoft.com/office/powerpoint/2010/main" val="36145281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box(in)">
                                      <p:cBhvr>
                                        <p:cTn id="7" dur="2000"/>
                                        <p:tgtEl>
                                          <p:spTgt spid="128004"/>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128021"/>
                                        </p:tgtEl>
                                        <p:attrNameLst>
                                          <p:attrName>style.visibility</p:attrName>
                                        </p:attrNameLst>
                                      </p:cBhvr>
                                      <p:to>
                                        <p:strVal val="visible"/>
                                      </p:to>
                                    </p:set>
                                    <p:animEffect transition="in" filter="wipe(left)">
                                      <p:cBhvr>
                                        <p:cTn id="11" dur="3000"/>
                                        <p:tgtEl>
                                          <p:spTgt spid="12802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8022"/>
                                        </p:tgtEl>
                                        <p:attrNameLst>
                                          <p:attrName>style.visibility</p:attrName>
                                        </p:attrNameLst>
                                      </p:cBhvr>
                                      <p:to>
                                        <p:strVal val="visible"/>
                                      </p:to>
                                    </p:set>
                                    <p:animEffect transition="in" filter="wipe(left)">
                                      <p:cBhvr>
                                        <p:cTn id="16" dur="500"/>
                                        <p:tgtEl>
                                          <p:spTgt spid="128022"/>
                                        </p:tgtEl>
                                      </p:cBhvr>
                                    </p:animEffect>
                                  </p:childTnLst>
                                </p:cTn>
                              </p:par>
                            </p:childTnLst>
                          </p:cTn>
                        </p:par>
                        <p:par>
                          <p:cTn id="17" fill="hold" nodeType="afterGroup">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28029"/>
                                        </p:tgtEl>
                                        <p:attrNameLst>
                                          <p:attrName>style.visibility</p:attrName>
                                        </p:attrNameLst>
                                      </p:cBhvr>
                                      <p:to>
                                        <p:strVal val="visible"/>
                                      </p:to>
                                    </p:set>
                                  </p:childTnLst>
                                </p:cTn>
                              </p:par>
                            </p:childTnLst>
                          </p:cTn>
                        </p:par>
                        <p:par>
                          <p:cTn id="20" fill="hold" nodeType="after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128023"/>
                                        </p:tgtEl>
                                        <p:attrNameLst>
                                          <p:attrName>style.visibility</p:attrName>
                                        </p:attrNameLst>
                                      </p:cBhvr>
                                      <p:to>
                                        <p:strVal val="visible"/>
                                      </p:to>
                                    </p:set>
                                    <p:animEffect transition="in" filter="wipe(left)">
                                      <p:cBhvr>
                                        <p:cTn id="23" dur="2000"/>
                                        <p:tgtEl>
                                          <p:spTgt spid="128023"/>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28026"/>
                                        </p:tgtEl>
                                        <p:attrNameLst>
                                          <p:attrName>style.visibility</p:attrName>
                                        </p:attrNameLst>
                                      </p:cBhvr>
                                      <p:to>
                                        <p:strVal val="visible"/>
                                      </p:to>
                                    </p:set>
                                    <p:animEffect transition="in" filter="wipe(up)">
                                      <p:cBhvr>
                                        <p:cTn id="27" dur="500"/>
                                        <p:tgtEl>
                                          <p:spTgt spid="1280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28024"/>
                                        </p:tgtEl>
                                        <p:attrNameLst>
                                          <p:attrName>style.visibility</p:attrName>
                                        </p:attrNameLst>
                                      </p:cBhvr>
                                      <p:to>
                                        <p:strVal val="visible"/>
                                      </p:to>
                                    </p:set>
                                    <p:animEffect transition="in" filter="box(in)">
                                      <p:cBhvr>
                                        <p:cTn id="32" dur="1000"/>
                                        <p:tgtEl>
                                          <p:spTgt spid="1280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8025"/>
                                        </p:tgtEl>
                                        <p:attrNameLst>
                                          <p:attrName>style.visibility</p:attrName>
                                        </p:attrNameLst>
                                      </p:cBhvr>
                                      <p:to>
                                        <p:strVal val="visible"/>
                                      </p:to>
                                    </p:set>
                                    <p:animEffect transition="in" filter="wipe(left)">
                                      <p:cBhvr>
                                        <p:cTn id="37" dur="500"/>
                                        <p:tgtEl>
                                          <p:spTgt spid="128025"/>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28027"/>
                                        </p:tgtEl>
                                        <p:attrNameLst>
                                          <p:attrName>style.visibility</p:attrName>
                                        </p:attrNameLst>
                                      </p:cBhvr>
                                      <p:to>
                                        <p:strVal val="visible"/>
                                      </p:to>
                                    </p:set>
                                    <p:animEffect transition="in" filter="wipe(left)">
                                      <p:cBhvr>
                                        <p:cTn id="41" dur="2000"/>
                                        <p:tgtEl>
                                          <p:spTgt spid="128027"/>
                                        </p:tgtEl>
                                      </p:cBhvr>
                                    </p:animEffect>
                                  </p:childTnLst>
                                </p:cTn>
                              </p:par>
                            </p:childTnLst>
                          </p:cTn>
                        </p:par>
                        <p:par>
                          <p:cTn id="42" fill="hold" nodeType="afterGroup">
                            <p:stCondLst>
                              <p:cond delay="2500"/>
                            </p:stCondLst>
                            <p:childTnLst>
                              <p:par>
                                <p:cTn id="43" presetID="1" presetClass="entr" presetSubtype="0" fill="hold" grpId="0" nodeType="afterEffect">
                                  <p:stCondLst>
                                    <p:cond delay="0"/>
                                  </p:stCondLst>
                                  <p:childTnLst>
                                    <p:set>
                                      <p:cBhvr>
                                        <p:cTn id="44" dur="1" fill="hold">
                                          <p:stCondLst>
                                            <p:cond delay="0"/>
                                          </p:stCondLst>
                                        </p:cTn>
                                        <p:tgtEl>
                                          <p:spTgt spid="1280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ox(in)">
                                      <p:cBhvr>
                                        <p:cTn id="4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p:bldP spid="128022" grpId="0" animBg="1"/>
      <p:bldP spid="128025" grpId="0" animBg="1"/>
      <p:bldP spid="128029" grpId="0"/>
      <p:bldP spid="12803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9029" name="Object 5">
            <a:extLst>
              <a:ext uri="{FF2B5EF4-FFF2-40B4-BE49-F238E27FC236}">
                <a16:creationId xmlns:a16="http://schemas.microsoft.com/office/drawing/2014/main" id="{4AB15820-4D9F-4C3E-A591-BE51A5B34E68}"/>
              </a:ext>
            </a:extLst>
          </p:cNvPr>
          <p:cNvGraphicFramePr>
            <a:graphicFrameLocks noChangeAspect="1"/>
          </p:cNvGraphicFramePr>
          <p:nvPr>
            <p:extLst>
              <p:ext uri="{D42A27DB-BD31-4B8C-83A1-F6EECF244321}">
                <p14:modId xmlns:p14="http://schemas.microsoft.com/office/powerpoint/2010/main" val="2757693297"/>
              </p:ext>
            </p:extLst>
          </p:nvPr>
        </p:nvGraphicFramePr>
        <p:xfrm>
          <a:off x="468313" y="44624"/>
          <a:ext cx="3152775" cy="2741613"/>
        </p:xfrm>
        <a:graphic>
          <a:graphicData uri="http://schemas.openxmlformats.org/presentationml/2006/ole">
            <mc:AlternateContent xmlns:mc="http://schemas.openxmlformats.org/markup-compatibility/2006">
              <mc:Choice xmlns:v="urn:schemas-microsoft-com:vml" Requires="v">
                <p:oleObj spid="_x0000_s214058" name="Visio" r:id="rId4" imgW="1574140" imgH="1369308" progId="Visio.Drawing.11">
                  <p:embed/>
                </p:oleObj>
              </mc:Choice>
              <mc:Fallback>
                <p:oleObj name="Visio" r:id="rId4" imgW="1574140" imgH="1369308" progId="Visio.Drawing.11">
                  <p:embed/>
                  <p:pic>
                    <p:nvPicPr>
                      <p:cNvPr id="129029" name="Object 5">
                        <a:extLst>
                          <a:ext uri="{FF2B5EF4-FFF2-40B4-BE49-F238E27FC236}">
                            <a16:creationId xmlns:a16="http://schemas.microsoft.com/office/drawing/2014/main" id="{4AB15820-4D9F-4C3E-A591-BE51A5B34E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44624"/>
                        <a:ext cx="3152775"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33" name="Object 9">
            <a:extLst>
              <a:ext uri="{FF2B5EF4-FFF2-40B4-BE49-F238E27FC236}">
                <a16:creationId xmlns:a16="http://schemas.microsoft.com/office/drawing/2014/main" id="{2C8D7A51-E6EF-4C27-A8F0-755E35DE91D3}"/>
              </a:ext>
            </a:extLst>
          </p:cNvPr>
          <p:cNvGraphicFramePr>
            <a:graphicFrameLocks noChangeAspect="1"/>
          </p:cNvGraphicFramePr>
          <p:nvPr>
            <p:extLst>
              <p:ext uri="{D42A27DB-BD31-4B8C-83A1-F6EECF244321}">
                <p14:modId xmlns:p14="http://schemas.microsoft.com/office/powerpoint/2010/main" val="2938902184"/>
              </p:ext>
            </p:extLst>
          </p:nvPr>
        </p:nvGraphicFramePr>
        <p:xfrm>
          <a:off x="468313" y="2060848"/>
          <a:ext cx="3152775" cy="2741613"/>
        </p:xfrm>
        <a:graphic>
          <a:graphicData uri="http://schemas.openxmlformats.org/presentationml/2006/ole">
            <mc:AlternateContent xmlns:mc="http://schemas.openxmlformats.org/markup-compatibility/2006">
              <mc:Choice xmlns:v="urn:schemas-microsoft-com:vml" Requires="v">
                <p:oleObj spid="_x0000_s214059" name="Visio" r:id="rId6" imgW="1574140" imgH="1369308" progId="Visio.Drawing.11">
                  <p:embed/>
                </p:oleObj>
              </mc:Choice>
              <mc:Fallback>
                <p:oleObj name="Visio" r:id="rId6" imgW="1574140" imgH="1369308" progId="Visio.Drawing.11">
                  <p:embed/>
                  <p:pic>
                    <p:nvPicPr>
                      <p:cNvPr id="129033" name="Object 9">
                        <a:extLst>
                          <a:ext uri="{FF2B5EF4-FFF2-40B4-BE49-F238E27FC236}">
                            <a16:creationId xmlns:a16="http://schemas.microsoft.com/office/drawing/2014/main" id="{2C8D7A51-E6EF-4C27-A8F0-755E35DE91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2060848"/>
                        <a:ext cx="3152775"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34" name="Object 10">
            <a:extLst>
              <a:ext uri="{FF2B5EF4-FFF2-40B4-BE49-F238E27FC236}">
                <a16:creationId xmlns:a16="http://schemas.microsoft.com/office/drawing/2014/main" id="{9050A467-5410-4E22-8C4B-28254E524071}"/>
              </a:ext>
            </a:extLst>
          </p:cNvPr>
          <p:cNvGraphicFramePr>
            <a:graphicFrameLocks noChangeAspect="1"/>
          </p:cNvGraphicFramePr>
          <p:nvPr>
            <p:extLst>
              <p:ext uri="{D42A27DB-BD31-4B8C-83A1-F6EECF244321}">
                <p14:modId xmlns:p14="http://schemas.microsoft.com/office/powerpoint/2010/main" val="1577258854"/>
              </p:ext>
            </p:extLst>
          </p:nvPr>
        </p:nvGraphicFramePr>
        <p:xfrm>
          <a:off x="3635375" y="262112"/>
          <a:ext cx="2263775" cy="812800"/>
        </p:xfrm>
        <a:graphic>
          <a:graphicData uri="http://schemas.openxmlformats.org/presentationml/2006/ole">
            <mc:AlternateContent xmlns:mc="http://schemas.openxmlformats.org/markup-compatibility/2006">
              <mc:Choice xmlns:v="urn:schemas-microsoft-com:vml" Requires="v">
                <p:oleObj spid="_x0000_s214060" name="Equation" r:id="rId8" imgW="1130040" imgH="406080" progId="Equation.DSMT4">
                  <p:embed/>
                </p:oleObj>
              </mc:Choice>
              <mc:Fallback>
                <p:oleObj name="Equation" r:id="rId8" imgW="1130040" imgH="406080" progId="Equation.DSMT4">
                  <p:embed/>
                  <p:pic>
                    <p:nvPicPr>
                      <p:cNvPr id="129034" name="Object 10">
                        <a:extLst>
                          <a:ext uri="{FF2B5EF4-FFF2-40B4-BE49-F238E27FC236}">
                            <a16:creationId xmlns:a16="http://schemas.microsoft.com/office/drawing/2014/main" id="{9050A467-5410-4E22-8C4B-28254E524071}"/>
                          </a:ext>
                        </a:extLst>
                      </p:cNvPr>
                      <p:cNvPicPr>
                        <a:picLocks noChangeAspect="1" noChangeArrowheads="1"/>
                      </p:cNvPicPr>
                      <p:nvPr/>
                    </p:nvPicPr>
                    <p:blipFill>
                      <a:blip r:embed="rId9"/>
                      <a:srcRect/>
                      <a:stretch>
                        <a:fillRect/>
                      </a:stretch>
                    </p:blipFill>
                    <p:spPr bwMode="auto">
                      <a:xfrm>
                        <a:off x="3635375" y="262112"/>
                        <a:ext cx="2263775"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35" name="Object 11">
            <a:extLst>
              <a:ext uri="{FF2B5EF4-FFF2-40B4-BE49-F238E27FC236}">
                <a16:creationId xmlns:a16="http://schemas.microsoft.com/office/drawing/2014/main" id="{CFA527A8-4574-4EE8-A054-339337AA8803}"/>
              </a:ext>
            </a:extLst>
          </p:cNvPr>
          <p:cNvGraphicFramePr>
            <a:graphicFrameLocks noChangeAspect="1"/>
          </p:cNvGraphicFramePr>
          <p:nvPr>
            <p:extLst>
              <p:ext uri="{D42A27DB-BD31-4B8C-83A1-F6EECF244321}">
                <p14:modId xmlns:p14="http://schemas.microsoft.com/office/powerpoint/2010/main" val="4179681191"/>
              </p:ext>
            </p:extLst>
          </p:nvPr>
        </p:nvGraphicFramePr>
        <p:xfrm>
          <a:off x="3543771" y="2422525"/>
          <a:ext cx="1806575" cy="812800"/>
        </p:xfrm>
        <a:graphic>
          <a:graphicData uri="http://schemas.openxmlformats.org/presentationml/2006/ole">
            <mc:AlternateContent xmlns:mc="http://schemas.openxmlformats.org/markup-compatibility/2006">
              <mc:Choice xmlns:v="urn:schemas-microsoft-com:vml" Requires="v">
                <p:oleObj spid="_x0000_s214061" name="Equation" r:id="rId10" imgW="901440" imgH="406080" progId="Equation.DSMT4">
                  <p:embed/>
                </p:oleObj>
              </mc:Choice>
              <mc:Fallback>
                <p:oleObj name="Equation" r:id="rId10" imgW="901440" imgH="406080" progId="Equation.DSMT4">
                  <p:embed/>
                  <p:pic>
                    <p:nvPicPr>
                      <p:cNvPr id="129035" name="Object 11">
                        <a:extLst>
                          <a:ext uri="{FF2B5EF4-FFF2-40B4-BE49-F238E27FC236}">
                            <a16:creationId xmlns:a16="http://schemas.microsoft.com/office/drawing/2014/main" id="{CFA527A8-4574-4EE8-A054-339337AA8803}"/>
                          </a:ext>
                        </a:extLst>
                      </p:cNvPr>
                      <p:cNvPicPr>
                        <a:picLocks noChangeAspect="1" noChangeArrowheads="1"/>
                      </p:cNvPicPr>
                      <p:nvPr/>
                    </p:nvPicPr>
                    <p:blipFill>
                      <a:blip r:embed="rId11"/>
                      <a:srcRect/>
                      <a:stretch>
                        <a:fillRect/>
                      </a:stretch>
                    </p:blipFill>
                    <p:spPr bwMode="auto">
                      <a:xfrm>
                        <a:off x="3543771" y="2422525"/>
                        <a:ext cx="1806575"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38" name="Object 14">
            <a:extLst>
              <a:ext uri="{FF2B5EF4-FFF2-40B4-BE49-F238E27FC236}">
                <a16:creationId xmlns:a16="http://schemas.microsoft.com/office/drawing/2014/main" id="{201541EC-0BE6-47D4-8925-C368A5E71B28}"/>
              </a:ext>
            </a:extLst>
          </p:cNvPr>
          <p:cNvGraphicFramePr>
            <a:graphicFrameLocks noChangeAspect="1"/>
          </p:cNvGraphicFramePr>
          <p:nvPr>
            <p:extLst>
              <p:ext uri="{D42A27DB-BD31-4B8C-83A1-F6EECF244321}">
                <p14:modId xmlns:p14="http://schemas.microsoft.com/office/powerpoint/2010/main" val="4274364158"/>
              </p:ext>
            </p:extLst>
          </p:nvPr>
        </p:nvGraphicFramePr>
        <p:xfrm>
          <a:off x="4724744" y="1483225"/>
          <a:ext cx="1652587" cy="787400"/>
        </p:xfrm>
        <a:graphic>
          <a:graphicData uri="http://schemas.openxmlformats.org/presentationml/2006/ole">
            <mc:AlternateContent xmlns:mc="http://schemas.openxmlformats.org/markup-compatibility/2006">
              <mc:Choice xmlns:v="urn:schemas-microsoft-com:vml" Requires="v">
                <p:oleObj spid="_x0000_s214062" name="Equation" r:id="rId12" imgW="825480" imgH="393480" progId="Equation.DSMT4">
                  <p:embed/>
                </p:oleObj>
              </mc:Choice>
              <mc:Fallback>
                <p:oleObj name="Equation" r:id="rId12" imgW="825480" imgH="393480" progId="Equation.DSMT4">
                  <p:embed/>
                  <p:pic>
                    <p:nvPicPr>
                      <p:cNvPr id="129038" name="Object 14">
                        <a:extLst>
                          <a:ext uri="{FF2B5EF4-FFF2-40B4-BE49-F238E27FC236}">
                            <a16:creationId xmlns:a16="http://schemas.microsoft.com/office/drawing/2014/main" id="{201541EC-0BE6-47D4-8925-C368A5E71B28}"/>
                          </a:ext>
                        </a:extLst>
                      </p:cNvPr>
                      <p:cNvPicPr>
                        <a:picLocks noChangeAspect="1" noChangeArrowheads="1"/>
                      </p:cNvPicPr>
                      <p:nvPr/>
                    </p:nvPicPr>
                    <p:blipFill>
                      <a:blip r:embed="rId13"/>
                      <a:srcRect/>
                      <a:stretch>
                        <a:fillRect/>
                      </a:stretch>
                    </p:blipFill>
                    <p:spPr bwMode="auto">
                      <a:xfrm>
                        <a:off x="4724744" y="1483225"/>
                        <a:ext cx="1652587"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39" name="Object 15">
            <a:extLst>
              <a:ext uri="{FF2B5EF4-FFF2-40B4-BE49-F238E27FC236}">
                <a16:creationId xmlns:a16="http://schemas.microsoft.com/office/drawing/2014/main" id="{D15913B1-8956-4D0A-A82F-00CA2FD5B677}"/>
              </a:ext>
            </a:extLst>
          </p:cNvPr>
          <p:cNvGraphicFramePr>
            <a:graphicFrameLocks noChangeAspect="1"/>
          </p:cNvGraphicFramePr>
          <p:nvPr>
            <p:extLst>
              <p:ext uri="{D42A27DB-BD31-4B8C-83A1-F6EECF244321}">
                <p14:modId xmlns:p14="http://schemas.microsoft.com/office/powerpoint/2010/main" val="1166620579"/>
              </p:ext>
            </p:extLst>
          </p:nvPr>
        </p:nvGraphicFramePr>
        <p:xfrm>
          <a:off x="3515547" y="1617697"/>
          <a:ext cx="1014412" cy="355600"/>
        </p:xfrm>
        <a:graphic>
          <a:graphicData uri="http://schemas.openxmlformats.org/presentationml/2006/ole">
            <mc:AlternateContent xmlns:mc="http://schemas.openxmlformats.org/markup-compatibility/2006">
              <mc:Choice xmlns:v="urn:schemas-microsoft-com:vml" Requires="v">
                <p:oleObj spid="_x0000_s214063" name="Equation" r:id="rId14" imgW="507960" imgH="177480" progId="Equation.DSMT4">
                  <p:embed/>
                </p:oleObj>
              </mc:Choice>
              <mc:Fallback>
                <p:oleObj name="Equation" r:id="rId14" imgW="507960" imgH="177480" progId="Equation.DSMT4">
                  <p:embed/>
                  <p:pic>
                    <p:nvPicPr>
                      <p:cNvPr id="129039" name="Object 15">
                        <a:extLst>
                          <a:ext uri="{FF2B5EF4-FFF2-40B4-BE49-F238E27FC236}">
                            <a16:creationId xmlns:a16="http://schemas.microsoft.com/office/drawing/2014/main" id="{D15913B1-8956-4D0A-A82F-00CA2FD5B677}"/>
                          </a:ext>
                        </a:extLst>
                      </p:cNvPr>
                      <p:cNvPicPr>
                        <a:picLocks noChangeAspect="1" noChangeArrowheads="1"/>
                      </p:cNvPicPr>
                      <p:nvPr/>
                    </p:nvPicPr>
                    <p:blipFill>
                      <a:blip r:embed="rId15"/>
                      <a:srcRect/>
                      <a:stretch>
                        <a:fillRect/>
                      </a:stretch>
                    </p:blipFill>
                    <p:spPr bwMode="auto">
                      <a:xfrm>
                        <a:off x="3515547" y="1617697"/>
                        <a:ext cx="1014412"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40" name="Object 16">
            <a:extLst>
              <a:ext uri="{FF2B5EF4-FFF2-40B4-BE49-F238E27FC236}">
                <a16:creationId xmlns:a16="http://schemas.microsoft.com/office/drawing/2014/main" id="{9ED38E06-1EC2-4D74-AF1F-B948806F2C7B}"/>
              </a:ext>
            </a:extLst>
          </p:cNvPr>
          <p:cNvGraphicFramePr>
            <a:graphicFrameLocks noChangeAspect="1"/>
          </p:cNvGraphicFramePr>
          <p:nvPr>
            <p:extLst>
              <p:ext uri="{D42A27DB-BD31-4B8C-83A1-F6EECF244321}">
                <p14:modId xmlns:p14="http://schemas.microsoft.com/office/powerpoint/2010/main" val="2464658120"/>
              </p:ext>
            </p:extLst>
          </p:nvPr>
        </p:nvGraphicFramePr>
        <p:xfrm>
          <a:off x="3753972" y="3557959"/>
          <a:ext cx="806450" cy="733425"/>
        </p:xfrm>
        <a:graphic>
          <a:graphicData uri="http://schemas.openxmlformats.org/presentationml/2006/ole">
            <mc:AlternateContent xmlns:mc="http://schemas.openxmlformats.org/markup-compatibility/2006">
              <mc:Choice xmlns:v="urn:schemas-microsoft-com:vml" Requires="v">
                <p:oleObj spid="_x0000_s214064" name="Equation" r:id="rId16" imgW="406080" imgH="368280" progId="Equation.DSMT4">
                  <p:embed/>
                </p:oleObj>
              </mc:Choice>
              <mc:Fallback>
                <p:oleObj name="Equation" r:id="rId16" imgW="406080" imgH="368280" progId="Equation.DSMT4">
                  <p:embed/>
                  <p:pic>
                    <p:nvPicPr>
                      <p:cNvPr id="129040" name="Object 16">
                        <a:extLst>
                          <a:ext uri="{FF2B5EF4-FFF2-40B4-BE49-F238E27FC236}">
                            <a16:creationId xmlns:a16="http://schemas.microsoft.com/office/drawing/2014/main" id="{9ED38E06-1EC2-4D74-AF1F-B948806F2C7B}"/>
                          </a:ext>
                        </a:extLst>
                      </p:cNvPr>
                      <p:cNvPicPr>
                        <a:picLocks noChangeAspect="1" noChangeArrowheads="1"/>
                      </p:cNvPicPr>
                      <p:nvPr/>
                    </p:nvPicPr>
                    <p:blipFill>
                      <a:blip r:embed="rId17"/>
                      <a:srcRect/>
                      <a:stretch>
                        <a:fillRect/>
                      </a:stretch>
                    </p:blipFill>
                    <p:spPr bwMode="auto">
                      <a:xfrm>
                        <a:off x="3753972" y="3557959"/>
                        <a:ext cx="80645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41" name="AutoShape 17">
            <a:extLst>
              <a:ext uri="{FF2B5EF4-FFF2-40B4-BE49-F238E27FC236}">
                <a16:creationId xmlns:a16="http://schemas.microsoft.com/office/drawing/2014/main" id="{CBD94BEB-D672-4521-B321-5B98AAF11DDC}"/>
              </a:ext>
            </a:extLst>
          </p:cNvPr>
          <p:cNvSpPr>
            <a:spLocks noChangeArrowheads="1"/>
          </p:cNvSpPr>
          <p:nvPr/>
        </p:nvSpPr>
        <p:spPr bwMode="auto">
          <a:xfrm rot="19040239" flipV="1">
            <a:off x="4515697" y="2440538"/>
            <a:ext cx="712387" cy="146203"/>
          </a:xfrm>
          <a:prstGeom prst="rightArrow">
            <a:avLst>
              <a:gd name="adj1" fmla="val 50000"/>
              <a:gd name="adj2" fmla="val 149451"/>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9042" name="AutoShape 18">
            <a:extLst>
              <a:ext uri="{FF2B5EF4-FFF2-40B4-BE49-F238E27FC236}">
                <a16:creationId xmlns:a16="http://schemas.microsoft.com/office/drawing/2014/main" id="{BBBF23D6-4854-4531-9DDE-9F8E24B9CB0A}"/>
              </a:ext>
            </a:extLst>
          </p:cNvPr>
          <p:cNvSpPr>
            <a:spLocks noChangeArrowheads="1"/>
          </p:cNvSpPr>
          <p:nvPr/>
        </p:nvSpPr>
        <p:spPr bwMode="auto">
          <a:xfrm rot="3651711" flipV="1">
            <a:off x="4810447" y="1106716"/>
            <a:ext cx="650616" cy="183559"/>
          </a:xfrm>
          <a:prstGeom prst="rightArrow">
            <a:avLst>
              <a:gd name="adj1" fmla="val 50000"/>
              <a:gd name="adj2" fmla="val 197891"/>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9043" name="AutoShape 19">
            <a:extLst>
              <a:ext uri="{FF2B5EF4-FFF2-40B4-BE49-F238E27FC236}">
                <a16:creationId xmlns:a16="http://schemas.microsoft.com/office/drawing/2014/main" id="{685CEC4A-0DC5-47E8-BCA9-E54BF7820E3C}"/>
              </a:ext>
            </a:extLst>
          </p:cNvPr>
          <p:cNvSpPr>
            <a:spLocks noChangeArrowheads="1"/>
          </p:cNvSpPr>
          <p:nvPr/>
        </p:nvSpPr>
        <p:spPr bwMode="auto">
          <a:xfrm>
            <a:off x="3779838" y="1051099"/>
            <a:ext cx="144462" cy="649288"/>
          </a:xfrm>
          <a:prstGeom prst="downArrow">
            <a:avLst>
              <a:gd name="adj1" fmla="val 50000"/>
              <a:gd name="adj2" fmla="val 112363"/>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9044" name="AutoShape 20">
            <a:extLst>
              <a:ext uri="{FF2B5EF4-FFF2-40B4-BE49-F238E27FC236}">
                <a16:creationId xmlns:a16="http://schemas.microsoft.com/office/drawing/2014/main" id="{0581E041-BF18-4E57-B107-465EFE5756DB}"/>
              </a:ext>
            </a:extLst>
          </p:cNvPr>
          <p:cNvSpPr>
            <a:spLocks noChangeArrowheads="1"/>
          </p:cNvSpPr>
          <p:nvPr/>
        </p:nvSpPr>
        <p:spPr bwMode="auto">
          <a:xfrm>
            <a:off x="3794125" y="3357836"/>
            <a:ext cx="201812" cy="440183"/>
          </a:xfrm>
          <a:prstGeom prst="downArrow">
            <a:avLst>
              <a:gd name="adj1" fmla="val 50000"/>
              <a:gd name="adj2" fmla="val 113333"/>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9049" name="Text Box 25">
            <a:extLst>
              <a:ext uri="{FF2B5EF4-FFF2-40B4-BE49-F238E27FC236}">
                <a16:creationId xmlns:a16="http://schemas.microsoft.com/office/drawing/2014/main" id="{D2C098A5-ECDE-4F78-AE41-C2D184EA9633}"/>
              </a:ext>
            </a:extLst>
          </p:cNvPr>
          <p:cNvSpPr txBox="1">
            <a:spLocks noChangeArrowheads="1"/>
          </p:cNvSpPr>
          <p:nvPr/>
        </p:nvSpPr>
        <p:spPr bwMode="auto">
          <a:xfrm>
            <a:off x="4798463" y="3119247"/>
            <a:ext cx="4236691" cy="1219180"/>
          </a:xfrm>
          <a:prstGeom prst="rect">
            <a:avLst/>
          </a:prstGeom>
          <a:noFill/>
          <a:ln w="9525">
            <a:solidFill>
              <a:schemeClr val="accent2">
                <a:lumMod val="50000"/>
              </a:schemeClr>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lnSpc>
                <a:spcPts val="3000"/>
              </a:lnSpc>
              <a:spcBef>
                <a:spcPct val="50000"/>
              </a:spcBef>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应理解为除储能元件以外的二端网络</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的戴维南等效电阻。求解上述一阶微分方程，即可求出电路的响应。</a:t>
            </a:r>
          </a:p>
        </p:txBody>
      </p:sp>
      <p:sp>
        <p:nvSpPr>
          <p:cNvPr id="14" name="Text Box 20">
            <a:extLst>
              <a:ext uri="{FF2B5EF4-FFF2-40B4-BE49-F238E27FC236}">
                <a16:creationId xmlns:a16="http://schemas.microsoft.com/office/drawing/2014/main" id="{B33F4B41-DE71-45E0-8679-BFA46E05063D}"/>
              </a:ext>
            </a:extLst>
          </p:cNvPr>
          <p:cNvSpPr txBox="1">
            <a:spLocks noChangeArrowheads="1"/>
          </p:cNvSpPr>
          <p:nvPr/>
        </p:nvSpPr>
        <p:spPr bwMode="auto">
          <a:xfrm>
            <a:off x="107504" y="5669800"/>
            <a:ext cx="8964488" cy="1219180"/>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ts val="3000"/>
              </a:lnSpc>
              <a:spcBef>
                <a:spcPct val="50000"/>
              </a:spcBef>
              <a:defRPr/>
            </a:pP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对于同一个电路，系数</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是唯一的。与电路中的输入和输出无关，仅取决于电路的结构和元件参数。是一阶电路的一个重要参数，具有时间的量纲，称为一阶电路的</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时间常数，</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单位为秒（</a:t>
            </a:r>
            <a:r>
              <a:rPr kumimoji="1"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5" name="Text Box 19">
            <a:extLst>
              <a:ext uri="{FF2B5EF4-FFF2-40B4-BE49-F238E27FC236}">
                <a16:creationId xmlns:a16="http://schemas.microsoft.com/office/drawing/2014/main" id="{8DBF752B-1C89-4029-AEF8-5F289219538C}"/>
              </a:ext>
            </a:extLst>
          </p:cNvPr>
          <p:cNvSpPr txBox="1">
            <a:spLocks noChangeArrowheads="1"/>
          </p:cNvSpPr>
          <p:nvPr/>
        </p:nvSpPr>
        <p:spPr bwMode="auto">
          <a:xfrm>
            <a:off x="179512" y="4486423"/>
            <a:ext cx="8820472" cy="1062150"/>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ts val="4000"/>
              </a:lnSpc>
              <a:spcBef>
                <a:spcPct val="50000"/>
              </a:spcBef>
            </a:pPr>
            <a:r>
              <a:rPr kumimoji="1" lang="en-US" altLang="zh-CN" sz="28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y</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为电路的输出（如代表电阻、电容、电感上的电压或电流），</a:t>
            </a:r>
            <a:r>
              <a:rPr kumimoji="1"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r>
              <a:rPr kumimoji="1" lang="en-US" altLang="zh-CN" sz="24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为已知项，与电路中的输入有关。</a:t>
            </a:r>
          </a:p>
        </p:txBody>
      </p:sp>
      <p:sp>
        <p:nvSpPr>
          <p:cNvPr id="16" name="Text Box 36">
            <a:extLst>
              <a:ext uri="{FF2B5EF4-FFF2-40B4-BE49-F238E27FC236}">
                <a16:creationId xmlns:a16="http://schemas.microsoft.com/office/drawing/2014/main" id="{6258195D-5C7F-422E-92BD-63B33E84CA03}"/>
              </a:ext>
            </a:extLst>
          </p:cNvPr>
          <p:cNvSpPr txBox="1">
            <a:spLocks noChangeArrowheads="1"/>
          </p:cNvSpPr>
          <p:nvPr/>
        </p:nvSpPr>
        <p:spPr bwMode="auto">
          <a:xfrm>
            <a:off x="6527726" y="559060"/>
            <a:ext cx="2542494" cy="2404954"/>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ts val="2600"/>
              </a:lnSpc>
              <a:spcBef>
                <a:spcPct val="50000"/>
              </a:spcBef>
            </a:pP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对于同一电路，不论</a:t>
            </a:r>
            <a:r>
              <a:rPr kumimoji="1" lang="zh-CN" altLang="en-US" b="1" dirty="0">
                <a:solidFill>
                  <a:srgbClr val="CC3300"/>
                </a:solidFill>
                <a:latin typeface="Times New Roman" panose="02020603050405020304" pitchFamily="18" charset="0"/>
                <a:ea typeface="华文楷体" panose="02010600040101010101" pitchFamily="2" charset="-122"/>
                <a:cs typeface="Times New Roman" panose="02020603050405020304" pitchFamily="18" charset="0"/>
              </a:rPr>
              <a:t>取何种电量</a:t>
            </a: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为输出，其输入</a:t>
            </a:r>
            <a:r>
              <a:rPr kumimoji="1"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输出方程等号左边除了输出变量不一样外，都可以整理成完全相同的形式，差别仅在方程等号右边的已知量。</a:t>
            </a:r>
          </a:p>
        </p:txBody>
      </p:sp>
    </p:spTree>
    <p:extLst>
      <p:ext uri="{BB962C8B-B14F-4D97-AF65-F5344CB8AC3E}">
        <p14:creationId xmlns:p14="http://schemas.microsoft.com/office/powerpoint/2010/main" val="3612089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wipe(left)">
                                      <p:cBhvr>
                                        <p:cTn id="7" dur="2000"/>
                                        <p:tgtEl>
                                          <p:spTgt spid="1290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9034"/>
                                        </p:tgtEl>
                                        <p:attrNameLst>
                                          <p:attrName>style.visibility</p:attrName>
                                        </p:attrNameLst>
                                      </p:cBhvr>
                                      <p:to>
                                        <p:strVal val="visible"/>
                                      </p:to>
                                    </p:set>
                                    <p:animEffect transition="in" filter="wipe(left)">
                                      <p:cBhvr>
                                        <p:cTn id="12" dur="3000"/>
                                        <p:tgtEl>
                                          <p:spTgt spid="1290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9" presetClass="entr" presetSubtype="5" fill="hold" nodeType="clickEffect">
                                  <p:stCondLst>
                                    <p:cond delay="0"/>
                                  </p:stCondLst>
                                  <p:childTnLst>
                                    <p:set>
                                      <p:cBhvr>
                                        <p:cTn id="16" dur="1" fill="hold">
                                          <p:stCondLst>
                                            <p:cond delay="0"/>
                                          </p:stCondLst>
                                        </p:cTn>
                                        <p:tgtEl>
                                          <p:spTgt spid="129043"/>
                                        </p:tgtEl>
                                        <p:attrNameLst>
                                          <p:attrName>style.visibility</p:attrName>
                                        </p:attrNameLst>
                                      </p:cBhvr>
                                      <p:to>
                                        <p:strVal val="visible"/>
                                      </p:to>
                                    </p:set>
                                    <p:anim calcmode="lin" valueType="num">
                                      <p:cBhvr>
                                        <p:cTn id="17" dur="2000" fill="hold"/>
                                        <p:tgtEl>
                                          <p:spTgt spid="129043"/>
                                        </p:tgtEl>
                                        <p:attrNameLst>
                                          <p:attrName>ppt_w</p:attrName>
                                        </p:attrNameLst>
                                      </p:cBhvr>
                                      <p:tavLst>
                                        <p:tav tm="0">
                                          <p:val>
                                            <p:strVal val="#ppt_w"/>
                                          </p:val>
                                        </p:tav>
                                        <p:tav tm="100000">
                                          <p:val>
                                            <p:strVal val="#ppt_w"/>
                                          </p:val>
                                        </p:tav>
                                      </p:tavLst>
                                    </p:anim>
                                    <p:anim calcmode="lin" valueType="num">
                                      <p:cBhvr>
                                        <p:cTn id="18" dur="2000" fill="hold"/>
                                        <p:tgtEl>
                                          <p:spTgt spid="129043"/>
                                        </p:tgtEl>
                                        <p:attrNameLst>
                                          <p:attrName>ppt_h</p:attrName>
                                        </p:attrNameLst>
                                      </p:cBhvr>
                                      <p:tavLst>
                                        <p:tav tm="0" fmla="#ppt_h*sin(2.5*pi*$)">
                                          <p:val>
                                            <p:fltVal val="0"/>
                                          </p:val>
                                        </p:tav>
                                        <p:tav tm="100000">
                                          <p:val>
                                            <p:fltVal val="1"/>
                                          </p:val>
                                        </p:tav>
                                      </p:tavLst>
                                    </p:anim>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129039"/>
                                        </p:tgtEl>
                                        <p:attrNameLst>
                                          <p:attrName>style.visibility</p:attrName>
                                        </p:attrNameLst>
                                      </p:cBhvr>
                                      <p:to>
                                        <p:strVal val="visible"/>
                                      </p:to>
                                    </p:set>
                                    <p:animEffect transition="in" filter="wipe(left)">
                                      <p:cBhvr>
                                        <p:cTn id="22" dur="500"/>
                                        <p:tgtEl>
                                          <p:spTgt spid="1290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9033"/>
                                        </p:tgtEl>
                                        <p:attrNameLst>
                                          <p:attrName>style.visibility</p:attrName>
                                        </p:attrNameLst>
                                      </p:cBhvr>
                                      <p:to>
                                        <p:strVal val="visible"/>
                                      </p:to>
                                    </p:set>
                                    <p:animEffect transition="in" filter="wipe(left)">
                                      <p:cBhvr>
                                        <p:cTn id="27" dur="2000"/>
                                        <p:tgtEl>
                                          <p:spTgt spid="1290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9035"/>
                                        </p:tgtEl>
                                        <p:attrNameLst>
                                          <p:attrName>style.visibility</p:attrName>
                                        </p:attrNameLst>
                                      </p:cBhvr>
                                      <p:to>
                                        <p:strVal val="visible"/>
                                      </p:to>
                                    </p:set>
                                    <p:animEffect transition="in" filter="wipe(left)">
                                      <p:cBhvr>
                                        <p:cTn id="32" dur="2000"/>
                                        <p:tgtEl>
                                          <p:spTgt spid="1290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9" presetClass="entr" presetSubtype="5" fill="hold" nodeType="clickEffect">
                                  <p:stCondLst>
                                    <p:cond delay="0"/>
                                  </p:stCondLst>
                                  <p:childTnLst>
                                    <p:set>
                                      <p:cBhvr>
                                        <p:cTn id="36" dur="1" fill="hold">
                                          <p:stCondLst>
                                            <p:cond delay="0"/>
                                          </p:stCondLst>
                                        </p:cTn>
                                        <p:tgtEl>
                                          <p:spTgt spid="129044"/>
                                        </p:tgtEl>
                                        <p:attrNameLst>
                                          <p:attrName>style.visibility</p:attrName>
                                        </p:attrNameLst>
                                      </p:cBhvr>
                                      <p:to>
                                        <p:strVal val="visible"/>
                                      </p:to>
                                    </p:set>
                                    <p:anim calcmode="lin" valueType="num">
                                      <p:cBhvr>
                                        <p:cTn id="37" dur="2000" fill="hold"/>
                                        <p:tgtEl>
                                          <p:spTgt spid="129044"/>
                                        </p:tgtEl>
                                        <p:attrNameLst>
                                          <p:attrName>ppt_w</p:attrName>
                                        </p:attrNameLst>
                                      </p:cBhvr>
                                      <p:tavLst>
                                        <p:tav tm="0">
                                          <p:val>
                                            <p:strVal val="#ppt_w"/>
                                          </p:val>
                                        </p:tav>
                                        <p:tav tm="100000">
                                          <p:val>
                                            <p:strVal val="#ppt_w"/>
                                          </p:val>
                                        </p:tav>
                                      </p:tavLst>
                                    </p:anim>
                                    <p:anim calcmode="lin" valueType="num">
                                      <p:cBhvr>
                                        <p:cTn id="38" dur="2000" fill="hold"/>
                                        <p:tgtEl>
                                          <p:spTgt spid="129044"/>
                                        </p:tgtEl>
                                        <p:attrNameLst>
                                          <p:attrName>ppt_h</p:attrName>
                                        </p:attrNameLst>
                                      </p:cBhvr>
                                      <p:tavLst>
                                        <p:tav tm="0" fmla="#ppt_h*sin(2.5*pi*$)">
                                          <p:val>
                                            <p:fltVal val="0"/>
                                          </p:val>
                                        </p:tav>
                                        <p:tav tm="100000">
                                          <p:val>
                                            <p:fltVal val="1"/>
                                          </p:val>
                                        </p:tav>
                                      </p:tavLst>
                                    </p:anim>
                                  </p:childTnLst>
                                </p:cTn>
                              </p:par>
                            </p:childTnLst>
                          </p:cTn>
                        </p:par>
                        <p:par>
                          <p:cTn id="39" fill="hold" nodeType="afterGroup">
                            <p:stCondLst>
                              <p:cond delay="2000"/>
                            </p:stCondLst>
                            <p:childTnLst>
                              <p:par>
                                <p:cTn id="40" presetID="22" presetClass="entr" presetSubtype="8" fill="hold" nodeType="afterEffect">
                                  <p:stCondLst>
                                    <p:cond delay="0"/>
                                  </p:stCondLst>
                                  <p:childTnLst>
                                    <p:set>
                                      <p:cBhvr>
                                        <p:cTn id="41" dur="1" fill="hold">
                                          <p:stCondLst>
                                            <p:cond delay="0"/>
                                          </p:stCondLst>
                                        </p:cTn>
                                        <p:tgtEl>
                                          <p:spTgt spid="129040"/>
                                        </p:tgtEl>
                                        <p:attrNameLst>
                                          <p:attrName>style.visibility</p:attrName>
                                        </p:attrNameLst>
                                      </p:cBhvr>
                                      <p:to>
                                        <p:strVal val="visible"/>
                                      </p:to>
                                    </p:set>
                                    <p:animEffect transition="in" filter="wipe(left)">
                                      <p:cBhvr>
                                        <p:cTn id="42" dur="3000"/>
                                        <p:tgtEl>
                                          <p:spTgt spid="1290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29042"/>
                                        </p:tgtEl>
                                        <p:attrNameLst>
                                          <p:attrName>style.visibility</p:attrName>
                                        </p:attrNameLst>
                                      </p:cBhvr>
                                      <p:to>
                                        <p:strVal val="visible"/>
                                      </p:to>
                                    </p:set>
                                    <p:animEffect transition="in" filter="wipe(up)">
                                      <p:cBhvr>
                                        <p:cTn id="47" dur="500"/>
                                        <p:tgtEl>
                                          <p:spTgt spid="12904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29041"/>
                                        </p:tgtEl>
                                        <p:attrNameLst>
                                          <p:attrName>style.visibility</p:attrName>
                                        </p:attrNameLst>
                                      </p:cBhvr>
                                      <p:to>
                                        <p:strVal val="visible"/>
                                      </p:to>
                                    </p:set>
                                    <p:animEffect transition="in" filter="wipe(down)">
                                      <p:cBhvr>
                                        <p:cTn id="52" dur="500"/>
                                        <p:tgtEl>
                                          <p:spTgt spid="129041"/>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29038"/>
                                        </p:tgtEl>
                                        <p:attrNameLst>
                                          <p:attrName>style.visibility</p:attrName>
                                        </p:attrNameLst>
                                      </p:cBhvr>
                                      <p:to>
                                        <p:strVal val="visible"/>
                                      </p:to>
                                    </p:set>
                                    <p:animEffect transition="in" filter="wipe(left)">
                                      <p:cBhvr>
                                        <p:cTn id="56" dur="3000"/>
                                        <p:tgtEl>
                                          <p:spTgt spid="129038"/>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ox(in)">
                                      <p:cBhvr>
                                        <p:cTn id="61" dur="20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129049"/>
                                        </p:tgtEl>
                                        <p:attrNameLst>
                                          <p:attrName>style.visibility</p:attrName>
                                        </p:attrNameLst>
                                      </p:cBhvr>
                                      <p:to>
                                        <p:strVal val="visible"/>
                                      </p:to>
                                    </p:set>
                                    <p:animEffect transition="in" filter="box(in)">
                                      <p:cBhvr>
                                        <p:cTn id="66" dur="2000"/>
                                        <p:tgtEl>
                                          <p:spTgt spid="129049"/>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box(in)">
                                      <p:cBhvr>
                                        <p:cTn id="71" dur="2000"/>
                                        <p:tgtEl>
                                          <p:spTgt spid="15"/>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box(in)">
                                      <p:cBhvr>
                                        <p:cTn id="76" dur="20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nodeType="clickEffect">
                                  <p:stCondLst>
                                    <p:cond delay="0"/>
                                  </p:stCondLst>
                                  <p:childTnLst>
                                    <p:set>
                                      <p:cBhvr>
                                        <p:cTn id="80" dur="1" fill="hold">
                                          <p:stCondLst>
                                            <p:cond delay="0"/>
                                          </p:stCondLst>
                                        </p:cTn>
                                        <p:tgtEl>
                                          <p:spTgt spid="129038"/>
                                        </p:tgtEl>
                                        <p:attrNameLst>
                                          <p:attrName>style.visibility</p:attrName>
                                        </p:attrNameLst>
                                      </p:cBhvr>
                                      <p:to>
                                        <p:strVal val="visible"/>
                                      </p:to>
                                    </p:set>
                                    <p:animEffect transition="in" filter="wipe(down)">
                                      <p:cBhvr>
                                        <p:cTn id="81" dur="580">
                                          <p:stCondLst>
                                            <p:cond delay="0"/>
                                          </p:stCondLst>
                                        </p:cTn>
                                        <p:tgtEl>
                                          <p:spTgt spid="129038"/>
                                        </p:tgtEl>
                                      </p:cBhvr>
                                    </p:animEffect>
                                    <p:anim calcmode="lin" valueType="num">
                                      <p:cBhvr>
                                        <p:cTn id="82" dur="1822" tmFilter="0,0; 0.14,0.36; 0.43,0.73; 0.71,0.91; 1.0,1.0">
                                          <p:stCondLst>
                                            <p:cond delay="0"/>
                                          </p:stCondLst>
                                        </p:cTn>
                                        <p:tgtEl>
                                          <p:spTgt spid="129038"/>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129038"/>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129038"/>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129038"/>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129038"/>
                                        </p:tgtEl>
                                        <p:attrNameLst>
                                          <p:attrName>ppt_y</p:attrName>
                                        </p:attrNameLst>
                                      </p:cBhvr>
                                      <p:tavLst>
                                        <p:tav tm="0" fmla="#ppt_y-sin(pi*$)/81">
                                          <p:val>
                                            <p:fltVal val="0"/>
                                          </p:val>
                                        </p:tav>
                                        <p:tav tm="100000">
                                          <p:val>
                                            <p:fltVal val="1"/>
                                          </p:val>
                                        </p:tav>
                                      </p:tavLst>
                                    </p:anim>
                                    <p:animScale>
                                      <p:cBhvr>
                                        <p:cTn id="87" dur="26">
                                          <p:stCondLst>
                                            <p:cond delay="650"/>
                                          </p:stCondLst>
                                        </p:cTn>
                                        <p:tgtEl>
                                          <p:spTgt spid="129038"/>
                                        </p:tgtEl>
                                      </p:cBhvr>
                                      <p:to x="100000" y="60000"/>
                                    </p:animScale>
                                    <p:animScale>
                                      <p:cBhvr>
                                        <p:cTn id="88" dur="166" decel="50000">
                                          <p:stCondLst>
                                            <p:cond delay="676"/>
                                          </p:stCondLst>
                                        </p:cTn>
                                        <p:tgtEl>
                                          <p:spTgt spid="129038"/>
                                        </p:tgtEl>
                                      </p:cBhvr>
                                      <p:to x="100000" y="100000"/>
                                    </p:animScale>
                                    <p:animScale>
                                      <p:cBhvr>
                                        <p:cTn id="89" dur="26">
                                          <p:stCondLst>
                                            <p:cond delay="1312"/>
                                          </p:stCondLst>
                                        </p:cTn>
                                        <p:tgtEl>
                                          <p:spTgt spid="129038"/>
                                        </p:tgtEl>
                                      </p:cBhvr>
                                      <p:to x="100000" y="80000"/>
                                    </p:animScale>
                                    <p:animScale>
                                      <p:cBhvr>
                                        <p:cTn id="90" dur="166" decel="50000">
                                          <p:stCondLst>
                                            <p:cond delay="1338"/>
                                          </p:stCondLst>
                                        </p:cTn>
                                        <p:tgtEl>
                                          <p:spTgt spid="129038"/>
                                        </p:tgtEl>
                                      </p:cBhvr>
                                      <p:to x="100000" y="100000"/>
                                    </p:animScale>
                                    <p:animScale>
                                      <p:cBhvr>
                                        <p:cTn id="91" dur="26">
                                          <p:stCondLst>
                                            <p:cond delay="1642"/>
                                          </p:stCondLst>
                                        </p:cTn>
                                        <p:tgtEl>
                                          <p:spTgt spid="129038"/>
                                        </p:tgtEl>
                                      </p:cBhvr>
                                      <p:to x="100000" y="90000"/>
                                    </p:animScale>
                                    <p:animScale>
                                      <p:cBhvr>
                                        <p:cTn id="92" dur="166" decel="50000">
                                          <p:stCondLst>
                                            <p:cond delay="1668"/>
                                          </p:stCondLst>
                                        </p:cTn>
                                        <p:tgtEl>
                                          <p:spTgt spid="129038"/>
                                        </p:tgtEl>
                                      </p:cBhvr>
                                      <p:to x="100000" y="100000"/>
                                    </p:animScale>
                                    <p:animScale>
                                      <p:cBhvr>
                                        <p:cTn id="93" dur="26">
                                          <p:stCondLst>
                                            <p:cond delay="1808"/>
                                          </p:stCondLst>
                                        </p:cTn>
                                        <p:tgtEl>
                                          <p:spTgt spid="129038"/>
                                        </p:tgtEl>
                                      </p:cBhvr>
                                      <p:to x="100000" y="95000"/>
                                    </p:animScale>
                                    <p:animScale>
                                      <p:cBhvr>
                                        <p:cTn id="94" dur="166" decel="50000">
                                          <p:stCondLst>
                                            <p:cond delay="1834"/>
                                          </p:stCondLst>
                                        </p:cTn>
                                        <p:tgtEl>
                                          <p:spTgt spid="1290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9" grpId="0" animBg="1"/>
      <p:bldP spid="14" grpId="0" animBg="1" autoUpdateAnimBg="0"/>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Text Box 25">
            <a:extLst>
              <a:ext uri="{FF2B5EF4-FFF2-40B4-BE49-F238E27FC236}">
                <a16:creationId xmlns:a16="http://schemas.microsoft.com/office/drawing/2014/main" id="{61E3BBA4-82B2-4D72-903D-3F852C79D2CD}"/>
              </a:ext>
            </a:extLst>
          </p:cNvPr>
          <p:cNvSpPr txBox="1">
            <a:spLocks noChangeArrowheads="1"/>
          </p:cNvSpPr>
          <p:nvPr/>
        </p:nvSpPr>
        <p:spPr bwMode="auto">
          <a:xfrm>
            <a:off x="306725" y="6273623"/>
            <a:ext cx="6594828" cy="545919"/>
          </a:xfrm>
          <a:prstGeom prst="rect">
            <a:avLst/>
          </a:prstGeom>
          <a:solidFill>
            <a:srgbClr val="99FF99"/>
          </a:solid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通过确定</a:t>
            </a:r>
            <a:r>
              <a:rPr kumimoji="1" lang="zh-CN" altLang="en-US" sz="20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初始值</a:t>
            </a:r>
            <a:r>
              <a:rPr kumimoji="1" lang="zh-CN" altLang="en-US"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过程，进而</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可</a:t>
            </a:r>
            <a:r>
              <a:rPr kumimoji="1" lang="zh-CN" altLang="en-US"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求出待定的任意常数</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zh-CN" altLang="en-US"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29038" name="Object 14">
            <a:extLst>
              <a:ext uri="{FF2B5EF4-FFF2-40B4-BE49-F238E27FC236}">
                <a16:creationId xmlns:a16="http://schemas.microsoft.com/office/drawing/2014/main" id="{201541EC-0BE6-47D4-8925-C368A5E71B28}"/>
              </a:ext>
            </a:extLst>
          </p:cNvPr>
          <p:cNvGraphicFramePr>
            <a:graphicFrameLocks noChangeAspect="1"/>
          </p:cNvGraphicFramePr>
          <p:nvPr>
            <p:extLst>
              <p:ext uri="{D42A27DB-BD31-4B8C-83A1-F6EECF244321}">
                <p14:modId xmlns:p14="http://schemas.microsoft.com/office/powerpoint/2010/main" val="3287744084"/>
              </p:ext>
            </p:extLst>
          </p:nvPr>
        </p:nvGraphicFramePr>
        <p:xfrm>
          <a:off x="3325850" y="4309010"/>
          <a:ext cx="1652587" cy="787400"/>
        </p:xfrm>
        <a:graphic>
          <a:graphicData uri="http://schemas.openxmlformats.org/presentationml/2006/ole">
            <mc:AlternateContent xmlns:mc="http://schemas.openxmlformats.org/markup-compatibility/2006">
              <mc:Choice xmlns:v="urn:schemas-microsoft-com:vml" Requires="v">
                <p:oleObj spid="_x0000_s202271" name="Equation" r:id="rId3" imgW="825480" imgH="393480" progId="Equation.DSMT4">
                  <p:embed/>
                </p:oleObj>
              </mc:Choice>
              <mc:Fallback>
                <p:oleObj name="Equation" r:id="rId3" imgW="825480" imgH="393480" progId="Equation.DSMT4">
                  <p:embed/>
                  <p:pic>
                    <p:nvPicPr>
                      <p:cNvPr id="129038" name="Object 14">
                        <a:extLst>
                          <a:ext uri="{FF2B5EF4-FFF2-40B4-BE49-F238E27FC236}">
                            <a16:creationId xmlns:a16="http://schemas.microsoft.com/office/drawing/2014/main" id="{201541EC-0BE6-47D4-8925-C368A5E71B28}"/>
                          </a:ext>
                        </a:extLst>
                      </p:cNvPr>
                      <p:cNvPicPr>
                        <a:picLocks noChangeAspect="1" noChangeArrowheads="1"/>
                      </p:cNvPicPr>
                      <p:nvPr/>
                    </p:nvPicPr>
                    <p:blipFill>
                      <a:blip r:embed="rId4"/>
                      <a:srcRect/>
                      <a:stretch>
                        <a:fillRect/>
                      </a:stretch>
                    </p:blipFill>
                    <p:spPr bwMode="auto">
                      <a:xfrm>
                        <a:off x="3325850" y="4309010"/>
                        <a:ext cx="1652587"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4">
            <a:extLst>
              <a:ext uri="{FF2B5EF4-FFF2-40B4-BE49-F238E27FC236}">
                <a16:creationId xmlns:a16="http://schemas.microsoft.com/office/drawing/2014/main" id="{981167EF-D355-4189-B410-98451F9DE8A8}"/>
              </a:ext>
            </a:extLst>
          </p:cNvPr>
          <p:cNvGraphicFramePr>
            <a:graphicFrameLocks noChangeAspect="1"/>
          </p:cNvGraphicFramePr>
          <p:nvPr>
            <p:extLst>
              <p:ext uri="{D42A27DB-BD31-4B8C-83A1-F6EECF244321}">
                <p14:modId xmlns:p14="http://schemas.microsoft.com/office/powerpoint/2010/main" val="4112326"/>
              </p:ext>
            </p:extLst>
          </p:nvPr>
        </p:nvGraphicFramePr>
        <p:xfrm>
          <a:off x="6470084" y="14278"/>
          <a:ext cx="2338387" cy="787400"/>
        </p:xfrm>
        <a:graphic>
          <a:graphicData uri="http://schemas.openxmlformats.org/presentationml/2006/ole">
            <mc:AlternateContent xmlns:mc="http://schemas.openxmlformats.org/markup-compatibility/2006">
              <mc:Choice xmlns:v="urn:schemas-microsoft-com:vml" Requires="v">
                <p:oleObj spid="_x0000_s202272" name="Equation" r:id="rId5" imgW="1168200" imgH="393480" progId="Equation.DSMT4">
                  <p:embed/>
                </p:oleObj>
              </mc:Choice>
              <mc:Fallback>
                <p:oleObj name="Equation" r:id="rId5" imgW="1168200" imgH="393480" progId="Equation.DSMT4">
                  <p:embed/>
                  <p:pic>
                    <p:nvPicPr>
                      <p:cNvPr id="129038" name="Object 14">
                        <a:extLst>
                          <a:ext uri="{FF2B5EF4-FFF2-40B4-BE49-F238E27FC236}">
                            <a16:creationId xmlns:a16="http://schemas.microsoft.com/office/drawing/2014/main" id="{201541EC-0BE6-47D4-8925-C368A5E71B28}"/>
                          </a:ext>
                        </a:extLst>
                      </p:cNvPr>
                      <p:cNvPicPr>
                        <a:picLocks noChangeAspect="1" noChangeArrowheads="1"/>
                      </p:cNvPicPr>
                      <p:nvPr/>
                    </p:nvPicPr>
                    <p:blipFill>
                      <a:blip r:embed="rId6"/>
                      <a:srcRect/>
                      <a:stretch>
                        <a:fillRect/>
                      </a:stretch>
                    </p:blipFill>
                    <p:spPr bwMode="auto">
                      <a:xfrm>
                        <a:off x="6470084" y="14278"/>
                        <a:ext cx="2338387" cy="787400"/>
                      </a:xfrm>
                      <a:prstGeom prst="rect">
                        <a:avLst/>
                      </a:prstGeom>
                      <a:solidFill>
                        <a:srgbClr val="FFFF99"/>
                      </a:solidFill>
                      <a:ln>
                        <a:noFill/>
                      </a:ln>
                      <a:effectLst/>
                      <a:extLst/>
                    </p:spPr>
                  </p:pic>
                </p:oleObj>
              </mc:Fallback>
            </mc:AlternateContent>
          </a:graphicData>
        </a:graphic>
      </p:graphicFrame>
      <p:graphicFrame>
        <p:nvGraphicFramePr>
          <p:cNvPr id="15" name="Object 14">
            <a:extLst>
              <a:ext uri="{FF2B5EF4-FFF2-40B4-BE49-F238E27FC236}">
                <a16:creationId xmlns:a16="http://schemas.microsoft.com/office/drawing/2014/main" id="{9CD033D9-689C-440E-B658-EC4197143C22}"/>
              </a:ext>
            </a:extLst>
          </p:cNvPr>
          <p:cNvGraphicFramePr>
            <a:graphicFrameLocks noChangeAspect="1"/>
          </p:cNvGraphicFramePr>
          <p:nvPr>
            <p:extLst>
              <p:ext uri="{D42A27DB-BD31-4B8C-83A1-F6EECF244321}">
                <p14:modId xmlns:p14="http://schemas.microsoft.com/office/powerpoint/2010/main" val="807695743"/>
              </p:ext>
            </p:extLst>
          </p:nvPr>
        </p:nvGraphicFramePr>
        <p:xfrm>
          <a:off x="5986690" y="4283315"/>
          <a:ext cx="1855787" cy="787400"/>
        </p:xfrm>
        <a:graphic>
          <a:graphicData uri="http://schemas.openxmlformats.org/presentationml/2006/ole">
            <mc:AlternateContent xmlns:mc="http://schemas.openxmlformats.org/markup-compatibility/2006">
              <mc:Choice xmlns:v="urn:schemas-microsoft-com:vml" Requires="v">
                <p:oleObj spid="_x0000_s202273" name="Equation" r:id="rId7" imgW="927000" imgH="393480" progId="Equation.DSMT4">
                  <p:embed/>
                </p:oleObj>
              </mc:Choice>
              <mc:Fallback>
                <p:oleObj name="Equation" r:id="rId7" imgW="927000" imgH="393480" progId="Equation.DSMT4">
                  <p:embed/>
                  <p:pic>
                    <p:nvPicPr>
                      <p:cNvPr id="129038" name="Object 14">
                        <a:extLst>
                          <a:ext uri="{FF2B5EF4-FFF2-40B4-BE49-F238E27FC236}">
                            <a16:creationId xmlns:a16="http://schemas.microsoft.com/office/drawing/2014/main" id="{201541EC-0BE6-47D4-8925-C368A5E71B28}"/>
                          </a:ext>
                        </a:extLst>
                      </p:cNvPr>
                      <p:cNvPicPr>
                        <a:picLocks noChangeAspect="1" noChangeArrowheads="1"/>
                      </p:cNvPicPr>
                      <p:nvPr/>
                    </p:nvPicPr>
                    <p:blipFill>
                      <a:blip r:embed="rId8"/>
                      <a:srcRect/>
                      <a:stretch>
                        <a:fillRect/>
                      </a:stretch>
                    </p:blipFill>
                    <p:spPr bwMode="auto">
                      <a:xfrm>
                        <a:off x="5986690" y="4283315"/>
                        <a:ext cx="1855787" cy="787400"/>
                      </a:xfrm>
                      <a:prstGeom prst="rect">
                        <a:avLst/>
                      </a:prstGeom>
                      <a:solidFill>
                        <a:srgbClr val="FFFF99"/>
                      </a:solidFill>
                      <a:ln>
                        <a:noFill/>
                      </a:ln>
                      <a:effectLst/>
                      <a:extLst/>
                    </p:spPr>
                  </p:pic>
                </p:oleObj>
              </mc:Fallback>
            </mc:AlternateContent>
          </a:graphicData>
        </a:graphic>
      </p:graphicFrame>
      <p:graphicFrame>
        <p:nvGraphicFramePr>
          <p:cNvPr id="16" name="Object 14">
            <a:extLst>
              <a:ext uri="{FF2B5EF4-FFF2-40B4-BE49-F238E27FC236}">
                <a16:creationId xmlns:a16="http://schemas.microsoft.com/office/drawing/2014/main" id="{66FA9F50-3741-447F-BDB1-FD8D919E6EA7}"/>
              </a:ext>
            </a:extLst>
          </p:cNvPr>
          <p:cNvGraphicFramePr>
            <a:graphicFrameLocks noChangeAspect="1"/>
          </p:cNvGraphicFramePr>
          <p:nvPr>
            <p:extLst>
              <p:ext uri="{D42A27DB-BD31-4B8C-83A1-F6EECF244321}">
                <p14:modId xmlns:p14="http://schemas.microsoft.com/office/powerpoint/2010/main" val="1086334133"/>
              </p:ext>
            </p:extLst>
          </p:nvPr>
        </p:nvGraphicFramePr>
        <p:xfrm>
          <a:off x="4037013" y="1335088"/>
          <a:ext cx="2135187" cy="787400"/>
        </p:xfrm>
        <a:graphic>
          <a:graphicData uri="http://schemas.openxmlformats.org/presentationml/2006/ole">
            <mc:AlternateContent xmlns:mc="http://schemas.openxmlformats.org/markup-compatibility/2006">
              <mc:Choice xmlns:v="urn:schemas-microsoft-com:vml" Requires="v">
                <p:oleObj spid="_x0000_s202274" name="Equation" r:id="rId9" imgW="1066680" imgH="393480" progId="Equation.DSMT4">
                  <p:embed/>
                </p:oleObj>
              </mc:Choice>
              <mc:Fallback>
                <p:oleObj name="Equation" r:id="rId9" imgW="1066680" imgH="393480" progId="Equation.DSMT4">
                  <p:embed/>
                  <p:pic>
                    <p:nvPicPr>
                      <p:cNvPr id="14" name="Object 14">
                        <a:extLst>
                          <a:ext uri="{FF2B5EF4-FFF2-40B4-BE49-F238E27FC236}">
                            <a16:creationId xmlns:a16="http://schemas.microsoft.com/office/drawing/2014/main" id="{981167EF-D355-4189-B410-98451F9DE8A8}"/>
                          </a:ext>
                        </a:extLst>
                      </p:cNvPr>
                      <p:cNvPicPr>
                        <a:picLocks noChangeAspect="1" noChangeArrowheads="1"/>
                      </p:cNvPicPr>
                      <p:nvPr/>
                    </p:nvPicPr>
                    <p:blipFill>
                      <a:blip r:embed="rId10"/>
                      <a:srcRect/>
                      <a:stretch>
                        <a:fillRect/>
                      </a:stretch>
                    </p:blipFill>
                    <p:spPr bwMode="auto">
                      <a:xfrm>
                        <a:off x="4037013" y="1335088"/>
                        <a:ext cx="2135187"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4">
            <a:extLst>
              <a:ext uri="{FF2B5EF4-FFF2-40B4-BE49-F238E27FC236}">
                <a16:creationId xmlns:a16="http://schemas.microsoft.com/office/drawing/2014/main" id="{AA448BEB-4368-4E96-890B-D70B9C35FCFD}"/>
              </a:ext>
            </a:extLst>
          </p:cNvPr>
          <p:cNvGraphicFramePr>
            <a:graphicFrameLocks noChangeAspect="1"/>
          </p:cNvGraphicFramePr>
          <p:nvPr>
            <p:extLst>
              <p:ext uri="{D42A27DB-BD31-4B8C-83A1-F6EECF244321}">
                <p14:modId xmlns:p14="http://schemas.microsoft.com/office/powerpoint/2010/main" val="3428376961"/>
              </p:ext>
            </p:extLst>
          </p:nvPr>
        </p:nvGraphicFramePr>
        <p:xfrm>
          <a:off x="6206785" y="1351985"/>
          <a:ext cx="2058987" cy="609600"/>
        </p:xfrm>
        <a:graphic>
          <a:graphicData uri="http://schemas.openxmlformats.org/presentationml/2006/ole">
            <mc:AlternateContent xmlns:mc="http://schemas.openxmlformats.org/markup-compatibility/2006">
              <mc:Choice xmlns:v="urn:schemas-microsoft-com:vml" Requires="v">
                <p:oleObj spid="_x0000_s202275" name="Equation" r:id="rId11" imgW="1028520" imgH="304560" progId="Equation.DSMT4">
                  <p:embed/>
                </p:oleObj>
              </mc:Choice>
              <mc:Fallback>
                <p:oleObj name="Equation" r:id="rId11" imgW="1028520" imgH="304560" progId="Equation.DSMT4">
                  <p:embed/>
                  <p:pic>
                    <p:nvPicPr>
                      <p:cNvPr id="16" name="Object 14">
                        <a:extLst>
                          <a:ext uri="{FF2B5EF4-FFF2-40B4-BE49-F238E27FC236}">
                            <a16:creationId xmlns:a16="http://schemas.microsoft.com/office/drawing/2014/main" id="{66FA9F50-3741-447F-BDB1-FD8D919E6EA7}"/>
                          </a:ext>
                        </a:extLst>
                      </p:cNvPr>
                      <p:cNvPicPr>
                        <a:picLocks noChangeAspect="1" noChangeArrowheads="1"/>
                      </p:cNvPicPr>
                      <p:nvPr/>
                    </p:nvPicPr>
                    <p:blipFill>
                      <a:blip r:embed="rId12"/>
                      <a:srcRect/>
                      <a:stretch>
                        <a:fillRect/>
                      </a:stretch>
                    </p:blipFill>
                    <p:spPr bwMode="auto">
                      <a:xfrm>
                        <a:off x="6206785" y="1351985"/>
                        <a:ext cx="205898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4">
            <a:extLst>
              <a:ext uri="{FF2B5EF4-FFF2-40B4-BE49-F238E27FC236}">
                <a16:creationId xmlns:a16="http://schemas.microsoft.com/office/drawing/2014/main" id="{C4BEE413-D468-4981-8405-42365CFA16C2}"/>
              </a:ext>
            </a:extLst>
          </p:cNvPr>
          <p:cNvGraphicFramePr>
            <a:graphicFrameLocks noChangeAspect="1"/>
          </p:cNvGraphicFramePr>
          <p:nvPr>
            <p:extLst>
              <p:ext uri="{D42A27DB-BD31-4B8C-83A1-F6EECF244321}">
                <p14:modId xmlns:p14="http://schemas.microsoft.com/office/powerpoint/2010/main" val="1067859203"/>
              </p:ext>
            </p:extLst>
          </p:nvPr>
        </p:nvGraphicFramePr>
        <p:xfrm>
          <a:off x="4304084" y="2927109"/>
          <a:ext cx="3762375" cy="660400"/>
        </p:xfrm>
        <a:graphic>
          <a:graphicData uri="http://schemas.openxmlformats.org/presentationml/2006/ole">
            <mc:AlternateContent xmlns:mc="http://schemas.openxmlformats.org/markup-compatibility/2006">
              <mc:Choice xmlns:v="urn:schemas-microsoft-com:vml" Requires="v">
                <p:oleObj spid="_x0000_s202276" name="Equation" r:id="rId13" imgW="1879560" imgH="330120" progId="Equation.DSMT4">
                  <p:embed/>
                </p:oleObj>
              </mc:Choice>
              <mc:Fallback>
                <p:oleObj name="Equation" r:id="rId13" imgW="1879560" imgH="330120" progId="Equation.DSMT4">
                  <p:embed/>
                  <p:pic>
                    <p:nvPicPr>
                      <p:cNvPr id="17" name="Object 14">
                        <a:extLst>
                          <a:ext uri="{FF2B5EF4-FFF2-40B4-BE49-F238E27FC236}">
                            <a16:creationId xmlns:a16="http://schemas.microsoft.com/office/drawing/2014/main" id="{AA448BEB-4368-4E96-890B-D70B9C35FCFD}"/>
                          </a:ext>
                        </a:extLst>
                      </p:cNvPr>
                      <p:cNvPicPr>
                        <a:picLocks noChangeAspect="1" noChangeArrowheads="1"/>
                      </p:cNvPicPr>
                      <p:nvPr/>
                    </p:nvPicPr>
                    <p:blipFill>
                      <a:blip r:embed="rId14"/>
                      <a:srcRect/>
                      <a:stretch>
                        <a:fillRect/>
                      </a:stretch>
                    </p:blipFill>
                    <p:spPr bwMode="auto">
                      <a:xfrm>
                        <a:off x="4304084" y="2927109"/>
                        <a:ext cx="376237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 Box 25">
            <a:extLst>
              <a:ext uri="{FF2B5EF4-FFF2-40B4-BE49-F238E27FC236}">
                <a16:creationId xmlns:a16="http://schemas.microsoft.com/office/drawing/2014/main" id="{B69A93CF-EF9B-4857-8613-1BDC2312AC94}"/>
              </a:ext>
            </a:extLst>
          </p:cNvPr>
          <p:cNvSpPr txBox="1">
            <a:spLocks noChangeArrowheads="1"/>
          </p:cNvSpPr>
          <p:nvPr/>
        </p:nvSpPr>
        <p:spPr bwMode="auto">
          <a:xfrm>
            <a:off x="314270" y="1414875"/>
            <a:ext cx="3562133"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lnSpc>
                <a:spcPts val="4000"/>
              </a:lnSpc>
              <a:spcBef>
                <a:spcPct val="50000"/>
              </a:spcBef>
              <a:defRPr/>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通解</a:t>
            </a:r>
            <a:r>
              <a:rPr kumimoji="1" lang="en-US" altLang="zh-CN" sz="24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y</a:t>
            </a:r>
            <a:r>
              <a:rPr kumimoji="1" lang="en-US" altLang="zh-CN" sz="2400" b="1"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h</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满足齐次微分方程：</a:t>
            </a:r>
          </a:p>
        </p:txBody>
      </p:sp>
      <p:sp>
        <p:nvSpPr>
          <p:cNvPr id="21" name="Text Box 25">
            <a:extLst>
              <a:ext uri="{FF2B5EF4-FFF2-40B4-BE49-F238E27FC236}">
                <a16:creationId xmlns:a16="http://schemas.microsoft.com/office/drawing/2014/main" id="{031FDB64-2214-452D-9070-DF4CD460F6EE}"/>
              </a:ext>
            </a:extLst>
          </p:cNvPr>
          <p:cNvSpPr txBox="1">
            <a:spLocks noChangeArrowheads="1"/>
          </p:cNvSpPr>
          <p:nvPr/>
        </p:nvSpPr>
        <p:spPr bwMode="auto">
          <a:xfrm>
            <a:off x="82128" y="620688"/>
            <a:ext cx="6691246"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其解为齐次方程的</a:t>
            </a:r>
            <a:r>
              <a:rPr kumimoji="1" lang="zh-CN" altLang="en-US" sz="24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通解</a:t>
            </a:r>
            <a:r>
              <a:rPr kumimoji="1"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a:t>
            </a:r>
            <a:r>
              <a:rPr kumimoji="1" lang="en-US" altLang="zh-CN" sz="2400" b="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h</a:t>
            </a:r>
            <a:r>
              <a:rPr kumimoji="1" lang="en-US" altLang="zh-CN" sz="24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非齐次方程</a:t>
            </a:r>
            <a:r>
              <a:rPr kumimoji="1" lang="zh-CN" altLang="en-US" sz="24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a:t>
            </a: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a:t>
            </a:r>
            <a:r>
              <a:rPr kumimoji="1" lang="en-US" altLang="zh-CN" sz="24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a:t>
            </a:r>
            <a:r>
              <a:rPr kumimoji="1" lang="en-US" altLang="zh-CN" sz="2400" b="1"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u="none" strike="noStrike" kern="1200" cap="none" spc="0" normalizeH="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即：</a:t>
            </a:r>
          </a:p>
        </p:txBody>
      </p:sp>
      <p:sp>
        <p:nvSpPr>
          <p:cNvPr id="23" name="Text Box 25">
            <a:extLst>
              <a:ext uri="{FF2B5EF4-FFF2-40B4-BE49-F238E27FC236}">
                <a16:creationId xmlns:a16="http://schemas.microsoft.com/office/drawing/2014/main" id="{88E80608-2C5E-47D0-AF03-E5F35E439465}"/>
              </a:ext>
            </a:extLst>
          </p:cNvPr>
          <p:cNvSpPr txBox="1">
            <a:spLocks noChangeArrowheads="1"/>
          </p:cNvSpPr>
          <p:nvPr/>
        </p:nvSpPr>
        <p:spPr bwMode="auto">
          <a:xfrm>
            <a:off x="340052" y="3707519"/>
            <a:ext cx="1872207" cy="54591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微分方程解为</a:t>
            </a:r>
            <a:endParaRPr kumimoji="1" lang="zh-CN" altLang="en-US" sz="28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6" name="Object 14">
            <a:extLst>
              <a:ext uri="{FF2B5EF4-FFF2-40B4-BE49-F238E27FC236}">
                <a16:creationId xmlns:a16="http://schemas.microsoft.com/office/drawing/2014/main" id="{7807B0F5-6830-4808-8CF9-BC0B9D27BB19}"/>
              </a:ext>
            </a:extLst>
          </p:cNvPr>
          <p:cNvGraphicFramePr>
            <a:graphicFrameLocks noChangeAspect="1"/>
          </p:cNvGraphicFramePr>
          <p:nvPr>
            <p:extLst>
              <p:ext uri="{D42A27DB-BD31-4B8C-83A1-F6EECF244321}">
                <p14:modId xmlns:p14="http://schemas.microsoft.com/office/powerpoint/2010/main" val="3780619533"/>
              </p:ext>
            </p:extLst>
          </p:nvPr>
        </p:nvGraphicFramePr>
        <p:xfrm>
          <a:off x="2395538" y="5064125"/>
          <a:ext cx="2644775" cy="584200"/>
        </p:xfrm>
        <a:graphic>
          <a:graphicData uri="http://schemas.openxmlformats.org/presentationml/2006/ole">
            <mc:AlternateContent xmlns:mc="http://schemas.openxmlformats.org/markup-compatibility/2006">
              <mc:Choice xmlns:v="urn:schemas-microsoft-com:vml" Requires="v">
                <p:oleObj spid="_x0000_s202277" name="Equation" r:id="rId15" imgW="1320480" imgH="291960" progId="Equation.DSMT4">
                  <p:embed/>
                </p:oleObj>
              </mc:Choice>
              <mc:Fallback>
                <p:oleObj name="Equation" r:id="rId15" imgW="1320480" imgH="291960" progId="Equation.DSMT4">
                  <p:embed/>
                  <p:pic>
                    <p:nvPicPr>
                      <p:cNvPr id="17" name="Object 14">
                        <a:extLst>
                          <a:ext uri="{FF2B5EF4-FFF2-40B4-BE49-F238E27FC236}">
                            <a16:creationId xmlns:a16="http://schemas.microsoft.com/office/drawing/2014/main" id="{AA448BEB-4368-4E96-890B-D70B9C35FCFD}"/>
                          </a:ext>
                        </a:extLst>
                      </p:cNvPr>
                      <p:cNvPicPr>
                        <a:picLocks noChangeAspect="1" noChangeArrowheads="1"/>
                      </p:cNvPicPr>
                      <p:nvPr/>
                    </p:nvPicPr>
                    <p:blipFill>
                      <a:blip r:embed="rId16"/>
                      <a:srcRect/>
                      <a:stretch>
                        <a:fillRect/>
                      </a:stretch>
                    </p:blipFill>
                    <p:spPr bwMode="auto">
                      <a:xfrm>
                        <a:off x="2395538" y="5064125"/>
                        <a:ext cx="26447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14">
            <a:extLst>
              <a:ext uri="{FF2B5EF4-FFF2-40B4-BE49-F238E27FC236}">
                <a16:creationId xmlns:a16="http://schemas.microsoft.com/office/drawing/2014/main" id="{4AFFB3EC-EA28-4D4D-B9AC-F64C1C4FD1CB}"/>
              </a:ext>
            </a:extLst>
          </p:cNvPr>
          <p:cNvGraphicFramePr>
            <a:graphicFrameLocks noChangeAspect="1"/>
          </p:cNvGraphicFramePr>
          <p:nvPr>
            <p:extLst>
              <p:ext uri="{D42A27DB-BD31-4B8C-83A1-F6EECF244321}">
                <p14:modId xmlns:p14="http://schemas.microsoft.com/office/powerpoint/2010/main" val="857250982"/>
              </p:ext>
            </p:extLst>
          </p:nvPr>
        </p:nvGraphicFramePr>
        <p:xfrm>
          <a:off x="5503297" y="5096410"/>
          <a:ext cx="966787" cy="711200"/>
        </p:xfrm>
        <a:graphic>
          <a:graphicData uri="http://schemas.openxmlformats.org/presentationml/2006/ole">
            <mc:AlternateContent xmlns:mc="http://schemas.openxmlformats.org/markup-compatibility/2006">
              <mc:Choice xmlns:v="urn:schemas-microsoft-com:vml" Requires="v">
                <p:oleObj spid="_x0000_s202278" name="Equation" r:id="rId17" imgW="482400" imgH="355320" progId="Equation.DSMT4">
                  <p:embed/>
                </p:oleObj>
              </mc:Choice>
              <mc:Fallback>
                <p:oleObj name="Equation" r:id="rId17" imgW="482400" imgH="355320" progId="Equation.DSMT4">
                  <p:embed/>
                  <p:pic>
                    <p:nvPicPr>
                      <p:cNvPr id="29" name="Object 14">
                        <a:extLst>
                          <a:ext uri="{FF2B5EF4-FFF2-40B4-BE49-F238E27FC236}">
                            <a16:creationId xmlns:a16="http://schemas.microsoft.com/office/drawing/2014/main" id="{941A5887-DDE6-40B5-BB5E-F77C4D3F0703}"/>
                          </a:ext>
                        </a:extLst>
                      </p:cNvPr>
                      <p:cNvPicPr>
                        <a:picLocks noChangeAspect="1" noChangeArrowheads="1"/>
                      </p:cNvPicPr>
                      <p:nvPr/>
                    </p:nvPicPr>
                    <p:blipFill>
                      <a:blip r:embed="rId18"/>
                      <a:srcRect/>
                      <a:stretch>
                        <a:fillRect/>
                      </a:stretch>
                    </p:blipFill>
                    <p:spPr bwMode="auto">
                      <a:xfrm>
                        <a:off x="5503297" y="5096410"/>
                        <a:ext cx="966787"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Text Box 25">
            <a:extLst>
              <a:ext uri="{FF2B5EF4-FFF2-40B4-BE49-F238E27FC236}">
                <a16:creationId xmlns:a16="http://schemas.microsoft.com/office/drawing/2014/main" id="{078136EB-3E1A-4F43-887E-38B60E00BDFD}"/>
              </a:ext>
            </a:extLst>
          </p:cNvPr>
          <p:cNvSpPr txBox="1">
            <a:spLocks noChangeArrowheads="1"/>
          </p:cNvSpPr>
          <p:nvPr/>
        </p:nvSpPr>
        <p:spPr bwMode="auto">
          <a:xfrm>
            <a:off x="6569148" y="5083974"/>
            <a:ext cx="2358896" cy="54591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en-US" altLang="zh-CN"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λ</a:t>
            </a:r>
            <a:r>
              <a:rPr kumimoji="1" lang="zh-CN" altLang="en-US" sz="20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称特征方程特征根</a:t>
            </a:r>
            <a:endParaRPr kumimoji="1" lang="zh-CN" altLang="en-US" sz="28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2" name="Object 14">
            <a:extLst>
              <a:ext uri="{FF2B5EF4-FFF2-40B4-BE49-F238E27FC236}">
                <a16:creationId xmlns:a16="http://schemas.microsoft.com/office/drawing/2014/main" id="{016A61DC-AA16-46AE-8C13-95E5730DF168}"/>
              </a:ext>
            </a:extLst>
          </p:cNvPr>
          <p:cNvGraphicFramePr>
            <a:graphicFrameLocks noChangeAspect="1"/>
          </p:cNvGraphicFramePr>
          <p:nvPr>
            <p:extLst>
              <p:ext uri="{D42A27DB-BD31-4B8C-83A1-F6EECF244321}">
                <p14:modId xmlns:p14="http://schemas.microsoft.com/office/powerpoint/2010/main" val="2469266825"/>
              </p:ext>
            </p:extLst>
          </p:nvPr>
        </p:nvGraphicFramePr>
        <p:xfrm>
          <a:off x="1182569" y="2913332"/>
          <a:ext cx="2734940" cy="840712"/>
        </p:xfrm>
        <a:graphic>
          <a:graphicData uri="http://schemas.openxmlformats.org/presentationml/2006/ole">
            <mc:AlternateContent xmlns:mc="http://schemas.openxmlformats.org/markup-compatibility/2006">
              <mc:Choice xmlns:v="urn:schemas-microsoft-com:vml" Requires="v">
                <p:oleObj spid="_x0000_s202279" name="Equation" r:id="rId19" imgW="825480" imgH="253800" progId="Equation.DSMT4">
                  <p:embed/>
                </p:oleObj>
              </mc:Choice>
              <mc:Fallback>
                <p:oleObj name="Equation" r:id="rId19" imgW="825480" imgH="253800" progId="Equation.DSMT4">
                  <p:embed/>
                  <p:pic>
                    <p:nvPicPr>
                      <p:cNvPr id="15" name="Object 14">
                        <a:extLst>
                          <a:ext uri="{FF2B5EF4-FFF2-40B4-BE49-F238E27FC236}">
                            <a16:creationId xmlns:a16="http://schemas.microsoft.com/office/drawing/2014/main" id="{9CD033D9-689C-440E-B658-EC4197143C22}"/>
                          </a:ext>
                        </a:extLst>
                      </p:cNvPr>
                      <p:cNvPicPr>
                        <a:picLocks noChangeAspect="1" noChangeArrowheads="1"/>
                      </p:cNvPicPr>
                      <p:nvPr/>
                    </p:nvPicPr>
                    <p:blipFill>
                      <a:blip r:embed="rId20"/>
                      <a:srcRect/>
                      <a:stretch>
                        <a:fillRect/>
                      </a:stretch>
                    </p:blipFill>
                    <p:spPr bwMode="auto">
                      <a:xfrm>
                        <a:off x="1182569" y="2913332"/>
                        <a:ext cx="2734940" cy="840712"/>
                      </a:xfrm>
                      <a:prstGeom prst="rect">
                        <a:avLst/>
                      </a:prstGeom>
                      <a:solidFill>
                        <a:srgbClr val="99FF99"/>
                      </a:solidFill>
                      <a:ln>
                        <a:noFill/>
                      </a:ln>
                      <a:effectLst/>
                      <a:extLst/>
                    </p:spPr>
                  </p:pic>
                </p:oleObj>
              </mc:Fallback>
            </mc:AlternateContent>
          </a:graphicData>
        </a:graphic>
      </p:graphicFrame>
      <p:sp>
        <p:nvSpPr>
          <p:cNvPr id="33" name="箭头: 右 32">
            <a:extLst>
              <a:ext uri="{FF2B5EF4-FFF2-40B4-BE49-F238E27FC236}">
                <a16:creationId xmlns:a16="http://schemas.microsoft.com/office/drawing/2014/main" id="{E7349A83-430D-43CB-BE5C-D7DF050E83E8}"/>
              </a:ext>
            </a:extLst>
          </p:cNvPr>
          <p:cNvSpPr/>
          <p:nvPr/>
        </p:nvSpPr>
        <p:spPr bwMode="auto">
          <a:xfrm>
            <a:off x="5288090" y="4646096"/>
            <a:ext cx="618990" cy="189740"/>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24" name="Text Box 25">
            <a:extLst>
              <a:ext uri="{FF2B5EF4-FFF2-40B4-BE49-F238E27FC236}">
                <a16:creationId xmlns:a16="http://schemas.microsoft.com/office/drawing/2014/main" id="{B10E744E-FE94-4812-A97A-287BA67A6ACB}"/>
              </a:ext>
            </a:extLst>
          </p:cNvPr>
          <p:cNvSpPr txBox="1">
            <a:spLocks noChangeArrowheads="1"/>
          </p:cNvSpPr>
          <p:nvPr/>
        </p:nvSpPr>
        <p:spPr bwMode="auto">
          <a:xfrm>
            <a:off x="71720" y="34210"/>
            <a:ext cx="6321501"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noProof="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数学上</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一阶线性微分方程的标准形式（普遍性）</a:t>
            </a:r>
          </a:p>
        </p:txBody>
      </p:sp>
      <p:graphicFrame>
        <p:nvGraphicFramePr>
          <p:cNvPr id="25" name="Object 14">
            <a:extLst>
              <a:ext uri="{FF2B5EF4-FFF2-40B4-BE49-F238E27FC236}">
                <a16:creationId xmlns:a16="http://schemas.microsoft.com/office/drawing/2014/main" id="{E8362D54-D811-44D8-AFB4-3FF73BE63374}"/>
              </a:ext>
            </a:extLst>
          </p:cNvPr>
          <p:cNvGraphicFramePr>
            <a:graphicFrameLocks noChangeAspect="1"/>
          </p:cNvGraphicFramePr>
          <p:nvPr>
            <p:extLst>
              <p:ext uri="{D42A27DB-BD31-4B8C-83A1-F6EECF244321}">
                <p14:modId xmlns:p14="http://schemas.microsoft.com/office/powerpoint/2010/main" val="3653833417"/>
              </p:ext>
            </p:extLst>
          </p:nvPr>
        </p:nvGraphicFramePr>
        <p:xfrm>
          <a:off x="6901553" y="718421"/>
          <a:ext cx="1398587" cy="482600"/>
        </p:xfrm>
        <a:graphic>
          <a:graphicData uri="http://schemas.openxmlformats.org/presentationml/2006/ole">
            <mc:AlternateContent xmlns:mc="http://schemas.openxmlformats.org/markup-compatibility/2006">
              <mc:Choice xmlns:v="urn:schemas-microsoft-com:vml" Requires="v">
                <p:oleObj spid="_x0000_s202280" name="Equation" r:id="rId21" imgW="698400" imgH="241200" progId="Equation.DSMT4">
                  <p:embed/>
                </p:oleObj>
              </mc:Choice>
              <mc:Fallback>
                <p:oleObj name="Equation" r:id="rId21" imgW="698400" imgH="241200" progId="Equation.DSMT4">
                  <p:embed/>
                  <p:pic>
                    <p:nvPicPr>
                      <p:cNvPr id="17" name="Object 14">
                        <a:extLst>
                          <a:ext uri="{FF2B5EF4-FFF2-40B4-BE49-F238E27FC236}">
                            <a16:creationId xmlns:a16="http://schemas.microsoft.com/office/drawing/2014/main" id="{AA448BEB-4368-4E96-890B-D70B9C35FCFD}"/>
                          </a:ext>
                        </a:extLst>
                      </p:cNvPr>
                      <p:cNvPicPr>
                        <a:picLocks noChangeAspect="1" noChangeArrowheads="1"/>
                      </p:cNvPicPr>
                      <p:nvPr/>
                    </p:nvPicPr>
                    <p:blipFill>
                      <a:blip r:embed="rId22"/>
                      <a:srcRect/>
                      <a:stretch>
                        <a:fillRect/>
                      </a:stretch>
                    </p:blipFill>
                    <p:spPr bwMode="auto">
                      <a:xfrm>
                        <a:off x="6901553" y="718421"/>
                        <a:ext cx="1398587"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 name="Text Box 25">
            <a:extLst>
              <a:ext uri="{FF2B5EF4-FFF2-40B4-BE49-F238E27FC236}">
                <a16:creationId xmlns:a16="http://schemas.microsoft.com/office/drawing/2014/main" id="{758CBE58-C5B3-4B0B-B6D8-8F8D2F7EDF7C}"/>
              </a:ext>
            </a:extLst>
          </p:cNvPr>
          <p:cNvSpPr txBox="1">
            <a:spLocks noChangeArrowheads="1"/>
          </p:cNvSpPr>
          <p:nvPr/>
        </p:nvSpPr>
        <p:spPr bwMode="auto">
          <a:xfrm>
            <a:off x="539553" y="2237327"/>
            <a:ext cx="3866598"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lnSpc>
                <a:spcPts val="4000"/>
              </a:lnSpc>
              <a:spcBef>
                <a:spcPct val="50000"/>
              </a:spcBef>
              <a:defRPr/>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特解</a:t>
            </a:r>
            <a:r>
              <a:rPr kumimoji="1" lang="en-US" altLang="zh-CN" sz="24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y</a:t>
            </a:r>
            <a:r>
              <a:rPr kumimoji="1" lang="en-US" altLang="zh-CN" sz="2400" b="1"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满足非齐次微分方程：</a:t>
            </a:r>
          </a:p>
        </p:txBody>
      </p:sp>
      <p:graphicFrame>
        <p:nvGraphicFramePr>
          <p:cNvPr id="36" name="Object 14">
            <a:extLst>
              <a:ext uri="{FF2B5EF4-FFF2-40B4-BE49-F238E27FC236}">
                <a16:creationId xmlns:a16="http://schemas.microsoft.com/office/drawing/2014/main" id="{60729E6A-2007-4249-A687-7793C0A4FEC2}"/>
              </a:ext>
            </a:extLst>
          </p:cNvPr>
          <p:cNvGraphicFramePr>
            <a:graphicFrameLocks noChangeAspect="1"/>
          </p:cNvGraphicFramePr>
          <p:nvPr>
            <p:extLst>
              <p:ext uri="{D42A27DB-BD31-4B8C-83A1-F6EECF244321}">
                <p14:modId xmlns:p14="http://schemas.microsoft.com/office/powerpoint/2010/main" val="3294440321"/>
              </p:ext>
            </p:extLst>
          </p:nvPr>
        </p:nvGraphicFramePr>
        <p:xfrm>
          <a:off x="4554433" y="2049814"/>
          <a:ext cx="2592387" cy="838200"/>
        </p:xfrm>
        <a:graphic>
          <a:graphicData uri="http://schemas.openxmlformats.org/presentationml/2006/ole">
            <mc:AlternateContent xmlns:mc="http://schemas.openxmlformats.org/markup-compatibility/2006">
              <mc:Choice xmlns:v="urn:schemas-microsoft-com:vml" Requires="v">
                <p:oleObj spid="_x0000_s202281" name="Equation" r:id="rId23" imgW="1295280" imgH="419040" progId="Equation.DSMT4">
                  <p:embed/>
                </p:oleObj>
              </mc:Choice>
              <mc:Fallback>
                <p:oleObj name="Equation" r:id="rId23" imgW="1295280" imgH="419040" progId="Equation.DSMT4">
                  <p:embed/>
                  <p:pic>
                    <p:nvPicPr>
                      <p:cNvPr id="14" name="Object 14">
                        <a:extLst>
                          <a:ext uri="{FF2B5EF4-FFF2-40B4-BE49-F238E27FC236}">
                            <a16:creationId xmlns:a16="http://schemas.microsoft.com/office/drawing/2014/main" id="{981167EF-D355-4189-B410-98451F9DE8A8}"/>
                          </a:ext>
                        </a:extLst>
                      </p:cNvPr>
                      <p:cNvPicPr>
                        <a:picLocks noChangeAspect="1" noChangeArrowheads="1"/>
                      </p:cNvPicPr>
                      <p:nvPr/>
                    </p:nvPicPr>
                    <p:blipFill>
                      <a:blip r:embed="rId24"/>
                      <a:srcRect/>
                      <a:stretch>
                        <a:fillRect/>
                      </a:stretch>
                    </p:blipFill>
                    <p:spPr bwMode="auto">
                      <a:xfrm>
                        <a:off x="4554433" y="2049814"/>
                        <a:ext cx="25923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14">
            <a:extLst>
              <a:ext uri="{FF2B5EF4-FFF2-40B4-BE49-F238E27FC236}">
                <a16:creationId xmlns:a16="http://schemas.microsoft.com/office/drawing/2014/main" id="{906E350E-C9D0-4AAD-B5F2-46BA1A316FD9}"/>
              </a:ext>
            </a:extLst>
          </p:cNvPr>
          <p:cNvGraphicFramePr>
            <a:graphicFrameLocks noChangeAspect="1"/>
          </p:cNvGraphicFramePr>
          <p:nvPr>
            <p:extLst>
              <p:ext uri="{D42A27DB-BD31-4B8C-83A1-F6EECF244321}">
                <p14:modId xmlns:p14="http://schemas.microsoft.com/office/powerpoint/2010/main" val="3721572140"/>
              </p:ext>
            </p:extLst>
          </p:nvPr>
        </p:nvGraphicFramePr>
        <p:xfrm>
          <a:off x="2163696" y="3770838"/>
          <a:ext cx="1398587" cy="482600"/>
        </p:xfrm>
        <a:graphic>
          <a:graphicData uri="http://schemas.openxmlformats.org/presentationml/2006/ole">
            <mc:AlternateContent xmlns:mc="http://schemas.openxmlformats.org/markup-compatibility/2006">
              <mc:Choice xmlns:v="urn:schemas-microsoft-com:vml" Requires="v">
                <p:oleObj spid="_x0000_s202282" name="Equation" r:id="rId25" imgW="698400" imgH="241200" progId="Equation.DSMT4">
                  <p:embed/>
                </p:oleObj>
              </mc:Choice>
              <mc:Fallback>
                <p:oleObj name="Equation" r:id="rId25" imgW="698400" imgH="241200" progId="Equation.DSMT4">
                  <p:embed/>
                  <p:pic>
                    <p:nvPicPr>
                      <p:cNvPr id="25" name="Object 14">
                        <a:extLst>
                          <a:ext uri="{FF2B5EF4-FFF2-40B4-BE49-F238E27FC236}">
                            <a16:creationId xmlns:a16="http://schemas.microsoft.com/office/drawing/2014/main" id="{E8362D54-D811-44D8-AFB4-3FF73BE63374}"/>
                          </a:ext>
                        </a:extLst>
                      </p:cNvPr>
                      <p:cNvPicPr>
                        <a:picLocks noChangeAspect="1" noChangeArrowheads="1"/>
                      </p:cNvPicPr>
                      <p:nvPr/>
                    </p:nvPicPr>
                    <p:blipFill>
                      <a:blip r:embed="rId22"/>
                      <a:srcRect/>
                      <a:stretch>
                        <a:fillRect/>
                      </a:stretch>
                    </p:blipFill>
                    <p:spPr bwMode="auto">
                      <a:xfrm>
                        <a:off x="2163696" y="3770838"/>
                        <a:ext cx="1398587"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14">
            <a:extLst>
              <a:ext uri="{FF2B5EF4-FFF2-40B4-BE49-F238E27FC236}">
                <a16:creationId xmlns:a16="http://schemas.microsoft.com/office/drawing/2014/main" id="{B9F1A471-45EA-4976-8481-C2E3DFCFCECD}"/>
              </a:ext>
            </a:extLst>
          </p:cNvPr>
          <p:cNvGraphicFramePr>
            <a:graphicFrameLocks noChangeAspect="1"/>
          </p:cNvGraphicFramePr>
          <p:nvPr>
            <p:extLst>
              <p:ext uri="{D42A27DB-BD31-4B8C-83A1-F6EECF244321}">
                <p14:modId xmlns:p14="http://schemas.microsoft.com/office/powerpoint/2010/main" val="50366246"/>
              </p:ext>
            </p:extLst>
          </p:nvPr>
        </p:nvGraphicFramePr>
        <p:xfrm>
          <a:off x="3655591" y="3672420"/>
          <a:ext cx="1449387" cy="533400"/>
        </p:xfrm>
        <a:graphic>
          <a:graphicData uri="http://schemas.openxmlformats.org/presentationml/2006/ole">
            <mc:AlternateContent xmlns:mc="http://schemas.openxmlformats.org/markup-compatibility/2006">
              <mc:Choice xmlns:v="urn:schemas-microsoft-com:vml" Requires="v">
                <p:oleObj spid="_x0000_s202283" name="Equation" r:id="rId26" imgW="723600" imgH="266400" progId="Equation.DSMT4">
                  <p:embed/>
                </p:oleObj>
              </mc:Choice>
              <mc:Fallback>
                <p:oleObj name="Equation" r:id="rId26" imgW="723600" imgH="266400" progId="Equation.DSMT4">
                  <p:embed/>
                  <p:pic>
                    <p:nvPicPr>
                      <p:cNvPr id="17" name="Object 14">
                        <a:extLst>
                          <a:ext uri="{FF2B5EF4-FFF2-40B4-BE49-F238E27FC236}">
                            <a16:creationId xmlns:a16="http://schemas.microsoft.com/office/drawing/2014/main" id="{AA448BEB-4368-4E96-890B-D70B9C35FCFD}"/>
                          </a:ext>
                        </a:extLst>
                      </p:cNvPr>
                      <p:cNvPicPr>
                        <a:picLocks noChangeAspect="1" noChangeArrowheads="1"/>
                      </p:cNvPicPr>
                      <p:nvPr/>
                    </p:nvPicPr>
                    <p:blipFill>
                      <a:blip r:embed="rId27"/>
                      <a:srcRect/>
                      <a:stretch>
                        <a:fillRect/>
                      </a:stretch>
                    </p:blipFill>
                    <p:spPr bwMode="auto">
                      <a:xfrm>
                        <a:off x="3655591" y="3672420"/>
                        <a:ext cx="144938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14">
            <a:extLst>
              <a:ext uri="{FF2B5EF4-FFF2-40B4-BE49-F238E27FC236}">
                <a16:creationId xmlns:a16="http://schemas.microsoft.com/office/drawing/2014/main" id="{972627B2-B029-4A3C-B1CA-21B223A73F72}"/>
              </a:ext>
            </a:extLst>
          </p:cNvPr>
          <p:cNvGraphicFramePr>
            <a:graphicFrameLocks noChangeAspect="1"/>
          </p:cNvGraphicFramePr>
          <p:nvPr>
            <p:extLst>
              <p:ext uri="{D42A27DB-BD31-4B8C-83A1-F6EECF244321}">
                <p14:modId xmlns:p14="http://schemas.microsoft.com/office/powerpoint/2010/main" val="2321553021"/>
              </p:ext>
            </p:extLst>
          </p:nvPr>
        </p:nvGraphicFramePr>
        <p:xfrm>
          <a:off x="5234910" y="3656878"/>
          <a:ext cx="3100388" cy="660400"/>
        </p:xfrm>
        <a:graphic>
          <a:graphicData uri="http://schemas.openxmlformats.org/presentationml/2006/ole">
            <mc:AlternateContent xmlns:mc="http://schemas.openxmlformats.org/markup-compatibility/2006">
              <mc:Choice xmlns:v="urn:schemas-microsoft-com:vml" Requires="v">
                <p:oleObj spid="_x0000_s202284" name="Equation" r:id="rId28" imgW="1549080" imgH="330120" progId="Equation.DSMT4">
                  <p:embed/>
                </p:oleObj>
              </mc:Choice>
              <mc:Fallback>
                <p:oleObj name="Equation" r:id="rId28" imgW="1549080" imgH="330120" progId="Equation.DSMT4">
                  <p:embed/>
                  <p:pic>
                    <p:nvPicPr>
                      <p:cNvPr id="18" name="Object 14">
                        <a:extLst>
                          <a:ext uri="{FF2B5EF4-FFF2-40B4-BE49-F238E27FC236}">
                            <a16:creationId xmlns:a16="http://schemas.microsoft.com/office/drawing/2014/main" id="{C4BEE413-D468-4981-8405-42365CFA16C2}"/>
                          </a:ext>
                        </a:extLst>
                      </p:cNvPr>
                      <p:cNvPicPr>
                        <a:picLocks noChangeAspect="1" noChangeArrowheads="1"/>
                      </p:cNvPicPr>
                      <p:nvPr/>
                    </p:nvPicPr>
                    <p:blipFill>
                      <a:blip r:embed="rId29"/>
                      <a:srcRect/>
                      <a:stretch>
                        <a:fillRect/>
                      </a:stretch>
                    </p:blipFill>
                    <p:spPr bwMode="auto">
                      <a:xfrm>
                        <a:off x="5234910" y="3656878"/>
                        <a:ext cx="3100388"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 name="直接连接符 4">
            <a:extLst>
              <a:ext uri="{FF2B5EF4-FFF2-40B4-BE49-F238E27FC236}">
                <a16:creationId xmlns:a16="http://schemas.microsoft.com/office/drawing/2014/main" id="{A6B8DEB5-2934-4680-9209-9174542C57EF}"/>
              </a:ext>
            </a:extLst>
          </p:cNvPr>
          <p:cNvCxnSpPr>
            <a:cxnSpLocks/>
          </p:cNvCxnSpPr>
          <p:nvPr/>
        </p:nvCxnSpPr>
        <p:spPr bwMode="auto">
          <a:xfrm>
            <a:off x="46370" y="4252548"/>
            <a:ext cx="8964488" cy="32107"/>
          </a:xfrm>
          <a:prstGeom prst="line">
            <a:avLst/>
          </a:prstGeom>
          <a:solidFill>
            <a:schemeClr val="accent1"/>
          </a:solidFill>
          <a:ln w="9525" cap="flat" cmpd="sng" algn="ctr">
            <a:solidFill>
              <a:srgbClr val="0000C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 Box 25">
            <a:extLst>
              <a:ext uri="{FF2B5EF4-FFF2-40B4-BE49-F238E27FC236}">
                <a16:creationId xmlns:a16="http://schemas.microsoft.com/office/drawing/2014/main" id="{151A9E65-8EBA-4B03-AA9D-E5D58A2847B7}"/>
              </a:ext>
            </a:extLst>
          </p:cNvPr>
          <p:cNvSpPr txBox="1">
            <a:spLocks noChangeArrowheads="1"/>
          </p:cNvSpPr>
          <p:nvPr/>
        </p:nvSpPr>
        <p:spPr bwMode="auto">
          <a:xfrm>
            <a:off x="0" y="4347876"/>
            <a:ext cx="3401006" cy="55976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具体针对一阶电路方程</a:t>
            </a:r>
          </a:p>
        </p:txBody>
      </p:sp>
      <p:graphicFrame>
        <p:nvGraphicFramePr>
          <p:cNvPr id="41" name="Object 14">
            <a:extLst>
              <a:ext uri="{FF2B5EF4-FFF2-40B4-BE49-F238E27FC236}">
                <a16:creationId xmlns:a16="http://schemas.microsoft.com/office/drawing/2014/main" id="{A14BAA26-5F4C-408A-BF22-093DD2D95510}"/>
              </a:ext>
            </a:extLst>
          </p:cNvPr>
          <p:cNvGraphicFramePr>
            <a:graphicFrameLocks noChangeAspect="1"/>
          </p:cNvGraphicFramePr>
          <p:nvPr>
            <p:extLst>
              <p:ext uri="{D42A27DB-BD31-4B8C-83A1-F6EECF244321}">
                <p14:modId xmlns:p14="http://schemas.microsoft.com/office/powerpoint/2010/main" val="3823871370"/>
              </p:ext>
            </p:extLst>
          </p:nvPr>
        </p:nvGraphicFramePr>
        <p:xfrm>
          <a:off x="282440" y="5063375"/>
          <a:ext cx="2058987" cy="609600"/>
        </p:xfrm>
        <a:graphic>
          <a:graphicData uri="http://schemas.openxmlformats.org/presentationml/2006/ole">
            <mc:AlternateContent xmlns:mc="http://schemas.openxmlformats.org/markup-compatibility/2006">
              <mc:Choice xmlns:v="urn:schemas-microsoft-com:vml" Requires="v">
                <p:oleObj spid="_x0000_s202285" name="Equation" r:id="rId30" imgW="1028520" imgH="304560" progId="Equation.DSMT4">
                  <p:embed/>
                </p:oleObj>
              </mc:Choice>
              <mc:Fallback>
                <p:oleObj name="Equation" r:id="rId30" imgW="1028520" imgH="304560" progId="Equation.DSMT4">
                  <p:embed/>
                  <p:pic>
                    <p:nvPicPr>
                      <p:cNvPr id="17" name="Object 14">
                        <a:extLst>
                          <a:ext uri="{FF2B5EF4-FFF2-40B4-BE49-F238E27FC236}">
                            <a16:creationId xmlns:a16="http://schemas.microsoft.com/office/drawing/2014/main" id="{AA448BEB-4368-4E96-890B-D70B9C35FCFD}"/>
                          </a:ext>
                        </a:extLst>
                      </p:cNvPr>
                      <p:cNvPicPr>
                        <a:picLocks noChangeAspect="1" noChangeArrowheads="1"/>
                      </p:cNvPicPr>
                      <p:nvPr/>
                    </p:nvPicPr>
                    <p:blipFill>
                      <a:blip r:embed="rId31"/>
                      <a:srcRect/>
                      <a:stretch>
                        <a:fillRect/>
                      </a:stretch>
                    </p:blipFill>
                    <p:spPr bwMode="auto">
                      <a:xfrm>
                        <a:off x="282440" y="5063375"/>
                        <a:ext cx="205898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14">
            <a:extLst>
              <a:ext uri="{FF2B5EF4-FFF2-40B4-BE49-F238E27FC236}">
                <a16:creationId xmlns:a16="http://schemas.microsoft.com/office/drawing/2014/main" id="{59BE1815-EB41-4430-8F5F-FA52C34E403C}"/>
              </a:ext>
            </a:extLst>
          </p:cNvPr>
          <p:cNvGraphicFramePr>
            <a:graphicFrameLocks noChangeAspect="1"/>
          </p:cNvGraphicFramePr>
          <p:nvPr>
            <p:extLst>
              <p:ext uri="{D42A27DB-BD31-4B8C-83A1-F6EECF244321}">
                <p14:modId xmlns:p14="http://schemas.microsoft.com/office/powerpoint/2010/main" val="873757559"/>
              </p:ext>
            </p:extLst>
          </p:nvPr>
        </p:nvGraphicFramePr>
        <p:xfrm>
          <a:off x="156808" y="5684396"/>
          <a:ext cx="3762375" cy="660400"/>
        </p:xfrm>
        <a:graphic>
          <a:graphicData uri="http://schemas.openxmlformats.org/presentationml/2006/ole">
            <mc:AlternateContent xmlns:mc="http://schemas.openxmlformats.org/markup-compatibility/2006">
              <mc:Choice xmlns:v="urn:schemas-microsoft-com:vml" Requires="v">
                <p:oleObj spid="_x0000_s202286" name="Equation" r:id="rId32" imgW="1879560" imgH="330120" progId="Equation.DSMT4">
                  <p:embed/>
                </p:oleObj>
              </mc:Choice>
              <mc:Fallback>
                <p:oleObj name="Equation" r:id="rId32" imgW="1879560" imgH="330120" progId="Equation.DSMT4">
                  <p:embed/>
                  <p:pic>
                    <p:nvPicPr>
                      <p:cNvPr id="18" name="Object 14">
                        <a:extLst>
                          <a:ext uri="{FF2B5EF4-FFF2-40B4-BE49-F238E27FC236}">
                            <a16:creationId xmlns:a16="http://schemas.microsoft.com/office/drawing/2014/main" id="{C4BEE413-D468-4981-8405-42365CFA16C2}"/>
                          </a:ext>
                        </a:extLst>
                      </p:cNvPr>
                      <p:cNvPicPr>
                        <a:picLocks noChangeAspect="1" noChangeArrowheads="1"/>
                      </p:cNvPicPr>
                      <p:nvPr/>
                    </p:nvPicPr>
                    <p:blipFill>
                      <a:blip r:embed="rId33"/>
                      <a:srcRect/>
                      <a:stretch>
                        <a:fillRect/>
                      </a:stretch>
                    </p:blipFill>
                    <p:spPr bwMode="auto">
                      <a:xfrm>
                        <a:off x="156808" y="5684396"/>
                        <a:ext cx="376237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 name="Object 14">
            <a:extLst>
              <a:ext uri="{FF2B5EF4-FFF2-40B4-BE49-F238E27FC236}">
                <a16:creationId xmlns:a16="http://schemas.microsoft.com/office/drawing/2014/main" id="{7D4B7A23-C06D-47E4-AAFB-2FD192E11940}"/>
              </a:ext>
            </a:extLst>
          </p:cNvPr>
          <p:cNvGraphicFramePr>
            <a:graphicFrameLocks noChangeAspect="1"/>
          </p:cNvGraphicFramePr>
          <p:nvPr>
            <p:extLst>
              <p:ext uri="{D42A27DB-BD31-4B8C-83A1-F6EECF244321}">
                <p14:modId xmlns:p14="http://schemas.microsoft.com/office/powerpoint/2010/main" val="3181211263"/>
              </p:ext>
            </p:extLst>
          </p:nvPr>
        </p:nvGraphicFramePr>
        <p:xfrm>
          <a:off x="4040188" y="5661025"/>
          <a:ext cx="2389187" cy="812800"/>
        </p:xfrm>
        <a:graphic>
          <a:graphicData uri="http://schemas.openxmlformats.org/presentationml/2006/ole">
            <mc:AlternateContent xmlns:mc="http://schemas.openxmlformats.org/markup-compatibility/2006">
              <mc:Choice xmlns:v="urn:schemas-microsoft-com:vml" Requires="v">
                <p:oleObj spid="_x0000_s202287" name="Equation" r:id="rId34" imgW="1193760" imgH="406080" progId="Equation.DSMT4">
                  <p:embed/>
                </p:oleObj>
              </mc:Choice>
              <mc:Fallback>
                <p:oleObj name="Equation" r:id="rId34" imgW="1193760" imgH="406080" progId="Equation.DSMT4">
                  <p:embed/>
                  <p:pic>
                    <p:nvPicPr>
                      <p:cNvPr id="42" name="Object 14">
                        <a:extLst>
                          <a:ext uri="{FF2B5EF4-FFF2-40B4-BE49-F238E27FC236}">
                            <a16:creationId xmlns:a16="http://schemas.microsoft.com/office/drawing/2014/main" id="{59BE1815-EB41-4430-8F5F-FA52C34E403C}"/>
                          </a:ext>
                        </a:extLst>
                      </p:cNvPr>
                      <p:cNvPicPr>
                        <a:picLocks noChangeAspect="1" noChangeArrowheads="1"/>
                      </p:cNvPicPr>
                      <p:nvPr/>
                    </p:nvPicPr>
                    <p:blipFill>
                      <a:blip r:embed="rId35"/>
                      <a:srcRect/>
                      <a:stretch>
                        <a:fillRect/>
                      </a:stretch>
                    </p:blipFill>
                    <p:spPr bwMode="auto">
                      <a:xfrm>
                        <a:off x="4040188" y="5661025"/>
                        <a:ext cx="2389187"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 name="Object 14">
            <a:extLst>
              <a:ext uri="{FF2B5EF4-FFF2-40B4-BE49-F238E27FC236}">
                <a16:creationId xmlns:a16="http://schemas.microsoft.com/office/drawing/2014/main" id="{601D3039-090E-4B99-AEBE-5DB61082E2DD}"/>
              </a:ext>
            </a:extLst>
          </p:cNvPr>
          <p:cNvGraphicFramePr>
            <a:graphicFrameLocks noChangeAspect="1"/>
          </p:cNvGraphicFramePr>
          <p:nvPr>
            <p:extLst>
              <p:ext uri="{D42A27DB-BD31-4B8C-83A1-F6EECF244321}">
                <p14:modId xmlns:p14="http://schemas.microsoft.com/office/powerpoint/2010/main" val="1706261677"/>
              </p:ext>
            </p:extLst>
          </p:nvPr>
        </p:nvGraphicFramePr>
        <p:xfrm>
          <a:off x="6740525" y="5661025"/>
          <a:ext cx="1982788" cy="812800"/>
        </p:xfrm>
        <a:graphic>
          <a:graphicData uri="http://schemas.openxmlformats.org/presentationml/2006/ole">
            <mc:AlternateContent xmlns:mc="http://schemas.openxmlformats.org/markup-compatibility/2006">
              <mc:Choice xmlns:v="urn:schemas-microsoft-com:vml" Requires="v">
                <p:oleObj spid="_x0000_s202288" name="Equation" r:id="rId36" imgW="990360" imgH="406080" progId="Equation.DSMT4">
                  <p:embed/>
                </p:oleObj>
              </mc:Choice>
              <mc:Fallback>
                <p:oleObj name="Equation" r:id="rId36" imgW="990360" imgH="406080" progId="Equation.DSMT4">
                  <p:embed/>
                  <p:pic>
                    <p:nvPicPr>
                      <p:cNvPr id="43" name="Object 14">
                        <a:extLst>
                          <a:ext uri="{FF2B5EF4-FFF2-40B4-BE49-F238E27FC236}">
                            <a16:creationId xmlns:a16="http://schemas.microsoft.com/office/drawing/2014/main" id="{7D4B7A23-C06D-47E4-AAFB-2FD192E11940}"/>
                          </a:ext>
                        </a:extLst>
                      </p:cNvPr>
                      <p:cNvPicPr>
                        <a:picLocks noChangeAspect="1" noChangeArrowheads="1"/>
                      </p:cNvPicPr>
                      <p:nvPr/>
                    </p:nvPicPr>
                    <p:blipFill>
                      <a:blip r:embed="rId37"/>
                      <a:srcRect/>
                      <a:stretch>
                        <a:fillRect/>
                      </a:stretch>
                    </p:blipFill>
                    <p:spPr bwMode="auto">
                      <a:xfrm>
                        <a:off x="6740525" y="5661025"/>
                        <a:ext cx="1982788"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 name="Text Box 25">
            <a:extLst>
              <a:ext uri="{FF2B5EF4-FFF2-40B4-BE49-F238E27FC236}">
                <a16:creationId xmlns:a16="http://schemas.microsoft.com/office/drawing/2014/main" id="{54077343-2342-4C74-8016-AAF88C0874CC}"/>
              </a:ext>
            </a:extLst>
          </p:cNvPr>
          <p:cNvSpPr txBox="1">
            <a:spLocks noChangeArrowheads="1"/>
          </p:cNvSpPr>
          <p:nvPr/>
        </p:nvSpPr>
        <p:spPr bwMode="auto">
          <a:xfrm>
            <a:off x="524137" y="2298594"/>
            <a:ext cx="7207383" cy="559769"/>
          </a:xfrm>
          <a:prstGeom prst="rect">
            <a:avLst/>
          </a:prstGeom>
          <a:solidFill>
            <a:srgbClr val="99FF99"/>
          </a:solid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针对一阶线性动态电路电路方程其解的结构形式为</a:t>
            </a:r>
          </a:p>
        </p:txBody>
      </p:sp>
    </p:spTree>
    <p:extLst>
      <p:ext uri="{BB962C8B-B14F-4D97-AF65-F5344CB8AC3E}">
        <p14:creationId xmlns:p14="http://schemas.microsoft.com/office/powerpoint/2010/main" val="285635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2903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4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3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4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6"/>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3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19" grpId="0"/>
      <p:bldP spid="21" grpId="0"/>
      <p:bldP spid="23" grpId="0"/>
      <p:bldP spid="31" grpId="0"/>
      <p:bldP spid="33" grpId="0" animBg="1"/>
      <p:bldP spid="35" grpId="0"/>
      <p:bldP spid="40" grpId="0"/>
      <p:bldP spid="4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a:extLst>
              <a:ext uri="{FF2B5EF4-FFF2-40B4-BE49-F238E27FC236}">
                <a16:creationId xmlns:a16="http://schemas.microsoft.com/office/drawing/2014/main" id="{39EA962C-529F-4084-83DE-DAF813A90C87}"/>
              </a:ext>
            </a:extLst>
          </p:cNvPr>
          <p:cNvSpPr txBox="1">
            <a:spLocks noChangeArrowheads="1"/>
          </p:cNvSpPr>
          <p:nvPr/>
        </p:nvSpPr>
        <p:spPr bwMode="auto">
          <a:xfrm>
            <a:off x="169068" y="873283"/>
            <a:ext cx="7056437" cy="36933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分析动态电路的基本依据：</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KCL KVL VAR</a:t>
            </a:r>
          </a:p>
        </p:txBody>
      </p:sp>
      <p:sp>
        <p:nvSpPr>
          <p:cNvPr id="256004" name="Text Box 4">
            <a:extLst>
              <a:ext uri="{FF2B5EF4-FFF2-40B4-BE49-F238E27FC236}">
                <a16:creationId xmlns:a16="http://schemas.microsoft.com/office/drawing/2014/main" id="{C189C2D9-3AD7-4E46-A7F0-83F23006B8B4}"/>
              </a:ext>
            </a:extLst>
          </p:cNvPr>
          <p:cNvSpPr txBox="1">
            <a:spLocks noChangeArrowheads="1"/>
          </p:cNvSpPr>
          <p:nvPr/>
        </p:nvSpPr>
        <p:spPr bwMode="auto">
          <a:xfrm>
            <a:off x="854432" y="2168872"/>
            <a:ext cx="1723549"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动态电路的</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分析方法</a:t>
            </a:r>
          </a:p>
        </p:txBody>
      </p:sp>
      <p:sp>
        <p:nvSpPr>
          <p:cNvPr id="256005" name="AutoShape 5">
            <a:extLst>
              <a:ext uri="{FF2B5EF4-FFF2-40B4-BE49-F238E27FC236}">
                <a16:creationId xmlns:a16="http://schemas.microsoft.com/office/drawing/2014/main" id="{39E39E45-3A25-4D8C-A050-D07E6F2A0AEB}"/>
              </a:ext>
            </a:extLst>
          </p:cNvPr>
          <p:cNvSpPr>
            <a:spLocks/>
          </p:cNvSpPr>
          <p:nvPr/>
        </p:nvSpPr>
        <p:spPr bwMode="auto">
          <a:xfrm>
            <a:off x="2555875" y="1757710"/>
            <a:ext cx="360363" cy="2087563"/>
          </a:xfrm>
          <a:prstGeom prst="leftBrace">
            <a:avLst>
              <a:gd name="adj1" fmla="val 48275"/>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006" name="Text Box 6">
            <a:extLst>
              <a:ext uri="{FF2B5EF4-FFF2-40B4-BE49-F238E27FC236}">
                <a16:creationId xmlns:a16="http://schemas.microsoft.com/office/drawing/2014/main" id="{595E70BC-B08A-4D6E-986F-E2752C08560A}"/>
              </a:ext>
            </a:extLst>
          </p:cNvPr>
          <p:cNvSpPr txBox="1">
            <a:spLocks noChangeArrowheads="1"/>
          </p:cNvSpPr>
          <p:nvPr/>
        </p:nvSpPr>
        <p:spPr bwMode="auto">
          <a:xfrm>
            <a:off x="2991188" y="1859459"/>
            <a:ext cx="203132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时域分析方法</a:t>
            </a:r>
          </a:p>
        </p:txBody>
      </p:sp>
      <p:sp>
        <p:nvSpPr>
          <p:cNvPr id="256007" name="Text Box 7">
            <a:extLst>
              <a:ext uri="{FF2B5EF4-FFF2-40B4-BE49-F238E27FC236}">
                <a16:creationId xmlns:a16="http://schemas.microsoft.com/office/drawing/2014/main" id="{ACF5FEE7-3689-4043-8B66-5787928391FF}"/>
              </a:ext>
            </a:extLst>
          </p:cNvPr>
          <p:cNvSpPr txBox="1">
            <a:spLocks noChangeArrowheads="1"/>
          </p:cNvSpPr>
          <p:nvPr/>
        </p:nvSpPr>
        <p:spPr bwMode="auto">
          <a:xfrm>
            <a:off x="3015893" y="3529509"/>
            <a:ext cx="233910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复频域分析方法</a:t>
            </a:r>
          </a:p>
        </p:txBody>
      </p:sp>
      <p:sp>
        <p:nvSpPr>
          <p:cNvPr id="256008" name="Text Box 8">
            <a:extLst>
              <a:ext uri="{FF2B5EF4-FFF2-40B4-BE49-F238E27FC236}">
                <a16:creationId xmlns:a16="http://schemas.microsoft.com/office/drawing/2014/main" id="{5B493F11-FBC1-496D-9394-67BBC39C9295}"/>
              </a:ext>
            </a:extLst>
          </p:cNvPr>
          <p:cNvSpPr txBox="1">
            <a:spLocks noChangeArrowheads="1"/>
          </p:cNvSpPr>
          <p:nvPr/>
        </p:nvSpPr>
        <p:spPr bwMode="auto">
          <a:xfrm>
            <a:off x="5364163" y="1311811"/>
            <a:ext cx="3570208" cy="156966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经典分析方法</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卷积积分法（不讲）</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状态变量分析法（不讲）</a:t>
            </a:r>
          </a:p>
        </p:txBody>
      </p:sp>
      <p:sp>
        <p:nvSpPr>
          <p:cNvPr id="256009" name="AutoShape 9">
            <a:extLst>
              <a:ext uri="{FF2B5EF4-FFF2-40B4-BE49-F238E27FC236}">
                <a16:creationId xmlns:a16="http://schemas.microsoft.com/office/drawing/2014/main" id="{27AED89A-F776-48CD-BC76-A1D0066BFF57}"/>
              </a:ext>
            </a:extLst>
          </p:cNvPr>
          <p:cNvSpPr>
            <a:spLocks/>
          </p:cNvSpPr>
          <p:nvPr/>
        </p:nvSpPr>
        <p:spPr bwMode="auto">
          <a:xfrm>
            <a:off x="5148263" y="1268760"/>
            <a:ext cx="360362" cy="1800225"/>
          </a:xfrm>
          <a:prstGeom prst="leftBrace">
            <a:avLst>
              <a:gd name="adj1" fmla="val 41630"/>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010" name="AutoShape 10">
            <a:extLst>
              <a:ext uri="{FF2B5EF4-FFF2-40B4-BE49-F238E27FC236}">
                <a16:creationId xmlns:a16="http://schemas.microsoft.com/office/drawing/2014/main" id="{7DEB2F76-46E9-4F59-ACE1-EFC476B9295D}"/>
              </a:ext>
            </a:extLst>
          </p:cNvPr>
          <p:cNvSpPr>
            <a:spLocks noChangeArrowheads="1"/>
          </p:cNvSpPr>
          <p:nvPr/>
        </p:nvSpPr>
        <p:spPr bwMode="auto">
          <a:xfrm>
            <a:off x="3275653" y="1323964"/>
            <a:ext cx="1295400" cy="503237"/>
          </a:xfrm>
          <a:prstGeom prst="wedgeRoundRectCallout">
            <a:avLst>
              <a:gd name="adj1" fmla="val 19214"/>
              <a:gd name="adj2" fmla="val 89939"/>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本章讲</a:t>
            </a:r>
          </a:p>
        </p:txBody>
      </p:sp>
      <p:sp>
        <p:nvSpPr>
          <p:cNvPr id="256012" name="AutoShape 12">
            <a:extLst>
              <a:ext uri="{FF2B5EF4-FFF2-40B4-BE49-F238E27FC236}">
                <a16:creationId xmlns:a16="http://schemas.microsoft.com/office/drawing/2014/main" id="{6A1BB538-2E9A-4332-B8B3-7E6C1C0B0889}"/>
              </a:ext>
            </a:extLst>
          </p:cNvPr>
          <p:cNvSpPr>
            <a:spLocks noChangeArrowheads="1"/>
          </p:cNvSpPr>
          <p:nvPr/>
        </p:nvSpPr>
        <p:spPr bwMode="auto">
          <a:xfrm>
            <a:off x="7236797" y="739378"/>
            <a:ext cx="1655762" cy="503237"/>
          </a:xfrm>
          <a:prstGeom prst="wedgeRoundRectCallout">
            <a:avLst>
              <a:gd name="adj1" fmla="val -53993"/>
              <a:gd name="adj2" fmla="val 133665"/>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求解微分方程</a:t>
            </a:r>
          </a:p>
        </p:txBody>
      </p:sp>
      <p:sp>
        <p:nvSpPr>
          <p:cNvPr id="13" name="AutoShape 10">
            <a:extLst>
              <a:ext uri="{FF2B5EF4-FFF2-40B4-BE49-F238E27FC236}">
                <a16:creationId xmlns:a16="http://schemas.microsoft.com/office/drawing/2014/main" id="{3F10FA49-72E1-498E-8A63-A00B146C6634}"/>
              </a:ext>
            </a:extLst>
          </p:cNvPr>
          <p:cNvSpPr>
            <a:spLocks noChangeArrowheads="1"/>
          </p:cNvSpPr>
          <p:nvPr/>
        </p:nvSpPr>
        <p:spPr bwMode="auto">
          <a:xfrm>
            <a:off x="5580111" y="3593655"/>
            <a:ext cx="2592289" cy="397520"/>
          </a:xfrm>
          <a:prstGeom prst="wedgeRoundRectCallout">
            <a:avLst>
              <a:gd name="adj1" fmla="val -63148"/>
              <a:gd name="adj2" fmla="val -10130"/>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下学期第</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14</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章讲</a:t>
            </a:r>
          </a:p>
        </p:txBody>
      </p:sp>
    </p:spTree>
    <p:extLst>
      <p:ext uri="{BB962C8B-B14F-4D97-AF65-F5344CB8AC3E}">
        <p14:creationId xmlns:p14="http://schemas.microsoft.com/office/powerpoint/2010/main" val="27783811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wipe(left)">
                                      <p:cBhvr>
                                        <p:cTn id="7" dur="5000"/>
                                        <p:tgtEl>
                                          <p:spTgt spid="2560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04">
                                            <p:txEl>
                                              <p:pRg st="0" end="0"/>
                                            </p:txEl>
                                          </p:spTgt>
                                        </p:tgtEl>
                                        <p:attrNameLst>
                                          <p:attrName>style.visibility</p:attrName>
                                        </p:attrNameLst>
                                      </p:cBhvr>
                                      <p:to>
                                        <p:strVal val="visible"/>
                                      </p:to>
                                    </p:set>
                                    <p:animEffect transition="in" filter="wipe(left)">
                                      <p:cBhvr>
                                        <p:cTn id="12" dur="2000"/>
                                        <p:tgtEl>
                                          <p:spTgt spid="256004">
                                            <p:txEl>
                                              <p:pRg st="0" end="0"/>
                                            </p:txEl>
                                          </p:spTgt>
                                        </p:tgtEl>
                                      </p:cBhvr>
                                    </p:animEffect>
                                  </p:childTnLst>
                                </p:cTn>
                              </p:par>
                            </p:childTnLst>
                          </p:cTn>
                        </p:par>
                        <p:par>
                          <p:cTn id="13" fill="hold" nodeType="afterGroup">
                            <p:stCondLst>
                              <p:cond delay="2000"/>
                            </p:stCondLst>
                            <p:childTnLst>
                              <p:par>
                                <p:cTn id="14" presetID="22" presetClass="entr" presetSubtype="8" fill="hold" nodeType="afterEffect">
                                  <p:stCondLst>
                                    <p:cond delay="0"/>
                                  </p:stCondLst>
                                  <p:childTnLst>
                                    <p:set>
                                      <p:cBhvr>
                                        <p:cTn id="15" dur="1" fill="hold">
                                          <p:stCondLst>
                                            <p:cond delay="0"/>
                                          </p:stCondLst>
                                        </p:cTn>
                                        <p:tgtEl>
                                          <p:spTgt spid="256004">
                                            <p:txEl>
                                              <p:pRg st="1" end="1"/>
                                            </p:txEl>
                                          </p:spTgt>
                                        </p:tgtEl>
                                        <p:attrNameLst>
                                          <p:attrName>style.visibility</p:attrName>
                                        </p:attrNameLst>
                                      </p:cBhvr>
                                      <p:to>
                                        <p:strVal val="visible"/>
                                      </p:to>
                                    </p:set>
                                    <p:animEffect transition="in" filter="wipe(left)">
                                      <p:cBhvr>
                                        <p:cTn id="16" dur="2000"/>
                                        <p:tgtEl>
                                          <p:spTgt spid="256004">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56005"/>
                                        </p:tgtEl>
                                        <p:attrNameLst>
                                          <p:attrName>style.visibility</p:attrName>
                                        </p:attrNameLst>
                                      </p:cBhvr>
                                      <p:to>
                                        <p:strVal val="visible"/>
                                      </p:to>
                                    </p:set>
                                    <p:animEffect transition="in" filter="wipe(left)">
                                      <p:cBhvr>
                                        <p:cTn id="21" dur="1000"/>
                                        <p:tgtEl>
                                          <p:spTgt spid="25600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6006"/>
                                        </p:tgtEl>
                                        <p:attrNameLst>
                                          <p:attrName>style.visibility</p:attrName>
                                        </p:attrNameLst>
                                      </p:cBhvr>
                                      <p:to>
                                        <p:strVal val="visible"/>
                                      </p:to>
                                    </p:set>
                                    <p:animEffect transition="in" filter="wipe(left)">
                                      <p:cBhvr>
                                        <p:cTn id="26" dur="2000"/>
                                        <p:tgtEl>
                                          <p:spTgt spid="2560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6007"/>
                                        </p:tgtEl>
                                        <p:attrNameLst>
                                          <p:attrName>style.visibility</p:attrName>
                                        </p:attrNameLst>
                                      </p:cBhvr>
                                      <p:to>
                                        <p:strVal val="visible"/>
                                      </p:to>
                                    </p:set>
                                    <p:animEffect transition="in" filter="wipe(left)">
                                      <p:cBhvr>
                                        <p:cTn id="31" dur="2000"/>
                                        <p:tgtEl>
                                          <p:spTgt spid="2560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56009"/>
                                        </p:tgtEl>
                                        <p:attrNameLst>
                                          <p:attrName>style.visibility</p:attrName>
                                        </p:attrNameLst>
                                      </p:cBhvr>
                                      <p:to>
                                        <p:strVal val="visible"/>
                                      </p:to>
                                    </p:set>
                                    <p:animEffect transition="in" filter="wipe(left)">
                                      <p:cBhvr>
                                        <p:cTn id="36" dur="1000"/>
                                        <p:tgtEl>
                                          <p:spTgt spid="25600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6008">
                                            <p:txEl>
                                              <p:pRg st="0" end="0"/>
                                            </p:txEl>
                                          </p:spTgt>
                                        </p:tgtEl>
                                        <p:attrNameLst>
                                          <p:attrName>style.visibility</p:attrName>
                                        </p:attrNameLst>
                                      </p:cBhvr>
                                      <p:to>
                                        <p:strVal val="visible"/>
                                      </p:to>
                                    </p:set>
                                    <p:animEffect transition="in" filter="wipe(left)">
                                      <p:cBhvr>
                                        <p:cTn id="41" dur="3000"/>
                                        <p:tgtEl>
                                          <p:spTgt spid="256008">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6008">
                                            <p:txEl>
                                              <p:pRg st="1" end="1"/>
                                            </p:txEl>
                                          </p:spTgt>
                                        </p:tgtEl>
                                        <p:attrNameLst>
                                          <p:attrName>style.visibility</p:attrName>
                                        </p:attrNameLst>
                                      </p:cBhvr>
                                      <p:to>
                                        <p:strVal val="visible"/>
                                      </p:to>
                                    </p:set>
                                    <p:animEffect transition="in" filter="wipe(left)">
                                      <p:cBhvr>
                                        <p:cTn id="46" dur="3000"/>
                                        <p:tgtEl>
                                          <p:spTgt spid="256008">
                                            <p:txEl>
                                              <p:pRg st="1" end="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6008">
                                            <p:txEl>
                                              <p:pRg st="2" end="2"/>
                                            </p:txEl>
                                          </p:spTgt>
                                        </p:tgtEl>
                                        <p:attrNameLst>
                                          <p:attrName>style.visibility</p:attrName>
                                        </p:attrNameLst>
                                      </p:cBhvr>
                                      <p:to>
                                        <p:strVal val="visible"/>
                                      </p:to>
                                    </p:set>
                                    <p:animEffect transition="in" filter="wipe(left)">
                                      <p:cBhvr>
                                        <p:cTn id="51" dur="3000"/>
                                        <p:tgtEl>
                                          <p:spTgt spid="256008">
                                            <p:txEl>
                                              <p:pRg st="2" end="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8" presetClass="entr" presetSubtype="16" fill="hold" grpId="0" nodeType="clickEffect">
                                  <p:stCondLst>
                                    <p:cond delay="0"/>
                                  </p:stCondLst>
                                  <p:childTnLst>
                                    <p:set>
                                      <p:cBhvr>
                                        <p:cTn id="55" dur="1" fill="hold">
                                          <p:stCondLst>
                                            <p:cond delay="0"/>
                                          </p:stCondLst>
                                        </p:cTn>
                                        <p:tgtEl>
                                          <p:spTgt spid="256010"/>
                                        </p:tgtEl>
                                        <p:attrNameLst>
                                          <p:attrName>style.visibility</p:attrName>
                                        </p:attrNameLst>
                                      </p:cBhvr>
                                      <p:to>
                                        <p:strVal val="visible"/>
                                      </p:to>
                                    </p:set>
                                    <p:animEffect transition="in" filter="diamond(in)">
                                      <p:cBhvr>
                                        <p:cTn id="56" dur="2000"/>
                                        <p:tgtEl>
                                          <p:spTgt spid="25601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8" presetClass="entr" presetSubtype="32" fill="hold" grpId="0" nodeType="clickEffect">
                                  <p:stCondLst>
                                    <p:cond delay="0"/>
                                  </p:stCondLst>
                                  <p:childTnLst>
                                    <p:set>
                                      <p:cBhvr>
                                        <p:cTn id="60" dur="1" fill="hold">
                                          <p:stCondLst>
                                            <p:cond delay="0"/>
                                          </p:stCondLst>
                                        </p:cTn>
                                        <p:tgtEl>
                                          <p:spTgt spid="256012"/>
                                        </p:tgtEl>
                                        <p:attrNameLst>
                                          <p:attrName>style.visibility</p:attrName>
                                        </p:attrNameLst>
                                      </p:cBhvr>
                                      <p:to>
                                        <p:strVal val="visible"/>
                                      </p:to>
                                    </p:set>
                                    <p:animEffect transition="in" filter="diamond(out)">
                                      <p:cBhvr>
                                        <p:cTn id="61" dur="2000"/>
                                        <p:tgtEl>
                                          <p:spTgt spid="256012"/>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ntr" presetSubtype="16"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amond(in)">
                                      <p:cBhvr>
                                        <p:cTn id="66"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p:bldP spid="256006" grpId="0"/>
      <p:bldP spid="256007" grpId="0"/>
      <p:bldP spid="256010" grpId="0" animBg="1"/>
      <p:bldP spid="2560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a:extLst>
              <a:ext uri="{FF2B5EF4-FFF2-40B4-BE49-F238E27FC236}">
                <a16:creationId xmlns:a16="http://schemas.microsoft.com/office/drawing/2014/main" id="{DC761EE5-9A91-4568-A94A-13B648F31C7A}"/>
              </a:ext>
            </a:extLst>
          </p:cNvPr>
          <p:cNvSpPr txBox="1">
            <a:spLocks noChangeArrowheads="1"/>
          </p:cNvSpPr>
          <p:nvPr/>
        </p:nvSpPr>
        <p:spPr bwMode="auto">
          <a:xfrm>
            <a:off x="406810" y="1671336"/>
            <a:ext cx="6234755" cy="1362552"/>
          </a:xfrm>
          <a:prstGeom prst="rect">
            <a:avLst/>
          </a:prstGeom>
          <a:noFill/>
          <a:ln w="9525">
            <a:solidFill>
              <a:srgbClr val="FFC000"/>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ts val="0"/>
              </a:spcBef>
              <a:spcAft>
                <a:spcPct val="50000"/>
              </a:spcAft>
              <a:buClrTx/>
              <a:buSzTx/>
              <a:buFontTx/>
              <a:buNone/>
              <a:tabLst/>
              <a:defRPr/>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假设</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电路在某一时刻</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2000"/>
              </a:lnSpc>
              <a:spcBef>
                <a:spcPts val="0"/>
              </a:spcBef>
              <a:spcAft>
                <a:spcPct val="50000"/>
              </a:spcAft>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定义</a:t>
            </a: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t</a:t>
            </a:r>
            <a:r>
              <a:rPr kumimoji="1"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换路前的一瞬间，（称起始时刻）</a:t>
            </a:r>
          </a:p>
          <a:p>
            <a:pPr lvl="0" eaLnBrk="1" hangingPunct="1">
              <a:lnSpc>
                <a:spcPts val="2000"/>
              </a:lnSpc>
              <a:spcBef>
                <a:spcPts val="0"/>
              </a:spcBef>
              <a:defRPr/>
            </a:pPr>
            <a:r>
              <a:rPr kumimoji="1" lang="zh-CN" altLang="en-US"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定义</a:t>
            </a: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t</a:t>
            </a:r>
            <a:r>
              <a:rPr kumimoji="1"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换路后的一瞬间，（称初始时刻）</a:t>
            </a:r>
          </a:p>
        </p:txBody>
      </p:sp>
      <p:sp>
        <p:nvSpPr>
          <p:cNvPr id="134147" name="Text Box 3">
            <a:extLst>
              <a:ext uri="{FF2B5EF4-FFF2-40B4-BE49-F238E27FC236}">
                <a16:creationId xmlns:a16="http://schemas.microsoft.com/office/drawing/2014/main" id="{51692789-F45D-48F9-9C69-A875E26F6E18}"/>
              </a:ext>
            </a:extLst>
          </p:cNvPr>
          <p:cNvSpPr txBox="1">
            <a:spLocks noChangeArrowheads="1"/>
          </p:cNvSpPr>
          <p:nvPr/>
        </p:nvSpPr>
        <p:spPr bwMode="auto">
          <a:xfrm>
            <a:off x="172761" y="54582"/>
            <a:ext cx="62704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 </a:t>
            </a:r>
            <a:r>
              <a:rPr kumimoji="0" lang="zh-CN" altLang="en-US" sz="28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动态电路的初始条件</a:t>
            </a:r>
            <a:r>
              <a:rPr kumimoji="0"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（又称初始值）</a:t>
            </a:r>
          </a:p>
        </p:txBody>
      </p:sp>
      <p:grpSp>
        <p:nvGrpSpPr>
          <p:cNvPr id="134152" name="Group 8">
            <a:extLst>
              <a:ext uri="{FF2B5EF4-FFF2-40B4-BE49-F238E27FC236}">
                <a16:creationId xmlns:a16="http://schemas.microsoft.com/office/drawing/2014/main" id="{2949ECF8-9FB0-4D02-BEC0-1CE253CF7806}"/>
              </a:ext>
            </a:extLst>
          </p:cNvPr>
          <p:cNvGrpSpPr>
            <a:grpSpLocks/>
          </p:cNvGrpSpPr>
          <p:nvPr/>
        </p:nvGrpSpPr>
        <p:grpSpPr bwMode="auto">
          <a:xfrm>
            <a:off x="6059121" y="1484313"/>
            <a:ext cx="2936090" cy="2811462"/>
            <a:chOff x="3161" y="507"/>
            <a:chExt cx="1551" cy="1024"/>
          </a:xfrm>
        </p:grpSpPr>
        <p:sp>
          <p:nvSpPr>
            <p:cNvPr id="24588" name="Line 9">
              <a:extLst>
                <a:ext uri="{FF2B5EF4-FFF2-40B4-BE49-F238E27FC236}">
                  <a16:creationId xmlns:a16="http://schemas.microsoft.com/office/drawing/2014/main" id="{CBB37FD9-6D9F-47C2-8482-54B27D21466E}"/>
                </a:ext>
              </a:extLst>
            </p:cNvPr>
            <p:cNvSpPr>
              <a:spLocks noChangeShapeType="1"/>
            </p:cNvSpPr>
            <p:nvPr/>
          </p:nvSpPr>
          <p:spPr bwMode="auto">
            <a:xfrm>
              <a:off x="3161" y="1303"/>
              <a:ext cx="1413"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4589" name="Line 10">
              <a:extLst>
                <a:ext uri="{FF2B5EF4-FFF2-40B4-BE49-F238E27FC236}">
                  <a16:creationId xmlns:a16="http://schemas.microsoft.com/office/drawing/2014/main" id="{9C3D6FA1-8340-487D-BAD1-E3546A30BA7A}"/>
                </a:ext>
              </a:extLst>
            </p:cNvPr>
            <p:cNvSpPr>
              <a:spLocks noChangeShapeType="1"/>
            </p:cNvSpPr>
            <p:nvPr/>
          </p:nvSpPr>
          <p:spPr bwMode="auto">
            <a:xfrm flipV="1">
              <a:off x="3737" y="507"/>
              <a:ext cx="0" cy="851"/>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4590" name="Text Box 11">
              <a:extLst>
                <a:ext uri="{FF2B5EF4-FFF2-40B4-BE49-F238E27FC236}">
                  <a16:creationId xmlns:a16="http://schemas.microsoft.com/office/drawing/2014/main" id="{27B5F000-BB15-4AB6-890E-EE4EC9DDDCA0}"/>
                </a:ext>
              </a:extLst>
            </p:cNvPr>
            <p:cNvSpPr txBox="1">
              <a:spLocks noChangeArrowheads="1"/>
            </p:cNvSpPr>
            <p:nvPr/>
          </p:nvSpPr>
          <p:spPr bwMode="auto">
            <a:xfrm>
              <a:off x="3645" y="1363"/>
              <a:ext cx="197" cy="16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24591" name="Text Box 12">
              <a:extLst>
                <a:ext uri="{FF2B5EF4-FFF2-40B4-BE49-F238E27FC236}">
                  <a16:creationId xmlns:a16="http://schemas.microsoft.com/office/drawing/2014/main" id="{03CB6BA4-D80C-4F52-A031-3C7E1F6FFBA8}"/>
                </a:ext>
              </a:extLst>
            </p:cNvPr>
            <p:cNvSpPr txBox="1">
              <a:spLocks noChangeArrowheads="1"/>
            </p:cNvSpPr>
            <p:nvPr/>
          </p:nvSpPr>
          <p:spPr bwMode="auto">
            <a:xfrm>
              <a:off x="4567" y="1196"/>
              <a:ext cx="145" cy="16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p>
          </p:txBody>
        </p:sp>
      </p:grpSp>
      <p:sp>
        <p:nvSpPr>
          <p:cNvPr id="134157" name="Text Box 13">
            <a:extLst>
              <a:ext uri="{FF2B5EF4-FFF2-40B4-BE49-F238E27FC236}">
                <a16:creationId xmlns:a16="http://schemas.microsoft.com/office/drawing/2014/main" id="{0EC8BE2D-C61E-41B3-9512-B14AC922933A}"/>
              </a:ext>
            </a:extLst>
          </p:cNvPr>
          <p:cNvSpPr txBox="1">
            <a:spLocks noChangeArrowheads="1"/>
          </p:cNvSpPr>
          <p:nvPr/>
        </p:nvSpPr>
        <p:spPr bwMode="auto">
          <a:xfrm>
            <a:off x="6738752" y="3571231"/>
            <a:ext cx="59503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34158" name="Text Box 14">
            <a:extLst>
              <a:ext uri="{FF2B5EF4-FFF2-40B4-BE49-F238E27FC236}">
                <a16:creationId xmlns:a16="http://schemas.microsoft.com/office/drawing/2014/main" id="{681AF528-354F-4ABC-9AF0-AD2D34BEF04A}"/>
              </a:ext>
            </a:extLst>
          </p:cNvPr>
          <p:cNvSpPr txBox="1">
            <a:spLocks noChangeArrowheads="1"/>
          </p:cNvSpPr>
          <p:nvPr/>
        </p:nvSpPr>
        <p:spPr bwMode="auto">
          <a:xfrm>
            <a:off x="7123513" y="3571231"/>
            <a:ext cx="59503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34159" name="AutoShape 15">
            <a:extLst>
              <a:ext uri="{FF2B5EF4-FFF2-40B4-BE49-F238E27FC236}">
                <a16:creationId xmlns:a16="http://schemas.microsoft.com/office/drawing/2014/main" id="{418432BE-53CA-45E8-8FE1-2F19EBCB8A6A}"/>
              </a:ext>
            </a:extLst>
          </p:cNvPr>
          <p:cNvSpPr>
            <a:spLocks noChangeArrowheads="1"/>
          </p:cNvSpPr>
          <p:nvPr/>
        </p:nvSpPr>
        <p:spPr bwMode="auto">
          <a:xfrm>
            <a:off x="7437699" y="4437063"/>
            <a:ext cx="863600" cy="431800"/>
          </a:xfrm>
          <a:prstGeom prst="wedgeRoundRectCallout">
            <a:avLst>
              <a:gd name="adj1" fmla="val -85847"/>
              <a:gd name="adj2" fmla="val -225366"/>
              <a:gd name="adj3" fmla="val 16667"/>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p>
        </p:txBody>
      </p:sp>
      <p:sp>
        <p:nvSpPr>
          <p:cNvPr id="134160" name="Line 16">
            <a:extLst>
              <a:ext uri="{FF2B5EF4-FFF2-40B4-BE49-F238E27FC236}">
                <a16:creationId xmlns:a16="http://schemas.microsoft.com/office/drawing/2014/main" id="{C8DFA6A3-AE76-477A-8200-DE8D429D0E30}"/>
              </a:ext>
            </a:extLst>
          </p:cNvPr>
          <p:cNvSpPr>
            <a:spLocks noChangeShapeType="1"/>
          </p:cNvSpPr>
          <p:nvPr/>
        </p:nvSpPr>
        <p:spPr bwMode="auto">
          <a:xfrm>
            <a:off x="7150362" y="1989138"/>
            <a:ext cx="0" cy="1800225"/>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4161" name="Line 17">
            <a:extLst>
              <a:ext uri="{FF2B5EF4-FFF2-40B4-BE49-F238E27FC236}">
                <a16:creationId xmlns:a16="http://schemas.microsoft.com/office/drawing/2014/main" id="{3162199B-C224-4451-AEDC-E9A8387984BB}"/>
              </a:ext>
            </a:extLst>
          </p:cNvPr>
          <p:cNvSpPr>
            <a:spLocks noChangeShapeType="1"/>
          </p:cNvSpPr>
          <p:nvPr/>
        </p:nvSpPr>
        <p:spPr bwMode="auto">
          <a:xfrm flipH="1">
            <a:off x="6213737" y="3573463"/>
            <a:ext cx="936625" cy="0"/>
          </a:xfrm>
          <a:prstGeom prst="line">
            <a:avLst/>
          </a:prstGeom>
          <a:noFill/>
          <a:ln w="38100">
            <a:solidFill>
              <a:srgbClr val="FF99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4162" name="Line 18">
            <a:extLst>
              <a:ext uri="{FF2B5EF4-FFF2-40B4-BE49-F238E27FC236}">
                <a16:creationId xmlns:a16="http://schemas.microsoft.com/office/drawing/2014/main" id="{D06B296B-4EE3-4FB7-B030-FC00254096DC}"/>
              </a:ext>
            </a:extLst>
          </p:cNvPr>
          <p:cNvSpPr>
            <a:spLocks noChangeShapeType="1"/>
          </p:cNvSpPr>
          <p:nvPr/>
        </p:nvSpPr>
        <p:spPr bwMode="auto">
          <a:xfrm>
            <a:off x="7150362" y="3573463"/>
            <a:ext cx="935037" cy="0"/>
          </a:xfrm>
          <a:prstGeom prst="line">
            <a:avLst/>
          </a:prstGeom>
          <a:noFill/>
          <a:ln w="38100">
            <a:solidFill>
              <a:srgbClr val="FF0066"/>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4164" name="Text Box 20">
            <a:extLst>
              <a:ext uri="{FF2B5EF4-FFF2-40B4-BE49-F238E27FC236}">
                <a16:creationId xmlns:a16="http://schemas.microsoft.com/office/drawing/2014/main" id="{57518857-052F-4732-856D-47C74F891A83}"/>
              </a:ext>
            </a:extLst>
          </p:cNvPr>
          <p:cNvSpPr txBox="1">
            <a:spLocks noChangeArrowheads="1"/>
          </p:cNvSpPr>
          <p:nvPr/>
        </p:nvSpPr>
        <p:spPr bwMode="auto">
          <a:xfrm>
            <a:off x="362827" y="3132654"/>
            <a:ext cx="5695832" cy="1200329"/>
          </a:xfrm>
          <a:prstGeom prst="rect">
            <a:avLst/>
          </a:prstGeom>
          <a:noFill/>
          <a:ln w="9525">
            <a:solidFill>
              <a:srgbClr val="33CC33"/>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98000" rIns="198000"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动态电路的初始条件定义为 </a:t>
            </a:r>
            <a:r>
              <a:rPr kumimoji="1" lang="en-US" altLang="zh-CN" sz="2400" b="0"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时刻，所求的输出量（响应）</a:t>
            </a:r>
            <a:r>
              <a:rPr kumimoji="1" lang="en-US" altLang="zh-CN" sz="2400" b="0"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 </a:t>
            </a:r>
            <a:r>
              <a:rPr kumimoji="1"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及其</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各阶</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导数的值。</a:t>
            </a:r>
          </a:p>
        </p:txBody>
      </p:sp>
      <p:sp>
        <p:nvSpPr>
          <p:cNvPr id="16" name="Text Box 25">
            <a:extLst>
              <a:ext uri="{FF2B5EF4-FFF2-40B4-BE49-F238E27FC236}">
                <a16:creationId xmlns:a16="http://schemas.microsoft.com/office/drawing/2014/main" id="{21AE1310-1960-4AAF-8E8E-4AD292B94CA5}"/>
              </a:ext>
            </a:extLst>
          </p:cNvPr>
          <p:cNvSpPr txBox="1">
            <a:spLocks noChangeArrowheads="1"/>
          </p:cNvSpPr>
          <p:nvPr/>
        </p:nvSpPr>
        <p:spPr bwMode="auto">
          <a:xfrm>
            <a:off x="266562" y="616300"/>
            <a:ext cx="8280399" cy="10727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4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动态电路中开关的状态改变（打开或关闭）、元件参数的变化，都称之为</a:t>
            </a:r>
            <a:r>
              <a:rPr kumimoji="1" lang="zh-CN" altLang="en-US" sz="2400" b="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17" name="Object 14">
            <a:extLst>
              <a:ext uri="{FF2B5EF4-FFF2-40B4-BE49-F238E27FC236}">
                <a16:creationId xmlns:a16="http://schemas.microsoft.com/office/drawing/2014/main" id="{43B301DC-4B04-4107-AD2A-E630E2D1FB36}"/>
              </a:ext>
            </a:extLst>
          </p:cNvPr>
          <p:cNvGraphicFramePr>
            <a:graphicFrameLocks noChangeAspect="1"/>
          </p:cNvGraphicFramePr>
          <p:nvPr>
            <p:extLst>
              <p:ext uri="{D42A27DB-BD31-4B8C-83A1-F6EECF244321}">
                <p14:modId xmlns:p14="http://schemas.microsoft.com/office/powerpoint/2010/main" val="3247324932"/>
              </p:ext>
            </p:extLst>
          </p:nvPr>
        </p:nvGraphicFramePr>
        <p:xfrm>
          <a:off x="769928" y="4369719"/>
          <a:ext cx="1578645" cy="860381"/>
        </p:xfrm>
        <a:graphic>
          <a:graphicData uri="http://schemas.openxmlformats.org/presentationml/2006/ole">
            <mc:AlternateContent xmlns:mc="http://schemas.openxmlformats.org/markup-compatibility/2006">
              <mc:Choice xmlns:v="urn:schemas-microsoft-com:vml" Requires="v">
                <p:oleObj spid="_x0000_s87469" name="Equation" r:id="rId3" imgW="977760" imgH="533160" progId="Equation.DSMT4">
                  <p:embed/>
                </p:oleObj>
              </mc:Choice>
              <mc:Fallback>
                <p:oleObj name="Equation" r:id="rId3" imgW="977760" imgH="533160" progId="Equation.DSMT4">
                  <p:embed/>
                  <p:pic>
                    <p:nvPicPr>
                      <p:cNvPr id="43" name="Object 14">
                        <a:extLst>
                          <a:ext uri="{FF2B5EF4-FFF2-40B4-BE49-F238E27FC236}">
                            <a16:creationId xmlns:a16="http://schemas.microsoft.com/office/drawing/2014/main" id="{7D4B7A23-C06D-47E4-AAFB-2FD192E11940}"/>
                          </a:ext>
                        </a:extLst>
                      </p:cNvPr>
                      <p:cNvPicPr>
                        <a:picLocks noChangeAspect="1" noChangeArrowheads="1"/>
                      </p:cNvPicPr>
                      <p:nvPr/>
                    </p:nvPicPr>
                    <p:blipFill>
                      <a:blip r:embed="rId4"/>
                      <a:srcRect/>
                      <a:stretch>
                        <a:fillRect/>
                      </a:stretch>
                    </p:blipFill>
                    <p:spPr bwMode="auto">
                      <a:xfrm>
                        <a:off x="769928" y="4369719"/>
                        <a:ext cx="1578645" cy="860381"/>
                      </a:xfrm>
                      <a:prstGeom prst="rect">
                        <a:avLst/>
                      </a:prstGeom>
                      <a:solidFill>
                        <a:srgbClr val="99FF99"/>
                      </a:solidFill>
                      <a:ln>
                        <a:noFill/>
                      </a:ln>
                      <a:effectLst/>
                      <a:extLst/>
                    </p:spPr>
                  </p:pic>
                </p:oleObj>
              </mc:Fallback>
            </mc:AlternateContent>
          </a:graphicData>
        </a:graphic>
      </p:graphicFrame>
      <p:graphicFrame>
        <p:nvGraphicFramePr>
          <p:cNvPr id="18" name="Object 14">
            <a:extLst>
              <a:ext uri="{FF2B5EF4-FFF2-40B4-BE49-F238E27FC236}">
                <a16:creationId xmlns:a16="http://schemas.microsoft.com/office/drawing/2014/main" id="{248AC0CB-D1C1-4468-9B66-E32E894C3B97}"/>
              </a:ext>
            </a:extLst>
          </p:cNvPr>
          <p:cNvGraphicFramePr>
            <a:graphicFrameLocks noChangeAspect="1"/>
          </p:cNvGraphicFramePr>
          <p:nvPr>
            <p:extLst>
              <p:ext uri="{D42A27DB-BD31-4B8C-83A1-F6EECF244321}">
                <p14:modId xmlns:p14="http://schemas.microsoft.com/office/powerpoint/2010/main" val="3225681396"/>
              </p:ext>
            </p:extLst>
          </p:nvPr>
        </p:nvGraphicFramePr>
        <p:xfrm>
          <a:off x="2771800" y="4327624"/>
          <a:ext cx="3286859" cy="902476"/>
        </p:xfrm>
        <a:graphic>
          <a:graphicData uri="http://schemas.openxmlformats.org/presentationml/2006/ole">
            <mc:AlternateContent xmlns:mc="http://schemas.openxmlformats.org/markup-compatibility/2006">
              <mc:Choice xmlns:v="urn:schemas-microsoft-com:vml" Requires="v">
                <p:oleObj spid="_x0000_s87470" name="Equation" r:id="rId5" imgW="2031840" imgH="558720" progId="Equation.DSMT4">
                  <p:embed/>
                </p:oleObj>
              </mc:Choice>
              <mc:Fallback>
                <p:oleObj name="Equation" r:id="rId5" imgW="2031840" imgH="558720" progId="Equation.DSMT4">
                  <p:embed/>
                  <p:pic>
                    <p:nvPicPr>
                      <p:cNvPr id="17" name="Object 14">
                        <a:extLst>
                          <a:ext uri="{FF2B5EF4-FFF2-40B4-BE49-F238E27FC236}">
                            <a16:creationId xmlns:a16="http://schemas.microsoft.com/office/drawing/2014/main" id="{43B301DC-4B04-4107-AD2A-E630E2D1FB36}"/>
                          </a:ext>
                        </a:extLst>
                      </p:cNvPr>
                      <p:cNvPicPr>
                        <a:picLocks noChangeAspect="1" noChangeArrowheads="1"/>
                      </p:cNvPicPr>
                      <p:nvPr/>
                    </p:nvPicPr>
                    <p:blipFill>
                      <a:blip r:embed="rId6"/>
                      <a:srcRect/>
                      <a:stretch>
                        <a:fillRect/>
                      </a:stretch>
                    </p:blipFill>
                    <p:spPr bwMode="auto">
                      <a:xfrm>
                        <a:off x="2771800" y="4327624"/>
                        <a:ext cx="3286859" cy="902476"/>
                      </a:xfrm>
                      <a:prstGeom prst="rect">
                        <a:avLst/>
                      </a:prstGeom>
                      <a:solidFill>
                        <a:srgbClr val="99FF99"/>
                      </a:solidFill>
                      <a:ln>
                        <a:noFill/>
                      </a:ln>
                      <a:effectLst/>
                      <a:extLst/>
                    </p:spPr>
                  </p:pic>
                </p:oleObj>
              </mc:Fallback>
            </mc:AlternateContent>
          </a:graphicData>
        </a:graphic>
      </p:graphicFrame>
      <p:sp>
        <p:nvSpPr>
          <p:cNvPr id="2" name="矩形 1">
            <a:extLst>
              <a:ext uri="{FF2B5EF4-FFF2-40B4-BE49-F238E27FC236}">
                <a16:creationId xmlns:a16="http://schemas.microsoft.com/office/drawing/2014/main" id="{0C27BFC8-0A28-48E5-B7BC-04B4BCB707BC}"/>
              </a:ext>
            </a:extLst>
          </p:cNvPr>
          <p:cNvSpPr/>
          <p:nvPr/>
        </p:nvSpPr>
        <p:spPr>
          <a:xfrm>
            <a:off x="172761" y="5338752"/>
            <a:ext cx="8871504" cy="400110"/>
          </a:xfrm>
          <a:prstGeom prst="rect">
            <a:avLst/>
          </a:prstGeom>
          <a:ln>
            <a:solidFill>
              <a:srgbClr val="FF0000"/>
            </a:solidFill>
          </a:ln>
        </p:spPr>
        <p:txBody>
          <a:bodyPr wrap="square">
            <a:spAutoFit/>
          </a:bodyPr>
          <a:lstStyle/>
          <a:p>
            <a:pPr lvl="0" eaLnBrk="1" hangingPunct="1">
              <a:spcBef>
                <a:spcPct val="50000"/>
              </a:spcBef>
              <a:spcAft>
                <a:spcPct val="50000"/>
              </a:spcAft>
              <a:defRPr/>
            </a:pP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为了分析方便，</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电路在某一时刻</a:t>
            </a:r>
            <a:r>
              <a:rPr kumimoji="1"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换路</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，都假设认为计时起点在</a:t>
            </a:r>
            <a:r>
              <a:rPr kumimoji="1"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时刻换路。</a:t>
            </a:r>
            <a:endParaRPr kumimoji="1"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0" name="Object 14">
            <a:extLst>
              <a:ext uri="{FF2B5EF4-FFF2-40B4-BE49-F238E27FC236}">
                <a16:creationId xmlns:a16="http://schemas.microsoft.com/office/drawing/2014/main" id="{465C95B0-5E77-4898-A386-A2C620E00705}"/>
              </a:ext>
            </a:extLst>
          </p:cNvPr>
          <p:cNvGraphicFramePr>
            <a:graphicFrameLocks noChangeAspect="1"/>
          </p:cNvGraphicFramePr>
          <p:nvPr>
            <p:extLst>
              <p:ext uri="{D42A27DB-BD31-4B8C-83A1-F6EECF244321}">
                <p14:modId xmlns:p14="http://schemas.microsoft.com/office/powerpoint/2010/main" val="1078357285"/>
              </p:ext>
            </p:extLst>
          </p:nvPr>
        </p:nvGraphicFramePr>
        <p:xfrm>
          <a:off x="899592" y="5776607"/>
          <a:ext cx="1656184" cy="926691"/>
        </p:xfrm>
        <a:graphic>
          <a:graphicData uri="http://schemas.openxmlformats.org/presentationml/2006/ole">
            <mc:AlternateContent xmlns:mc="http://schemas.openxmlformats.org/markup-compatibility/2006">
              <mc:Choice xmlns:v="urn:schemas-microsoft-com:vml" Requires="v">
                <p:oleObj spid="_x0000_s87471" name="Equation" r:id="rId7" imgW="952200" imgH="533160" progId="Equation.DSMT4">
                  <p:embed/>
                </p:oleObj>
              </mc:Choice>
              <mc:Fallback>
                <p:oleObj name="Equation" r:id="rId7" imgW="952200" imgH="533160" progId="Equation.DSMT4">
                  <p:embed/>
                  <p:pic>
                    <p:nvPicPr>
                      <p:cNvPr id="17" name="Object 14">
                        <a:extLst>
                          <a:ext uri="{FF2B5EF4-FFF2-40B4-BE49-F238E27FC236}">
                            <a16:creationId xmlns:a16="http://schemas.microsoft.com/office/drawing/2014/main" id="{43B301DC-4B04-4107-AD2A-E630E2D1FB36}"/>
                          </a:ext>
                        </a:extLst>
                      </p:cNvPr>
                      <p:cNvPicPr>
                        <a:picLocks noChangeAspect="1" noChangeArrowheads="1"/>
                      </p:cNvPicPr>
                      <p:nvPr/>
                    </p:nvPicPr>
                    <p:blipFill>
                      <a:blip r:embed="rId8"/>
                      <a:srcRect/>
                      <a:stretch>
                        <a:fillRect/>
                      </a:stretch>
                    </p:blipFill>
                    <p:spPr bwMode="auto">
                      <a:xfrm>
                        <a:off x="899592" y="5776607"/>
                        <a:ext cx="1656184" cy="926691"/>
                      </a:xfrm>
                      <a:prstGeom prst="rect">
                        <a:avLst/>
                      </a:prstGeom>
                      <a:solidFill>
                        <a:srgbClr val="FFFF99"/>
                      </a:solidFill>
                      <a:ln>
                        <a:noFill/>
                      </a:ln>
                      <a:effectLst/>
                      <a:extLst/>
                    </p:spPr>
                  </p:pic>
                </p:oleObj>
              </mc:Fallback>
            </mc:AlternateContent>
          </a:graphicData>
        </a:graphic>
      </p:graphicFrame>
      <p:graphicFrame>
        <p:nvGraphicFramePr>
          <p:cNvPr id="21" name="Object 14">
            <a:extLst>
              <a:ext uri="{FF2B5EF4-FFF2-40B4-BE49-F238E27FC236}">
                <a16:creationId xmlns:a16="http://schemas.microsoft.com/office/drawing/2014/main" id="{35323321-53C7-4EA6-B5FF-D0BE7DD2D7B9}"/>
              </a:ext>
            </a:extLst>
          </p:cNvPr>
          <p:cNvGraphicFramePr>
            <a:graphicFrameLocks noChangeAspect="1"/>
          </p:cNvGraphicFramePr>
          <p:nvPr>
            <p:extLst>
              <p:ext uri="{D42A27DB-BD31-4B8C-83A1-F6EECF244321}">
                <p14:modId xmlns:p14="http://schemas.microsoft.com/office/powerpoint/2010/main" val="4120788551"/>
              </p:ext>
            </p:extLst>
          </p:nvPr>
        </p:nvGraphicFramePr>
        <p:xfrm>
          <a:off x="2911889" y="5738862"/>
          <a:ext cx="3320221" cy="934974"/>
        </p:xfrm>
        <a:graphic>
          <a:graphicData uri="http://schemas.openxmlformats.org/presentationml/2006/ole">
            <mc:AlternateContent xmlns:mc="http://schemas.openxmlformats.org/markup-compatibility/2006">
              <mc:Choice xmlns:v="urn:schemas-microsoft-com:vml" Requires="v">
                <p:oleObj spid="_x0000_s87472" name="Equation" r:id="rId9" imgW="1981080" imgH="558720" progId="Equation.DSMT4">
                  <p:embed/>
                </p:oleObj>
              </mc:Choice>
              <mc:Fallback>
                <p:oleObj name="Equation" r:id="rId9" imgW="1981080" imgH="558720" progId="Equation.DSMT4">
                  <p:embed/>
                  <p:pic>
                    <p:nvPicPr>
                      <p:cNvPr id="18" name="Object 14">
                        <a:extLst>
                          <a:ext uri="{FF2B5EF4-FFF2-40B4-BE49-F238E27FC236}">
                            <a16:creationId xmlns:a16="http://schemas.microsoft.com/office/drawing/2014/main" id="{248AC0CB-D1C1-4468-9B66-E32E894C3B97}"/>
                          </a:ext>
                        </a:extLst>
                      </p:cNvPr>
                      <p:cNvPicPr>
                        <a:picLocks noChangeAspect="1" noChangeArrowheads="1"/>
                      </p:cNvPicPr>
                      <p:nvPr/>
                    </p:nvPicPr>
                    <p:blipFill>
                      <a:blip r:embed="rId10"/>
                      <a:srcRect/>
                      <a:stretch>
                        <a:fillRect/>
                      </a:stretch>
                    </p:blipFill>
                    <p:spPr bwMode="auto">
                      <a:xfrm>
                        <a:off x="2911889" y="5738862"/>
                        <a:ext cx="3320221" cy="934974"/>
                      </a:xfrm>
                      <a:prstGeom prst="rect">
                        <a:avLst/>
                      </a:prstGeom>
                      <a:solidFill>
                        <a:srgbClr val="FFFF99"/>
                      </a:solidFill>
                      <a:ln>
                        <a:noFill/>
                      </a:ln>
                      <a:effectLst/>
                      <a:extLst/>
                    </p:spPr>
                  </p:pic>
                </p:oleObj>
              </mc:Fallback>
            </mc:AlternateContent>
          </a:graphicData>
        </a:graphic>
      </p:graphicFrame>
    </p:spTree>
    <p:extLst>
      <p:ext uri="{BB962C8B-B14F-4D97-AF65-F5344CB8AC3E}">
        <p14:creationId xmlns:p14="http://schemas.microsoft.com/office/powerpoint/2010/main" val="1870746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4146">
                                            <p:txEl>
                                              <p:pRg st="0" end="0"/>
                                            </p:txEl>
                                          </p:spTgt>
                                        </p:tgtEl>
                                        <p:attrNameLst>
                                          <p:attrName>style.visibility</p:attrName>
                                        </p:attrNameLst>
                                      </p:cBhvr>
                                      <p:to>
                                        <p:strVal val="visible"/>
                                      </p:to>
                                    </p:set>
                                    <p:animEffect transition="in" filter="wipe(left)">
                                      <p:cBhvr>
                                        <p:cTn id="11" dur="3000"/>
                                        <p:tgtEl>
                                          <p:spTgt spid="13414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4146">
                                            <p:txEl>
                                              <p:pRg st="1" end="1"/>
                                            </p:txEl>
                                          </p:spTgt>
                                        </p:tgtEl>
                                        <p:attrNameLst>
                                          <p:attrName>style.visibility</p:attrName>
                                        </p:attrNameLst>
                                      </p:cBhvr>
                                      <p:to>
                                        <p:strVal val="visible"/>
                                      </p:to>
                                    </p:set>
                                    <p:animEffect transition="in" filter="wipe(left)">
                                      <p:cBhvr>
                                        <p:cTn id="16" dur="3000"/>
                                        <p:tgtEl>
                                          <p:spTgt spid="13414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4152"/>
                                        </p:tgtEl>
                                        <p:attrNameLst>
                                          <p:attrName>style.visibility</p:attrName>
                                        </p:attrNameLst>
                                      </p:cBhvr>
                                      <p:to>
                                        <p:strVal val="visible"/>
                                      </p:to>
                                    </p:set>
                                    <p:animEffect transition="in" filter="wipe(left)">
                                      <p:cBhvr>
                                        <p:cTn id="21" dur="3000"/>
                                        <p:tgtEl>
                                          <p:spTgt spid="134152"/>
                                        </p:tgtEl>
                                      </p:cBhvr>
                                    </p:animEffect>
                                  </p:childTnLst>
                                </p:cTn>
                              </p:par>
                            </p:childTnLst>
                          </p:cTn>
                        </p:par>
                      </p:childTnLst>
                    </p:cTn>
                  </p:par>
                  <p:par>
                    <p:cTn id="22" fill="hold">
                      <p:stCondLst>
                        <p:cond delay="indefinite"/>
                      </p:stCondLst>
                      <p:childTnLst>
                        <p:par>
                          <p:cTn id="23" fill="hold">
                            <p:stCondLst>
                              <p:cond delay="0"/>
                            </p:stCondLst>
                            <p:childTnLst>
                              <p:par>
                                <p:cTn id="24" presetID="19" presetClass="entr" presetSubtype="5" fill="hold" nodeType="clickEffect">
                                  <p:stCondLst>
                                    <p:cond delay="0"/>
                                  </p:stCondLst>
                                  <p:childTnLst>
                                    <p:set>
                                      <p:cBhvr>
                                        <p:cTn id="25" dur="1" fill="hold">
                                          <p:stCondLst>
                                            <p:cond delay="0"/>
                                          </p:stCondLst>
                                        </p:cTn>
                                        <p:tgtEl>
                                          <p:spTgt spid="134160"/>
                                        </p:tgtEl>
                                        <p:attrNameLst>
                                          <p:attrName>style.visibility</p:attrName>
                                        </p:attrNameLst>
                                      </p:cBhvr>
                                      <p:to>
                                        <p:strVal val="visible"/>
                                      </p:to>
                                    </p:set>
                                    <p:anim calcmode="lin" valueType="num">
                                      <p:cBhvr>
                                        <p:cTn id="26" dur="5000" fill="hold"/>
                                        <p:tgtEl>
                                          <p:spTgt spid="134160"/>
                                        </p:tgtEl>
                                        <p:attrNameLst>
                                          <p:attrName>ppt_w</p:attrName>
                                        </p:attrNameLst>
                                      </p:cBhvr>
                                      <p:tavLst>
                                        <p:tav tm="0">
                                          <p:val>
                                            <p:strVal val="#ppt_w"/>
                                          </p:val>
                                        </p:tav>
                                        <p:tav tm="100000">
                                          <p:val>
                                            <p:strVal val="#ppt_w"/>
                                          </p:val>
                                        </p:tav>
                                      </p:tavLst>
                                    </p:anim>
                                    <p:anim calcmode="lin" valueType="num">
                                      <p:cBhvr>
                                        <p:cTn id="27" dur="5000" fill="hold"/>
                                        <p:tgtEl>
                                          <p:spTgt spid="134160"/>
                                        </p:tgtEl>
                                        <p:attrNameLst>
                                          <p:attrName>ppt_h</p:attrName>
                                        </p:attrNameLst>
                                      </p:cBhvr>
                                      <p:tavLst>
                                        <p:tav tm="0" fmla="#ppt_h*sin(2.5*pi*$)">
                                          <p:val>
                                            <p:fltVal val="0"/>
                                          </p:val>
                                        </p:tav>
                                        <p:tav tm="100000">
                                          <p:val>
                                            <p:fltVal val="1"/>
                                          </p:val>
                                        </p:tav>
                                      </p:tavLst>
                                    </p:anim>
                                  </p:childTnLst>
                                </p:cTn>
                              </p:par>
                            </p:childTnLst>
                          </p:cTn>
                        </p:par>
                        <p:par>
                          <p:cTn id="28" fill="hold">
                            <p:stCondLst>
                              <p:cond delay="5000"/>
                            </p:stCondLst>
                            <p:childTnLst>
                              <p:par>
                                <p:cTn id="29" presetID="8" presetClass="entr" presetSubtype="16" fill="hold" grpId="0" nodeType="afterEffect">
                                  <p:stCondLst>
                                    <p:cond delay="0"/>
                                  </p:stCondLst>
                                  <p:childTnLst>
                                    <p:set>
                                      <p:cBhvr>
                                        <p:cTn id="30" dur="1" fill="hold">
                                          <p:stCondLst>
                                            <p:cond delay="0"/>
                                          </p:stCondLst>
                                        </p:cTn>
                                        <p:tgtEl>
                                          <p:spTgt spid="134159"/>
                                        </p:tgtEl>
                                        <p:attrNameLst>
                                          <p:attrName>style.visibility</p:attrName>
                                        </p:attrNameLst>
                                      </p:cBhvr>
                                      <p:to>
                                        <p:strVal val="visible"/>
                                      </p:to>
                                    </p:set>
                                    <p:animEffect transition="in" filter="diamond(in)">
                                      <p:cBhvr>
                                        <p:cTn id="31" dur="2000"/>
                                        <p:tgtEl>
                                          <p:spTgt spid="134159"/>
                                        </p:tgtEl>
                                      </p:cBhvr>
                                    </p:animEffect>
                                  </p:childTnLst>
                                </p:cTn>
                              </p:par>
                            </p:childTnLst>
                          </p:cTn>
                        </p:par>
                      </p:childTnLst>
                    </p:cTn>
                  </p:par>
                  <p:par>
                    <p:cTn id="32" fill="hold">
                      <p:stCondLst>
                        <p:cond delay="indefinite"/>
                      </p:stCondLst>
                      <p:childTnLst>
                        <p:par>
                          <p:cTn id="33" fill="hold">
                            <p:stCondLst>
                              <p:cond delay="0"/>
                            </p:stCondLst>
                            <p:childTnLst>
                              <p:par>
                                <p:cTn id="34" presetID="29" presetClass="entr" presetSubtype="0" fill="hold" nodeType="clickEffect">
                                  <p:stCondLst>
                                    <p:cond delay="0"/>
                                  </p:stCondLst>
                                  <p:childTnLst>
                                    <p:set>
                                      <p:cBhvr>
                                        <p:cTn id="35" dur="1" fill="hold">
                                          <p:stCondLst>
                                            <p:cond delay="0"/>
                                          </p:stCondLst>
                                        </p:cTn>
                                        <p:tgtEl>
                                          <p:spTgt spid="134161"/>
                                        </p:tgtEl>
                                        <p:attrNameLst>
                                          <p:attrName>style.visibility</p:attrName>
                                        </p:attrNameLst>
                                      </p:cBhvr>
                                      <p:to>
                                        <p:strVal val="visible"/>
                                      </p:to>
                                    </p:set>
                                    <p:anim calcmode="lin" valueType="num">
                                      <p:cBhvr>
                                        <p:cTn id="36" dur="1000" fill="hold"/>
                                        <p:tgtEl>
                                          <p:spTgt spid="134161"/>
                                        </p:tgtEl>
                                        <p:attrNameLst>
                                          <p:attrName>ppt_x</p:attrName>
                                        </p:attrNameLst>
                                      </p:cBhvr>
                                      <p:tavLst>
                                        <p:tav tm="0">
                                          <p:val>
                                            <p:strVal val="#ppt_x-.2"/>
                                          </p:val>
                                        </p:tav>
                                        <p:tav tm="100000">
                                          <p:val>
                                            <p:strVal val="#ppt_x"/>
                                          </p:val>
                                        </p:tav>
                                      </p:tavLst>
                                    </p:anim>
                                    <p:anim calcmode="lin" valueType="num">
                                      <p:cBhvr>
                                        <p:cTn id="37" dur="1000" fill="hold"/>
                                        <p:tgtEl>
                                          <p:spTgt spid="134161"/>
                                        </p:tgtEl>
                                        <p:attrNameLst>
                                          <p:attrName>ppt_y</p:attrName>
                                        </p:attrNameLst>
                                      </p:cBhvr>
                                      <p:tavLst>
                                        <p:tav tm="0">
                                          <p:val>
                                            <p:strVal val="#ppt_y"/>
                                          </p:val>
                                        </p:tav>
                                        <p:tav tm="100000">
                                          <p:val>
                                            <p:strVal val="#ppt_y"/>
                                          </p:val>
                                        </p:tav>
                                      </p:tavLst>
                                    </p:anim>
                                    <p:animEffect transition="in" filter="wipe(right)" prLst="gradientSize: 0.1">
                                      <p:cBhvr>
                                        <p:cTn id="38" dur="1000"/>
                                        <p:tgtEl>
                                          <p:spTgt spid="134161"/>
                                        </p:tgtEl>
                                      </p:cBhvr>
                                    </p:animEffect>
                                  </p:childTnLst>
                                </p:cTn>
                              </p:par>
                            </p:childTnLst>
                          </p:cTn>
                        </p:par>
                        <p:par>
                          <p:cTn id="39" fill="hold">
                            <p:stCondLst>
                              <p:cond delay="1000"/>
                            </p:stCondLst>
                            <p:childTnLst>
                              <p:par>
                                <p:cTn id="40" presetID="22" presetClass="entr" presetSubtype="4" fill="hold" grpId="0" nodeType="afterEffect">
                                  <p:stCondLst>
                                    <p:cond delay="0"/>
                                  </p:stCondLst>
                                  <p:childTnLst>
                                    <p:set>
                                      <p:cBhvr>
                                        <p:cTn id="41" dur="1" fill="hold">
                                          <p:stCondLst>
                                            <p:cond delay="0"/>
                                          </p:stCondLst>
                                        </p:cTn>
                                        <p:tgtEl>
                                          <p:spTgt spid="134157"/>
                                        </p:tgtEl>
                                        <p:attrNameLst>
                                          <p:attrName>style.visibility</p:attrName>
                                        </p:attrNameLst>
                                      </p:cBhvr>
                                      <p:to>
                                        <p:strVal val="visible"/>
                                      </p:to>
                                    </p:set>
                                    <p:animEffect transition="in" filter="wipe(down)">
                                      <p:cBhvr>
                                        <p:cTn id="42" dur="500"/>
                                        <p:tgtEl>
                                          <p:spTgt spid="13415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4146">
                                            <p:txEl>
                                              <p:pRg st="2" end="2"/>
                                            </p:txEl>
                                          </p:spTgt>
                                        </p:tgtEl>
                                        <p:attrNameLst>
                                          <p:attrName>style.visibility</p:attrName>
                                        </p:attrNameLst>
                                      </p:cBhvr>
                                      <p:to>
                                        <p:strVal val="visible"/>
                                      </p:to>
                                    </p:set>
                                    <p:animEffect transition="in" filter="wipe(left)">
                                      <p:cBhvr>
                                        <p:cTn id="47" dur="3000"/>
                                        <p:tgtEl>
                                          <p:spTgt spid="134146">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134162"/>
                                        </p:tgtEl>
                                        <p:attrNameLst>
                                          <p:attrName>style.visibility</p:attrName>
                                        </p:attrNameLst>
                                      </p:cBhvr>
                                      <p:to>
                                        <p:strVal val="visible"/>
                                      </p:to>
                                    </p:set>
                                    <p:anim calcmode="lin" valueType="num">
                                      <p:cBhvr>
                                        <p:cTn id="52" dur="500" fill="hold"/>
                                        <p:tgtEl>
                                          <p:spTgt spid="134162"/>
                                        </p:tgtEl>
                                        <p:attrNameLst>
                                          <p:attrName>ppt_w</p:attrName>
                                        </p:attrNameLst>
                                      </p:cBhvr>
                                      <p:tavLst>
                                        <p:tav tm="0">
                                          <p:val>
                                            <p:fltVal val="0"/>
                                          </p:val>
                                        </p:tav>
                                        <p:tav tm="100000">
                                          <p:val>
                                            <p:strVal val="#ppt_w"/>
                                          </p:val>
                                        </p:tav>
                                      </p:tavLst>
                                    </p:anim>
                                    <p:anim calcmode="lin" valueType="num">
                                      <p:cBhvr>
                                        <p:cTn id="53" dur="500" fill="hold"/>
                                        <p:tgtEl>
                                          <p:spTgt spid="134162"/>
                                        </p:tgtEl>
                                        <p:attrNameLst>
                                          <p:attrName>ppt_h</p:attrName>
                                        </p:attrNameLst>
                                      </p:cBhvr>
                                      <p:tavLst>
                                        <p:tav tm="0">
                                          <p:val>
                                            <p:strVal val="#ppt_h"/>
                                          </p:val>
                                        </p:tav>
                                        <p:tav tm="100000">
                                          <p:val>
                                            <p:strVal val="#ppt_h"/>
                                          </p:val>
                                        </p:tav>
                                      </p:tavLst>
                                    </p:anim>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34158"/>
                                        </p:tgtEl>
                                        <p:attrNameLst>
                                          <p:attrName>style.visibility</p:attrName>
                                        </p:attrNameLst>
                                      </p:cBhvr>
                                      <p:to>
                                        <p:strVal val="visible"/>
                                      </p:to>
                                    </p:set>
                                    <p:animEffect transition="in" filter="wipe(left)">
                                      <p:cBhvr>
                                        <p:cTn id="57" dur="3000"/>
                                        <p:tgtEl>
                                          <p:spTgt spid="134158"/>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6" fill="hold" grpId="0" nodeType="clickEffect">
                                  <p:stCondLst>
                                    <p:cond delay="0"/>
                                  </p:stCondLst>
                                  <p:childTnLst>
                                    <p:set>
                                      <p:cBhvr>
                                        <p:cTn id="61" dur="1" fill="hold">
                                          <p:stCondLst>
                                            <p:cond delay="0"/>
                                          </p:stCondLst>
                                        </p:cTn>
                                        <p:tgtEl>
                                          <p:spTgt spid="134164"/>
                                        </p:tgtEl>
                                        <p:attrNameLst>
                                          <p:attrName>style.visibility</p:attrName>
                                        </p:attrNameLst>
                                      </p:cBhvr>
                                      <p:to>
                                        <p:strVal val="visible"/>
                                      </p:to>
                                    </p:set>
                                    <p:anim calcmode="lin" valueType="num">
                                      <p:cBhvr additive="base">
                                        <p:cTn id="62" dur="1000" fill="hold"/>
                                        <p:tgtEl>
                                          <p:spTgt spid="134164"/>
                                        </p:tgtEl>
                                        <p:attrNameLst>
                                          <p:attrName>ppt_x</p:attrName>
                                        </p:attrNameLst>
                                      </p:cBhvr>
                                      <p:tavLst>
                                        <p:tav tm="0">
                                          <p:val>
                                            <p:strVal val="1+#ppt_w/2"/>
                                          </p:val>
                                        </p:tav>
                                        <p:tav tm="100000">
                                          <p:val>
                                            <p:strVal val="#ppt_x"/>
                                          </p:val>
                                        </p:tav>
                                      </p:tavLst>
                                    </p:anim>
                                    <p:anim calcmode="lin" valueType="num">
                                      <p:cBhvr additive="base">
                                        <p:cTn id="63" dur="1000" fill="hold"/>
                                        <p:tgtEl>
                                          <p:spTgt spid="13416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7" grpId="0"/>
      <p:bldP spid="134158" grpId="0"/>
      <p:bldP spid="134159" grpId="0" animBg="1"/>
      <p:bldP spid="134164" grpId="0" animBg="1"/>
      <p:bldP spid="16" grpId="0"/>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8050" name="Object 2">
            <a:extLst>
              <a:ext uri="{FF2B5EF4-FFF2-40B4-BE49-F238E27FC236}">
                <a16:creationId xmlns:a16="http://schemas.microsoft.com/office/drawing/2014/main" id="{BFA61385-1060-476A-BC29-6E544FD84E5D}"/>
              </a:ext>
            </a:extLst>
          </p:cNvPr>
          <p:cNvGraphicFramePr>
            <a:graphicFrameLocks noChangeAspect="1"/>
          </p:cNvGraphicFramePr>
          <p:nvPr>
            <p:extLst>
              <p:ext uri="{D42A27DB-BD31-4B8C-83A1-F6EECF244321}">
                <p14:modId xmlns:p14="http://schemas.microsoft.com/office/powerpoint/2010/main" val="1577697516"/>
              </p:ext>
            </p:extLst>
          </p:nvPr>
        </p:nvGraphicFramePr>
        <p:xfrm>
          <a:off x="730621" y="1376364"/>
          <a:ext cx="2585668" cy="737236"/>
        </p:xfrm>
        <a:graphic>
          <a:graphicData uri="http://schemas.openxmlformats.org/presentationml/2006/ole">
            <mc:AlternateContent xmlns:mc="http://schemas.openxmlformats.org/markup-compatibility/2006">
              <mc:Choice xmlns:v="urn:schemas-microsoft-com:vml" Requires="v">
                <p:oleObj spid="_x0000_s88554" name="Equation" r:id="rId3" imgW="1238173" imgH="371387" progId="Equation.DSMT4">
                  <p:embed/>
                </p:oleObj>
              </mc:Choice>
              <mc:Fallback>
                <p:oleObj name="Equation" r:id="rId3" imgW="1238173" imgH="371387" progId="Equation.DSMT4">
                  <p:embed/>
                  <p:pic>
                    <p:nvPicPr>
                      <p:cNvPr id="258050" name="Object 2">
                        <a:extLst>
                          <a:ext uri="{FF2B5EF4-FFF2-40B4-BE49-F238E27FC236}">
                            <a16:creationId xmlns:a16="http://schemas.microsoft.com/office/drawing/2014/main" id="{BFA61385-1060-476A-BC29-6E544FD84E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621" y="1376364"/>
                        <a:ext cx="2585668" cy="737236"/>
                      </a:xfrm>
                      <a:prstGeom prst="rect">
                        <a:avLst/>
                      </a:prstGeom>
                      <a:noFill/>
                      <a:ln>
                        <a:noFill/>
                      </a:ln>
                      <a:effectLst/>
                      <a:extLst/>
                    </p:spPr>
                  </p:pic>
                </p:oleObj>
              </mc:Fallback>
            </mc:AlternateContent>
          </a:graphicData>
        </a:graphic>
      </p:graphicFrame>
      <p:graphicFrame>
        <p:nvGraphicFramePr>
          <p:cNvPr id="258051" name="Object 3">
            <a:extLst>
              <a:ext uri="{FF2B5EF4-FFF2-40B4-BE49-F238E27FC236}">
                <a16:creationId xmlns:a16="http://schemas.microsoft.com/office/drawing/2014/main" id="{A85370FC-64C9-490F-811C-8911490C4FF3}"/>
              </a:ext>
            </a:extLst>
          </p:cNvPr>
          <p:cNvGraphicFramePr>
            <a:graphicFrameLocks noChangeAspect="1"/>
          </p:cNvGraphicFramePr>
          <p:nvPr>
            <p:extLst>
              <p:ext uri="{D42A27DB-BD31-4B8C-83A1-F6EECF244321}">
                <p14:modId xmlns:p14="http://schemas.microsoft.com/office/powerpoint/2010/main" val="1994538855"/>
              </p:ext>
            </p:extLst>
          </p:nvPr>
        </p:nvGraphicFramePr>
        <p:xfrm>
          <a:off x="1536490" y="2124765"/>
          <a:ext cx="3615382" cy="802748"/>
        </p:xfrm>
        <a:graphic>
          <a:graphicData uri="http://schemas.openxmlformats.org/presentationml/2006/ole">
            <mc:AlternateContent xmlns:mc="http://schemas.openxmlformats.org/markup-compatibility/2006">
              <mc:Choice xmlns:v="urn:schemas-microsoft-com:vml" Requires="v">
                <p:oleObj spid="_x0000_s88555" name="Equation" r:id="rId5" imgW="1800424" imgH="390613" progId="Equation.DSMT4">
                  <p:embed/>
                </p:oleObj>
              </mc:Choice>
              <mc:Fallback>
                <p:oleObj name="Equation" r:id="rId5" imgW="1800424" imgH="390613" progId="Equation.DSMT4">
                  <p:embed/>
                  <p:pic>
                    <p:nvPicPr>
                      <p:cNvPr id="258051" name="Object 3">
                        <a:extLst>
                          <a:ext uri="{FF2B5EF4-FFF2-40B4-BE49-F238E27FC236}">
                            <a16:creationId xmlns:a16="http://schemas.microsoft.com/office/drawing/2014/main" id="{A85370FC-64C9-490F-811C-8911490C4F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490" y="2124765"/>
                        <a:ext cx="3615382" cy="802748"/>
                      </a:xfrm>
                      <a:prstGeom prst="rect">
                        <a:avLst/>
                      </a:prstGeom>
                      <a:noFill/>
                      <a:ln>
                        <a:noFill/>
                      </a:ln>
                      <a:effectLst/>
                      <a:extLst/>
                    </p:spPr>
                  </p:pic>
                </p:oleObj>
              </mc:Fallback>
            </mc:AlternateContent>
          </a:graphicData>
        </a:graphic>
      </p:graphicFrame>
      <p:graphicFrame>
        <p:nvGraphicFramePr>
          <p:cNvPr id="258052" name="Object 4">
            <a:extLst>
              <a:ext uri="{FF2B5EF4-FFF2-40B4-BE49-F238E27FC236}">
                <a16:creationId xmlns:a16="http://schemas.microsoft.com/office/drawing/2014/main" id="{CC75BC25-F5E9-4BE4-8887-950DE9A61A0D}"/>
              </a:ext>
            </a:extLst>
          </p:cNvPr>
          <p:cNvGraphicFramePr>
            <a:graphicFrameLocks noChangeAspect="1"/>
          </p:cNvGraphicFramePr>
          <p:nvPr>
            <p:extLst>
              <p:ext uri="{D42A27DB-BD31-4B8C-83A1-F6EECF244321}">
                <p14:modId xmlns:p14="http://schemas.microsoft.com/office/powerpoint/2010/main" val="1889239171"/>
              </p:ext>
            </p:extLst>
          </p:nvPr>
        </p:nvGraphicFramePr>
        <p:xfrm>
          <a:off x="5238806" y="2090886"/>
          <a:ext cx="3005602" cy="836352"/>
        </p:xfrm>
        <a:graphic>
          <a:graphicData uri="http://schemas.openxmlformats.org/presentationml/2006/ole">
            <mc:AlternateContent xmlns:mc="http://schemas.openxmlformats.org/markup-compatibility/2006">
              <mc:Choice xmlns:v="urn:schemas-microsoft-com:vml" Requires="v">
                <p:oleObj spid="_x0000_s88556" name="公式" r:id="rId7" imgW="1619113" imgH="437974" progId="Equation.3">
                  <p:embed/>
                </p:oleObj>
              </mc:Choice>
              <mc:Fallback>
                <p:oleObj name="公式" r:id="rId7" imgW="1619113" imgH="437974" progId="Equation.3">
                  <p:embed/>
                  <p:pic>
                    <p:nvPicPr>
                      <p:cNvPr id="258052" name="Object 4">
                        <a:extLst>
                          <a:ext uri="{FF2B5EF4-FFF2-40B4-BE49-F238E27FC236}">
                            <a16:creationId xmlns:a16="http://schemas.microsoft.com/office/drawing/2014/main" id="{CC75BC25-F5E9-4BE4-8887-950DE9A61A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8806" y="2090886"/>
                        <a:ext cx="3005602" cy="836352"/>
                      </a:xfrm>
                      <a:prstGeom prst="rect">
                        <a:avLst/>
                      </a:prstGeom>
                      <a:noFill/>
                      <a:ln>
                        <a:noFill/>
                      </a:ln>
                      <a:effectLst/>
                      <a:extLst/>
                    </p:spPr>
                  </p:pic>
                </p:oleObj>
              </mc:Fallback>
            </mc:AlternateContent>
          </a:graphicData>
        </a:graphic>
      </p:graphicFrame>
      <p:sp>
        <p:nvSpPr>
          <p:cNvPr id="258053" name="Text Box 5">
            <a:extLst>
              <a:ext uri="{FF2B5EF4-FFF2-40B4-BE49-F238E27FC236}">
                <a16:creationId xmlns:a16="http://schemas.microsoft.com/office/drawing/2014/main" id="{C4370D52-E068-4275-8445-293D3AC67B64}"/>
              </a:ext>
            </a:extLst>
          </p:cNvPr>
          <p:cNvSpPr txBox="1">
            <a:spLocks noChangeArrowheads="1"/>
          </p:cNvSpPr>
          <p:nvPr/>
        </p:nvSpPr>
        <p:spPr bwMode="auto">
          <a:xfrm>
            <a:off x="290618" y="3136965"/>
            <a:ext cx="2151551"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换路</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58054" name="Object 6">
            <a:extLst>
              <a:ext uri="{FF2B5EF4-FFF2-40B4-BE49-F238E27FC236}">
                <a16:creationId xmlns:a16="http://schemas.microsoft.com/office/drawing/2014/main" id="{6F52871C-2975-4423-AAAB-48A9E9307D0A}"/>
              </a:ext>
            </a:extLst>
          </p:cNvPr>
          <p:cNvGraphicFramePr>
            <a:graphicFrameLocks noChangeAspect="1"/>
          </p:cNvGraphicFramePr>
          <p:nvPr>
            <p:extLst>
              <p:ext uri="{D42A27DB-BD31-4B8C-83A1-F6EECF244321}">
                <p14:modId xmlns:p14="http://schemas.microsoft.com/office/powerpoint/2010/main" val="2342732993"/>
              </p:ext>
            </p:extLst>
          </p:nvPr>
        </p:nvGraphicFramePr>
        <p:xfrm>
          <a:off x="2374007" y="2896173"/>
          <a:ext cx="3954462" cy="849074"/>
        </p:xfrm>
        <a:graphic>
          <a:graphicData uri="http://schemas.openxmlformats.org/presentationml/2006/ole">
            <mc:AlternateContent xmlns:mc="http://schemas.openxmlformats.org/markup-compatibility/2006">
              <mc:Choice xmlns:v="urn:schemas-microsoft-com:vml" Requires="v">
                <p:oleObj spid="_x0000_s88557" name="公式" r:id="rId9" imgW="2104800" imgH="437974" progId="Equation.3">
                  <p:embed/>
                </p:oleObj>
              </mc:Choice>
              <mc:Fallback>
                <p:oleObj name="公式" r:id="rId9" imgW="2104800" imgH="437974" progId="Equation.3">
                  <p:embed/>
                  <p:pic>
                    <p:nvPicPr>
                      <p:cNvPr id="258054" name="Object 6">
                        <a:extLst>
                          <a:ext uri="{FF2B5EF4-FFF2-40B4-BE49-F238E27FC236}">
                            <a16:creationId xmlns:a16="http://schemas.microsoft.com/office/drawing/2014/main" id="{6F52871C-2975-4423-AAAB-48A9E9307D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74007" y="2896173"/>
                        <a:ext cx="3954462" cy="849074"/>
                      </a:xfrm>
                      <a:prstGeom prst="rect">
                        <a:avLst/>
                      </a:prstGeom>
                      <a:noFill/>
                      <a:ln>
                        <a:noFill/>
                      </a:ln>
                      <a:effectLst/>
                      <a:extLst/>
                    </p:spPr>
                  </p:pic>
                </p:oleObj>
              </mc:Fallback>
            </mc:AlternateContent>
          </a:graphicData>
        </a:graphic>
      </p:graphicFrame>
      <p:grpSp>
        <p:nvGrpSpPr>
          <p:cNvPr id="258055" name="Group 7">
            <a:extLst>
              <a:ext uri="{FF2B5EF4-FFF2-40B4-BE49-F238E27FC236}">
                <a16:creationId xmlns:a16="http://schemas.microsoft.com/office/drawing/2014/main" id="{082A830B-9836-401F-9BB8-9F9DF55E4BFA}"/>
              </a:ext>
            </a:extLst>
          </p:cNvPr>
          <p:cNvGrpSpPr>
            <a:grpSpLocks/>
          </p:cNvGrpSpPr>
          <p:nvPr/>
        </p:nvGrpSpPr>
        <p:grpSpPr bwMode="auto">
          <a:xfrm>
            <a:off x="5262563" y="395287"/>
            <a:ext cx="2405062" cy="1457325"/>
            <a:chOff x="3671" y="435"/>
            <a:chExt cx="1515" cy="918"/>
          </a:xfrm>
        </p:grpSpPr>
        <p:sp>
          <p:nvSpPr>
            <p:cNvPr id="25613" name="Line 8">
              <a:extLst>
                <a:ext uri="{FF2B5EF4-FFF2-40B4-BE49-F238E27FC236}">
                  <a16:creationId xmlns:a16="http://schemas.microsoft.com/office/drawing/2014/main" id="{C5F6405C-B4CA-49F2-BC7C-66E1D648FECE}"/>
                </a:ext>
              </a:extLst>
            </p:cNvPr>
            <p:cNvSpPr>
              <a:spLocks noChangeShapeType="1"/>
            </p:cNvSpPr>
            <p:nvPr/>
          </p:nvSpPr>
          <p:spPr bwMode="auto">
            <a:xfrm>
              <a:off x="4574" y="881"/>
              <a:ext cx="306"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4" name="Line 9">
              <a:extLst>
                <a:ext uri="{FF2B5EF4-FFF2-40B4-BE49-F238E27FC236}">
                  <a16:creationId xmlns:a16="http://schemas.microsoft.com/office/drawing/2014/main" id="{A830FF1D-C774-4BFD-B7D9-446562484ADD}"/>
                </a:ext>
              </a:extLst>
            </p:cNvPr>
            <p:cNvSpPr>
              <a:spLocks noChangeShapeType="1"/>
            </p:cNvSpPr>
            <p:nvPr/>
          </p:nvSpPr>
          <p:spPr bwMode="auto">
            <a:xfrm>
              <a:off x="4574" y="974"/>
              <a:ext cx="306"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5" name="Line 10">
              <a:extLst>
                <a:ext uri="{FF2B5EF4-FFF2-40B4-BE49-F238E27FC236}">
                  <a16:creationId xmlns:a16="http://schemas.microsoft.com/office/drawing/2014/main" id="{3D366E47-AAEC-4906-A74A-B1B288CCD708}"/>
                </a:ext>
              </a:extLst>
            </p:cNvPr>
            <p:cNvSpPr>
              <a:spLocks noChangeShapeType="1"/>
            </p:cNvSpPr>
            <p:nvPr/>
          </p:nvSpPr>
          <p:spPr bwMode="auto">
            <a:xfrm flipV="1">
              <a:off x="3789" y="480"/>
              <a:ext cx="916"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6" name="Line 11">
              <a:extLst>
                <a:ext uri="{FF2B5EF4-FFF2-40B4-BE49-F238E27FC236}">
                  <a16:creationId xmlns:a16="http://schemas.microsoft.com/office/drawing/2014/main" id="{1A464BD6-51DB-46B9-BDBD-DF59BEB19F83}"/>
                </a:ext>
              </a:extLst>
            </p:cNvPr>
            <p:cNvSpPr>
              <a:spLocks noChangeShapeType="1"/>
            </p:cNvSpPr>
            <p:nvPr/>
          </p:nvSpPr>
          <p:spPr bwMode="auto">
            <a:xfrm>
              <a:off x="3747" y="1319"/>
              <a:ext cx="95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7" name="Line 12">
              <a:extLst>
                <a:ext uri="{FF2B5EF4-FFF2-40B4-BE49-F238E27FC236}">
                  <a16:creationId xmlns:a16="http://schemas.microsoft.com/office/drawing/2014/main" id="{1D32F390-5E01-4CE7-BCFB-BBED1524E69D}"/>
                </a:ext>
              </a:extLst>
            </p:cNvPr>
            <p:cNvSpPr>
              <a:spLocks noChangeShapeType="1"/>
            </p:cNvSpPr>
            <p:nvPr/>
          </p:nvSpPr>
          <p:spPr bwMode="auto">
            <a:xfrm>
              <a:off x="3917" y="472"/>
              <a:ext cx="268" cy="1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8" name="Text Box 13">
              <a:extLst>
                <a:ext uri="{FF2B5EF4-FFF2-40B4-BE49-F238E27FC236}">
                  <a16:creationId xmlns:a16="http://schemas.microsoft.com/office/drawing/2014/main" id="{33ADFD54-3CC2-43D5-91DB-2B87C521DEE1}"/>
                </a:ext>
              </a:extLst>
            </p:cNvPr>
            <p:cNvSpPr txBox="1">
              <a:spLocks noChangeArrowheads="1"/>
            </p:cNvSpPr>
            <p:nvPr/>
          </p:nvSpPr>
          <p:spPr bwMode="auto">
            <a:xfrm>
              <a:off x="3969" y="435"/>
              <a:ext cx="179"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19" name="Text Box 14">
              <a:extLst>
                <a:ext uri="{FF2B5EF4-FFF2-40B4-BE49-F238E27FC236}">
                  <a16:creationId xmlns:a16="http://schemas.microsoft.com/office/drawing/2014/main" id="{F44B4BA5-1085-4933-8624-152ACD23AD6D}"/>
                </a:ext>
              </a:extLst>
            </p:cNvPr>
            <p:cNvSpPr txBox="1">
              <a:spLocks noChangeArrowheads="1"/>
            </p:cNvSpPr>
            <p:nvPr/>
          </p:nvSpPr>
          <p:spPr bwMode="auto">
            <a:xfrm>
              <a:off x="4271" y="743"/>
              <a:ext cx="349"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20" name="Line 15">
              <a:extLst>
                <a:ext uri="{FF2B5EF4-FFF2-40B4-BE49-F238E27FC236}">
                  <a16:creationId xmlns:a16="http://schemas.microsoft.com/office/drawing/2014/main" id="{AD1221A7-F028-4566-8FEA-622DA7F4A947}"/>
                </a:ext>
              </a:extLst>
            </p:cNvPr>
            <p:cNvSpPr>
              <a:spLocks noChangeShapeType="1"/>
            </p:cNvSpPr>
            <p:nvPr/>
          </p:nvSpPr>
          <p:spPr bwMode="auto">
            <a:xfrm flipH="1">
              <a:off x="4662" y="1319"/>
              <a:ext cx="5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21" name="Line 16">
              <a:extLst>
                <a:ext uri="{FF2B5EF4-FFF2-40B4-BE49-F238E27FC236}">
                  <a16:creationId xmlns:a16="http://schemas.microsoft.com/office/drawing/2014/main" id="{0DE2A976-FC07-4ECD-88E4-6EF0165FB544}"/>
                </a:ext>
              </a:extLst>
            </p:cNvPr>
            <p:cNvSpPr>
              <a:spLocks noChangeShapeType="1"/>
            </p:cNvSpPr>
            <p:nvPr/>
          </p:nvSpPr>
          <p:spPr bwMode="auto">
            <a:xfrm>
              <a:off x="4717" y="983"/>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22" name="Line 17">
              <a:extLst>
                <a:ext uri="{FF2B5EF4-FFF2-40B4-BE49-F238E27FC236}">
                  <a16:creationId xmlns:a16="http://schemas.microsoft.com/office/drawing/2014/main" id="{DA7DE168-A8F5-4797-BDBF-E1AAADBA47DB}"/>
                </a:ext>
              </a:extLst>
            </p:cNvPr>
            <p:cNvSpPr>
              <a:spLocks noChangeShapeType="1"/>
            </p:cNvSpPr>
            <p:nvPr/>
          </p:nvSpPr>
          <p:spPr bwMode="auto">
            <a:xfrm flipV="1">
              <a:off x="4717" y="480"/>
              <a:ext cx="0" cy="39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23" name="Text Box 18">
              <a:extLst>
                <a:ext uri="{FF2B5EF4-FFF2-40B4-BE49-F238E27FC236}">
                  <a16:creationId xmlns:a16="http://schemas.microsoft.com/office/drawing/2014/main" id="{C3DAB659-179F-4859-8869-4A74E7762FE7}"/>
                </a:ext>
              </a:extLst>
            </p:cNvPr>
            <p:cNvSpPr txBox="1">
              <a:spLocks noChangeArrowheads="1"/>
            </p:cNvSpPr>
            <p:nvPr/>
          </p:nvSpPr>
          <p:spPr bwMode="auto">
            <a:xfrm>
              <a:off x="4921" y="799"/>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24" name="Oval 19">
              <a:extLst>
                <a:ext uri="{FF2B5EF4-FFF2-40B4-BE49-F238E27FC236}">
                  <a16:creationId xmlns:a16="http://schemas.microsoft.com/office/drawing/2014/main" id="{DBD96A64-A647-4D76-A8A3-413DE3CB7D05}"/>
                </a:ext>
              </a:extLst>
            </p:cNvPr>
            <p:cNvSpPr>
              <a:spLocks noChangeArrowheads="1"/>
            </p:cNvSpPr>
            <p:nvPr/>
          </p:nvSpPr>
          <p:spPr bwMode="auto">
            <a:xfrm>
              <a:off x="3696" y="436"/>
              <a:ext cx="82" cy="95"/>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25" name="Oval 20">
              <a:extLst>
                <a:ext uri="{FF2B5EF4-FFF2-40B4-BE49-F238E27FC236}">
                  <a16:creationId xmlns:a16="http://schemas.microsoft.com/office/drawing/2014/main" id="{39526DA5-E3BC-41DD-A2C3-82208594DE5F}"/>
                </a:ext>
              </a:extLst>
            </p:cNvPr>
            <p:cNvSpPr>
              <a:spLocks noChangeArrowheads="1"/>
            </p:cNvSpPr>
            <p:nvPr/>
          </p:nvSpPr>
          <p:spPr bwMode="auto">
            <a:xfrm>
              <a:off x="3671" y="1258"/>
              <a:ext cx="81" cy="95"/>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626" name="Text Box 21">
              <a:extLst>
                <a:ext uri="{FF2B5EF4-FFF2-40B4-BE49-F238E27FC236}">
                  <a16:creationId xmlns:a16="http://schemas.microsoft.com/office/drawing/2014/main" id="{32856F9B-B95F-455D-A01C-8FDEF6039A22}"/>
                </a:ext>
              </a:extLst>
            </p:cNvPr>
            <p:cNvSpPr txBox="1">
              <a:spLocks noChangeArrowheads="1"/>
            </p:cNvSpPr>
            <p:nvPr/>
          </p:nvSpPr>
          <p:spPr bwMode="auto">
            <a:xfrm>
              <a:off x="4438" y="529"/>
              <a:ext cx="246"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5627" name="Text Box 22">
              <a:extLst>
                <a:ext uri="{FF2B5EF4-FFF2-40B4-BE49-F238E27FC236}">
                  <a16:creationId xmlns:a16="http://schemas.microsoft.com/office/drawing/2014/main" id="{90CF917F-86F6-4A59-9FB2-CCA148998310}"/>
                </a:ext>
              </a:extLst>
            </p:cNvPr>
            <p:cNvSpPr txBox="1">
              <a:spLocks noChangeArrowheads="1"/>
            </p:cNvSpPr>
            <p:nvPr/>
          </p:nvSpPr>
          <p:spPr bwMode="auto">
            <a:xfrm>
              <a:off x="4490" y="948"/>
              <a:ext cx="192"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258071" name="Text Box 23">
            <a:extLst>
              <a:ext uri="{FF2B5EF4-FFF2-40B4-BE49-F238E27FC236}">
                <a16:creationId xmlns:a16="http://schemas.microsoft.com/office/drawing/2014/main" id="{BD72B92D-8AB4-4E91-A36C-7EA22306D489}"/>
              </a:ext>
            </a:extLst>
          </p:cNvPr>
          <p:cNvSpPr txBox="1">
            <a:spLocks noChangeArrowheads="1"/>
          </p:cNvSpPr>
          <p:nvPr/>
        </p:nvSpPr>
        <p:spPr bwMode="auto">
          <a:xfrm>
            <a:off x="624452" y="747143"/>
            <a:ext cx="3947547" cy="52322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电容</a:t>
            </a:r>
            <a:r>
              <a:rPr kumimoji="1"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电压</a:t>
            </a:r>
            <a:r>
              <a:rPr kumimoji="1" lang="en-US" altLang="zh-CN" sz="2800" b="1" i="1" u="none" strike="noStrike" kern="1200" cap="none" spc="0" normalizeH="0" baseline="0" noProof="0" dirty="0" err="1">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的初始值</a:t>
            </a:r>
          </a:p>
        </p:txBody>
      </p:sp>
      <p:grpSp>
        <p:nvGrpSpPr>
          <p:cNvPr id="258072" name="Group 24">
            <a:extLst>
              <a:ext uri="{FF2B5EF4-FFF2-40B4-BE49-F238E27FC236}">
                <a16:creationId xmlns:a16="http://schemas.microsoft.com/office/drawing/2014/main" id="{0FEED0BC-D7CC-4465-809B-5B6B2CA2FC86}"/>
              </a:ext>
            </a:extLst>
          </p:cNvPr>
          <p:cNvGrpSpPr>
            <a:grpSpLocks/>
          </p:cNvGrpSpPr>
          <p:nvPr/>
        </p:nvGrpSpPr>
        <p:grpSpPr bwMode="auto">
          <a:xfrm>
            <a:off x="5206619" y="2732088"/>
            <a:ext cx="782770" cy="937886"/>
            <a:chOff x="3833" y="1525"/>
            <a:chExt cx="1043" cy="862"/>
          </a:xfrm>
        </p:grpSpPr>
        <p:sp>
          <p:nvSpPr>
            <p:cNvPr id="25611" name="Line 25">
              <a:extLst>
                <a:ext uri="{FF2B5EF4-FFF2-40B4-BE49-F238E27FC236}">
                  <a16:creationId xmlns:a16="http://schemas.microsoft.com/office/drawing/2014/main" id="{C7C71F68-D409-49A0-8905-03EACFFED398}"/>
                </a:ext>
              </a:extLst>
            </p:cNvPr>
            <p:cNvSpPr>
              <a:spLocks noChangeShapeType="1"/>
            </p:cNvSpPr>
            <p:nvPr/>
          </p:nvSpPr>
          <p:spPr bwMode="auto">
            <a:xfrm flipV="1">
              <a:off x="3833" y="1752"/>
              <a:ext cx="771" cy="63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612" name="Text Box 26">
              <a:extLst>
                <a:ext uri="{FF2B5EF4-FFF2-40B4-BE49-F238E27FC236}">
                  <a16:creationId xmlns:a16="http://schemas.microsoft.com/office/drawing/2014/main" id="{F11D8B45-0D50-4F66-A7D8-B86E5B2F0CA5}"/>
                </a:ext>
              </a:extLst>
            </p:cNvPr>
            <p:cNvSpPr txBox="1">
              <a:spLocks noChangeArrowheads="1"/>
            </p:cNvSpPr>
            <p:nvPr/>
          </p:nvSpPr>
          <p:spPr bwMode="auto">
            <a:xfrm>
              <a:off x="4603" y="1525"/>
              <a:ext cx="273"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258081" name="Rectangle 33">
            <a:extLst>
              <a:ext uri="{FF2B5EF4-FFF2-40B4-BE49-F238E27FC236}">
                <a16:creationId xmlns:a16="http://schemas.microsoft.com/office/drawing/2014/main" id="{9EB799D0-F7A2-4D5A-B8F5-43AC0C888419}"/>
              </a:ext>
            </a:extLst>
          </p:cNvPr>
          <p:cNvSpPr>
            <a:spLocks noChangeArrowheads="1"/>
          </p:cNvSpPr>
          <p:nvPr/>
        </p:nvSpPr>
        <p:spPr bwMode="auto">
          <a:xfrm>
            <a:off x="6371936" y="2975258"/>
            <a:ext cx="2473754"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当</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为有限值时</a:t>
            </a:r>
          </a:p>
        </p:txBody>
      </p:sp>
      <p:sp>
        <p:nvSpPr>
          <p:cNvPr id="28" name="Text Box 3">
            <a:extLst>
              <a:ext uri="{FF2B5EF4-FFF2-40B4-BE49-F238E27FC236}">
                <a16:creationId xmlns:a16="http://schemas.microsoft.com/office/drawing/2014/main" id="{FC5FC96D-D240-469F-A283-FA201B9528DA}"/>
              </a:ext>
            </a:extLst>
          </p:cNvPr>
          <p:cNvSpPr txBox="1">
            <a:spLocks noChangeArrowheads="1"/>
          </p:cNvSpPr>
          <p:nvPr/>
        </p:nvSpPr>
        <p:spPr bwMode="auto">
          <a:xfrm>
            <a:off x="2058829" y="3857732"/>
            <a:ext cx="2231558" cy="461665"/>
          </a:xfrm>
          <a:prstGeom prst="rect">
            <a:avLst/>
          </a:prstGeom>
          <a:noFill/>
          <a:ln>
            <a:noFill/>
          </a:ln>
          <a:effectLst/>
          <a:extLst>
            <a:ext uri="{909E8E84-426E-40DD-AFC4-6F175D3DCCD1}">
              <a14:hiddenFill xmlns:a14="http://schemas.microsoft.com/office/drawing/2010/main">
                <a:gradFill rotWithShape="1">
                  <a:gsLst>
                    <a:gs pos="0">
                      <a:srgbClr val="FFCC00"/>
                    </a:gs>
                    <a:gs pos="100000">
                      <a:schemeClr val="bg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4" name="Text Box 4">
            <a:extLst>
              <a:ext uri="{FF2B5EF4-FFF2-40B4-BE49-F238E27FC236}">
                <a16:creationId xmlns:a16="http://schemas.microsoft.com/office/drawing/2014/main" id="{5C6F8A0A-4C41-4A48-B701-C724D72539CB}"/>
              </a:ext>
            </a:extLst>
          </p:cNvPr>
          <p:cNvSpPr txBox="1">
            <a:spLocks noChangeArrowheads="1"/>
          </p:cNvSpPr>
          <p:nvPr/>
        </p:nvSpPr>
        <p:spPr bwMode="auto">
          <a:xfrm>
            <a:off x="1154561" y="4625587"/>
            <a:ext cx="7547735" cy="146770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换路瞬间，若</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电容电流</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保持为</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有限值</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则电容电压（电荷）换路前、后保持</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不变，电容电压是连续的函数，</a:t>
            </a:r>
            <a:r>
              <a:rPr kumimoji="1" lang="zh-CN" altLang="en-US" sz="2400" b="1" i="0" u="none" strike="noStrike" kern="1200" cap="none" spc="0" normalizeH="0" baseline="0" noProof="0" dirty="0">
                <a:ln>
                  <a:noFill/>
                </a:ln>
                <a:solidFill>
                  <a:schemeClr val="bg2"/>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电容电压又称之为</a:t>
            </a:r>
            <a:r>
              <a:rPr kumimoji="1"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状态变量</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35" name="Group 15">
            <a:extLst>
              <a:ext uri="{FF2B5EF4-FFF2-40B4-BE49-F238E27FC236}">
                <a16:creationId xmlns:a16="http://schemas.microsoft.com/office/drawing/2014/main" id="{ED1DEEAD-5D09-49B4-8A94-8032B08A559E}"/>
              </a:ext>
            </a:extLst>
          </p:cNvPr>
          <p:cNvGrpSpPr>
            <a:grpSpLocks/>
          </p:cNvGrpSpPr>
          <p:nvPr/>
        </p:nvGrpSpPr>
        <p:grpSpPr bwMode="auto">
          <a:xfrm>
            <a:off x="718694" y="4197094"/>
            <a:ext cx="1447800" cy="850900"/>
            <a:chOff x="385" y="3022"/>
            <a:chExt cx="912" cy="536"/>
          </a:xfrm>
        </p:grpSpPr>
        <p:pic>
          <p:nvPicPr>
            <p:cNvPr id="36" name="Picture 16" descr="123">
              <a:extLst>
                <a:ext uri="{FF2B5EF4-FFF2-40B4-BE49-F238E27FC236}">
                  <a16:creationId xmlns:a16="http://schemas.microsoft.com/office/drawing/2014/main" id="{9488D6E7-7CC2-4885-B73C-0AE1A788B87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17">
              <a:extLst>
                <a:ext uri="{FF2B5EF4-FFF2-40B4-BE49-F238E27FC236}">
                  <a16:creationId xmlns:a16="http://schemas.microsoft.com/office/drawing/2014/main" id="{B7BF1A44-25AC-4ACC-82AC-71284CDB1668}"/>
                </a:ext>
              </a:extLst>
            </p:cNvPr>
            <p:cNvSpPr txBox="1">
              <a:spLocks noChangeArrowheads="1"/>
            </p:cNvSpPr>
            <p:nvPr/>
          </p:nvSpPr>
          <p:spPr bwMode="auto">
            <a:xfrm>
              <a:off x="793" y="3125"/>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结论</a:t>
              </a:r>
            </a:p>
          </p:txBody>
        </p:sp>
      </p:grpSp>
      <p:sp>
        <p:nvSpPr>
          <p:cNvPr id="38" name="Text Box 3">
            <a:extLst>
              <a:ext uri="{FF2B5EF4-FFF2-40B4-BE49-F238E27FC236}">
                <a16:creationId xmlns:a16="http://schemas.microsoft.com/office/drawing/2014/main" id="{72A659F3-62EC-4696-BA72-556A1BFA7A55}"/>
              </a:ext>
            </a:extLst>
          </p:cNvPr>
          <p:cNvSpPr txBox="1">
            <a:spLocks noChangeArrowheads="1"/>
          </p:cNvSpPr>
          <p:nvPr/>
        </p:nvSpPr>
        <p:spPr bwMode="auto">
          <a:xfrm>
            <a:off x="4321725" y="3941015"/>
            <a:ext cx="2091223" cy="461665"/>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1">
                  <a:gsLst>
                    <a:gs pos="0">
                      <a:srgbClr val="FFCC00"/>
                    </a:gs>
                    <a:gs pos="100000">
                      <a:schemeClr val="bg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称换路定则</a:t>
            </a:r>
            <a:endParaRPr kumimoji="1" lang="en-US" altLang="zh-CN" sz="2400" b="1"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3065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258071"/>
                                        </p:tgtEl>
                                        <p:attrNameLst>
                                          <p:attrName>style.visibility</p:attrName>
                                        </p:attrNameLst>
                                      </p:cBhvr>
                                      <p:to>
                                        <p:strVal val="visible"/>
                                      </p:to>
                                    </p:set>
                                    <p:anim calcmode="lin" valueType="num">
                                      <p:cBhvr additive="base">
                                        <p:cTn id="7" dur="500" fill="hold"/>
                                        <p:tgtEl>
                                          <p:spTgt spid="258071"/>
                                        </p:tgtEl>
                                        <p:attrNameLst>
                                          <p:attrName>ppt_x</p:attrName>
                                        </p:attrNameLst>
                                      </p:cBhvr>
                                      <p:tavLst>
                                        <p:tav tm="0">
                                          <p:val>
                                            <p:strVal val="0-#ppt_w/2"/>
                                          </p:val>
                                        </p:tav>
                                        <p:tav tm="100000">
                                          <p:val>
                                            <p:strVal val="#ppt_x"/>
                                          </p:val>
                                        </p:tav>
                                      </p:tavLst>
                                    </p:anim>
                                    <p:anim calcmode="lin" valueType="num">
                                      <p:cBhvr additive="base">
                                        <p:cTn id="8" dur="500" fill="hold"/>
                                        <p:tgtEl>
                                          <p:spTgt spid="258071"/>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3" presetClass="entr" presetSubtype="10" fill="hold" nodeType="afterEffect">
                                  <p:stCondLst>
                                    <p:cond delay="0"/>
                                  </p:stCondLst>
                                  <p:childTnLst>
                                    <p:set>
                                      <p:cBhvr>
                                        <p:cTn id="11" dur="1" fill="hold">
                                          <p:stCondLst>
                                            <p:cond delay="0"/>
                                          </p:stCondLst>
                                        </p:cTn>
                                        <p:tgtEl>
                                          <p:spTgt spid="258055"/>
                                        </p:tgtEl>
                                        <p:attrNameLst>
                                          <p:attrName>style.visibility</p:attrName>
                                        </p:attrNameLst>
                                      </p:cBhvr>
                                      <p:to>
                                        <p:strVal val="visible"/>
                                      </p:to>
                                    </p:set>
                                    <p:animEffect transition="in" filter="blinds(horizontal)">
                                      <p:cBhvr>
                                        <p:cTn id="12" dur="500"/>
                                        <p:tgtEl>
                                          <p:spTgt spid="2580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8050"/>
                                        </p:tgtEl>
                                        <p:attrNameLst>
                                          <p:attrName>style.visibility</p:attrName>
                                        </p:attrNameLst>
                                      </p:cBhvr>
                                      <p:to>
                                        <p:strVal val="visible"/>
                                      </p:to>
                                    </p:set>
                                    <p:animEffect transition="in" filter="wipe(left)">
                                      <p:cBhvr>
                                        <p:cTn id="17" dur="1000"/>
                                        <p:tgtEl>
                                          <p:spTgt spid="2580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8051"/>
                                        </p:tgtEl>
                                        <p:attrNameLst>
                                          <p:attrName>style.visibility</p:attrName>
                                        </p:attrNameLst>
                                      </p:cBhvr>
                                      <p:to>
                                        <p:strVal val="visible"/>
                                      </p:to>
                                    </p:set>
                                    <p:animEffect transition="in" filter="wipe(left)">
                                      <p:cBhvr>
                                        <p:cTn id="22" dur="1000"/>
                                        <p:tgtEl>
                                          <p:spTgt spid="2580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8052"/>
                                        </p:tgtEl>
                                        <p:attrNameLst>
                                          <p:attrName>style.visibility</p:attrName>
                                        </p:attrNameLst>
                                      </p:cBhvr>
                                      <p:to>
                                        <p:strVal val="visible"/>
                                      </p:to>
                                    </p:set>
                                    <p:animEffect transition="in" filter="wipe(left)">
                                      <p:cBhvr>
                                        <p:cTn id="27" dur="1000"/>
                                        <p:tgtEl>
                                          <p:spTgt spid="2580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58053">
                                            <p:txEl>
                                              <p:pRg st="0" end="0"/>
                                            </p:txEl>
                                          </p:spTgt>
                                        </p:tgtEl>
                                        <p:attrNameLst>
                                          <p:attrName>style.visibility</p:attrName>
                                        </p:attrNameLst>
                                      </p:cBhvr>
                                      <p:to>
                                        <p:strVal val="visible"/>
                                      </p:to>
                                    </p:set>
                                    <p:anim calcmode="lin" valueType="num">
                                      <p:cBhvr additive="base">
                                        <p:cTn id="32" dur="500" fill="hold"/>
                                        <p:tgtEl>
                                          <p:spTgt spid="258053">
                                            <p:txEl>
                                              <p:pRg st="0" end="0"/>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2580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58054"/>
                                        </p:tgtEl>
                                        <p:attrNameLst>
                                          <p:attrName>style.visibility</p:attrName>
                                        </p:attrNameLst>
                                      </p:cBhvr>
                                      <p:to>
                                        <p:strVal val="visible"/>
                                      </p:to>
                                    </p:set>
                                    <p:animEffect transition="in" filter="wipe(left)">
                                      <p:cBhvr>
                                        <p:cTn id="38" dur="1000"/>
                                        <p:tgtEl>
                                          <p:spTgt spid="25805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8081">
                                            <p:txEl>
                                              <p:pRg st="0" end="0"/>
                                            </p:txEl>
                                          </p:spTgt>
                                        </p:tgtEl>
                                        <p:attrNameLst>
                                          <p:attrName>style.visibility</p:attrName>
                                        </p:attrNameLst>
                                      </p:cBhvr>
                                      <p:to>
                                        <p:strVal val="visible"/>
                                      </p:to>
                                    </p:set>
                                    <p:anim calcmode="lin" valueType="num">
                                      <p:cBhvr additive="base">
                                        <p:cTn id="43" dur="500" fill="hold"/>
                                        <p:tgtEl>
                                          <p:spTgt spid="258081">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80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258072"/>
                                        </p:tgtEl>
                                        <p:attrNameLst>
                                          <p:attrName>style.visibility</p:attrName>
                                        </p:attrNameLst>
                                      </p:cBhvr>
                                      <p:to>
                                        <p:strVal val="visible"/>
                                      </p:to>
                                    </p:set>
                                    <p:animEffect transition="in" filter="wipe(down)">
                                      <p:cBhvr>
                                        <p:cTn id="49" dur="1000"/>
                                        <p:tgtEl>
                                          <p:spTgt spid="258072"/>
                                        </p:tgtEl>
                                      </p:cBhvr>
                                    </p:animEffect>
                                  </p:childTnLst>
                                </p:cTn>
                              </p:par>
                              <p:par>
                                <p:cTn id="50" presetID="2" presetClass="entr" presetSubtype="2"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500" fill="hold"/>
                                        <p:tgtEl>
                                          <p:spTgt spid="28"/>
                                        </p:tgtEl>
                                        <p:attrNameLst>
                                          <p:attrName>ppt_x</p:attrName>
                                        </p:attrNameLst>
                                      </p:cBhvr>
                                      <p:tavLst>
                                        <p:tav tm="0">
                                          <p:val>
                                            <p:strVal val="1+#ppt_w/2"/>
                                          </p:val>
                                        </p:tav>
                                        <p:tav tm="100000">
                                          <p:val>
                                            <p:strVal val="#ppt_x"/>
                                          </p:val>
                                        </p:tav>
                                      </p:tavLst>
                                    </p:anim>
                                    <p:anim calcmode="lin" valueType="num">
                                      <p:cBhvr additive="base">
                                        <p:cTn id="53"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blinds(horizontal)">
                                      <p:cBhvr>
                                        <p:cTn id="58" dur="500"/>
                                        <p:tgtEl>
                                          <p:spTgt spid="3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lt">
                                    <p:tmPct val="100000"/>
                                  </p:iterate>
                                  <p:childTnLst>
                                    <p:set>
                                      <p:cBhvr>
                                        <p:cTn id="62" dur="1" fill="hold">
                                          <p:stCondLst>
                                            <p:cond delay="0"/>
                                          </p:stCondLst>
                                        </p:cTn>
                                        <p:tgtEl>
                                          <p:spTgt spid="34"/>
                                        </p:tgtEl>
                                        <p:attrNameLst>
                                          <p:attrName>style.visibility</p:attrName>
                                        </p:attrNameLst>
                                      </p:cBhvr>
                                      <p:to>
                                        <p:strVal val="visible"/>
                                      </p:to>
                                    </p:set>
                                    <p:animEffect transition="in" filter="wipe(left)">
                                      <p:cBhvr>
                                        <p:cTn id="63" dur="100"/>
                                        <p:tgtEl>
                                          <p:spTgt spid="34"/>
                                        </p:tgtEl>
                                      </p:cBhvr>
                                    </p:animEffect>
                                  </p:childTnLst>
                                </p:cTn>
                              </p:par>
                              <p:par>
                                <p:cTn id="64" presetID="2" presetClass="entr" presetSubtype="2"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 calcmode="lin" valueType="num">
                                      <p:cBhvr additive="base">
                                        <p:cTn id="66" dur="500" fill="hold"/>
                                        <p:tgtEl>
                                          <p:spTgt spid="38"/>
                                        </p:tgtEl>
                                        <p:attrNameLst>
                                          <p:attrName>ppt_x</p:attrName>
                                        </p:attrNameLst>
                                      </p:cBhvr>
                                      <p:tavLst>
                                        <p:tav tm="0">
                                          <p:val>
                                            <p:strVal val="1+#ppt_w/2"/>
                                          </p:val>
                                        </p:tav>
                                        <p:tav tm="100000">
                                          <p:val>
                                            <p:strVal val="#ppt_x"/>
                                          </p:val>
                                        </p:tav>
                                      </p:tavLst>
                                    </p:anim>
                                    <p:anim calcmode="lin" valueType="num">
                                      <p:cBhvr additive="base">
                                        <p:cTn id="67"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3" grpId="0" build="p" autoUpdateAnimBg="0"/>
      <p:bldP spid="258071" grpId="0"/>
      <p:bldP spid="258081" grpId="0" build="p" autoUpdateAnimBg="0"/>
      <p:bldP spid="28" grpId="0"/>
      <p:bldP spid="34" grpId="0"/>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0098" name="Object 2">
            <a:extLst>
              <a:ext uri="{FF2B5EF4-FFF2-40B4-BE49-F238E27FC236}">
                <a16:creationId xmlns:a16="http://schemas.microsoft.com/office/drawing/2014/main" id="{FAC78013-31A6-4F77-BA11-1F79A1E62953}"/>
              </a:ext>
            </a:extLst>
          </p:cNvPr>
          <p:cNvGraphicFramePr>
            <a:graphicFrameLocks noChangeAspect="1"/>
          </p:cNvGraphicFramePr>
          <p:nvPr>
            <p:extLst>
              <p:ext uri="{D42A27DB-BD31-4B8C-83A1-F6EECF244321}">
                <p14:modId xmlns:p14="http://schemas.microsoft.com/office/powerpoint/2010/main" val="1337768174"/>
              </p:ext>
            </p:extLst>
          </p:nvPr>
        </p:nvGraphicFramePr>
        <p:xfrm>
          <a:off x="687236" y="1368425"/>
          <a:ext cx="3068455" cy="836613"/>
        </p:xfrm>
        <a:graphic>
          <a:graphicData uri="http://schemas.openxmlformats.org/presentationml/2006/ole">
            <mc:AlternateContent xmlns:mc="http://schemas.openxmlformats.org/markup-compatibility/2006">
              <mc:Choice xmlns:v="urn:schemas-microsoft-com:vml" Requires="v">
                <p:oleObj spid="_x0000_s89578" name="Equation" r:id="rId3" imgW="1276220" imgH="371387" progId="Equation.DSMT4">
                  <p:embed/>
                </p:oleObj>
              </mc:Choice>
              <mc:Fallback>
                <p:oleObj name="Equation" r:id="rId3" imgW="1276220" imgH="371387" progId="Equation.DSMT4">
                  <p:embed/>
                  <p:pic>
                    <p:nvPicPr>
                      <p:cNvPr id="260098" name="Object 2">
                        <a:extLst>
                          <a:ext uri="{FF2B5EF4-FFF2-40B4-BE49-F238E27FC236}">
                            <a16:creationId xmlns:a16="http://schemas.microsoft.com/office/drawing/2014/main" id="{FAC78013-31A6-4F77-BA11-1F79A1E62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236" y="1368425"/>
                        <a:ext cx="3068455" cy="836613"/>
                      </a:xfrm>
                      <a:prstGeom prst="rect">
                        <a:avLst/>
                      </a:prstGeom>
                      <a:noFill/>
                      <a:ln>
                        <a:noFill/>
                      </a:ln>
                      <a:effectLst/>
                      <a:extLst/>
                    </p:spPr>
                  </p:pic>
                </p:oleObj>
              </mc:Fallback>
            </mc:AlternateContent>
          </a:graphicData>
        </a:graphic>
      </p:graphicFrame>
      <p:graphicFrame>
        <p:nvGraphicFramePr>
          <p:cNvPr id="260099" name="Object 3">
            <a:extLst>
              <a:ext uri="{FF2B5EF4-FFF2-40B4-BE49-F238E27FC236}">
                <a16:creationId xmlns:a16="http://schemas.microsoft.com/office/drawing/2014/main" id="{BEC35FA2-C65D-439E-A08F-0889A468DB4D}"/>
              </a:ext>
            </a:extLst>
          </p:cNvPr>
          <p:cNvGraphicFramePr>
            <a:graphicFrameLocks noChangeAspect="1"/>
          </p:cNvGraphicFramePr>
          <p:nvPr>
            <p:extLst>
              <p:ext uri="{D42A27DB-BD31-4B8C-83A1-F6EECF244321}">
                <p14:modId xmlns:p14="http://schemas.microsoft.com/office/powerpoint/2010/main" val="2007362955"/>
              </p:ext>
            </p:extLst>
          </p:nvPr>
        </p:nvGraphicFramePr>
        <p:xfrm>
          <a:off x="1375314" y="2267536"/>
          <a:ext cx="3764471" cy="774701"/>
        </p:xfrm>
        <a:graphic>
          <a:graphicData uri="http://schemas.openxmlformats.org/presentationml/2006/ole">
            <mc:AlternateContent xmlns:mc="http://schemas.openxmlformats.org/markup-compatibility/2006">
              <mc:Choice xmlns:v="urn:schemas-microsoft-com:vml" Requires="v">
                <p:oleObj spid="_x0000_s89579" name="Equation" r:id="rId5" imgW="1952612" imgH="390613" progId="Equation.DSMT4">
                  <p:embed/>
                </p:oleObj>
              </mc:Choice>
              <mc:Fallback>
                <p:oleObj name="Equation" r:id="rId5" imgW="1952612" imgH="390613" progId="Equation.DSMT4">
                  <p:embed/>
                  <p:pic>
                    <p:nvPicPr>
                      <p:cNvPr id="260099" name="Object 3">
                        <a:extLst>
                          <a:ext uri="{FF2B5EF4-FFF2-40B4-BE49-F238E27FC236}">
                            <a16:creationId xmlns:a16="http://schemas.microsoft.com/office/drawing/2014/main" id="{BEC35FA2-C65D-439E-A08F-0889A468DB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5314" y="2267536"/>
                        <a:ext cx="3764471" cy="774701"/>
                      </a:xfrm>
                      <a:prstGeom prst="rect">
                        <a:avLst/>
                      </a:prstGeom>
                      <a:noFill/>
                      <a:ln>
                        <a:noFill/>
                      </a:ln>
                      <a:effectLst/>
                      <a:extLst/>
                    </p:spPr>
                  </p:pic>
                </p:oleObj>
              </mc:Fallback>
            </mc:AlternateContent>
          </a:graphicData>
        </a:graphic>
      </p:graphicFrame>
      <p:graphicFrame>
        <p:nvGraphicFramePr>
          <p:cNvPr id="260100" name="Object 4">
            <a:extLst>
              <a:ext uri="{FF2B5EF4-FFF2-40B4-BE49-F238E27FC236}">
                <a16:creationId xmlns:a16="http://schemas.microsoft.com/office/drawing/2014/main" id="{6231347F-6F84-42E4-BB79-652582ABFF7E}"/>
              </a:ext>
            </a:extLst>
          </p:cNvPr>
          <p:cNvGraphicFramePr>
            <a:graphicFrameLocks noChangeAspect="1"/>
          </p:cNvGraphicFramePr>
          <p:nvPr>
            <p:extLst>
              <p:ext uri="{D42A27DB-BD31-4B8C-83A1-F6EECF244321}">
                <p14:modId xmlns:p14="http://schemas.microsoft.com/office/powerpoint/2010/main" val="1391307812"/>
              </p:ext>
            </p:extLst>
          </p:nvPr>
        </p:nvGraphicFramePr>
        <p:xfrm>
          <a:off x="2612685" y="3101320"/>
          <a:ext cx="3975441" cy="870822"/>
        </p:xfrm>
        <a:graphic>
          <a:graphicData uri="http://schemas.openxmlformats.org/presentationml/2006/ole">
            <mc:AlternateContent xmlns:mc="http://schemas.openxmlformats.org/markup-compatibility/2006">
              <mc:Choice xmlns:v="urn:schemas-microsoft-com:vml" Requires="v">
                <p:oleObj spid="_x0000_s89580" name="公式" r:id="rId7" imgW="2009917" imgH="428596" progId="Equation.3">
                  <p:embed/>
                </p:oleObj>
              </mc:Choice>
              <mc:Fallback>
                <p:oleObj name="公式" r:id="rId7" imgW="2009917" imgH="428596" progId="Equation.3">
                  <p:embed/>
                  <p:pic>
                    <p:nvPicPr>
                      <p:cNvPr id="260100" name="Object 4">
                        <a:extLst>
                          <a:ext uri="{FF2B5EF4-FFF2-40B4-BE49-F238E27FC236}">
                            <a16:creationId xmlns:a16="http://schemas.microsoft.com/office/drawing/2014/main" id="{6231347F-6F84-42E4-BB79-652582ABFF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2685" y="3101320"/>
                        <a:ext cx="3975441" cy="870822"/>
                      </a:xfrm>
                      <a:prstGeom prst="rect">
                        <a:avLst/>
                      </a:prstGeom>
                      <a:noFill/>
                      <a:ln>
                        <a:noFill/>
                      </a:ln>
                      <a:effectLst/>
                      <a:extLst/>
                    </p:spPr>
                  </p:pic>
                </p:oleObj>
              </mc:Fallback>
            </mc:AlternateContent>
          </a:graphicData>
        </a:graphic>
      </p:graphicFrame>
      <p:sp>
        <p:nvSpPr>
          <p:cNvPr id="260101" name="Text Box 5">
            <a:extLst>
              <a:ext uri="{FF2B5EF4-FFF2-40B4-BE49-F238E27FC236}">
                <a16:creationId xmlns:a16="http://schemas.microsoft.com/office/drawing/2014/main" id="{14D539C3-62B0-416C-A4F3-1759F907A8FD}"/>
              </a:ext>
            </a:extLst>
          </p:cNvPr>
          <p:cNvSpPr txBox="1">
            <a:spLocks noChangeArrowheads="1"/>
          </p:cNvSpPr>
          <p:nvPr/>
        </p:nvSpPr>
        <p:spPr bwMode="auto">
          <a:xfrm>
            <a:off x="831850" y="820272"/>
            <a:ext cx="3884613" cy="52322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rPr>
              <a:t>2) </a:t>
            </a:r>
            <a:r>
              <a:rPr kumimoji="1"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电感</a:t>
            </a:r>
            <a:r>
              <a:rPr kumimoji="1" lang="zh-CN" altLang="en-US" sz="28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电流</a:t>
            </a:r>
            <a:r>
              <a:rPr kumimoji="1" lang="en-US" altLang="zh-CN" sz="2800" b="1" i="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baseline="-25000"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初始值</a:t>
            </a:r>
          </a:p>
        </p:txBody>
      </p:sp>
      <p:sp>
        <p:nvSpPr>
          <p:cNvPr id="260102" name="Text Box 6">
            <a:extLst>
              <a:ext uri="{FF2B5EF4-FFF2-40B4-BE49-F238E27FC236}">
                <a16:creationId xmlns:a16="http://schemas.microsoft.com/office/drawing/2014/main" id="{BB7ED3E2-E6E1-4FDB-8680-6695368E7B5B}"/>
              </a:ext>
            </a:extLst>
          </p:cNvPr>
          <p:cNvSpPr txBox="1">
            <a:spLocks noChangeArrowheads="1"/>
          </p:cNvSpPr>
          <p:nvPr/>
        </p:nvSpPr>
        <p:spPr bwMode="auto">
          <a:xfrm>
            <a:off x="327770" y="3328550"/>
            <a:ext cx="240803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时刻换路，</a:t>
            </a:r>
          </a:p>
        </p:txBody>
      </p:sp>
      <p:grpSp>
        <p:nvGrpSpPr>
          <p:cNvPr id="260103" name="Group 7">
            <a:extLst>
              <a:ext uri="{FF2B5EF4-FFF2-40B4-BE49-F238E27FC236}">
                <a16:creationId xmlns:a16="http://schemas.microsoft.com/office/drawing/2014/main" id="{F3E55D5B-C0A6-4DCD-A3B2-63CBF7EDA438}"/>
              </a:ext>
            </a:extLst>
          </p:cNvPr>
          <p:cNvGrpSpPr>
            <a:grpSpLocks/>
          </p:cNvGrpSpPr>
          <p:nvPr/>
        </p:nvGrpSpPr>
        <p:grpSpPr bwMode="auto">
          <a:xfrm>
            <a:off x="5408011" y="2993589"/>
            <a:ext cx="1180115" cy="870822"/>
            <a:chOff x="3833" y="1525"/>
            <a:chExt cx="1043" cy="862"/>
          </a:xfrm>
        </p:grpSpPr>
        <p:sp>
          <p:nvSpPr>
            <p:cNvPr id="27677" name="Line 8">
              <a:extLst>
                <a:ext uri="{FF2B5EF4-FFF2-40B4-BE49-F238E27FC236}">
                  <a16:creationId xmlns:a16="http://schemas.microsoft.com/office/drawing/2014/main" id="{7BE8A198-23EB-4C84-AE1A-0311DC154232}"/>
                </a:ext>
              </a:extLst>
            </p:cNvPr>
            <p:cNvSpPr>
              <a:spLocks noChangeShapeType="1"/>
            </p:cNvSpPr>
            <p:nvPr/>
          </p:nvSpPr>
          <p:spPr bwMode="auto">
            <a:xfrm flipV="1">
              <a:off x="3833" y="1752"/>
              <a:ext cx="771" cy="63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78" name="Text Box 9">
              <a:extLst>
                <a:ext uri="{FF2B5EF4-FFF2-40B4-BE49-F238E27FC236}">
                  <a16:creationId xmlns:a16="http://schemas.microsoft.com/office/drawing/2014/main" id="{B46CCF59-85DC-4846-9CA3-264B3695C632}"/>
                </a:ext>
              </a:extLst>
            </p:cNvPr>
            <p:cNvSpPr txBox="1">
              <a:spLocks noChangeArrowheads="1"/>
            </p:cNvSpPr>
            <p:nvPr/>
          </p:nvSpPr>
          <p:spPr bwMode="auto">
            <a:xfrm>
              <a:off x="4603" y="1525"/>
              <a:ext cx="273"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0"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0</a:t>
              </a:r>
            </a:p>
          </p:txBody>
        </p:sp>
      </p:grpSp>
      <p:graphicFrame>
        <p:nvGraphicFramePr>
          <p:cNvPr id="260106" name="Object 10">
            <a:extLst>
              <a:ext uri="{FF2B5EF4-FFF2-40B4-BE49-F238E27FC236}">
                <a16:creationId xmlns:a16="http://schemas.microsoft.com/office/drawing/2014/main" id="{385959FB-EB0C-49D7-8913-A0DA6676146D}"/>
              </a:ext>
            </a:extLst>
          </p:cNvPr>
          <p:cNvGraphicFramePr>
            <a:graphicFrameLocks noChangeAspect="1"/>
          </p:cNvGraphicFramePr>
          <p:nvPr>
            <p:extLst>
              <p:ext uri="{D42A27DB-BD31-4B8C-83A1-F6EECF244321}">
                <p14:modId xmlns:p14="http://schemas.microsoft.com/office/powerpoint/2010/main" val="3520615458"/>
              </p:ext>
            </p:extLst>
          </p:nvPr>
        </p:nvGraphicFramePr>
        <p:xfrm>
          <a:off x="5229949" y="2181069"/>
          <a:ext cx="3249860" cy="870822"/>
        </p:xfrm>
        <a:graphic>
          <a:graphicData uri="http://schemas.openxmlformats.org/presentationml/2006/ole">
            <mc:AlternateContent xmlns:mc="http://schemas.openxmlformats.org/markup-compatibility/2006">
              <mc:Choice xmlns:v="urn:schemas-microsoft-com:vml" Requires="v">
                <p:oleObj spid="_x0000_s89581" name="公式" r:id="rId9" imgW="1647766" imgH="428596" progId="Equation.3">
                  <p:embed/>
                </p:oleObj>
              </mc:Choice>
              <mc:Fallback>
                <p:oleObj name="公式" r:id="rId9" imgW="1647766" imgH="428596" progId="Equation.3">
                  <p:embed/>
                  <p:pic>
                    <p:nvPicPr>
                      <p:cNvPr id="260106" name="Object 10">
                        <a:extLst>
                          <a:ext uri="{FF2B5EF4-FFF2-40B4-BE49-F238E27FC236}">
                            <a16:creationId xmlns:a16="http://schemas.microsoft.com/office/drawing/2014/main" id="{385959FB-EB0C-49D7-8913-A0DA6676146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29949" y="2181069"/>
                        <a:ext cx="3249860" cy="870822"/>
                      </a:xfrm>
                      <a:prstGeom prst="rect">
                        <a:avLst/>
                      </a:prstGeom>
                      <a:noFill/>
                      <a:ln>
                        <a:noFill/>
                      </a:ln>
                      <a:effectLst/>
                      <a:extLst/>
                    </p:spPr>
                  </p:pic>
                </p:oleObj>
              </mc:Fallback>
            </mc:AlternateContent>
          </a:graphicData>
        </a:graphic>
      </p:graphicFrame>
      <p:sp>
        <p:nvSpPr>
          <p:cNvPr id="260113" name="Rectangle 17">
            <a:extLst>
              <a:ext uri="{FF2B5EF4-FFF2-40B4-BE49-F238E27FC236}">
                <a16:creationId xmlns:a16="http://schemas.microsoft.com/office/drawing/2014/main" id="{30CCDD5B-363A-49A8-B497-9F7116A09B84}"/>
              </a:ext>
            </a:extLst>
          </p:cNvPr>
          <p:cNvSpPr>
            <a:spLocks noChangeArrowheads="1"/>
          </p:cNvSpPr>
          <p:nvPr/>
        </p:nvSpPr>
        <p:spPr bwMode="auto">
          <a:xfrm>
            <a:off x="6663589" y="3337678"/>
            <a:ext cx="240803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当</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为有限值时</a:t>
            </a:r>
          </a:p>
        </p:txBody>
      </p:sp>
      <p:grpSp>
        <p:nvGrpSpPr>
          <p:cNvPr id="27658" name="Group 21">
            <a:extLst>
              <a:ext uri="{FF2B5EF4-FFF2-40B4-BE49-F238E27FC236}">
                <a16:creationId xmlns:a16="http://schemas.microsoft.com/office/drawing/2014/main" id="{4D2D2B92-46F6-42A1-AE5A-176AF629CF31}"/>
              </a:ext>
            </a:extLst>
          </p:cNvPr>
          <p:cNvGrpSpPr>
            <a:grpSpLocks/>
          </p:cNvGrpSpPr>
          <p:nvPr/>
        </p:nvGrpSpPr>
        <p:grpSpPr bwMode="auto">
          <a:xfrm>
            <a:off x="5724525" y="765175"/>
            <a:ext cx="2254250" cy="1439863"/>
            <a:chOff x="3606" y="482"/>
            <a:chExt cx="1420" cy="907"/>
          </a:xfrm>
        </p:grpSpPr>
        <p:sp>
          <p:nvSpPr>
            <p:cNvPr id="27659" name="Line 22">
              <a:extLst>
                <a:ext uri="{FF2B5EF4-FFF2-40B4-BE49-F238E27FC236}">
                  <a16:creationId xmlns:a16="http://schemas.microsoft.com/office/drawing/2014/main" id="{D2395F42-9B91-4DAC-AD6E-03919D221463}"/>
                </a:ext>
              </a:extLst>
            </p:cNvPr>
            <p:cNvSpPr>
              <a:spLocks noChangeShapeType="1"/>
            </p:cNvSpPr>
            <p:nvPr/>
          </p:nvSpPr>
          <p:spPr bwMode="auto">
            <a:xfrm>
              <a:off x="3699" y="523"/>
              <a:ext cx="100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0" name="Line 23">
              <a:extLst>
                <a:ext uri="{FF2B5EF4-FFF2-40B4-BE49-F238E27FC236}">
                  <a16:creationId xmlns:a16="http://schemas.microsoft.com/office/drawing/2014/main" id="{B3670E4B-DAFF-482E-8AEF-DAB783303A27}"/>
                </a:ext>
              </a:extLst>
            </p:cNvPr>
            <p:cNvSpPr>
              <a:spLocks noChangeShapeType="1"/>
            </p:cNvSpPr>
            <p:nvPr/>
          </p:nvSpPr>
          <p:spPr bwMode="auto">
            <a:xfrm>
              <a:off x="3699" y="1360"/>
              <a:ext cx="100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1" name="Line 24">
              <a:extLst>
                <a:ext uri="{FF2B5EF4-FFF2-40B4-BE49-F238E27FC236}">
                  <a16:creationId xmlns:a16="http://schemas.microsoft.com/office/drawing/2014/main" id="{E77AEDCC-B086-46C3-80BF-828D6E1B4FF1}"/>
                </a:ext>
              </a:extLst>
            </p:cNvPr>
            <p:cNvSpPr>
              <a:spLocks noChangeShapeType="1"/>
            </p:cNvSpPr>
            <p:nvPr/>
          </p:nvSpPr>
          <p:spPr bwMode="auto">
            <a:xfrm>
              <a:off x="3833" y="527"/>
              <a:ext cx="28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2" name="Text Box 25">
              <a:extLst>
                <a:ext uri="{FF2B5EF4-FFF2-40B4-BE49-F238E27FC236}">
                  <a16:creationId xmlns:a16="http://schemas.microsoft.com/office/drawing/2014/main" id="{45648A14-21D3-41C1-91C1-C435818C6F78}"/>
                </a:ext>
              </a:extLst>
            </p:cNvPr>
            <p:cNvSpPr txBox="1">
              <a:spLocks noChangeArrowheads="1"/>
            </p:cNvSpPr>
            <p:nvPr/>
          </p:nvSpPr>
          <p:spPr bwMode="auto">
            <a:xfrm>
              <a:off x="3787" y="482"/>
              <a:ext cx="36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i</a:t>
              </a:r>
              <a:r>
                <a:rPr kumimoji="1" lang="en-US" altLang="zh-CN" sz="2800" b="0" i="1" u="none" strike="noStrike" kern="1200" cap="none" spc="0" normalizeH="0" baseline="-25000" noProof="0">
                  <a:ln>
                    <a:noFill/>
                  </a:ln>
                  <a:solidFill>
                    <a:srgbClr val="000000"/>
                  </a:solidFill>
                  <a:effectLst/>
                  <a:uLnTx/>
                  <a:uFillTx/>
                  <a:latin typeface="Times New Roman" panose="02020603050405020304" pitchFamily="18" charset="0"/>
                  <a:ea typeface="楷体_GB2312" pitchFamily="49" charset="-122"/>
                  <a:cs typeface="+mn-cs"/>
                </a:rPr>
                <a:t>L</a:t>
              </a:r>
              <a:endParaRPr kumimoji="1" lang="en-US" altLang="zh-CN" sz="2800" b="0"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27663" name="Text Box 26">
              <a:extLst>
                <a:ext uri="{FF2B5EF4-FFF2-40B4-BE49-F238E27FC236}">
                  <a16:creationId xmlns:a16="http://schemas.microsoft.com/office/drawing/2014/main" id="{5CD609C9-2916-4D42-BE44-BDADF494A470}"/>
                </a:ext>
              </a:extLst>
            </p:cNvPr>
            <p:cNvSpPr txBox="1">
              <a:spLocks noChangeArrowheads="1"/>
            </p:cNvSpPr>
            <p:nvPr/>
          </p:nvSpPr>
          <p:spPr bwMode="auto">
            <a:xfrm>
              <a:off x="4249" y="801"/>
              <a:ext cx="31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u</a:t>
              </a:r>
              <a:r>
                <a:rPr kumimoji="1" lang="en-US" altLang="zh-CN" sz="2800" b="0" i="1" u="none" strike="noStrike" kern="1200" cap="none" spc="0" normalizeH="0" baseline="-25000" noProof="0">
                  <a:ln>
                    <a:noFill/>
                  </a:ln>
                  <a:solidFill>
                    <a:srgbClr val="000000"/>
                  </a:solidFill>
                  <a:effectLst/>
                  <a:uLnTx/>
                  <a:uFillTx/>
                  <a:latin typeface="Times New Roman" panose="02020603050405020304" pitchFamily="18" charset="0"/>
                  <a:ea typeface="楷体_GB2312" pitchFamily="49" charset="-122"/>
                  <a:cs typeface="+mn-cs"/>
                </a:rPr>
                <a:t>L</a:t>
              </a:r>
            </a:p>
          </p:txBody>
        </p:sp>
        <p:sp>
          <p:nvSpPr>
            <p:cNvPr id="27664" name="Text Box 27">
              <a:extLst>
                <a:ext uri="{FF2B5EF4-FFF2-40B4-BE49-F238E27FC236}">
                  <a16:creationId xmlns:a16="http://schemas.microsoft.com/office/drawing/2014/main" id="{96BADDEB-E573-405E-BE10-2131711A524F}"/>
                </a:ext>
              </a:extLst>
            </p:cNvPr>
            <p:cNvSpPr txBox="1">
              <a:spLocks noChangeArrowheads="1"/>
            </p:cNvSpPr>
            <p:nvPr/>
          </p:nvSpPr>
          <p:spPr bwMode="auto">
            <a:xfrm>
              <a:off x="4785" y="709"/>
              <a:ext cx="241"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L</a:t>
              </a:r>
              <a:endPar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27665" name="Oval 28">
              <a:extLst>
                <a:ext uri="{FF2B5EF4-FFF2-40B4-BE49-F238E27FC236}">
                  <a16:creationId xmlns:a16="http://schemas.microsoft.com/office/drawing/2014/main" id="{F8D779EE-F1BB-4CFF-A749-1A8A23F6FBC9}"/>
                </a:ext>
              </a:extLst>
            </p:cNvPr>
            <p:cNvSpPr>
              <a:spLocks noChangeArrowheads="1"/>
            </p:cNvSpPr>
            <p:nvPr/>
          </p:nvSpPr>
          <p:spPr bwMode="auto">
            <a:xfrm>
              <a:off x="3606" y="1308"/>
              <a:ext cx="84" cy="81"/>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6" name="Oval 29">
              <a:extLst>
                <a:ext uri="{FF2B5EF4-FFF2-40B4-BE49-F238E27FC236}">
                  <a16:creationId xmlns:a16="http://schemas.microsoft.com/office/drawing/2014/main" id="{27271100-A740-49B9-A273-031E662109A5}"/>
                </a:ext>
              </a:extLst>
            </p:cNvPr>
            <p:cNvSpPr>
              <a:spLocks noChangeArrowheads="1"/>
            </p:cNvSpPr>
            <p:nvPr/>
          </p:nvSpPr>
          <p:spPr bwMode="auto">
            <a:xfrm>
              <a:off x="3606" y="482"/>
              <a:ext cx="84" cy="81"/>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7" name="Line 30">
              <a:extLst>
                <a:ext uri="{FF2B5EF4-FFF2-40B4-BE49-F238E27FC236}">
                  <a16:creationId xmlns:a16="http://schemas.microsoft.com/office/drawing/2014/main" id="{8097B2C1-B745-4C0F-A992-98F75AD548A6}"/>
                </a:ext>
              </a:extLst>
            </p:cNvPr>
            <p:cNvSpPr>
              <a:spLocks noChangeShapeType="1"/>
            </p:cNvSpPr>
            <p:nvPr/>
          </p:nvSpPr>
          <p:spPr bwMode="auto">
            <a:xfrm>
              <a:off x="4701" y="517"/>
              <a:ext cx="0" cy="18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8" name="Line 31">
              <a:extLst>
                <a:ext uri="{FF2B5EF4-FFF2-40B4-BE49-F238E27FC236}">
                  <a16:creationId xmlns:a16="http://schemas.microsoft.com/office/drawing/2014/main" id="{43C3C549-FA12-4D78-BCD0-939FAE490D36}"/>
                </a:ext>
              </a:extLst>
            </p:cNvPr>
            <p:cNvSpPr>
              <a:spLocks noChangeShapeType="1"/>
            </p:cNvSpPr>
            <p:nvPr/>
          </p:nvSpPr>
          <p:spPr bwMode="auto">
            <a:xfrm flipV="1">
              <a:off x="4690" y="1072"/>
              <a:ext cx="5" cy="29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69" name="Text Box 32">
              <a:extLst>
                <a:ext uri="{FF2B5EF4-FFF2-40B4-BE49-F238E27FC236}">
                  <a16:creationId xmlns:a16="http://schemas.microsoft.com/office/drawing/2014/main" id="{6DBB14CB-86E1-40CF-B081-690F8C3159B1}"/>
                </a:ext>
              </a:extLst>
            </p:cNvPr>
            <p:cNvSpPr txBox="1">
              <a:spLocks noChangeArrowheads="1"/>
            </p:cNvSpPr>
            <p:nvPr/>
          </p:nvSpPr>
          <p:spPr bwMode="auto">
            <a:xfrm>
              <a:off x="4379" y="542"/>
              <a:ext cx="242"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a:t>
              </a:r>
            </a:p>
          </p:txBody>
        </p:sp>
        <p:sp>
          <p:nvSpPr>
            <p:cNvPr id="27670" name="Text Box 33">
              <a:extLst>
                <a:ext uri="{FF2B5EF4-FFF2-40B4-BE49-F238E27FC236}">
                  <a16:creationId xmlns:a16="http://schemas.microsoft.com/office/drawing/2014/main" id="{F3F2995F-864E-40EF-8583-1DB258CC376A}"/>
                </a:ext>
              </a:extLst>
            </p:cNvPr>
            <p:cNvSpPr txBox="1">
              <a:spLocks noChangeArrowheads="1"/>
            </p:cNvSpPr>
            <p:nvPr/>
          </p:nvSpPr>
          <p:spPr bwMode="auto">
            <a:xfrm>
              <a:off x="4395" y="1026"/>
              <a:ext cx="191"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a:t>
              </a:r>
            </a:p>
          </p:txBody>
        </p:sp>
        <p:sp>
          <p:nvSpPr>
            <p:cNvPr id="27671" name="Text Box 34">
              <a:extLst>
                <a:ext uri="{FF2B5EF4-FFF2-40B4-BE49-F238E27FC236}">
                  <a16:creationId xmlns:a16="http://schemas.microsoft.com/office/drawing/2014/main" id="{37A71B94-4B07-4D12-BB64-E836E8D85EAC}"/>
                </a:ext>
              </a:extLst>
            </p:cNvPr>
            <p:cNvSpPr txBox="1">
              <a:spLocks noChangeArrowheads="1"/>
            </p:cNvSpPr>
            <p:nvPr/>
          </p:nvSpPr>
          <p:spPr bwMode="auto">
            <a:xfrm>
              <a:off x="4454" y="857"/>
              <a:ext cx="116" cy="24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zh-CN" sz="2800" b="0" i="0" u="none" strike="noStrike" kern="1200" cap="none" spc="0" normalizeH="0" baseline="-25000" noProof="0">
                <a:ln>
                  <a:noFill/>
                </a:ln>
                <a:solidFill>
                  <a:srgbClr val="000000"/>
                </a:solidFill>
                <a:effectLst/>
                <a:uLnTx/>
                <a:uFillTx/>
                <a:latin typeface="Times New Roman" panose="02020603050405020304" pitchFamily="18" charset="0"/>
                <a:ea typeface="楷体_GB2312" pitchFamily="49" charset="-122"/>
                <a:cs typeface="+mn-cs"/>
              </a:endParaRPr>
            </a:p>
          </p:txBody>
        </p:sp>
        <p:grpSp>
          <p:nvGrpSpPr>
            <p:cNvPr id="27672" name="Group 35">
              <a:extLst>
                <a:ext uri="{FF2B5EF4-FFF2-40B4-BE49-F238E27FC236}">
                  <a16:creationId xmlns:a16="http://schemas.microsoft.com/office/drawing/2014/main" id="{B6668E33-01FD-40B6-B5C0-A70953D40B02}"/>
                </a:ext>
              </a:extLst>
            </p:cNvPr>
            <p:cNvGrpSpPr>
              <a:grpSpLocks/>
            </p:cNvGrpSpPr>
            <p:nvPr/>
          </p:nvGrpSpPr>
          <p:grpSpPr bwMode="auto">
            <a:xfrm rot="10800000">
              <a:off x="4694" y="709"/>
              <a:ext cx="90" cy="363"/>
              <a:chOff x="1565" y="2614"/>
              <a:chExt cx="90" cy="486"/>
            </a:xfrm>
          </p:grpSpPr>
          <p:sp>
            <p:nvSpPr>
              <p:cNvPr id="27673" name="Arc 36">
                <a:extLst>
                  <a:ext uri="{FF2B5EF4-FFF2-40B4-BE49-F238E27FC236}">
                    <a16:creationId xmlns:a16="http://schemas.microsoft.com/office/drawing/2014/main" id="{D16E62B9-BEA6-49AC-B493-1F36B1F81C8E}"/>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74" name="Arc 37">
                <a:extLst>
                  <a:ext uri="{FF2B5EF4-FFF2-40B4-BE49-F238E27FC236}">
                    <a16:creationId xmlns:a16="http://schemas.microsoft.com/office/drawing/2014/main" id="{B51D8F9D-B10A-4FB1-BBCD-531155E6EDB6}"/>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75" name="Arc 38">
                <a:extLst>
                  <a:ext uri="{FF2B5EF4-FFF2-40B4-BE49-F238E27FC236}">
                    <a16:creationId xmlns:a16="http://schemas.microsoft.com/office/drawing/2014/main" id="{CFF76988-1DED-49F3-8642-119E742A586F}"/>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676" name="Arc 39">
                <a:extLst>
                  <a:ext uri="{FF2B5EF4-FFF2-40B4-BE49-F238E27FC236}">
                    <a16:creationId xmlns:a16="http://schemas.microsoft.com/office/drawing/2014/main" id="{99881F5D-2205-4CB6-B752-0987F6D2FED3}"/>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32" name="Text Box 3">
            <a:extLst>
              <a:ext uri="{FF2B5EF4-FFF2-40B4-BE49-F238E27FC236}">
                <a16:creationId xmlns:a16="http://schemas.microsoft.com/office/drawing/2014/main" id="{8B73E19C-AB34-4213-A225-F4306742D3A9}"/>
              </a:ext>
            </a:extLst>
          </p:cNvPr>
          <p:cNvSpPr txBox="1">
            <a:spLocks noChangeArrowheads="1"/>
          </p:cNvSpPr>
          <p:nvPr/>
        </p:nvSpPr>
        <p:spPr bwMode="auto">
          <a:xfrm>
            <a:off x="2264753" y="4115982"/>
            <a:ext cx="2091223" cy="461665"/>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1">
                  <a:gsLst>
                    <a:gs pos="0">
                      <a:srgbClr val="FFCC00"/>
                    </a:gs>
                    <a:gs pos="100000">
                      <a:schemeClr val="bg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4" name="Text Box 5">
            <a:extLst>
              <a:ext uri="{FF2B5EF4-FFF2-40B4-BE49-F238E27FC236}">
                <a16:creationId xmlns:a16="http://schemas.microsoft.com/office/drawing/2014/main" id="{384B7D99-0EFB-4433-823A-633E5486D46A}"/>
              </a:ext>
            </a:extLst>
          </p:cNvPr>
          <p:cNvSpPr txBox="1">
            <a:spLocks noChangeArrowheads="1"/>
          </p:cNvSpPr>
          <p:nvPr/>
        </p:nvSpPr>
        <p:spPr bwMode="auto">
          <a:xfrm>
            <a:off x="1471906" y="4834897"/>
            <a:ext cx="7516086" cy="139685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换路瞬间，若</a:t>
            </a:r>
            <a:r>
              <a:rPr kumimoji="0" lang="zh-CN" altLang="en-US" sz="24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电感电压</a:t>
            </a:r>
            <a:r>
              <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保持为</a:t>
            </a:r>
            <a:r>
              <a:rPr kumimoji="0" lang="zh-CN" altLang="en-US" sz="24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有限值</a:t>
            </a:r>
            <a:r>
              <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 则电感电流（磁链）换路前、后保持</a:t>
            </a:r>
            <a:r>
              <a:rPr kumimoji="0" lang="zh-CN" altLang="en-US" sz="24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不变</a:t>
            </a:r>
            <a:r>
              <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。电感电流是连续的函数，电感电流又称为</a:t>
            </a:r>
            <a:r>
              <a:rPr kumimoji="0" lang="zh-CN" altLang="en-US" sz="2400" b="1" i="0" u="none" strike="noStrike" kern="1200" cap="none" spc="0" normalizeH="0" baseline="0" noProof="0" dirty="0">
                <a:ln>
                  <a:noFill/>
                </a:ln>
                <a:solidFill>
                  <a:srgbClr val="C00000"/>
                </a:solidFill>
                <a:effectLst/>
                <a:uLnTx/>
                <a:uFillTx/>
                <a:latin typeface="华文楷体" panose="02010600040101010101" pitchFamily="2" charset="-122"/>
                <a:ea typeface="华文楷体" panose="02010600040101010101" pitchFamily="2" charset="-122"/>
              </a:rPr>
              <a:t>状态变量</a:t>
            </a:r>
          </a:p>
        </p:txBody>
      </p:sp>
      <p:sp>
        <p:nvSpPr>
          <p:cNvPr id="37" name="Text Box 14">
            <a:extLst>
              <a:ext uri="{FF2B5EF4-FFF2-40B4-BE49-F238E27FC236}">
                <a16:creationId xmlns:a16="http://schemas.microsoft.com/office/drawing/2014/main" id="{CC898580-7D00-4293-9A5F-3C46B9535E91}"/>
              </a:ext>
            </a:extLst>
          </p:cNvPr>
          <p:cNvSpPr txBox="1">
            <a:spLocks noChangeArrowheads="1"/>
          </p:cNvSpPr>
          <p:nvPr/>
        </p:nvSpPr>
        <p:spPr bwMode="auto">
          <a:xfrm>
            <a:off x="199133" y="4834897"/>
            <a:ext cx="126543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CC3300"/>
                </a:solidFill>
                <a:effectLst/>
                <a:uLnTx/>
                <a:uFillTx/>
                <a:latin typeface="华文楷体" panose="02010600040101010101" pitchFamily="2" charset="-122"/>
                <a:ea typeface="华文楷体" panose="02010600040101010101" pitchFamily="2" charset="-122"/>
              </a:rPr>
              <a:t>结论</a:t>
            </a:r>
          </a:p>
        </p:txBody>
      </p:sp>
      <p:sp>
        <p:nvSpPr>
          <p:cNvPr id="41" name="Text Box 3">
            <a:extLst>
              <a:ext uri="{FF2B5EF4-FFF2-40B4-BE49-F238E27FC236}">
                <a16:creationId xmlns:a16="http://schemas.microsoft.com/office/drawing/2014/main" id="{61DE47F9-6A98-419B-A00C-3342BAF43088}"/>
              </a:ext>
            </a:extLst>
          </p:cNvPr>
          <p:cNvSpPr txBox="1">
            <a:spLocks noChangeArrowheads="1"/>
          </p:cNvSpPr>
          <p:nvPr/>
        </p:nvSpPr>
        <p:spPr bwMode="auto">
          <a:xfrm>
            <a:off x="4342458" y="4166163"/>
            <a:ext cx="2091223" cy="461665"/>
          </a:xfrm>
          <a:prstGeom prst="rect">
            <a:avLst/>
          </a:prstGeom>
          <a:noFill/>
          <a:ln w="9525">
            <a:solidFill>
              <a:schemeClr val="tx1"/>
            </a:solidFill>
            <a:miter lim="800000"/>
            <a:headEnd/>
            <a:tailEnd/>
          </a:ln>
          <a:effectLst/>
          <a:extLst>
            <a:ext uri="{909E8E84-426E-40DD-AFC4-6F175D3DCCD1}">
              <a14:hiddenFill xmlns:a14="http://schemas.microsoft.com/office/drawing/2010/main">
                <a:gradFill rotWithShape="1">
                  <a:gsLst>
                    <a:gs pos="0">
                      <a:srgbClr val="FFCC00"/>
                    </a:gs>
                    <a:gs pos="100000">
                      <a:schemeClr val="bg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称换路定则</a:t>
            </a:r>
            <a:endParaRPr kumimoji="1" lang="en-US" altLang="zh-CN" sz="2400" b="1"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9483299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260101"/>
                                        </p:tgtEl>
                                        <p:attrNameLst>
                                          <p:attrName>style.visibility</p:attrName>
                                        </p:attrNameLst>
                                      </p:cBhvr>
                                      <p:to>
                                        <p:strVal val="visible"/>
                                      </p:to>
                                    </p:set>
                                    <p:anim calcmode="lin" valueType="num">
                                      <p:cBhvr additive="base">
                                        <p:cTn id="7" dur="500" fill="hold"/>
                                        <p:tgtEl>
                                          <p:spTgt spid="260101"/>
                                        </p:tgtEl>
                                        <p:attrNameLst>
                                          <p:attrName>ppt_x</p:attrName>
                                        </p:attrNameLst>
                                      </p:cBhvr>
                                      <p:tavLst>
                                        <p:tav tm="0">
                                          <p:val>
                                            <p:strVal val="0-#ppt_w/2"/>
                                          </p:val>
                                        </p:tav>
                                        <p:tav tm="100000">
                                          <p:val>
                                            <p:strVal val="#ppt_x"/>
                                          </p:val>
                                        </p:tav>
                                      </p:tavLst>
                                    </p:anim>
                                    <p:anim calcmode="lin" valueType="num">
                                      <p:cBhvr additive="base">
                                        <p:cTn id="8" dur="500" fill="hold"/>
                                        <p:tgtEl>
                                          <p:spTgt spid="26010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60098"/>
                                        </p:tgtEl>
                                        <p:attrNameLst>
                                          <p:attrName>style.visibility</p:attrName>
                                        </p:attrNameLst>
                                      </p:cBhvr>
                                      <p:to>
                                        <p:strVal val="visible"/>
                                      </p:to>
                                    </p:set>
                                    <p:animEffect transition="in" filter="wipe(left)">
                                      <p:cBhvr>
                                        <p:cTn id="13" dur="1000"/>
                                        <p:tgtEl>
                                          <p:spTgt spid="26009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60099"/>
                                        </p:tgtEl>
                                        <p:attrNameLst>
                                          <p:attrName>style.visibility</p:attrName>
                                        </p:attrNameLst>
                                      </p:cBhvr>
                                      <p:to>
                                        <p:strVal val="visible"/>
                                      </p:to>
                                    </p:set>
                                    <p:animEffect transition="in" filter="wipe(left)">
                                      <p:cBhvr>
                                        <p:cTn id="18" dur="1000"/>
                                        <p:tgtEl>
                                          <p:spTgt spid="2600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60106"/>
                                        </p:tgtEl>
                                        <p:attrNameLst>
                                          <p:attrName>style.visibility</p:attrName>
                                        </p:attrNameLst>
                                      </p:cBhvr>
                                      <p:to>
                                        <p:strVal val="visible"/>
                                      </p:to>
                                    </p:set>
                                    <p:animEffect transition="in" filter="wipe(left)">
                                      <p:cBhvr>
                                        <p:cTn id="23" dur="1000"/>
                                        <p:tgtEl>
                                          <p:spTgt spid="26010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260102">
                                            <p:txEl>
                                              <p:pRg st="0" end="0"/>
                                            </p:txEl>
                                          </p:spTgt>
                                        </p:tgtEl>
                                        <p:attrNameLst>
                                          <p:attrName>style.visibility</p:attrName>
                                        </p:attrNameLst>
                                      </p:cBhvr>
                                      <p:to>
                                        <p:strVal val="visible"/>
                                      </p:to>
                                    </p:set>
                                    <p:anim calcmode="lin" valueType="num">
                                      <p:cBhvr additive="base">
                                        <p:cTn id="28" dur="500" fill="hold"/>
                                        <p:tgtEl>
                                          <p:spTgt spid="260102">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2601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60100"/>
                                        </p:tgtEl>
                                        <p:attrNameLst>
                                          <p:attrName>style.visibility</p:attrName>
                                        </p:attrNameLst>
                                      </p:cBhvr>
                                      <p:to>
                                        <p:strVal val="visible"/>
                                      </p:to>
                                    </p:set>
                                    <p:animEffect transition="in" filter="wipe(left)">
                                      <p:cBhvr>
                                        <p:cTn id="34" dur="1000"/>
                                        <p:tgtEl>
                                          <p:spTgt spid="26010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60113">
                                            <p:txEl>
                                              <p:pRg st="0" end="0"/>
                                            </p:txEl>
                                          </p:spTgt>
                                        </p:tgtEl>
                                        <p:attrNameLst>
                                          <p:attrName>style.visibility</p:attrName>
                                        </p:attrNameLst>
                                      </p:cBhvr>
                                      <p:to>
                                        <p:strVal val="visible"/>
                                      </p:to>
                                    </p:set>
                                    <p:anim calcmode="lin" valueType="num">
                                      <p:cBhvr additive="base">
                                        <p:cTn id="39" dur="500" fill="hold"/>
                                        <p:tgtEl>
                                          <p:spTgt spid="260113">
                                            <p:txEl>
                                              <p:pRg st="0" end="0"/>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601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260103"/>
                                        </p:tgtEl>
                                        <p:attrNameLst>
                                          <p:attrName>style.visibility</p:attrName>
                                        </p:attrNameLst>
                                      </p:cBhvr>
                                      <p:to>
                                        <p:strVal val="visible"/>
                                      </p:to>
                                    </p:set>
                                    <p:animEffect transition="in" filter="wipe(down)">
                                      <p:cBhvr>
                                        <p:cTn id="45" dur="1000"/>
                                        <p:tgtEl>
                                          <p:spTgt spid="260103"/>
                                        </p:tgtEl>
                                      </p:cBhvr>
                                    </p:animEffect>
                                  </p:childTnLst>
                                </p:cTn>
                              </p:par>
                              <p:par>
                                <p:cTn id="46" presetID="2" presetClass="entr" presetSubtype="2"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 calcmode="lin" valueType="num">
                                      <p:cBhvr additive="base">
                                        <p:cTn id="48" dur="500" fill="hold"/>
                                        <p:tgtEl>
                                          <p:spTgt spid="32"/>
                                        </p:tgtEl>
                                        <p:attrNameLst>
                                          <p:attrName>ppt_x</p:attrName>
                                        </p:attrNameLst>
                                      </p:cBhvr>
                                      <p:tavLst>
                                        <p:tav tm="0">
                                          <p:val>
                                            <p:strVal val="1+#ppt_w/2"/>
                                          </p:val>
                                        </p:tav>
                                        <p:tav tm="100000">
                                          <p:val>
                                            <p:strVal val="#ppt_x"/>
                                          </p:val>
                                        </p:tav>
                                      </p:tavLst>
                                    </p:anim>
                                    <p:anim calcmode="lin" valueType="num">
                                      <p:cBhvr additive="base">
                                        <p:cTn id="49"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iterate type="lt">
                                    <p:tmPct val="100000"/>
                                  </p:iterate>
                                  <p:childTnLst>
                                    <p:set>
                                      <p:cBhvr>
                                        <p:cTn id="57" dur="1" fill="hold">
                                          <p:stCondLst>
                                            <p:cond delay="0"/>
                                          </p:stCondLst>
                                        </p:cTn>
                                        <p:tgtEl>
                                          <p:spTgt spid="34"/>
                                        </p:tgtEl>
                                        <p:attrNameLst>
                                          <p:attrName>style.visibility</p:attrName>
                                        </p:attrNameLst>
                                      </p:cBhvr>
                                      <p:to>
                                        <p:strVal val="visible"/>
                                      </p:to>
                                    </p:set>
                                    <p:animEffect transition="in" filter="wipe(left)">
                                      <p:cBhvr>
                                        <p:cTn id="58" dur="75"/>
                                        <p:tgtEl>
                                          <p:spTgt spid="34"/>
                                        </p:tgtEl>
                                      </p:cBhvr>
                                    </p:animEffect>
                                  </p:childTnLst>
                                </p:cTn>
                              </p:par>
                              <p:par>
                                <p:cTn id="59" presetID="2" presetClass="entr" presetSubtype="2"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anim calcmode="lin" valueType="num">
                                      <p:cBhvr additive="base">
                                        <p:cTn id="61" dur="500" fill="hold"/>
                                        <p:tgtEl>
                                          <p:spTgt spid="41"/>
                                        </p:tgtEl>
                                        <p:attrNameLst>
                                          <p:attrName>ppt_x</p:attrName>
                                        </p:attrNameLst>
                                      </p:cBhvr>
                                      <p:tavLst>
                                        <p:tav tm="0">
                                          <p:val>
                                            <p:strVal val="1+#ppt_w/2"/>
                                          </p:val>
                                        </p:tav>
                                        <p:tav tm="100000">
                                          <p:val>
                                            <p:strVal val="#ppt_x"/>
                                          </p:val>
                                        </p:tav>
                                      </p:tavLst>
                                    </p:anim>
                                    <p:anim calcmode="lin" valueType="num">
                                      <p:cBhvr additive="base">
                                        <p:cTn id="62"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1" grpId="0"/>
      <p:bldP spid="260102" grpId="0" build="p" autoUpdateAnimBg="0"/>
      <p:bldP spid="260113" grpId="0" build="p" autoUpdateAnimBg="0"/>
      <p:bldP spid="32" grpId="0" animBg="1"/>
      <p:bldP spid="34" grpId="0"/>
      <p:bldP spid="37" grpId="0"/>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3170" name="Text Box 2" descr="绿色大理石">
            <a:extLst>
              <a:ext uri="{FF2B5EF4-FFF2-40B4-BE49-F238E27FC236}">
                <a16:creationId xmlns:a16="http://schemas.microsoft.com/office/drawing/2014/main" id="{D1883760-5FDF-4942-BC29-F58AF78E9BF4}"/>
              </a:ext>
            </a:extLst>
          </p:cNvPr>
          <p:cNvSpPr txBox="1">
            <a:spLocks noChangeArrowheads="1"/>
          </p:cNvSpPr>
          <p:nvPr/>
        </p:nvSpPr>
        <p:spPr bwMode="auto">
          <a:xfrm>
            <a:off x="450256" y="134414"/>
            <a:ext cx="4464050" cy="523220"/>
          </a:xfrm>
          <a:prstGeom prst="rect">
            <a:avLst/>
          </a:prstGeom>
          <a:noFill/>
          <a:ln>
            <a:noFill/>
          </a:ln>
          <a:effectLst/>
          <a:extLst>
            <a:ext uri="{909E8E84-426E-40DD-AFC4-6F175D3DCCD1}">
              <a14:hiddenFill xmlns:a14="http://schemas.microsoft.com/office/drawing/2010/main">
                <a:blipFill dpi="0" rotWithShape="1">
                  <a:blip/>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 </a:t>
            </a:r>
            <a:r>
              <a:rPr kumimoji="1" lang="zh-CN" altLang="en-US" sz="2800" b="1"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求初始值的步骤</a:t>
            </a:r>
          </a:p>
        </p:txBody>
      </p:sp>
      <p:sp>
        <p:nvSpPr>
          <p:cNvPr id="263171" name="Text Box 3">
            <a:extLst>
              <a:ext uri="{FF2B5EF4-FFF2-40B4-BE49-F238E27FC236}">
                <a16:creationId xmlns:a16="http://schemas.microsoft.com/office/drawing/2014/main" id="{C37C9C9E-DC0D-47DF-90AC-6009F0247951}"/>
              </a:ext>
            </a:extLst>
          </p:cNvPr>
          <p:cNvSpPr txBox="1">
            <a:spLocks noChangeArrowheads="1"/>
          </p:cNvSpPr>
          <p:nvPr/>
        </p:nvSpPr>
        <p:spPr bwMode="auto">
          <a:xfrm>
            <a:off x="105047" y="620688"/>
            <a:ext cx="892388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）画</a:t>
            </a:r>
            <a:r>
              <a:rPr kumimoji="1" lang="en-US" altLang="zh-CN"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等效电路，由</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换路前</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电路（稳态）求</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0"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0"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3191" name="Text Box 23">
            <a:extLst>
              <a:ext uri="{FF2B5EF4-FFF2-40B4-BE49-F238E27FC236}">
                <a16:creationId xmlns:a16="http://schemas.microsoft.com/office/drawing/2014/main" id="{C8819903-267E-410D-999B-EE3887F3D372}"/>
              </a:ext>
            </a:extLst>
          </p:cNvPr>
          <p:cNvSpPr txBox="1">
            <a:spLocks noChangeArrowheads="1"/>
          </p:cNvSpPr>
          <p:nvPr/>
        </p:nvSpPr>
        <p:spPr bwMode="auto">
          <a:xfrm>
            <a:off x="1259632" y="1075196"/>
            <a:ext cx="384894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若换路</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前</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电路处于</a:t>
            </a:r>
            <a:r>
              <a:rPr kumimoji="0" lang="zh-CN" altLang="en-US" sz="24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直流稳态</a:t>
            </a:r>
          </a:p>
        </p:txBody>
      </p:sp>
      <p:sp>
        <p:nvSpPr>
          <p:cNvPr id="263192" name="AutoShape 24">
            <a:extLst>
              <a:ext uri="{FF2B5EF4-FFF2-40B4-BE49-F238E27FC236}">
                <a16:creationId xmlns:a16="http://schemas.microsoft.com/office/drawing/2014/main" id="{4EFD0F03-0DB3-4336-9F33-CECE684BBE63}"/>
              </a:ext>
            </a:extLst>
          </p:cNvPr>
          <p:cNvSpPr>
            <a:spLocks noChangeArrowheads="1"/>
          </p:cNvSpPr>
          <p:nvPr/>
        </p:nvSpPr>
        <p:spPr bwMode="auto">
          <a:xfrm>
            <a:off x="2843808" y="1675748"/>
            <a:ext cx="677863" cy="287338"/>
          </a:xfrm>
          <a:prstGeom prst="rightArrow">
            <a:avLst>
              <a:gd name="adj1" fmla="val 50000"/>
              <a:gd name="adj2" fmla="val 58978"/>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63193" name="Object 25">
            <a:extLst>
              <a:ext uri="{FF2B5EF4-FFF2-40B4-BE49-F238E27FC236}">
                <a16:creationId xmlns:a16="http://schemas.microsoft.com/office/drawing/2014/main" id="{8B6DD329-A2F9-4A75-81CA-E5A82F42B4B8}"/>
              </a:ext>
            </a:extLst>
          </p:cNvPr>
          <p:cNvGraphicFramePr>
            <a:graphicFrameLocks noChangeAspect="1"/>
          </p:cNvGraphicFramePr>
          <p:nvPr>
            <p:extLst>
              <p:ext uri="{D42A27DB-BD31-4B8C-83A1-F6EECF244321}">
                <p14:modId xmlns:p14="http://schemas.microsoft.com/office/powerpoint/2010/main" val="1575590466"/>
              </p:ext>
            </p:extLst>
          </p:nvPr>
        </p:nvGraphicFramePr>
        <p:xfrm>
          <a:off x="3635127" y="1748202"/>
          <a:ext cx="1593850" cy="158750"/>
        </p:xfrm>
        <a:graphic>
          <a:graphicData uri="http://schemas.openxmlformats.org/presentationml/2006/ole">
            <mc:AlternateContent xmlns:mc="http://schemas.openxmlformats.org/markup-compatibility/2006">
              <mc:Choice xmlns:v="urn:schemas-microsoft-com:vml" Requires="v">
                <p:oleObj spid="_x0000_s212048" name="Visio" r:id="rId3" imgW="799643" imgH="79766" progId="Visio.Drawing.11">
                  <p:embed/>
                </p:oleObj>
              </mc:Choice>
              <mc:Fallback>
                <p:oleObj name="Visio" r:id="rId3" imgW="799643" imgH="79766" progId="Visio.Drawing.11">
                  <p:embed/>
                  <p:pic>
                    <p:nvPicPr>
                      <p:cNvPr id="263193" name="Object 25">
                        <a:extLst>
                          <a:ext uri="{FF2B5EF4-FFF2-40B4-BE49-F238E27FC236}">
                            <a16:creationId xmlns:a16="http://schemas.microsoft.com/office/drawing/2014/main" id="{8B6DD329-A2F9-4A75-81CA-E5A82F42B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127" y="1748202"/>
                        <a:ext cx="159385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3194" name="Object 26">
            <a:extLst>
              <a:ext uri="{FF2B5EF4-FFF2-40B4-BE49-F238E27FC236}">
                <a16:creationId xmlns:a16="http://schemas.microsoft.com/office/drawing/2014/main" id="{4212C8F1-3383-4538-AC2F-802B2827A29E}"/>
              </a:ext>
            </a:extLst>
          </p:cNvPr>
          <p:cNvGraphicFramePr>
            <a:graphicFrameLocks noChangeAspect="1"/>
          </p:cNvGraphicFramePr>
          <p:nvPr>
            <p:extLst>
              <p:ext uri="{D42A27DB-BD31-4B8C-83A1-F6EECF244321}">
                <p14:modId xmlns:p14="http://schemas.microsoft.com/office/powerpoint/2010/main" val="2108809129"/>
              </p:ext>
            </p:extLst>
          </p:nvPr>
        </p:nvGraphicFramePr>
        <p:xfrm>
          <a:off x="1371352" y="2322853"/>
          <a:ext cx="1400175" cy="193675"/>
        </p:xfrm>
        <a:graphic>
          <a:graphicData uri="http://schemas.openxmlformats.org/presentationml/2006/ole">
            <mc:AlternateContent xmlns:mc="http://schemas.openxmlformats.org/markup-compatibility/2006">
              <mc:Choice xmlns:v="urn:schemas-microsoft-com:vml" Requires="v">
                <p:oleObj spid="_x0000_s212049" name="Visio" r:id="rId5" imgW="710032" imgH="97644" progId="Visio.Drawing.11">
                  <p:embed/>
                </p:oleObj>
              </mc:Choice>
              <mc:Fallback>
                <p:oleObj name="Visio" r:id="rId5" imgW="710032" imgH="97644" progId="Visio.Drawing.11">
                  <p:embed/>
                  <p:pic>
                    <p:nvPicPr>
                      <p:cNvPr id="263194" name="Object 26">
                        <a:extLst>
                          <a:ext uri="{FF2B5EF4-FFF2-40B4-BE49-F238E27FC236}">
                            <a16:creationId xmlns:a16="http://schemas.microsoft.com/office/drawing/2014/main" id="{4212C8F1-3383-4538-AC2F-802B2827A2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352" y="2322853"/>
                        <a:ext cx="1400175" cy="19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3195" name="Object 27">
            <a:extLst>
              <a:ext uri="{FF2B5EF4-FFF2-40B4-BE49-F238E27FC236}">
                <a16:creationId xmlns:a16="http://schemas.microsoft.com/office/drawing/2014/main" id="{C98EB731-B091-4A4F-A6DE-3F8043CD0E7E}"/>
              </a:ext>
            </a:extLst>
          </p:cNvPr>
          <p:cNvGraphicFramePr>
            <a:graphicFrameLocks noChangeAspect="1"/>
          </p:cNvGraphicFramePr>
          <p:nvPr>
            <p:extLst>
              <p:ext uri="{D42A27DB-BD31-4B8C-83A1-F6EECF244321}">
                <p14:modId xmlns:p14="http://schemas.microsoft.com/office/powerpoint/2010/main" val="2096905417"/>
              </p:ext>
            </p:extLst>
          </p:nvPr>
        </p:nvGraphicFramePr>
        <p:xfrm>
          <a:off x="1403102" y="1603740"/>
          <a:ext cx="1306512" cy="446087"/>
        </p:xfrm>
        <a:graphic>
          <a:graphicData uri="http://schemas.openxmlformats.org/presentationml/2006/ole">
            <mc:AlternateContent xmlns:mc="http://schemas.openxmlformats.org/markup-compatibility/2006">
              <mc:Choice xmlns:v="urn:schemas-microsoft-com:vml" Requires="v">
                <p:oleObj spid="_x0000_s212050" name="Visio" r:id="rId7" imgW="655625" imgH="223710" progId="Visio.Drawing.11">
                  <p:embed/>
                </p:oleObj>
              </mc:Choice>
              <mc:Fallback>
                <p:oleObj name="Visio" r:id="rId7" imgW="655625" imgH="223710" progId="Visio.Drawing.11">
                  <p:embed/>
                  <p:pic>
                    <p:nvPicPr>
                      <p:cNvPr id="263195" name="Object 27">
                        <a:extLst>
                          <a:ext uri="{FF2B5EF4-FFF2-40B4-BE49-F238E27FC236}">
                            <a16:creationId xmlns:a16="http://schemas.microsoft.com/office/drawing/2014/main" id="{C98EB731-B091-4A4F-A6DE-3F8043CD0E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102" y="1603740"/>
                        <a:ext cx="1306512"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3196" name="AutoShape 28">
            <a:extLst>
              <a:ext uri="{FF2B5EF4-FFF2-40B4-BE49-F238E27FC236}">
                <a16:creationId xmlns:a16="http://schemas.microsoft.com/office/drawing/2014/main" id="{3A4ABAC9-B7DE-49BF-8845-4EBA0393E13A}"/>
              </a:ext>
            </a:extLst>
          </p:cNvPr>
          <p:cNvSpPr>
            <a:spLocks noChangeArrowheads="1"/>
          </p:cNvSpPr>
          <p:nvPr/>
        </p:nvSpPr>
        <p:spPr bwMode="auto">
          <a:xfrm>
            <a:off x="2884239" y="2322853"/>
            <a:ext cx="606425" cy="215900"/>
          </a:xfrm>
          <a:prstGeom prst="rightArrow">
            <a:avLst>
              <a:gd name="adj1" fmla="val 50000"/>
              <a:gd name="adj2" fmla="val 70221"/>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63197" name="Object 29">
            <a:extLst>
              <a:ext uri="{FF2B5EF4-FFF2-40B4-BE49-F238E27FC236}">
                <a16:creationId xmlns:a16="http://schemas.microsoft.com/office/drawing/2014/main" id="{671648E8-63BD-4AE5-8927-95A2ED7FCD78}"/>
              </a:ext>
            </a:extLst>
          </p:cNvPr>
          <p:cNvGraphicFramePr>
            <a:graphicFrameLocks noChangeAspect="1"/>
          </p:cNvGraphicFramePr>
          <p:nvPr>
            <p:extLst>
              <p:ext uri="{D42A27DB-BD31-4B8C-83A1-F6EECF244321}">
                <p14:modId xmlns:p14="http://schemas.microsoft.com/office/powerpoint/2010/main" val="2183783357"/>
              </p:ext>
            </p:extLst>
          </p:nvPr>
        </p:nvGraphicFramePr>
        <p:xfrm>
          <a:off x="3770064" y="2322853"/>
          <a:ext cx="1593850" cy="158750"/>
        </p:xfrm>
        <a:graphic>
          <a:graphicData uri="http://schemas.openxmlformats.org/presentationml/2006/ole">
            <mc:AlternateContent xmlns:mc="http://schemas.openxmlformats.org/markup-compatibility/2006">
              <mc:Choice xmlns:v="urn:schemas-microsoft-com:vml" Requires="v">
                <p:oleObj spid="_x0000_s212051" name="Visio" r:id="rId9" imgW="799643" imgH="79766" progId="Visio.Drawing.11">
                  <p:embed/>
                </p:oleObj>
              </mc:Choice>
              <mc:Fallback>
                <p:oleObj name="Visio" r:id="rId9" imgW="799643" imgH="79766" progId="Visio.Drawing.11">
                  <p:embed/>
                  <p:pic>
                    <p:nvPicPr>
                      <p:cNvPr id="263197" name="Object 29">
                        <a:extLst>
                          <a:ext uri="{FF2B5EF4-FFF2-40B4-BE49-F238E27FC236}">
                            <a16:creationId xmlns:a16="http://schemas.microsoft.com/office/drawing/2014/main" id="{671648E8-63BD-4AE5-8927-95A2ED7FCD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0064" y="2322853"/>
                        <a:ext cx="1593850"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3198" name="AutoShape 30">
            <a:extLst>
              <a:ext uri="{FF2B5EF4-FFF2-40B4-BE49-F238E27FC236}">
                <a16:creationId xmlns:a16="http://schemas.microsoft.com/office/drawing/2014/main" id="{8D01EA3F-55B8-4833-A6A9-3514B165639F}"/>
              </a:ext>
            </a:extLst>
          </p:cNvPr>
          <p:cNvSpPr>
            <a:spLocks/>
          </p:cNvSpPr>
          <p:nvPr/>
        </p:nvSpPr>
        <p:spPr bwMode="auto">
          <a:xfrm>
            <a:off x="5483143" y="1690536"/>
            <a:ext cx="170195" cy="791067"/>
          </a:xfrm>
          <a:prstGeom prst="rightBrace">
            <a:avLst>
              <a:gd name="adj1" fmla="val 20096"/>
              <a:gd name="adj2" fmla="val 50972"/>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3199" name="Text Box 31">
            <a:extLst>
              <a:ext uri="{FF2B5EF4-FFF2-40B4-BE49-F238E27FC236}">
                <a16:creationId xmlns:a16="http://schemas.microsoft.com/office/drawing/2014/main" id="{93FA42AE-F3B7-4E3A-8715-9BB1E174DB56}"/>
              </a:ext>
            </a:extLst>
          </p:cNvPr>
          <p:cNvSpPr txBox="1">
            <a:spLocks noChangeArrowheads="1"/>
          </p:cNvSpPr>
          <p:nvPr/>
        </p:nvSpPr>
        <p:spPr bwMode="auto">
          <a:xfrm>
            <a:off x="5758627" y="1696306"/>
            <a:ext cx="2681160" cy="707886"/>
          </a:xfrm>
          <a:prstGeom prst="rect">
            <a:avLst/>
          </a:prstGeom>
          <a:solidFill>
            <a:srgbClr val="FFFF99"/>
          </a:solid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spcBef>
                <a:spcPct val="50000"/>
              </a:spcBef>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得到电阻电路</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a:t>
            </a:r>
            <a:r>
              <a:rPr kumimoji="1" lang="en-US" altLang="zh-CN" sz="2000"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000"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0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000"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0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3200" name="Text Box 32">
            <a:extLst>
              <a:ext uri="{FF2B5EF4-FFF2-40B4-BE49-F238E27FC236}">
                <a16:creationId xmlns:a16="http://schemas.microsoft.com/office/drawing/2014/main" id="{9A85E1EA-AAD3-4522-B3A3-FA03474970C8}"/>
              </a:ext>
            </a:extLst>
          </p:cNvPr>
          <p:cNvSpPr txBox="1">
            <a:spLocks noChangeArrowheads="1"/>
          </p:cNvSpPr>
          <p:nvPr/>
        </p:nvSpPr>
        <p:spPr bwMode="auto">
          <a:xfrm>
            <a:off x="1114177" y="2564904"/>
            <a:ext cx="2376487"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由电阻电路求</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63201" name="Object 33">
            <a:extLst>
              <a:ext uri="{FF2B5EF4-FFF2-40B4-BE49-F238E27FC236}">
                <a16:creationId xmlns:a16="http://schemas.microsoft.com/office/drawing/2014/main" id="{2E148F55-A9EE-4397-ADAF-F1F0298E63EB}"/>
              </a:ext>
            </a:extLst>
          </p:cNvPr>
          <p:cNvGraphicFramePr>
            <a:graphicFrameLocks noChangeAspect="1"/>
          </p:cNvGraphicFramePr>
          <p:nvPr>
            <p:extLst>
              <p:ext uri="{D42A27DB-BD31-4B8C-83A1-F6EECF244321}">
                <p14:modId xmlns:p14="http://schemas.microsoft.com/office/powerpoint/2010/main" val="2895635734"/>
              </p:ext>
            </p:extLst>
          </p:nvPr>
        </p:nvGraphicFramePr>
        <p:xfrm>
          <a:off x="3241675" y="2595804"/>
          <a:ext cx="1755706" cy="395325"/>
        </p:xfrm>
        <a:graphic>
          <a:graphicData uri="http://schemas.openxmlformats.org/presentationml/2006/ole">
            <mc:AlternateContent xmlns:mc="http://schemas.openxmlformats.org/markup-compatibility/2006">
              <mc:Choice xmlns:v="urn:schemas-microsoft-com:vml" Requires="v">
                <p:oleObj spid="_x0000_s212052" name="Equation" r:id="rId11" imgW="1917360" imgH="431640" progId="Equation.DSMT4">
                  <p:embed/>
                </p:oleObj>
              </mc:Choice>
              <mc:Fallback>
                <p:oleObj name="Equation" r:id="rId11" imgW="1917360" imgH="431640" progId="Equation.DSMT4">
                  <p:embed/>
                  <p:pic>
                    <p:nvPicPr>
                      <p:cNvPr id="263201" name="Object 33">
                        <a:extLst>
                          <a:ext uri="{FF2B5EF4-FFF2-40B4-BE49-F238E27FC236}">
                            <a16:creationId xmlns:a16="http://schemas.microsoft.com/office/drawing/2014/main" id="{2E148F55-A9EE-4397-ADAF-F1F0298E63EB}"/>
                          </a:ext>
                        </a:extLst>
                      </p:cNvPr>
                      <p:cNvPicPr>
                        <a:picLocks noChangeAspect="1" noChangeArrowheads="1"/>
                      </p:cNvPicPr>
                      <p:nvPr/>
                    </p:nvPicPr>
                    <p:blipFill>
                      <a:blip r:embed="rId12"/>
                      <a:srcRect/>
                      <a:stretch>
                        <a:fillRect/>
                      </a:stretch>
                    </p:blipFill>
                    <p:spPr bwMode="auto">
                      <a:xfrm>
                        <a:off x="3241675" y="2595804"/>
                        <a:ext cx="1755706" cy="395325"/>
                      </a:xfrm>
                      <a:prstGeom prst="rect">
                        <a:avLst/>
                      </a:prstGeom>
                      <a:noFill/>
                      <a:ln>
                        <a:noFill/>
                      </a:ln>
                      <a:effectLst/>
                      <a:extLst/>
                    </p:spPr>
                  </p:pic>
                </p:oleObj>
              </mc:Fallback>
            </mc:AlternateContent>
          </a:graphicData>
        </a:graphic>
      </p:graphicFrame>
      <p:sp>
        <p:nvSpPr>
          <p:cNvPr id="263202" name="AutoShape 34">
            <a:extLst>
              <a:ext uri="{FF2B5EF4-FFF2-40B4-BE49-F238E27FC236}">
                <a16:creationId xmlns:a16="http://schemas.microsoft.com/office/drawing/2014/main" id="{A8D409E0-1ED3-458D-82DA-709B6671D82E}"/>
              </a:ext>
            </a:extLst>
          </p:cNvPr>
          <p:cNvSpPr>
            <a:spLocks noChangeArrowheads="1"/>
          </p:cNvSpPr>
          <p:nvPr/>
        </p:nvSpPr>
        <p:spPr bwMode="auto">
          <a:xfrm>
            <a:off x="6263160" y="1072965"/>
            <a:ext cx="1562847" cy="504825"/>
          </a:xfrm>
          <a:prstGeom prst="wedgeRoundRectCallout">
            <a:avLst>
              <a:gd name="adj1" fmla="val 11782"/>
              <a:gd name="adj2" fmla="val 90442"/>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en-US" altLang="zh-CN" sz="20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a:t>
            </a:r>
          </a:p>
        </p:txBody>
      </p:sp>
      <p:sp>
        <p:nvSpPr>
          <p:cNvPr id="263203" name="AutoShape 35">
            <a:extLst>
              <a:ext uri="{FF2B5EF4-FFF2-40B4-BE49-F238E27FC236}">
                <a16:creationId xmlns:a16="http://schemas.microsoft.com/office/drawing/2014/main" id="{D7E3425B-EFF9-4887-B8BF-5C67F35D529C}"/>
              </a:ext>
            </a:extLst>
          </p:cNvPr>
          <p:cNvSpPr>
            <a:spLocks noChangeArrowheads="1"/>
          </p:cNvSpPr>
          <p:nvPr/>
        </p:nvSpPr>
        <p:spPr bwMode="auto">
          <a:xfrm>
            <a:off x="5885685" y="79935"/>
            <a:ext cx="2976851" cy="461665"/>
          </a:xfrm>
          <a:prstGeom prst="wedgeRoundRectCallout">
            <a:avLst>
              <a:gd name="adj1" fmla="val -11406"/>
              <a:gd name="adj2" fmla="val 95434"/>
              <a:gd name="adj3" fmla="val 16667"/>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又称状态变量的起始值</a:t>
            </a:r>
          </a:p>
        </p:txBody>
      </p:sp>
      <p:sp>
        <p:nvSpPr>
          <p:cNvPr id="17" name="Text Box 4">
            <a:extLst>
              <a:ext uri="{FF2B5EF4-FFF2-40B4-BE49-F238E27FC236}">
                <a16:creationId xmlns:a16="http://schemas.microsoft.com/office/drawing/2014/main" id="{22B1D364-89D7-4750-B0E4-B84AC9AA5C67}"/>
              </a:ext>
            </a:extLst>
          </p:cNvPr>
          <p:cNvSpPr txBox="1">
            <a:spLocks noChangeArrowheads="1"/>
          </p:cNvSpPr>
          <p:nvPr/>
        </p:nvSpPr>
        <p:spPr bwMode="auto">
          <a:xfrm>
            <a:off x="525285" y="3016376"/>
            <a:ext cx="8001287" cy="83099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）由换路定则得： </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0"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0"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 </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0"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0"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0"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0" i="1"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aseline="-25000" noProof="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求出</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状态</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变量的初始值。</a:t>
            </a:r>
          </a:p>
        </p:txBody>
      </p:sp>
      <p:sp>
        <p:nvSpPr>
          <p:cNvPr id="18" name="Text Box 5">
            <a:extLst>
              <a:ext uri="{FF2B5EF4-FFF2-40B4-BE49-F238E27FC236}">
                <a16:creationId xmlns:a16="http://schemas.microsoft.com/office/drawing/2014/main" id="{789B3736-6E07-4463-8264-150F08F72882}"/>
              </a:ext>
            </a:extLst>
          </p:cNvPr>
          <p:cNvSpPr txBox="1">
            <a:spLocks noChangeArrowheads="1"/>
          </p:cNvSpPr>
          <p:nvPr/>
        </p:nvSpPr>
        <p:spPr bwMode="auto">
          <a:xfrm>
            <a:off x="89947" y="3818410"/>
            <a:ext cx="902893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）画</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0"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等效电路，求所需各</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非状态变量</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kumimoji="1" lang="en-US" altLang="zh-CN"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时刻值（初始值）。</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Text Box 8">
            <a:extLst>
              <a:ext uri="{FF2B5EF4-FFF2-40B4-BE49-F238E27FC236}">
                <a16:creationId xmlns:a16="http://schemas.microsoft.com/office/drawing/2014/main" id="{8E72CFE1-3045-45C8-B05E-B0F45D84CEEA}"/>
              </a:ext>
            </a:extLst>
          </p:cNvPr>
          <p:cNvSpPr txBox="1">
            <a:spLocks noChangeArrowheads="1"/>
          </p:cNvSpPr>
          <p:nvPr/>
        </p:nvSpPr>
        <p:spPr bwMode="auto">
          <a:xfrm>
            <a:off x="902573" y="4248045"/>
            <a:ext cx="295465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换路后瞬间</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的电路，</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Text Box 7">
            <a:extLst>
              <a:ext uri="{FF2B5EF4-FFF2-40B4-BE49-F238E27FC236}">
                <a16:creationId xmlns:a16="http://schemas.microsoft.com/office/drawing/2014/main" id="{21A8B054-0799-4930-8AD6-52AE9826233E}"/>
              </a:ext>
            </a:extLst>
          </p:cNvPr>
          <p:cNvSpPr txBox="1">
            <a:spLocks noChangeArrowheads="1"/>
          </p:cNvSpPr>
          <p:nvPr/>
        </p:nvSpPr>
        <p:spPr bwMode="auto">
          <a:xfrm>
            <a:off x="3448279" y="4256867"/>
            <a:ext cx="567298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电容（</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电感</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）用电压源（</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电流源</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）替代。</a:t>
            </a:r>
          </a:p>
        </p:txBody>
      </p:sp>
      <p:sp>
        <p:nvSpPr>
          <p:cNvPr id="21" name="AutoShape 12">
            <a:extLst>
              <a:ext uri="{FF2B5EF4-FFF2-40B4-BE49-F238E27FC236}">
                <a16:creationId xmlns:a16="http://schemas.microsoft.com/office/drawing/2014/main" id="{1AE67763-D2C0-46BF-9960-B2F5A41A65F0}"/>
              </a:ext>
            </a:extLst>
          </p:cNvPr>
          <p:cNvSpPr>
            <a:spLocks noChangeArrowheads="1"/>
          </p:cNvSpPr>
          <p:nvPr/>
        </p:nvSpPr>
        <p:spPr bwMode="auto">
          <a:xfrm>
            <a:off x="2627313" y="5084365"/>
            <a:ext cx="431800" cy="215900"/>
          </a:xfrm>
          <a:prstGeom prst="rightArrow">
            <a:avLst>
              <a:gd name="adj1" fmla="val 50000"/>
              <a:gd name="adj2" fmla="val 50000"/>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AutoShape 13">
            <a:extLst>
              <a:ext uri="{FF2B5EF4-FFF2-40B4-BE49-F238E27FC236}">
                <a16:creationId xmlns:a16="http://schemas.microsoft.com/office/drawing/2014/main" id="{BDC377F1-F0CD-4707-A701-47F24B1DD1CD}"/>
              </a:ext>
            </a:extLst>
          </p:cNvPr>
          <p:cNvSpPr>
            <a:spLocks noChangeArrowheads="1"/>
          </p:cNvSpPr>
          <p:nvPr/>
        </p:nvSpPr>
        <p:spPr bwMode="auto">
          <a:xfrm>
            <a:off x="2698750" y="6045118"/>
            <a:ext cx="431800" cy="215900"/>
          </a:xfrm>
          <a:prstGeom prst="rightArrow">
            <a:avLst>
              <a:gd name="adj1" fmla="val 50000"/>
              <a:gd name="adj2" fmla="val 50000"/>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AutoShape 14">
            <a:extLst>
              <a:ext uri="{FF2B5EF4-FFF2-40B4-BE49-F238E27FC236}">
                <a16:creationId xmlns:a16="http://schemas.microsoft.com/office/drawing/2014/main" id="{07EAE5C1-A5B3-41E1-812A-B21DD68F437D}"/>
              </a:ext>
            </a:extLst>
          </p:cNvPr>
          <p:cNvSpPr>
            <a:spLocks/>
          </p:cNvSpPr>
          <p:nvPr/>
        </p:nvSpPr>
        <p:spPr bwMode="auto">
          <a:xfrm>
            <a:off x="5100471" y="5192315"/>
            <a:ext cx="263443" cy="962026"/>
          </a:xfrm>
          <a:prstGeom prst="rightBrace">
            <a:avLst>
              <a:gd name="adj1" fmla="val 26770"/>
              <a:gd name="adj2" fmla="val 50972"/>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4" name="Text Box 15">
            <a:extLst>
              <a:ext uri="{FF2B5EF4-FFF2-40B4-BE49-F238E27FC236}">
                <a16:creationId xmlns:a16="http://schemas.microsoft.com/office/drawing/2014/main" id="{5E17A510-0086-4F19-A720-95850057BB44}"/>
              </a:ext>
            </a:extLst>
          </p:cNvPr>
          <p:cNvSpPr txBox="1">
            <a:spLocks noChangeArrowheads="1"/>
          </p:cNvSpPr>
          <p:nvPr/>
        </p:nvSpPr>
        <p:spPr bwMode="auto">
          <a:xfrm>
            <a:off x="5435625" y="5457457"/>
            <a:ext cx="2808486" cy="707886"/>
          </a:xfrm>
          <a:prstGeom prst="rect">
            <a:avLst/>
          </a:prstGeom>
          <a:solidFill>
            <a:srgbClr val="FFFF99"/>
          </a:solid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lvl="0" eaLnBrk="1" hangingPunct="1">
              <a:spcBef>
                <a:spcPct val="50000"/>
              </a:spcBef>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得到电阻电路，求</a:t>
            </a:r>
            <a:r>
              <a:rPr kumimoji="1" lang="en-US" altLang="zh-CN" sz="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000"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非状态变量初始值</a:t>
            </a:r>
            <a:endPar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AutoShape 17">
            <a:extLst>
              <a:ext uri="{FF2B5EF4-FFF2-40B4-BE49-F238E27FC236}">
                <a16:creationId xmlns:a16="http://schemas.microsoft.com/office/drawing/2014/main" id="{7FC4620E-0BBC-4678-89B3-835E9C38CE50}"/>
              </a:ext>
            </a:extLst>
          </p:cNvPr>
          <p:cNvSpPr>
            <a:spLocks noChangeArrowheads="1"/>
          </p:cNvSpPr>
          <p:nvPr/>
        </p:nvSpPr>
        <p:spPr bwMode="auto">
          <a:xfrm>
            <a:off x="5907591" y="4857645"/>
            <a:ext cx="1697190" cy="374696"/>
          </a:xfrm>
          <a:prstGeom prst="wedgeRoundRectCallout">
            <a:avLst>
              <a:gd name="adj1" fmla="val 8777"/>
              <a:gd name="adj2" fmla="val 121243"/>
              <a:gd name="adj3" fmla="val 16667"/>
            </a:avLst>
          </a:prstGeom>
          <a:solidFill>
            <a:srgbClr val="99FF99"/>
          </a:solid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en-US" altLang="zh-CN" sz="20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a:t>
            </a:r>
          </a:p>
        </p:txBody>
      </p:sp>
      <p:graphicFrame>
        <p:nvGraphicFramePr>
          <p:cNvPr id="26" name="Object 18">
            <a:extLst>
              <a:ext uri="{FF2B5EF4-FFF2-40B4-BE49-F238E27FC236}">
                <a16:creationId xmlns:a16="http://schemas.microsoft.com/office/drawing/2014/main" id="{E2ABB3E2-1F29-4DC0-922F-79DB679392F3}"/>
              </a:ext>
            </a:extLst>
          </p:cNvPr>
          <p:cNvGraphicFramePr>
            <a:graphicFrameLocks noChangeAspect="1"/>
          </p:cNvGraphicFramePr>
          <p:nvPr>
            <p:extLst>
              <p:ext uri="{D42A27DB-BD31-4B8C-83A1-F6EECF244321}">
                <p14:modId xmlns:p14="http://schemas.microsoft.com/office/powerpoint/2010/main" val="3424153144"/>
              </p:ext>
            </p:extLst>
          </p:nvPr>
        </p:nvGraphicFramePr>
        <p:xfrm>
          <a:off x="3275013" y="4581128"/>
          <a:ext cx="1662112" cy="962025"/>
        </p:xfrm>
        <a:graphic>
          <a:graphicData uri="http://schemas.openxmlformats.org/presentationml/2006/ole">
            <mc:AlternateContent xmlns:mc="http://schemas.openxmlformats.org/markup-compatibility/2006">
              <mc:Choice xmlns:v="urn:schemas-microsoft-com:vml" Requires="v">
                <p:oleObj spid="_x0000_s212053" name="Visio" r:id="rId13" imgW="846429" imgH="497527" progId="Visio.Drawing.11">
                  <p:embed/>
                </p:oleObj>
              </mc:Choice>
              <mc:Fallback>
                <p:oleObj name="Visio" r:id="rId13" imgW="846429" imgH="497527" progId="Visio.Drawing.11">
                  <p:embed/>
                  <p:pic>
                    <p:nvPicPr>
                      <p:cNvPr id="264210" name="Object 18">
                        <a:extLst>
                          <a:ext uri="{FF2B5EF4-FFF2-40B4-BE49-F238E27FC236}">
                            <a16:creationId xmlns:a16="http://schemas.microsoft.com/office/drawing/2014/main" id="{67E8A0CD-0B24-4F6E-B96D-AA6BC75C3375}"/>
                          </a:ext>
                        </a:extLst>
                      </p:cNvPr>
                      <p:cNvPicPr>
                        <a:picLocks noChangeAspect="1" noChangeArrowheads="1"/>
                      </p:cNvPicPr>
                      <p:nvPr/>
                    </p:nvPicPr>
                    <p:blipFill>
                      <a:blip r:embed="rId14"/>
                      <a:srcRect/>
                      <a:stretch>
                        <a:fillRect/>
                      </a:stretch>
                    </p:blipFill>
                    <p:spPr bwMode="auto">
                      <a:xfrm>
                        <a:off x="3275013" y="4581128"/>
                        <a:ext cx="1662112"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9">
            <a:extLst>
              <a:ext uri="{FF2B5EF4-FFF2-40B4-BE49-F238E27FC236}">
                <a16:creationId xmlns:a16="http://schemas.microsoft.com/office/drawing/2014/main" id="{D05BD8A5-6342-4597-9156-26B674F9408A}"/>
              </a:ext>
            </a:extLst>
          </p:cNvPr>
          <p:cNvGraphicFramePr>
            <a:graphicFrameLocks noChangeAspect="1"/>
          </p:cNvGraphicFramePr>
          <p:nvPr>
            <p:extLst>
              <p:ext uri="{D42A27DB-BD31-4B8C-83A1-F6EECF244321}">
                <p14:modId xmlns:p14="http://schemas.microsoft.com/office/powerpoint/2010/main" val="507282078"/>
              </p:ext>
            </p:extLst>
          </p:nvPr>
        </p:nvGraphicFramePr>
        <p:xfrm>
          <a:off x="1136650" y="4668491"/>
          <a:ext cx="1504950" cy="890587"/>
        </p:xfrm>
        <a:graphic>
          <a:graphicData uri="http://schemas.openxmlformats.org/presentationml/2006/ole">
            <mc:AlternateContent xmlns:mc="http://schemas.openxmlformats.org/markup-compatibility/2006">
              <mc:Choice xmlns:v="urn:schemas-microsoft-com:vml" Requires="v">
                <p:oleObj spid="_x0000_s212054" name="Visio" r:id="rId15" imgW="814958" imgH="627888" progId="Visio.Drawing.11">
                  <p:embed/>
                </p:oleObj>
              </mc:Choice>
              <mc:Fallback>
                <p:oleObj name="Visio" r:id="rId15" imgW="814958" imgH="627888" progId="Visio.Drawing.11">
                  <p:embed/>
                  <p:pic>
                    <p:nvPicPr>
                      <p:cNvPr id="264211" name="Object 19">
                        <a:extLst>
                          <a:ext uri="{FF2B5EF4-FFF2-40B4-BE49-F238E27FC236}">
                            <a16:creationId xmlns:a16="http://schemas.microsoft.com/office/drawing/2014/main" id="{3A0E3382-512B-48AD-98D7-6BE2C3CD0DEE}"/>
                          </a:ext>
                        </a:extLst>
                      </p:cNvPr>
                      <p:cNvPicPr>
                        <a:picLocks noChangeAspect="1" noChangeArrowheads="1"/>
                      </p:cNvPicPr>
                      <p:nvPr/>
                    </p:nvPicPr>
                    <p:blipFill>
                      <a:blip r:embed="rId16"/>
                      <a:srcRect/>
                      <a:stretch>
                        <a:fillRect/>
                      </a:stretch>
                    </p:blipFill>
                    <p:spPr bwMode="auto">
                      <a:xfrm>
                        <a:off x="1136650" y="4668491"/>
                        <a:ext cx="1504950"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0">
            <a:extLst>
              <a:ext uri="{FF2B5EF4-FFF2-40B4-BE49-F238E27FC236}">
                <a16:creationId xmlns:a16="http://schemas.microsoft.com/office/drawing/2014/main" id="{463E6333-9019-490A-A981-A46C3096C29E}"/>
              </a:ext>
            </a:extLst>
          </p:cNvPr>
          <p:cNvGraphicFramePr>
            <a:graphicFrameLocks noChangeAspect="1"/>
          </p:cNvGraphicFramePr>
          <p:nvPr>
            <p:extLst>
              <p:ext uri="{D42A27DB-BD31-4B8C-83A1-F6EECF244321}">
                <p14:modId xmlns:p14="http://schemas.microsoft.com/office/powerpoint/2010/main" val="2520115838"/>
              </p:ext>
            </p:extLst>
          </p:nvPr>
        </p:nvGraphicFramePr>
        <p:xfrm>
          <a:off x="1042988" y="5613318"/>
          <a:ext cx="1443037" cy="647700"/>
        </p:xfrm>
        <a:graphic>
          <a:graphicData uri="http://schemas.openxmlformats.org/presentationml/2006/ole">
            <mc:AlternateContent xmlns:mc="http://schemas.openxmlformats.org/markup-compatibility/2006">
              <mc:Choice xmlns:v="urn:schemas-microsoft-com:vml" Requires="v">
                <p:oleObj spid="_x0000_s212055" name="Visio" r:id="rId17" imgW="720090" imgH="324105" progId="Visio.Drawing.11">
                  <p:embed/>
                </p:oleObj>
              </mc:Choice>
              <mc:Fallback>
                <p:oleObj name="Visio" r:id="rId17" imgW="720090" imgH="324105" progId="Visio.Drawing.11">
                  <p:embed/>
                  <p:pic>
                    <p:nvPicPr>
                      <p:cNvPr id="264212" name="Object 20">
                        <a:extLst>
                          <a:ext uri="{FF2B5EF4-FFF2-40B4-BE49-F238E27FC236}">
                            <a16:creationId xmlns:a16="http://schemas.microsoft.com/office/drawing/2014/main" id="{B91B88E1-7F07-4A6A-BB8D-9D16F142ECC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2988" y="5613318"/>
                        <a:ext cx="14430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21">
            <a:extLst>
              <a:ext uri="{FF2B5EF4-FFF2-40B4-BE49-F238E27FC236}">
                <a16:creationId xmlns:a16="http://schemas.microsoft.com/office/drawing/2014/main" id="{B21EDF95-834C-4801-9310-7F6CFB56568D}"/>
              </a:ext>
            </a:extLst>
          </p:cNvPr>
          <p:cNvGraphicFramePr>
            <a:graphicFrameLocks noChangeAspect="1"/>
          </p:cNvGraphicFramePr>
          <p:nvPr>
            <p:extLst>
              <p:ext uri="{D42A27DB-BD31-4B8C-83A1-F6EECF244321}">
                <p14:modId xmlns:p14="http://schemas.microsoft.com/office/powerpoint/2010/main" val="2149766010"/>
              </p:ext>
            </p:extLst>
          </p:nvPr>
        </p:nvGraphicFramePr>
        <p:xfrm>
          <a:off x="3275013" y="5476793"/>
          <a:ext cx="1666875" cy="928687"/>
        </p:xfrm>
        <a:graphic>
          <a:graphicData uri="http://schemas.openxmlformats.org/presentationml/2006/ole">
            <mc:AlternateContent xmlns:mc="http://schemas.openxmlformats.org/markup-compatibility/2006">
              <mc:Choice xmlns:v="urn:schemas-microsoft-com:vml" Requires="v">
                <p:oleObj spid="_x0000_s212056" name="Visio" r:id="rId19" imgW="831190" imgH="463007" progId="Visio.Drawing.11">
                  <p:embed/>
                </p:oleObj>
              </mc:Choice>
              <mc:Fallback>
                <p:oleObj name="Visio" r:id="rId19" imgW="831190" imgH="463007" progId="Visio.Drawing.11">
                  <p:embed/>
                  <p:pic>
                    <p:nvPicPr>
                      <p:cNvPr id="264213" name="Object 21">
                        <a:extLst>
                          <a:ext uri="{FF2B5EF4-FFF2-40B4-BE49-F238E27FC236}">
                            <a16:creationId xmlns:a16="http://schemas.microsoft.com/office/drawing/2014/main" id="{A9E1105C-18ED-4D39-A508-769E783BBBE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75013" y="5476793"/>
                        <a:ext cx="1666875" cy="92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 name="直接连接符 2">
            <a:extLst>
              <a:ext uri="{FF2B5EF4-FFF2-40B4-BE49-F238E27FC236}">
                <a16:creationId xmlns:a16="http://schemas.microsoft.com/office/drawing/2014/main" id="{5ED598C4-380E-4740-BBA5-786E586D5691}"/>
              </a:ext>
            </a:extLst>
          </p:cNvPr>
          <p:cNvCxnSpPr/>
          <p:nvPr/>
        </p:nvCxnSpPr>
        <p:spPr bwMode="auto">
          <a:xfrm>
            <a:off x="0" y="620688"/>
            <a:ext cx="4432052" cy="0"/>
          </a:xfrm>
          <a:prstGeom prst="line">
            <a:avLst/>
          </a:prstGeom>
          <a:solidFill>
            <a:schemeClr val="accent1"/>
          </a:solidFill>
          <a:ln w="28575" cap="flat" cmpd="sng" algn="ctr">
            <a:solidFill>
              <a:srgbClr val="0070C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7">
            <a:extLst>
              <a:ext uri="{FF2B5EF4-FFF2-40B4-BE49-F238E27FC236}">
                <a16:creationId xmlns:a16="http://schemas.microsoft.com/office/drawing/2014/main" id="{5C85BAEC-AE1E-45E9-A185-ED853643763D}"/>
              </a:ext>
            </a:extLst>
          </p:cNvPr>
          <p:cNvSpPr txBox="1">
            <a:spLocks noChangeArrowheads="1"/>
          </p:cNvSpPr>
          <p:nvPr/>
        </p:nvSpPr>
        <p:spPr bwMode="auto">
          <a:xfrm>
            <a:off x="755576" y="6336916"/>
            <a:ext cx="7469534"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同时，独立电源、受控源、电阻取换路瞬间时刻值。</a:t>
            </a:r>
          </a:p>
        </p:txBody>
      </p:sp>
    </p:spTree>
    <p:extLst>
      <p:ext uri="{BB962C8B-B14F-4D97-AF65-F5344CB8AC3E}">
        <p14:creationId xmlns:p14="http://schemas.microsoft.com/office/powerpoint/2010/main" val="1893776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63170"/>
                                        </p:tgtEl>
                                        <p:attrNameLst>
                                          <p:attrName>style.visibility</p:attrName>
                                        </p:attrNameLst>
                                      </p:cBhvr>
                                      <p:to>
                                        <p:strVal val="visible"/>
                                      </p:to>
                                    </p:set>
                                    <p:anim calcmode="lin" valueType="num">
                                      <p:cBhvr additive="base">
                                        <p:cTn id="7" dur="500" fill="hold"/>
                                        <p:tgtEl>
                                          <p:spTgt spid="263170"/>
                                        </p:tgtEl>
                                        <p:attrNameLst>
                                          <p:attrName>ppt_x</p:attrName>
                                        </p:attrNameLst>
                                      </p:cBhvr>
                                      <p:tavLst>
                                        <p:tav tm="0">
                                          <p:val>
                                            <p:strVal val="0-#ppt_w/2"/>
                                          </p:val>
                                        </p:tav>
                                        <p:tav tm="100000">
                                          <p:val>
                                            <p:strVal val="#ppt_x"/>
                                          </p:val>
                                        </p:tav>
                                      </p:tavLst>
                                    </p:anim>
                                    <p:anim calcmode="lin" valueType="num">
                                      <p:cBhvr additive="base">
                                        <p:cTn id="8" dur="500" fill="hold"/>
                                        <p:tgtEl>
                                          <p:spTgt spid="26317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3171">
                                            <p:txEl>
                                              <p:pRg st="0" end="0"/>
                                            </p:txEl>
                                          </p:spTgt>
                                        </p:tgtEl>
                                        <p:attrNameLst>
                                          <p:attrName>style.visibility</p:attrName>
                                        </p:attrNameLst>
                                      </p:cBhvr>
                                      <p:to>
                                        <p:strVal val="visible"/>
                                      </p:to>
                                    </p:set>
                                    <p:animEffect transition="in" filter="wipe(left)">
                                      <p:cBhvr>
                                        <p:cTn id="13" dur="2000"/>
                                        <p:tgtEl>
                                          <p:spTgt spid="26317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63191">
                                            <p:txEl>
                                              <p:pRg st="0" end="0"/>
                                            </p:txEl>
                                          </p:spTgt>
                                        </p:tgtEl>
                                        <p:attrNameLst>
                                          <p:attrName>style.visibility</p:attrName>
                                        </p:attrNameLst>
                                      </p:cBhvr>
                                      <p:to>
                                        <p:strVal val="visible"/>
                                      </p:to>
                                    </p:set>
                                    <p:animEffect transition="in" filter="wipe(left)">
                                      <p:cBhvr>
                                        <p:cTn id="18" dur="3000"/>
                                        <p:tgtEl>
                                          <p:spTgt spid="263191">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63195"/>
                                        </p:tgtEl>
                                        <p:attrNameLst>
                                          <p:attrName>style.visibility</p:attrName>
                                        </p:attrNameLst>
                                      </p:cBhvr>
                                      <p:to>
                                        <p:strVal val="visible"/>
                                      </p:to>
                                    </p:set>
                                    <p:animEffect transition="in" filter="wipe(left)">
                                      <p:cBhvr>
                                        <p:cTn id="23" dur="2000"/>
                                        <p:tgtEl>
                                          <p:spTgt spid="26319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63192"/>
                                        </p:tgtEl>
                                        <p:attrNameLst>
                                          <p:attrName>style.visibility</p:attrName>
                                        </p:attrNameLst>
                                      </p:cBhvr>
                                      <p:to>
                                        <p:strVal val="visible"/>
                                      </p:to>
                                    </p:set>
                                    <p:animEffect transition="in" filter="wipe(left)">
                                      <p:cBhvr>
                                        <p:cTn id="28" dur="2000"/>
                                        <p:tgtEl>
                                          <p:spTgt spid="263192"/>
                                        </p:tgtEl>
                                      </p:cBhvr>
                                    </p:animEffect>
                                  </p:childTnLst>
                                </p:cTn>
                              </p:par>
                            </p:childTnLst>
                          </p:cTn>
                        </p:par>
                        <p:par>
                          <p:cTn id="29" fill="hold" nodeType="afterGroup">
                            <p:stCondLst>
                              <p:cond delay="2000"/>
                            </p:stCondLst>
                            <p:childTnLst>
                              <p:par>
                                <p:cTn id="30" presetID="22" presetClass="entr" presetSubtype="8" fill="hold" nodeType="afterEffect">
                                  <p:stCondLst>
                                    <p:cond delay="0"/>
                                  </p:stCondLst>
                                  <p:childTnLst>
                                    <p:set>
                                      <p:cBhvr>
                                        <p:cTn id="31" dur="1" fill="hold">
                                          <p:stCondLst>
                                            <p:cond delay="0"/>
                                          </p:stCondLst>
                                        </p:cTn>
                                        <p:tgtEl>
                                          <p:spTgt spid="263193"/>
                                        </p:tgtEl>
                                        <p:attrNameLst>
                                          <p:attrName>style.visibility</p:attrName>
                                        </p:attrNameLst>
                                      </p:cBhvr>
                                      <p:to>
                                        <p:strVal val="visible"/>
                                      </p:to>
                                    </p:set>
                                    <p:animEffect transition="in" filter="wipe(left)">
                                      <p:cBhvr>
                                        <p:cTn id="32" dur="2000"/>
                                        <p:tgtEl>
                                          <p:spTgt spid="26319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3194"/>
                                        </p:tgtEl>
                                        <p:attrNameLst>
                                          <p:attrName>style.visibility</p:attrName>
                                        </p:attrNameLst>
                                      </p:cBhvr>
                                      <p:to>
                                        <p:strVal val="visible"/>
                                      </p:to>
                                    </p:set>
                                    <p:animEffect transition="in" filter="wipe(left)">
                                      <p:cBhvr>
                                        <p:cTn id="37" dur="2000"/>
                                        <p:tgtEl>
                                          <p:spTgt spid="2631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3196"/>
                                        </p:tgtEl>
                                        <p:attrNameLst>
                                          <p:attrName>style.visibility</p:attrName>
                                        </p:attrNameLst>
                                      </p:cBhvr>
                                      <p:to>
                                        <p:strVal val="visible"/>
                                      </p:to>
                                    </p:set>
                                    <p:animEffect transition="in" filter="wipe(left)">
                                      <p:cBhvr>
                                        <p:cTn id="42" dur="2000"/>
                                        <p:tgtEl>
                                          <p:spTgt spid="263196"/>
                                        </p:tgtEl>
                                      </p:cBhvr>
                                    </p:animEffect>
                                  </p:childTnLst>
                                </p:cTn>
                              </p:par>
                            </p:childTnLst>
                          </p:cTn>
                        </p:par>
                        <p:par>
                          <p:cTn id="43" fill="hold" nodeType="afterGroup">
                            <p:stCondLst>
                              <p:cond delay="2000"/>
                            </p:stCondLst>
                            <p:childTnLst>
                              <p:par>
                                <p:cTn id="44" presetID="22" presetClass="entr" presetSubtype="4" fill="hold" nodeType="afterEffect">
                                  <p:stCondLst>
                                    <p:cond delay="0"/>
                                  </p:stCondLst>
                                  <p:childTnLst>
                                    <p:set>
                                      <p:cBhvr>
                                        <p:cTn id="45" dur="1" fill="hold">
                                          <p:stCondLst>
                                            <p:cond delay="0"/>
                                          </p:stCondLst>
                                        </p:cTn>
                                        <p:tgtEl>
                                          <p:spTgt spid="263197"/>
                                        </p:tgtEl>
                                        <p:attrNameLst>
                                          <p:attrName>style.visibility</p:attrName>
                                        </p:attrNameLst>
                                      </p:cBhvr>
                                      <p:to>
                                        <p:strVal val="visible"/>
                                      </p:to>
                                    </p:set>
                                    <p:animEffect transition="in" filter="wipe(down)">
                                      <p:cBhvr>
                                        <p:cTn id="46" dur="2000"/>
                                        <p:tgtEl>
                                          <p:spTgt spid="26319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3198"/>
                                        </p:tgtEl>
                                        <p:attrNameLst>
                                          <p:attrName>style.visibility</p:attrName>
                                        </p:attrNameLst>
                                      </p:cBhvr>
                                      <p:to>
                                        <p:strVal val="visible"/>
                                      </p:to>
                                    </p:set>
                                    <p:animEffect transition="in" filter="wipe(left)">
                                      <p:cBhvr>
                                        <p:cTn id="51" dur="2000"/>
                                        <p:tgtEl>
                                          <p:spTgt spid="263198"/>
                                        </p:tgtEl>
                                      </p:cBhvr>
                                    </p:animEffect>
                                  </p:childTnLst>
                                </p:cTn>
                              </p:par>
                            </p:childTnLst>
                          </p:cTn>
                        </p:par>
                        <p:par>
                          <p:cTn id="52" fill="hold" nodeType="afterGroup">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263199"/>
                                        </p:tgtEl>
                                        <p:attrNameLst>
                                          <p:attrName>style.visibility</p:attrName>
                                        </p:attrNameLst>
                                      </p:cBhvr>
                                      <p:to>
                                        <p:strVal val="visible"/>
                                      </p:to>
                                    </p:set>
                                    <p:animEffect transition="in" filter="wipe(left)">
                                      <p:cBhvr>
                                        <p:cTn id="55" dur="2000"/>
                                        <p:tgtEl>
                                          <p:spTgt spid="26319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3200"/>
                                        </p:tgtEl>
                                        <p:attrNameLst>
                                          <p:attrName>style.visibility</p:attrName>
                                        </p:attrNameLst>
                                      </p:cBhvr>
                                      <p:to>
                                        <p:strVal val="visible"/>
                                      </p:to>
                                    </p:set>
                                    <p:animEffect transition="in" filter="wipe(left)">
                                      <p:cBhvr>
                                        <p:cTn id="60" dur="2000"/>
                                        <p:tgtEl>
                                          <p:spTgt spid="263200"/>
                                        </p:tgtEl>
                                      </p:cBhvr>
                                    </p:animEffect>
                                  </p:childTnLst>
                                </p:cTn>
                              </p:par>
                            </p:childTnLst>
                          </p:cTn>
                        </p:par>
                        <p:par>
                          <p:cTn id="61" fill="hold" nodeType="afterGroup">
                            <p:stCondLst>
                              <p:cond delay="2000"/>
                            </p:stCondLst>
                            <p:childTnLst>
                              <p:par>
                                <p:cTn id="62" presetID="22" presetClass="entr" presetSubtype="8" fill="hold" nodeType="afterEffect">
                                  <p:stCondLst>
                                    <p:cond delay="0"/>
                                  </p:stCondLst>
                                  <p:childTnLst>
                                    <p:set>
                                      <p:cBhvr>
                                        <p:cTn id="63" dur="1" fill="hold">
                                          <p:stCondLst>
                                            <p:cond delay="0"/>
                                          </p:stCondLst>
                                        </p:cTn>
                                        <p:tgtEl>
                                          <p:spTgt spid="263201"/>
                                        </p:tgtEl>
                                        <p:attrNameLst>
                                          <p:attrName>style.visibility</p:attrName>
                                        </p:attrNameLst>
                                      </p:cBhvr>
                                      <p:to>
                                        <p:strVal val="visible"/>
                                      </p:to>
                                    </p:set>
                                    <p:animEffect transition="in" filter="wipe(left)">
                                      <p:cBhvr>
                                        <p:cTn id="64" dur="2000"/>
                                        <p:tgtEl>
                                          <p:spTgt spid="26320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63202"/>
                                        </p:tgtEl>
                                        <p:attrNameLst>
                                          <p:attrName>style.visibility</p:attrName>
                                        </p:attrNameLst>
                                      </p:cBhvr>
                                      <p:to>
                                        <p:strVal val="visible"/>
                                      </p:to>
                                    </p:set>
                                    <p:animEffect transition="in" filter="wipe(down)">
                                      <p:cBhvr>
                                        <p:cTn id="69" dur="500"/>
                                        <p:tgtEl>
                                          <p:spTgt spid="26320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63203"/>
                                        </p:tgtEl>
                                        <p:attrNameLst>
                                          <p:attrName>style.visibility</p:attrName>
                                        </p:attrNameLst>
                                      </p:cBhvr>
                                      <p:to>
                                        <p:strVal val="visible"/>
                                      </p:to>
                                    </p:set>
                                    <p:animEffect transition="in" filter="wipe(down)">
                                      <p:cBhvr>
                                        <p:cTn id="74" dur="500"/>
                                        <p:tgtEl>
                                          <p:spTgt spid="26320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Effect transition="in" filter="wipe(left)">
                                      <p:cBhvr>
                                        <p:cTn id="79" dur="2000"/>
                                        <p:tgtEl>
                                          <p:spTgt spid="17">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wipe(left)">
                                      <p:cBhvr>
                                        <p:cTn id="84" dur="2000"/>
                                        <p:tgtEl>
                                          <p:spTgt spid="18"/>
                                        </p:tgtEl>
                                      </p:cBhvr>
                                    </p:animEffect>
                                  </p:childTnLst>
                                </p:cTn>
                              </p:par>
                            </p:childTnLst>
                          </p:cTn>
                        </p:par>
                        <p:par>
                          <p:cTn id="85" fill="hold">
                            <p:stCondLst>
                              <p:cond delay="2000"/>
                            </p:stCondLst>
                            <p:childTnLst>
                              <p:par>
                                <p:cTn id="86" presetID="9" presetClass="entr" presetSubtype="0" fill="hold" grpId="0" nodeType="after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dissolve">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dissolve">
                                      <p:cBhvr>
                                        <p:cTn id="93" dur="500"/>
                                        <p:tgtEl>
                                          <p:spTgt spid="20"/>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16" fill="hold" nodeType="click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box(in)">
                                      <p:cBhvr>
                                        <p:cTn id="98" dur="10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wipe(left)">
                                      <p:cBhvr>
                                        <p:cTn id="103" dur="500"/>
                                        <p:tgtEl>
                                          <p:spTgt spid="21"/>
                                        </p:tgtEl>
                                      </p:cBhvr>
                                    </p:animEffect>
                                  </p:childTnLst>
                                </p:cTn>
                              </p:par>
                            </p:childTnLst>
                          </p:cTn>
                        </p:par>
                        <p:par>
                          <p:cTn id="104" fill="hold">
                            <p:stCondLst>
                              <p:cond delay="500"/>
                            </p:stCondLst>
                            <p:childTnLst>
                              <p:par>
                                <p:cTn id="105" presetID="4" presetClass="entr" presetSubtype="16" fill="hold" nodeType="after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box(in)">
                                      <p:cBhvr>
                                        <p:cTn id="107" dur="1000"/>
                                        <p:tgtEl>
                                          <p:spTgt spid="26"/>
                                        </p:tgtEl>
                                      </p:cBhvr>
                                    </p:animEffect>
                                  </p:childTnLst>
                                </p:cTn>
                              </p:par>
                            </p:childTnLst>
                          </p:cTn>
                        </p:par>
                      </p:childTnLst>
                    </p:cTn>
                  </p:par>
                  <p:par>
                    <p:cTn id="108" fill="hold">
                      <p:stCondLst>
                        <p:cond delay="indefinite"/>
                      </p:stCondLst>
                      <p:childTnLst>
                        <p:par>
                          <p:cTn id="109" fill="hold">
                            <p:stCondLst>
                              <p:cond delay="0"/>
                            </p:stCondLst>
                            <p:childTnLst>
                              <p:par>
                                <p:cTn id="110" presetID="4" presetClass="entr" presetSubtype="16" fill="hold" nodeType="click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box(in)">
                                      <p:cBhvr>
                                        <p:cTn id="112" dur="1000"/>
                                        <p:tgtEl>
                                          <p:spTgt spid="2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2"/>
                                        </p:tgtEl>
                                        <p:attrNameLst>
                                          <p:attrName>style.visibility</p:attrName>
                                        </p:attrNameLst>
                                      </p:cBhvr>
                                      <p:to>
                                        <p:strVal val="visible"/>
                                      </p:to>
                                    </p:set>
                                    <p:animEffect transition="in" filter="wipe(left)">
                                      <p:cBhvr>
                                        <p:cTn id="117" dur="500"/>
                                        <p:tgtEl>
                                          <p:spTgt spid="22"/>
                                        </p:tgtEl>
                                      </p:cBhvr>
                                    </p:animEffect>
                                  </p:childTnLst>
                                </p:cTn>
                              </p:par>
                            </p:childTnLst>
                          </p:cTn>
                        </p:par>
                        <p:par>
                          <p:cTn id="118" fill="hold">
                            <p:stCondLst>
                              <p:cond delay="500"/>
                            </p:stCondLst>
                            <p:childTnLst>
                              <p:par>
                                <p:cTn id="119" presetID="4" presetClass="entr" presetSubtype="16" fill="hold" nodeType="afterEffect">
                                  <p:stCondLst>
                                    <p:cond delay="0"/>
                                  </p:stCondLst>
                                  <p:childTnLst>
                                    <p:set>
                                      <p:cBhvr>
                                        <p:cTn id="120" dur="1" fill="hold">
                                          <p:stCondLst>
                                            <p:cond delay="0"/>
                                          </p:stCondLst>
                                        </p:cTn>
                                        <p:tgtEl>
                                          <p:spTgt spid="29"/>
                                        </p:tgtEl>
                                        <p:attrNameLst>
                                          <p:attrName>style.visibility</p:attrName>
                                        </p:attrNameLst>
                                      </p:cBhvr>
                                      <p:to>
                                        <p:strVal val="visible"/>
                                      </p:to>
                                    </p:set>
                                    <p:animEffect transition="in" filter="box(in)">
                                      <p:cBhvr>
                                        <p:cTn id="121" dur="1000"/>
                                        <p:tgtEl>
                                          <p:spTgt spid="29"/>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grpId="0"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dissolve">
                                      <p:cBhvr>
                                        <p:cTn id="126" dur="500"/>
                                        <p:tgtEl>
                                          <p:spTgt spid="31"/>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23"/>
                                        </p:tgtEl>
                                        <p:attrNameLst>
                                          <p:attrName>style.visibility</p:attrName>
                                        </p:attrNameLst>
                                      </p:cBhvr>
                                      <p:to>
                                        <p:strVal val="visible"/>
                                      </p:to>
                                    </p:set>
                                    <p:animEffect transition="in" filter="wipe(left)">
                                      <p:cBhvr>
                                        <p:cTn id="131" dur="2000"/>
                                        <p:tgtEl>
                                          <p:spTgt spid="23"/>
                                        </p:tgtEl>
                                      </p:cBhvr>
                                    </p:animEffect>
                                  </p:childTnLst>
                                </p:cTn>
                              </p:par>
                            </p:childTnLst>
                          </p:cTn>
                        </p:par>
                        <p:par>
                          <p:cTn id="132" fill="hold">
                            <p:stCondLst>
                              <p:cond delay="2000"/>
                            </p:stCondLst>
                            <p:childTnLst>
                              <p:par>
                                <p:cTn id="133" presetID="22" presetClass="entr" presetSubtype="8" fill="hold" grpId="0" nodeType="after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left)">
                                      <p:cBhvr>
                                        <p:cTn id="135" dur="2000"/>
                                        <p:tgtEl>
                                          <p:spTgt spid="24"/>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25"/>
                                        </p:tgtEl>
                                        <p:attrNameLst>
                                          <p:attrName>style.visibility</p:attrName>
                                        </p:attrNameLst>
                                      </p:cBhvr>
                                      <p:to>
                                        <p:strVal val="visible"/>
                                      </p:to>
                                    </p:set>
                                    <p:animEffect transition="in" filter="wipe(down)">
                                      <p:cBhvr>
                                        <p:cTn id="1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p:bldP spid="263171" grpId="0" build="p" autoUpdateAnimBg="0"/>
      <p:bldP spid="263199" grpId="0" animBg="1"/>
      <p:bldP spid="263200" grpId="0"/>
      <p:bldP spid="263202" grpId="0" animBg="1"/>
      <p:bldP spid="263203" grpId="0" animBg="1"/>
      <p:bldP spid="17" grpId="0" build="p" autoUpdateAnimBg="0"/>
      <p:bldP spid="18" grpId="0" autoUpdateAnimBg="0"/>
      <p:bldP spid="19" grpId="0" autoUpdateAnimBg="0"/>
      <p:bldP spid="20" grpId="0" autoUpdateAnimBg="0"/>
      <p:bldP spid="24" grpId="0" animBg="1"/>
      <p:bldP spid="25" grpId="0" animBg="1"/>
      <p:bldP spid="3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0C0A39E-14F9-4ACF-B493-6A005D5C7072}"/>
              </a:ext>
            </a:extLst>
          </p:cNvPr>
          <p:cNvSpPr/>
          <p:nvPr>
            <p:custDataLst>
              <p:tags r:id="rId2"/>
            </p:custDataLst>
          </p:nvPr>
        </p:nvSpPr>
        <p:spPr bwMode="auto">
          <a:xfrm>
            <a:off x="676127" y="1137626"/>
            <a:ext cx="4292724" cy="106997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求电容电流的初始值</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en-US" altLang="zh-CN" sz="24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endParaRPr>
          </a:p>
        </p:txBody>
      </p:sp>
      <p:sp>
        <p:nvSpPr>
          <p:cNvPr id="5" name="矩形 4">
            <a:extLst>
              <a:ext uri="{FF2B5EF4-FFF2-40B4-BE49-F238E27FC236}">
                <a16:creationId xmlns:a16="http://schemas.microsoft.com/office/drawing/2014/main" id="{10FD8E78-01D8-47E7-BFC1-42B434CF85AB}"/>
              </a:ext>
            </a:extLst>
          </p:cNvPr>
          <p:cNvSpPr/>
          <p:nvPr>
            <p:custDataLst>
              <p:tags r:id="rId3"/>
            </p:custDataLst>
          </p:nvPr>
        </p:nvSpPr>
        <p:spPr bwMode="auto">
          <a:xfrm>
            <a:off x="1844845" y="2249340"/>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0.2mA</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6" name="矩形 5">
            <a:extLst>
              <a:ext uri="{FF2B5EF4-FFF2-40B4-BE49-F238E27FC236}">
                <a16:creationId xmlns:a16="http://schemas.microsoft.com/office/drawing/2014/main" id="{0CE04C9B-935D-465E-BF56-120F9E2C16EC}"/>
              </a:ext>
            </a:extLst>
          </p:cNvPr>
          <p:cNvSpPr/>
          <p:nvPr>
            <p:custDataLst>
              <p:tags r:id="rId4"/>
            </p:custDataLst>
          </p:nvPr>
        </p:nvSpPr>
        <p:spPr bwMode="auto">
          <a:xfrm>
            <a:off x="1828800" y="2890664"/>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0.25mA</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7" name="矩形 6">
            <a:extLst>
              <a:ext uri="{FF2B5EF4-FFF2-40B4-BE49-F238E27FC236}">
                <a16:creationId xmlns:a16="http://schemas.microsoft.com/office/drawing/2014/main" id="{DD0666FD-C9D4-4E65-B314-26888DFCF877}"/>
              </a:ext>
            </a:extLst>
          </p:cNvPr>
          <p:cNvSpPr/>
          <p:nvPr>
            <p:custDataLst>
              <p:tags r:id="rId5"/>
            </p:custDataLst>
          </p:nvPr>
        </p:nvSpPr>
        <p:spPr bwMode="auto">
          <a:xfrm>
            <a:off x="1828800" y="3576464"/>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-0.25mA</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8" name="矩形 7">
            <a:extLst>
              <a:ext uri="{FF2B5EF4-FFF2-40B4-BE49-F238E27FC236}">
                <a16:creationId xmlns:a16="http://schemas.microsoft.com/office/drawing/2014/main" id="{D5B6287F-3DDF-4501-8B27-6E31EA29FDE5}"/>
              </a:ext>
            </a:extLst>
          </p:cNvPr>
          <p:cNvSpPr/>
          <p:nvPr>
            <p:custDataLst>
              <p:tags r:id="rId6"/>
            </p:custDataLst>
          </p:nvPr>
        </p:nvSpPr>
        <p:spPr bwMode="auto">
          <a:xfrm>
            <a:off x="1828800" y="4262264"/>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-0.2mA</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9" name="椭圆 8">
            <a:extLst>
              <a:ext uri="{FF2B5EF4-FFF2-40B4-BE49-F238E27FC236}">
                <a16:creationId xmlns:a16="http://schemas.microsoft.com/office/drawing/2014/main" id="{43CA5B4A-FE3A-451C-919C-C9269CCDE765}"/>
              </a:ext>
            </a:extLst>
          </p:cNvPr>
          <p:cNvSpPr>
            <a:spLocks noChangeAspect="1"/>
          </p:cNvSpPr>
          <p:nvPr>
            <p:custDataLst>
              <p:tags r:id="rId7"/>
            </p:custDataLst>
          </p:nvPr>
        </p:nvSpPr>
        <p:spPr bwMode="auto">
          <a:xfrm>
            <a:off x="1114425" y="2269157"/>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rPr>
              <a:t>A</a:t>
            </a: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0" name="椭圆 9">
            <a:extLst>
              <a:ext uri="{FF2B5EF4-FFF2-40B4-BE49-F238E27FC236}">
                <a16:creationId xmlns:a16="http://schemas.microsoft.com/office/drawing/2014/main" id="{FAFE4CB1-7D02-46B4-8112-E44D7C429923}"/>
              </a:ext>
            </a:extLst>
          </p:cNvPr>
          <p:cNvSpPr>
            <a:spLocks noChangeAspect="1"/>
          </p:cNvSpPr>
          <p:nvPr>
            <p:custDataLst>
              <p:tags r:id="rId8"/>
            </p:custDataLst>
          </p:nvPr>
        </p:nvSpPr>
        <p:spPr bwMode="auto">
          <a:xfrm>
            <a:off x="1114425" y="2954957"/>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rPr>
              <a:t>B</a:t>
            </a: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1" name="椭圆 10">
            <a:extLst>
              <a:ext uri="{FF2B5EF4-FFF2-40B4-BE49-F238E27FC236}">
                <a16:creationId xmlns:a16="http://schemas.microsoft.com/office/drawing/2014/main" id="{3C3C9909-1C4C-4B27-AF21-D5E3E35222FC}"/>
              </a:ext>
            </a:extLst>
          </p:cNvPr>
          <p:cNvSpPr>
            <a:spLocks noChangeAspect="1"/>
          </p:cNvSpPr>
          <p:nvPr>
            <p:custDataLst>
              <p:tags r:id="rId9"/>
            </p:custDataLst>
          </p:nvPr>
        </p:nvSpPr>
        <p:spPr bwMode="auto">
          <a:xfrm>
            <a:off x="1114425" y="3640757"/>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rPr>
              <a:t>C</a:t>
            </a: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 name="椭圆 11">
            <a:extLst>
              <a:ext uri="{FF2B5EF4-FFF2-40B4-BE49-F238E27FC236}">
                <a16:creationId xmlns:a16="http://schemas.microsoft.com/office/drawing/2014/main" id="{9C105646-5065-4231-8D6B-F519F1DDF89D}"/>
              </a:ext>
            </a:extLst>
          </p:cNvPr>
          <p:cNvSpPr>
            <a:spLocks noChangeAspect="1"/>
          </p:cNvSpPr>
          <p:nvPr>
            <p:custDataLst>
              <p:tags r:id="rId10"/>
            </p:custDataLst>
          </p:nvPr>
        </p:nvSpPr>
        <p:spPr bwMode="auto">
          <a:xfrm>
            <a:off x="1114425" y="4326557"/>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rPr>
              <a:t>D</a:t>
            </a: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 name="矩形: 圆角 12">
            <a:extLst>
              <a:ext uri="{FF2B5EF4-FFF2-40B4-BE49-F238E27FC236}">
                <a16:creationId xmlns:a16="http://schemas.microsoft.com/office/drawing/2014/main" id="{49184512-B8A1-487C-A25F-235A9E31ABA8}"/>
              </a:ext>
            </a:extLst>
          </p:cNvPr>
          <p:cNvSpPr/>
          <p:nvPr>
            <p:custDataLst>
              <p:tags r:id="rId11"/>
            </p:custDataLst>
          </p:nvPr>
        </p:nvSpPr>
        <p:spPr bwMode="auto">
          <a:xfrm>
            <a:off x="6172200" y="5633864"/>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rPr>
              <a:t>提交</a:t>
            </a:r>
          </a:p>
        </p:txBody>
      </p:sp>
      <p:grpSp>
        <p:nvGrpSpPr>
          <p:cNvPr id="40" name="Group 82">
            <a:extLst>
              <a:ext uri="{FF2B5EF4-FFF2-40B4-BE49-F238E27FC236}">
                <a16:creationId xmlns:a16="http://schemas.microsoft.com/office/drawing/2014/main" id="{AD2268CC-B523-4008-9369-6E2B97C307FE}"/>
              </a:ext>
            </a:extLst>
          </p:cNvPr>
          <p:cNvGrpSpPr>
            <a:grpSpLocks/>
          </p:cNvGrpSpPr>
          <p:nvPr/>
        </p:nvGrpSpPr>
        <p:grpSpPr bwMode="auto">
          <a:xfrm>
            <a:off x="4801368" y="757237"/>
            <a:ext cx="3875088" cy="1814513"/>
            <a:chOff x="2680" y="93"/>
            <a:chExt cx="2441" cy="1143"/>
          </a:xfrm>
        </p:grpSpPr>
        <p:sp>
          <p:nvSpPr>
            <p:cNvPr id="41" name="Line 56">
              <a:extLst>
                <a:ext uri="{FF2B5EF4-FFF2-40B4-BE49-F238E27FC236}">
                  <a16:creationId xmlns:a16="http://schemas.microsoft.com/office/drawing/2014/main" id="{DC90D3D3-257D-4EF0-9438-2E56C1768DB6}"/>
                </a:ext>
              </a:extLst>
            </p:cNvPr>
            <p:cNvSpPr>
              <a:spLocks noChangeShapeType="1"/>
            </p:cNvSpPr>
            <p:nvPr/>
          </p:nvSpPr>
          <p:spPr bwMode="auto">
            <a:xfrm>
              <a:off x="4257" y="402"/>
              <a:ext cx="0" cy="52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2" name="Line 57">
              <a:extLst>
                <a:ext uri="{FF2B5EF4-FFF2-40B4-BE49-F238E27FC236}">
                  <a16:creationId xmlns:a16="http://schemas.microsoft.com/office/drawing/2014/main" id="{B7C06625-6FFA-4D74-A6D3-1A7968EDDCD1}"/>
                </a:ext>
              </a:extLst>
            </p:cNvPr>
            <p:cNvSpPr>
              <a:spLocks noChangeShapeType="1"/>
            </p:cNvSpPr>
            <p:nvPr/>
          </p:nvSpPr>
          <p:spPr bwMode="auto">
            <a:xfrm>
              <a:off x="3267" y="390"/>
              <a:ext cx="144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3" name="Oval 59">
              <a:extLst>
                <a:ext uri="{FF2B5EF4-FFF2-40B4-BE49-F238E27FC236}">
                  <a16:creationId xmlns:a16="http://schemas.microsoft.com/office/drawing/2014/main" id="{D23B3B3E-AA7A-4FF9-9C93-7DF18E2E9BE1}"/>
                </a:ext>
              </a:extLst>
            </p:cNvPr>
            <p:cNvSpPr>
              <a:spLocks noChangeArrowheads="1"/>
            </p:cNvSpPr>
            <p:nvPr/>
          </p:nvSpPr>
          <p:spPr bwMode="auto">
            <a:xfrm>
              <a:off x="3135" y="662"/>
              <a:ext cx="249" cy="249"/>
            </a:xfrm>
            <a:prstGeom prst="ellipse">
              <a:avLst/>
            </a:prstGeom>
            <a:solidFill>
              <a:srgbClr val="00CC99"/>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4" name="Rectangle 60">
              <a:extLst>
                <a:ext uri="{FF2B5EF4-FFF2-40B4-BE49-F238E27FC236}">
                  <a16:creationId xmlns:a16="http://schemas.microsoft.com/office/drawing/2014/main" id="{3CEDBF62-6975-462E-8F1B-75EB8C6D536F}"/>
                </a:ext>
              </a:extLst>
            </p:cNvPr>
            <p:cNvSpPr>
              <a:spLocks noChangeArrowheads="1"/>
            </p:cNvSpPr>
            <p:nvPr/>
          </p:nvSpPr>
          <p:spPr bwMode="auto">
            <a:xfrm>
              <a:off x="3582" y="355"/>
              <a:ext cx="259" cy="88"/>
            </a:xfrm>
            <a:prstGeom prst="rect">
              <a:avLst/>
            </a:prstGeom>
            <a:solidFill>
              <a:srgbClr val="00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5" name="Rectangle 61">
              <a:extLst>
                <a:ext uri="{FF2B5EF4-FFF2-40B4-BE49-F238E27FC236}">
                  <a16:creationId xmlns:a16="http://schemas.microsoft.com/office/drawing/2014/main" id="{854540D5-8925-4981-A849-9A83E78E48FA}"/>
                </a:ext>
              </a:extLst>
            </p:cNvPr>
            <p:cNvSpPr>
              <a:spLocks noChangeArrowheads="1"/>
            </p:cNvSpPr>
            <p:nvPr/>
          </p:nvSpPr>
          <p:spPr bwMode="auto">
            <a:xfrm>
              <a:off x="4210" y="574"/>
              <a:ext cx="87" cy="219"/>
            </a:xfrm>
            <a:prstGeom prst="rect">
              <a:avLst/>
            </a:prstGeom>
            <a:solidFill>
              <a:srgbClr val="00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6" name="Line 62">
              <a:extLst>
                <a:ext uri="{FF2B5EF4-FFF2-40B4-BE49-F238E27FC236}">
                  <a16:creationId xmlns:a16="http://schemas.microsoft.com/office/drawing/2014/main" id="{09B1E10F-4F93-4BA6-8963-61C91AA8A31A}"/>
                </a:ext>
              </a:extLst>
            </p:cNvPr>
            <p:cNvSpPr>
              <a:spLocks noChangeShapeType="1"/>
            </p:cNvSpPr>
            <p:nvPr/>
          </p:nvSpPr>
          <p:spPr bwMode="auto">
            <a:xfrm>
              <a:off x="4631" y="650"/>
              <a:ext cx="173" cy="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7" name="Line 63">
              <a:extLst>
                <a:ext uri="{FF2B5EF4-FFF2-40B4-BE49-F238E27FC236}">
                  <a16:creationId xmlns:a16="http://schemas.microsoft.com/office/drawing/2014/main" id="{AE3859D8-F153-4BD0-8637-DA20B769F0A4}"/>
                </a:ext>
              </a:extLst>
            </p:cNvPr>
            <p:cNvSpPr>
              <a:spLocks noChangeShapeType="1"/>
            </p:cNvSpPr>
            <p:nvPr/>
          </p:nvSpPr>
          <p:spPr bwMode="auto">
            <a:xfrm>
              <a:off x="4254" y="922"/>
              <a:ext cx="120" cy="104"/>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8" name="Line 64">
              <a:extLst>
                <a:ext uri="{FF2B5EF4-FFF2-40B4-BE49-F238E27FC236}">
                  <a16:creationId xmlns:a16="http://schemas.microsoft.com/office/drawing/2014/main" id="{8F25B592-DEA5-48E8-9F63-B5E978AF037A}"/>
                </a:ext>
              </a:extLst>
            </p:cNvPr>
            <p:cNvSpPr>
              <a:spLocks noChangeShapeType="1"/>
            </p:cNvSpPr>
            <p:nvPr/>
          </p:nvSpPr>
          <p:spPr bwMode="auto">
            <a:xfrm flipH="1">
              <a:off x="4210" y="911"/>
              <a:ext cx="164" cy="115"/>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49" name="Line 65">
              <a:extLst>
                <a:ext uri="{FF2B5EF4-FFF2-40B4-BE49-F238E27FC236}">
                  <a16:creationId xmlns:a16="http://schemas.microsoft.com/office/drawing/2014/main" id="{C66B0FC6-D8A1-4E11-B8DC-78DAB3A01589}"/>
                </a:ext>
              </a:extLst>
            </p:cNvPr>
            <p:cNvSpPr>
              <a:spLocks noChangeShapeType="1"/>
            </p:cNvSpPr>
            <p:nvPr/>
          </p:nvSpPr>
          <p:spPr bwMode="auto">
            <a:xfrm>
              <a:off x="4712" y="693"/>
              <a:ext cx="1" cy="48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50" name="Line 66">
              <a:extLst>
                <a:ext uri="{FF2B5EF4-FFF2-40B4-BE49-F238E27FC236}">
                  <a16:creationId xmlns:a16="http://schemas.microsoft.com/office/drawing/2014/main" id="{086A0723-477E-40F7-973C-B01D700A6506}"/>
                </a:ext>
              </a:extLst>
            </p:cNvPr>
            <p:cNvSpPr>
              <a:spLocks noChangeShapeType="1"/>
            </p:cNvSpPr>
            <p:nvPr/>
          </p:nvSpPr>
          <p:spPr bwMode="auto">
            <a:xfrm flipV="1">
              <a:off x="4712" y="387"/>
              <a:ext cx="1" cy="2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51" name="Text Box 67">
              <a:extLst>
                <a:ext uri="{FF2B5EF4-FFF2-40B4-BE49-F238E27FC236}">
                  <a16:creationId xmlns:a16="http://schemas.microsoft.com/office/drawing/2014/main" id="{CAFD391F-9B29-480A-8EB0-B92C93F54FE4}"/>
                </a:ext>
              </a:extLst>
            </p:cNvPr>
            <p:cNvSpPr txBox="1">
              <a:spLocks noChangeArrowheads="1"/>
            </p:cNvSpPr>
            <p:nvPr/>
          </p:nvSpPr>
          <p:spPr bwMode="auto">
            <a:xfrm>
              <a:off x="3013" y="334"/>
              <a:ext cx="262" cy="90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2" name="Text Box 68">
              <a:extLst>
                <a:ext uri="{FF2B5EF4-FFF2-40B4-BE49-F238E27FC236}">
                  <a16:creationId xmlns:a16="http://schemas.microsoft.com/office/drawing/2014/main" id="{9255FF30-512B-4BBA-A0A5-4FA7532F1AC3}"/>
                </a:ext>
              </a:extLst>
            </p:cNvPr>
            <p:cNvSpPr txBox="1">
              <a:spLocks noChangeArrowheads="1"/>
            </p:cNvSpPr>
            <p:nvPr/>
          </p:nvSpPr>
          <p:spPr bwMode="auto">
            <a:xfrm>
              <a:off x="2680" y="636"/>
              <a:ext cx="44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10V</a:t>
              </a:r>
            </a:p>
          </p:txBody>
        </p:sp>
        <p:sp>
          <p:nvSpPr>
            <p:cNvPr id="53" name="Line 69">
              <a:extLst>
                <a:ext uri="{FF2B5EF4-FFF2-40B4-BE49-F238E27FC236}">
                  <a16:creationId xmlns:a16="http://schemas.microsoft.com/office/drawing/2014/main" id="{247078ED-DD73-4B46-9B3B-413737A2A0A2}"/>
                </a:ext>
              </a:extLst>
            </p:cNvPr>
            <p:cNvSpPr>
              <a:spLocks noChangeShapeType="1"/>
            </p:cNvSpPr>
            <p:nvPr/>
          </p:nvSpPr>
          <p:spPr bwMode="auto">
            <a:xfrm>
              <a:off x="4647" y="738"/>
              <a:ext cx="1" cy="175"/>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54" name="Text Box 70">
              <a:extLst>
                <a:ext uri="{FF2B5EF4-FFF2-40B4-BE49-F238E27FC236}">
                  <a16:creationId xmlns:a16="http://schemas.microsoft.com/office/drawing/2014/main" id="{D4FB72A8-E81E-4C1F-8426-A79CC69B0142}"/>
                </a:ext>
              </a:extLst>
            </p:cNvPr>
            <p:cNvSpPr txBox="1">
              <a:spLocks noChangeArrowheads="1"/>
            </p:cNvSpPr>
            <p:nvPr/>
          </p:nvSpPr>
          <p:spPr bwMode="auto">
            <a:xfrm>
              <a:off x="4488" y="781"/>
              <a:ext cx="254"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 name="Text Box 71">
              <a:extLst>
                <a:ext uri="{FF2B5EF4-FFF2-40B4-BE49-F238E27FC236}">
                  <a16:creationId xmlns:a16="http://schemas.microsoft.com/office/drawing/2014/main" id="{5484F193-5A19-47CD-B3E6-B964A035A91E}"/>
                </a:ext>
              </a:extLst>
            </p:cNvPr>
            <p:cNvSpPr txBox="1">
              <a:spLocks noChangeArrowheads="1"/>
            </p:cNvSpPr>
            <p:nvPr/>
          </p:nvSpPr>
          <p:spPr bwMode="auto">
            <a:xfrm>
              <a:off x="4769" y="309"/>
              <a:ext cx="352" cy="90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a:t>
              </a:r>
              <a:r>
                <a:rPr kumimoji="1"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rPr>
                <a:t>-</a:t>
              </a:r>
              <a:endParaRPr kumimoji="1" lang="en-US" altLang="zh-CN" sz="3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 name="Text Box 72">
              <a:extLst>
                <a:ext uri="{FF2B5EF4-FFF2-40B4-BE49-F238E27FC236}">
                  <a16:creationId xmlns:a16="http://schemas.microsoft.com/office/drawing/2014/main" id="{2AC8AC17-0612-4F0D-B473-953BF7104F8F}"/>
                </a:ext>
              </a:extLst>
            </p:cNvPr>
            <p:cNvSpPr txBox="1">
              <a:spLocks noChangeArrowheads="1"/>
            </p:cNvSpPr>
            <p:nvPr/>
          </p:nvSpPr>
          <p:spPr bwMode="auto">
            <a:xfrm>
              <a:off x="4058" y="901"/>
              <a:ext cx="205" cy="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k</a:t>
              </a:r>
            </a:p>
          </p:txBody>
        </p:sp>
        <p:sp>
          <p:nvSpPr>
            <p:cNvPr id="57" name="Text Box 73">
              <a:extLst>
                <a:ext uri="{FF2B5EF4-FFF2-40B4-BE49-F238E27FC236}">
                  <a16:creationId xmlns:a16="http://schemas.microsoft.com/office/drawing/2014/main" id="{17E0D9B7-E2C4-450D-974B-08DFC3E2D3EF}"/>
                </a:ext>
              </a:extLst>
            </p:cNvPr>
            <p:cNvSpPr txBox="1">
              <a:spLocks noChangeArrowheads="1"/>
            </p:cNvSpPr>
            <p:nvPr/>
          </p:nvSpPr>
          <p:spPr bwMode="auto">
            <a:xfrm>
              <a:off x="3498" y="93"/>
              <a:ext cx="415"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10k</a:t>
              </a:r>
            </a:p>
          </p:txBody>
        </p:sp>
        <p:sp>
          <p:nvSpPr>
            <p:cNvPr id="58" name="Text Box 74">
              <a:extLst>
                <a:ext uri="{FF2B5EF4-FFF2-40B4-BE49-F238E27FC236}">
                  <a16:creationId xmlns:a16="http://schemas.microsoft.com/office/drawing/2014/main" id="{56F5D7A7-DB13-4A0E-9DE2-D385CDA69E40}"/>
                </a:ext>
              </a:extLst>
            </p:cNvPr>
            <p:cNvSpPr txBox="1">
              <a:spLocks noChangeArrowheads="1"/>
            </p:cNvSpPr>
            <p:nvPr/>
          </p:nvSpPr>
          <p:spPr bwMode="auto">
            <a:xfrm>
              <a:off x="3831" y="562"/>
              <a:ext cx="415"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40k</a:t>
              </a:r>
            </a:p>
          </p:txBody>
        </p:sp>
        <p:sp>
          <p:nvSpPr>
            <p:cNvPr id="59" name="Line 76">
              <a:extLst>
                <a:ext uri="{FF2B5EF4-FFF2-40B4-BE49-F238E27FC236}">
                  <a16:creationId xmlns:a16="http://schemas.microsoft.com/office/drawing/2014/main" id="{216B02E1-2490-4AFE-A96B-D647C7686554}"/>
                </a:ext>
              </a:extLst>
            </p:cNvPr>
            <p:cNvSpPr>
              <a:spLocks noChangeShapeType="1"/>
            </p:cNvSpPr>
            <p:nvPr/>
          </p:nvSpPr>
          <p:spPr bwMode="auto">
            <a:xfrm>
              <a:off x="4262" y="1065"/>
              <a:ext cx="0" cy="9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60" name="Line 77">
              <a:extLst>
                <a:ext uri="{FF2B5EF4-FFF2-40B4-BE49-F238E27FC236}">
                  <a16:creationId xmlns:a16="http://schemas.microsoft.com/office/drawing/2014/main" id="{845B72DB-87B3-4BB7-9DAE-166C9E943191}"/>
                </a:ext>
              </a:extLst>
            </p:cNvPr>
            <p:cNvSpPr>
              <a:spLocks noChangeShapeType="1"/>
            </p:cNvSpPr>
            <p:nvPr/>
          </p:nvSpPr>
          <p:spPr bwMode="auto">
            <a:xfrm>
              <a:off x="4631" y="698"/>
              <a:ext cx="173" cy="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61" name="Line 78">
              <a:extLst>
                <a:ext uri="{FF2B5EF4-FFF2-40B4-BE49-F238E27FC236}">
                  <a16:creationId xmlns:a16="http://schemas.microsoft.com/office/drawing/2014/main" id="{7CB0A437-CD25-4B1C-B0D6-2D80EA6623D5}"/>
                </a:ext>
              </a:extLst>
            </p:cNvPr>
            <p:cNvSpPr>
              <a:spLocks noChangeShapeType="1"/>
            </p:cNvSpPr>
            <p:nvPr/>
          </p:nvSpPr>
          <p:spPr bwMode="auto">
            <a:xfrm>
              <a:off x="3267" y="402"/>
              <a:ext cx="0" cy="76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sp>
          <p:nvSpPr>
            <p:cNvPr id="62" name="Line 79">
              <a:extLst>
                <a:ext uri="{FF2B5EF4-FFF2-40B4-BE49-F238E27FC236}">
                  <a16:creationId xmlns:a16="http://schemas.microsoft.com/office/drawing/2014/main" id="{78E5C254-804D-44E3-A9C4-37888161227B}"/>
                </a:ext>
              </a:extLst>
            </p:cNvPr>
            <p:cNvSpPr>
              <a:spLocks noChangeShapeType="1"/>
            </p:cNvSpPr>
            <p:nvPr/>
          </p:nvSpPr>
          <p:spPr bwMode="auto">
            <a:xfrm>
              <a:off x="3267" y="1170"/>
              <a:ext cx="144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华文楷体" panose="02010600040101010101" pitchFamily="2" charset="-122"/>
                <a:cs typeface="+mn-cs"/>
              </a:endParaRPr>
            </a:p>
          </p:txBody>
        </p:sp>
      </p:grpSp>
      <p:grpSp>
        <p:nvGrpSpPr>
          <p:cNvPr id="20" name="组合 19">
            <a:extLst>
              <a:ext uri="{FF2B5EF4-FFF2-40B4-BE49-F238E27FC236}">
                <a16:creationId xmlns:a16="http://schemas.microsoft.com/office/drawing/2014/main" id="{5F1CDC39-9BAE-4A6E-9BDE-AE1232345AC9}"/>
              </a:ext>
            </a:extLst>
          </p:cNvPr>
          <p:cNvGrpSpPr/>
          <p:nvPr>
            <p:custDataLst>
              <p:tags r:id="rId12"/>
            </p:custDataLst>
          </p:nvPr>
        </p:nvGrpSpPr>
        <p:grpSpPr>
          <a:xfrm>
            <a:off x="0" y="0"/>
            <a:ext cx="9144000" cy="635000"/>
            <a:chOff x="0" y="0"/>
            <a:chExt cx="9144000" cy="635000"/>
          </a:xfrm>
        </p:grpSpPr>
        <p:sp>
          <p:nvSpPr>
            <p:cNvPr id="18" name="TitleBackground">
              <a:extLst>
                <a:ext uri="{FF2B5EF4-FFF2-40B4-BE49-F238E27FC236}">
                  <a16:creationId xmlns:a16="http://schemas.microsoft.com/office/drawing/2014/main" id="{83D3CECA-A645-4E26-8D95-21D1F1B023BD}"/>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 name="ColorBlock">
              <a:extLst>
                <a:ext uri="{FF2B5EF4-FFF2-40B4-BE49-F238E27FC236}">
                  <a16:creationId xmlns:a16="http://schemas.microsoft.com/office/drawing/2014/main" id="{18E9F475-3E4D-458C-8194-26B5D5F6A7F7}"/>
                </a:ext>
              </a:extLst>
            </p:cNvPr>
            <p:cNvSpPr/>
            <p:nvPr>
              <p:custDataLst>
                <p:tags r:id="rId15"/>
              </p:custDataLst>
            </p:nvPr>
          </p:nvSpPr>
          <p:spPr bwMode="auto">
            <a:xfrm>
              <a:off x="0" y="0"/>
              <a:ext cx="2540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5" name="TypeText">
              <a:extLst>
                <a:ext uri="{FF2B5EF4-FFF2-40B4-BE49-F238E27FC236}">
                  <a16:creationId xmlns:a16="http://schemas.microsoft.com/office/drawing/2014/main" id="{7D6D3730-BC04-40BD-B902-7F9A2E22997A}"/>
                </a:ext>
              </a:extLst>
            </p:cNvPr>
            <p:cNvSpPr/>
            <p:nvPr>
              <p:custDataLst>
                <p:tags r:id="rId16"/>
              </p:custDataLst>
            </p:nvPr>
          </p:nvSpPr>
          <p:spPr bwMode="auto">
            <a:xfrm>
              <a:off x="254000" y="0"/>
              <a:ext cx="1270000" cy="6350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Arial" panose="020B0604020202020204" pitchFamily="34" charset="0"/>
                  <a:ea typeface="楷体_GB2312" pitchFamily="49" charset="-122"/>
                  <a:cs typeface="+mn-cs"/>
                </a:rPr>
                <a:t>单选题</a:t>
              </a:r>
            </a:p>
          </p:txBody>
        </p:sp>
        <p:sp>
          <p:nvSpPr>
            <p:cNvPr id="19" name="TipText">
              <a:extLst>
                <a:ext uri="{FF2B5EF4-FFF2-40B4-BE49-F238E27FC236}">
                  <a16:creationId xmlns:a16="http://schemas.microsoft.com/office/drawing/2014/main" id="{5CB35D95-BBE5-4BE4-91DA-5E2AFA0189EF}"/>
                </a:ext>
              </a:extLst>
            </p:cNvPr>
            <p:cNvSpPr txBox="1"/>
            <p:nvPr>
              <p:custDataLst>
                <p:tags r:id="rId17"/>
              </p:custDataLst>
            </p:nvPr>
          </p:nvSpPr>
          <p:spPr>
            <a:xfrm>
              <a:off x="1519555" y="109220"/>
              <a:ext cx="2286000" cy="508000"/>
            </a:xfrm>
            <a:prstGeom prst="rect">
              <a:avLst/>
            </a:prstGeom>
            <a:noFill/>
          </p:spPr>
          <p:txBody>
            <a:bodyPr vert="horz" wrap="none" rtlCol="0"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17" name="图片 16">
            <a:extLst>
              <a:ext uri="{FF2B5EF4-FFF2-40B4-BE49-F238E27FC236}">
                <a16:creationId xmlns:a16="http://schemas.microsoft.com/office/drawing/2014/main" id="{E5B71C38-8701-4B44-8372-6922DBAC9E3C}"/>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82730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ext Box 15">
            <a:extLst>
              <a:ext uri="{FF2B5EF4-FFF2-40B4-BE49-F238E27FC236}">
                <a16:creationId xmlns:a16="http://schemas.microsoft.com/office/drawing/2014/main" id="{D717CDDA-98AC-4721-8552-ACAF66B750BD}"/>
              </a:ext>
            </a:extLst>
          </p:cNvPr>
          <p:cNvSpPr txBox="1">
            <a:spLocks noChangeArrowheads="1"/>
          </p:cNvSpPr>
          <p:nvPr/>
        </p:nvSpPr>
        <p:spPr bwMode="auto">
          <a:xfrm>
            <a:off x="26248" y="112210"/>
            <a:ext cx="8208962" cy="84830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例</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求开关</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闭合后电容电压及其一阶导数和电感电压 、电流及</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20Ω</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电阻电流的初始值。换路前电路处于稳态。</a:t>
            </a:r>
          </a:p>
        </p:txBody>
      </p:sp>
      <p:graphicFrame>
        <p:nvGraphicFramePr>
          <p:cNvPr id="32771" name="Object 17">
            <a:extLst>
              <a:ext uri="{FF2B5EF4-FFF2-40B4-BE49-F238E27FC236}">
                <a16:creationId xmlns:a16="http://schemas.microsoft.com/office/drawing/2014/main" id="{8E2F7BEE-8BED-459A-880D-5DA73C5EC926}"/>
              </a:ext>
            </a:extLst>
          </p:cNvPr>
          <p:cNvGraphicFramePr>
            <a:graphicFrameLocks noChangeAspect="1"/>
          </p:cNvGraphicFramePr>
          <p:nvPr>
            <p:extLst>
              <p:ext uri="{D42A27DB-BD31-4B8C-83A1-F6EECF244321}">
                <p14:modId xmlns:p14="http://schemas.microsoft.com/office/powerpoint/2010/main" val="2188932130"/>
              </p:ext>
            </p:extLst>
          </p:nvPr>
        </p:nvGraphicFramePr>
        <p:xfrm>
          <a:off x="259654" y="937329"/>
          <a:ext cx="3871075" cy="1785938"/>
        </p:xfrm>
        <a:graphic>
          <a:graphicData uri="http://schemas.openxmlformats.org/presentationml/2006/ole">
            <mc:AlternateContent xmlns:mc="http://schemas.openxmlformats.org/markup-compatibility/2006">
              <mc:Choice xmlns:v="urn:schemas-microsoft-com:vml" Requires="v">
                <p:oleObj spid="_x0000_s93527" name="Visio" r:id="rId3" imgW="2667762" imgH="1230406" progId="Visio.Drawing.11">
                  <p:embed/>
                </p:oleObj>
              </mc:Choice>
              <mc:Fallback>
                <p:oleObj name="Visio" r:id="rId3" imgW="2667762" imgH="1230406" progId="Visio.Drawing.11">
                  <p:embed/>
                  <p:pic>
                    <p:nvPicPr>
                      <p:cNvPr id="32771" name="Object 17">
                        <a:extLst>
                          <a:ext uri="{FF2B5EF4-FFF2-40B4-BE49-F238E27FC236}">
                            <a16:creationId xmlns:a16="http://schemas.microsoft.com/office/drawing/2014/main" id="{8E2F7BEE-8BED-459A-880D-5DA73C5EC9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654" y="937329"/>
                        <a:ext cx="3871075" cy="1785938"/>
                      </a:xfrm>
                      <a:prstGeom prst="rect">
                        <a:avLst/>
                      </a:prstGeom>
                      <a:noFill/>
                      <a:ln>
                        <a:noFill/>
                      </a:ln>
                      <a:effectLst/>
                      <a:extLst/>
                    </p:spPr>
                  </p:pic>
                </p:oleObj>
              </mc:Fallback>
            </mc:AlternateContent>
          </a:graphicData>
        </a:graphic>
      </p:graphicFrame>
      <p:graphicFrame>
        <p:nvGraphicFramePr>
          <p:cNvPr id="4" name="Object 11">
            <a:extLst>
              <a:ext uri="{FF2B5EF4-FFF2-40B4-BE49-F238E27FC236}">
                <a16:creationId xmlns:a16="http://schemas.microsoft.com/office/drawing/2014/main" id="{BE5B6ACD-9B9C-45FC-8542-64FEE6BAE2F0}"/>
              </a:ext>
            </a:extLst>
          </p:cNvPr>
          <p:cNvGraphicFramePr>
            <a:graphicFrameLocks noChangeAspect="1"/>
          </p:cNvGraphicFramePr>
          <p:nvPr>
            <p:extLst>
              <p:ext uri="{D42A27DB-BD31-4B8C-83A1-F6EECF244321}">
                <p14:modId xmlns:p14="http://schemas.microsoft.com/office/powerpoint/2010/main" val="1337909153"/>
              </p:ext>
            </p:extLst>
          </p:nvPr>
        </p:nvGraphicFramePr>
        <p:xfrm>
          <a:off x="4421223" y="960519"/>
          <a:ext cx="3813987" cy="1808273"/>
        </p:xfrm>
        <a:graphic>
          <a:graphicData uri="http://schemas.openxmlformats.org/presentationml/2006/ole">
            <mc:AlternateContent xmlns:mc="http://schemas.openxmlformats.org/markup-compatibility/2006">
              <mc:Choice xmlns:v="urn:schemas-microsoft-com:vml" Requires="v">
                <p:oleObj spid="_x0000_s93528" name="Visio" r:id="rId5" imgW="2674097" imgH="1290007" progId="Visio.Drawing.11">
                  <p:embed/>
                </p:oleObj>
              </mc:Choice>
              <mc:Fallback>
                <p:oleObj name="Visio" r:id="rId5" imgW="2674097" imgH="1290007" progId="Visio.Drawing.11">
                  <p:embed/>
                  <p:pic>
                    <p:nvPicPr>
                      <p:cNvPr id="140299" name="Object 11">
                        <a:extLst>
                          <a:ext uri="{FF2B5EF4-FFF2-40B4-BE49-F238E27FC236}">
                            <a16:creationId xmlns:a16="http://schemas.microsoft.com/office/drawing/2014/main" id="{B7F44F96-F055-4A6D-B302-4BA020C49212}"/>
                          </a:ext>
                        </a:extLst>
                      </p:cNvPr>
                      <p:cNvPicPr>
                        <a:picLocks noChangeAspect="1" noChangeArrowheads="1"/>
                      </p:cNvPicPr>
                      <p:nvPr/>
                    </p:nvPicPr>
                    <p:blipFill>
                      <a:blip r:embed="rId6"/>
                      <a:srcRect/>
                      <a:stretch>
                        <a:fillRect/>
                      </a:stretch>
                    </p:blipFill>
                    <p:spPr bwMode="auto">
                      <a:xfrm>
                        <a:off x="4421223" y="960519"/>
                        <a:ext cx="3813987" cy="1808273"/>
                      </a:xfrm>
                      <a:prstGeom prst="rect">
                        <a:avLst/>
                      </a:prstGeom>
                      <a:noFill/>
                      <a:ln>
                        <a:noFill/>
                      </a:ln>
                      <a:effectLst/>
                      <a:extLst/>
                    </p:spPr>
                  </p:pic>
                </p:oleObj>
              </mc:Fallback>
            </mc:AlternateContent>
          </a:graphicData>
        </a:graphic>
      </p:graphicFrame>
      <p:graphicFrame>
        <p:nvGraphicFramePr>
          <p:cNvPr id="5" name="Object 11">
            <a:extLst>
              <a:ext uri="{FF2B5EF4-FFF2-40B4-BE49-F238E27FC236}">
                <a16:creationId xmlns:a16="http://schemas.microsoft.com/office/drawing/2014/main" id="{A85AA591-44EF-4216-A413-6C470BA58C61}"/>
              </a:ext>
            </a:extLst>
          </p:cNvPr>
          <p:cNvGraphicFramePr>
            <a:graphicFrameLocks noChangeAspect="1"/>
          </p:cNvGraphicFramePr>
          <p:nvPr>
            <p:extLst>
              <p:ext uri="{D42A27DB-BD31-4B8C-83A1-F6EECF244321}">
                <p14:modId xmlns:p14="http://schemas.microsoft.com/office/powerpoint/2010/main" val="436031840"/>
              </p:ext>
            </p:extLst>
          </p:nvPr>
        </p:nvGraphicFramePr>
        <p:xfrm>
          <a:off x="4502671" y="3452784"/>
          <a:ext cx="4107160" cy="1916409"/>
        </p:xfrm>
        <a:graphic>
          <a:graphicData uri="http://schemas.openxmlformats.org/presentationml/2006/ole">
            <mc:AlternateContent xmlns:mc="http://schemas.openxmlformats.org/markup-compatibility/2006">
              <mc:Choice xmlns:v="urn:schemas-microsoft-com:vml" Requires="v">
                <p:oleObj spid="_x0000_s93529" name="Visio" r:id="rId7" imgW="2614270" imgH="1241866" progId="Visio.Drawing.11">
                  <p:embed/>
                </p:oleObj>
              </mc:Choice>
              <mc:Fallback>
                <p:oleObj name="Visio" r:id="rId7" imgW="2614270" imgH="1241866" progId="Visio.Drawing.11">
                  <p:embed/>
                  <p:pic>
                    <p:nvPicPr>
                      <p:cNvPr id="141323" name="Object 11">
                        <a:extLst>
                          <a:ext uri="{FF2B5EF4-FFF2-40B4-BE49-F238E27FC236}">
                            <a16:creationId xmlns:a16="http://schemas.microsoft.com/office/drawing/2014/main" id="{43422BDF-AAD7-4EE7-9CDF-CD4607789E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2671" y="3452784"/>
                        <a:ext cx="4107160" cy="1916409"/>
                      </a:xfrm>
                      <a:prstGeom prst="rect">
                        <a:avLst/>
                      </a:prstGeom>
                      <a:noFill/>
                      <a:ln>
                        <a:noFill/>
                      </a:ln>
                      <a:effectLst/>
                      <a:extLst/>
                    </p:spPr>
                  </p:pic>
                </p:oleObj>
              </mc:Fallback>
            </mc:AlternateContent>
          </a:graphicData>
        </a:graphic>
      </p:graphicFrame>
      <p:sp>
        <p:nvSpPr>
          <p:cNvPr id="13" name="Text Box 3">
            <a:extLst>
              <a:ext uri="{FF2B5EF4-FFF2-40B4-BE49-F238E27FC236}">
                <a16:creationId xmlns:a16="http://schemas.microsoft.com/office/drawing/2014/main" id="{E629A6FC-6B26-4D7B-ACBF-AA50BBC71525}"/>
              </a:ext>
            </a:extLst>
          </p:cNvPr>
          <p:cNvSpPr txBox="1">
            <a:spLocks noChangeArrowheads="1"/>
          </p:cNvSpPr>
          <p:nvPr/>
        </p:nvSpPr>
        <p:spPr bwMode="auto">
          <a:xfrm>
            <a:off x="26249" y="2798921"/>
            <a:ext cx="1161376" cy="55976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4" name="Text Box 5">
            <a:hlinkClick r:id="rId9" action="ppaction://hlinksldjump"/>
            <a:extLst>
              <a:ext uri="{FF2B5EF4-FFF2-40B4-BE49-F238E27FC236}">
                <a16:creationId xmlns:a16="http://schemas.microsoft.com/office/drawing/2014/main" id="{6CA07974-E338-4D66-A7FB-AB80EABFBA14}"/>
              </a:ext>
            </a:extLst>
          </p:cNvPr>
          <p:cNvSpPr txBox="1">
            <a:spLocks noChangeArrowheads="1"/>
          </p:cNvSpPr>
          <p:nvPr/>
        </p:nvSpPr>
        <p:spPr bwMode="auto">
          <a:xfrm>
            <a:off x="1019226" y="2815171"/>
            <a:ext cx="3039526" cy="848309"/>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）换路前，电路稳态，求</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12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12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i="0" u="none" strike="noStrike" kern="1200" cap="none" spc="0" normalizeH="0" baseline="0" noProof="0" dirty="0">
              <a:ln>
                <a:noFill/>
              </a:ln>
              <a:solidFill>
                <a:srgbClr val="FF0066"/>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5" name="Object 12">
            <a:extLst>
              <a:ext uri="{FF2B5EF4-FFF2-40B4-BE49-F238E27FC236}">
                <a16:creationId xmlns:a16="http://schemas.microsoft.com/office/drawing/2014/main" id="{3D5F8F23-3AEA-44DB-870F-4B8683A1F3DC}"/>
              </a:ext>
            </a:extLst>
          </p:cNvPr>
          <p:cNvGraphicFramePr>
            <a:graphicFrameLocks noChangeAspect="1"/>
          </p:cNvGraphicFramePr>
          <p:nvPr>
            <p:extLst>
              <p:ext uri="{D42A27DB-BD31-4B8C-83A1-F6EECF244321}">
                <p14:modId xmlns:p14="http://schemas.microsoft.com/office/powerpoint/2010/main" val="2539958430"/>
              </p:ext>
            </p:extLst>
          </p:nvPr>
        </p:nvGraphicFramePr>
        <p:xfrm>
          <a:off x="360412" y="3712123"/>
          <a:ext cx="3770317" cy="1157733"/>
        </p:xfrm>
        <a:graphic>
          <a:graphicData uri="http://schemas.openxmlformats.org/presentationml/2006/ole">
            <mc:AlternateContent xmlns:mc="http://schemas.openxmlformats.org/markup-compatibility/2006">
              <mc:Choice xmlns:v="urn:schemas-microsoft-com:vml" Requires="v">
                <p:oleObj spid="_x0000_s93530" name="Equation" r:id="rId10" imgW="4673600" imgH="1435100" progId="Equation.DSMT4">
                  <p:embed/>
                </p:oleObj>
              </mc:Choice>
              <mc:Fallback>
                <p:oleObj name="Equation" r:id="rId10" imgW="4673600" imgH="1435100" progId="Equation.DSMT4">
                  <p:embed/>
                  <p:pic>
                    <p:nvPicPr>
                      <p:cNvPr id="140300" name="Object 12">
                        <a:extLst>
                          <a:ext uri="{FF2B5EF4-FFF2-40B4-BE49-F238E27FC236}">
                            <a16:creationId xmlns:a16="http://schemas.microsoft.com/office/drawing/2014/main" id="{A6BA0B4D-0D12-47D0-A046-2A89766701B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412" y="3712123"/>
                        <a:ext cx="3770317" cy="1157733"/>
                      </a:xfrm>
                      <a:prstGeom prst="rect">
                        <a:avLst/>
                      </a:prstGeom>
                      <a:noFill/>
                      <a:ln>
                        <a:noFill/>
                      </a:ln>
                      <a:effectLst/>
                      <a:extLst/>
                    </p:spPr>
                  </p:pic>
                </p:oleObj>
              </mc:Fallback>
            </mc:AlternateContent>
          </a:graphicData>
        </a:graphic>
      </p:graphicFrame>
      <p:graphicFrame>
        <p:nvGraphicFramePr>
          <p:cNvPr id="16" name="Object 13">
            <a:extLst>
              <a:ext uri="{FF2B5EF4-FFF2-40B4-BE49-F238E27FC236}">
                <a16:creationId xmlns:a16="http://schemas.microsoft.com/office/drawing/2014/main" id="{8CB60330-706F-4DB9-809F-15A8EAFA6864}"/>
              </a:ext>
            </a:extLst>
          </p:cNvPr>
          <p:cNvGraphicFramePr>
            <a:graphicFrameLocks noChangeAspect="1"/>
          </p:cNvGraphicFramePr>
          <p:nvPr>
            <p:extLst>
              <p:ext uri="{D42A27DB-BD31-4B8C-83A1-F6EECF244321}">
                <p14:modId xmlns:p14="http://schemas.microsoft.com/office/powerpoint/2010/main" val="3756575854"/>
              </p:ext>
            </p:extLst>
          </p:nvPr>
        </p:nvGraphicFramePr>
        <p:xfrm>
          <a:off x="456168" y="4840471"/>
          <a:ext cx="1126115" cy="338831"/>
        </p:xfrm>
        <a:graphic>
          <a:graphicData uri="http://schemas.openxmlformats.org/presentationml/2006/ole">
            <mc:AlternateContent xmlns:mc="http://schemas.openxmlformats.org/markup-compatibility/2006">
              <mc:Choice xmlns:v="urn:schemas-microsoft-com:vml" Requires="v">
                <p:oleObj spid="_x0000_s93531" name="Equation" r:id="rId12" imgW="1435100" imgH="431800" progId="Equation.DSMT4">
                  <p:embed/>
                </p:oleObj>
              </mc:Choice>
              <mc:Fallback>
                <p:oleObj name="Equation" r:id="rId12" imgW="1435100" imgH="431800" progId="Equation.DSMT4">
                  <p:embed/>
                  <p:pic>
                    <p:nvPicPr>
                      <p:cNvPr id="140301" name="Object 13">
                        <a:extLst>
                          <a:ext uri="{FF2B5EF4-FFF2-40B4-BE49-F238E27FC236}">
                            <a16:creationId xmlns:a16="http://schemas.microsoft.com/office/drawing/2014/main" id="{8F0C271F-2CC7-4869-8F83-6B2CAB48FCF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168" y="4840471"/>
                        <a:ext cx="1126115" cy="338831"/>
                      </a:xfrm>
                      <a:prstGeom prst="rect">
                        <a:avLst/>
                      </a:prstGeom>
                      <a:noFill/>
                      <a:ln>
                        <a:noFill/>
                      </a:ln>
                      <a:effectLst/>
                      <a:extLst/>
                    </p:spPr>
                  </p:pic>
                </p:oleObj>
              </mc:Fallback>
            </mc:AlternateContent>
          </a:graphicData>
        </a:graphic>
      </p:graphicFrame>
      <p:sp>
        <p:nvSpPr>
          <p:cNvPr id="17" name="Text Box 15">
            <a:extLst>
              <a:ext uri="{FF2B5EF4-FFF2-40B4-BE49-F238E27FC236}">
                <a16:creationId xmlns:a16="http://schemas.microsoft.com/office/drawing/2014/main" id="{551AACA9-B096-4D90-B57A-65180D7AF5A1}"/>
              </a:ext>
            </a:extLst>
          </p:cNvPr>
          <p:cNvSpPr txBox="1">
            <a:spLocks noChangeArrowheads="1"/>
          </p:cNvSpPr>
          <p:nvPr/>
        </p:nvSpPr>
        <p:spPr bwMode="auto">
          <a:xfrm>
            <a:off x="115700" y="5098435"/>
            <a:ext cx="3943052" cy="57349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12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12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18" name="Object 16">
            <a:extLst>
              <a:ext uri="{FF2B5EF4-FFF2-40B4-BE49-F238E27FC236}">
                <a16:creationId xmlns:a16="http://schemas.microsoft.com/office/drawing/2014/main" id="{D9530920-731D-45BD-99A6-26D1BFDDB0F1}"/>
              </a:ext>
            </a:extLst>
          </p:cNvPr>
          <p:cNvGraphicFramePr>
            <a:graphicFrameLocks noChangeAspect="1"/>
          </p:cNvGraphicFramePr>
          <p:nvPr>
            <p:extLst>
              <p:ext uri="{D42A27DB-BD31-4B8C-83A1-F6EECF244321}">
                <p14:modId xmlns:p14="http://schemas.microsoft.com/office/powerpoint/2010/main" val="2933649583"/>
              </p:ext>
            </p:extLst>
          </p:nvPr>
        </p:nvGraphicFramePr>
        <p:xfrm>
          <a:off x="606937" y="5756365"/>
          <a:ext cx="2582862" cy="328612"/>
        </p:xfrm>
        <a:graphic>
          <a:graphicData uri="http://schemas.openxmlformats.org/presentationml/2006/ole">
            <mc:AlternateContent xmlns:mc="http://schemas.openxmlformats.org/markup-compatibility/2006">
              <mc:Choice xmlns:v="urn:schemas-microsoft-com:vml" Requires="v">
                <p:oleObj spid="_x0000_s93532" name="Equation" r:id="rId14" imgW="3390840" imgH="431640" progId="Equation.DSMT4">
                  <p:embed/>
                </p:oleObj>
              </mc:Choice>
              <mc:Fallback>
                <p:oleObj name="Equation" r:id="rId14" imgW="3390840" imgH="431640" progId="Equation.DSMT4">
                  <p:embed/>
                  <p:pic>
                    <p:nvPicPr>
                      <p:cNvPr id="140304" name="Object 16">
                        <a:extLst>
                          <a:ext uri="{FF2B5EF4-FFF2-40B4-BE49-F238E27FC236}">
                            <a16:creationId xmlns:a16="http://schemas.microsoft.com/office/drawing/2014/main" id="{B3870EE2-A274-4ABC-AC07-5980444CBF90}"/>
                          </a:ext>
                        </a:extLst>
                      </p:cNvPr>
                      <p:cNvPicPr>
                        <a:picLocks noChangeAspect="1" noChangeArrowheads="1"/>
                      </p:cNvPicPr>
                      <p:nvPr/>
                    </p:nvPicPr>
                    <p:blipFill>
                      <a:blip r:embed="rId15"/>
                      <a:srcRect/>
                      <a:stretch>
                        <a:fillRect/>
                      </a:stretch>
                    </p:blipFill>
                    <p:spPr bwMode="auto">
                      <a:xfrm>
                        <a:off x="606937" y="5756365"/>
                        <a:ext cx="2582862" cy="328612"/>
                      </a:xfrm>
                      <a:prstGeom prst="rect">
                        <a:avLst/>
                      </a:prstGeom>
                      <a:noFill/>
                      <a:ln>
                        <a:noFill/>
                      </a:ln>
                      <a:effectLst/>
                      <a:extLst/>
                    </p:spPr>
                  </p:pic>
                </p:oleObj>
              </mc:Fallback>
            </mc:AlternateContent>
          </a:graphicData>
        </a:graphic>
      </p:graphicFrame>
      <p:cxnSp>
        <p:nvCxnSpPr>
          <p:cNvPr id="3" name="直接连接符 2">
            <a:extLst>
              <a:ext uri="{FF2B5EF4-FFF2-40B4-BE49-F238E27FC236}">
                <a16:creationId xmlns:a16="http://schemas.microsoft.com/office/drawing/2014/main" id="{62C4B687-E6B6-4CD0-AC0B-0E0192050670}"/>
              </a:ext>
            </a:extLst>
          </p:cNvPr>
          <p:cNvCxnSpPr/>
          <p:nvPr/>
        </p:nvCxnSpPr>
        <p:spPr bwMode="auto">
          <a:xfrm>
            <a:off x="115700" y="886307"/>
            <a:ext cx="5248388" cy="38534"/>
          </a:xfrm>
          <a:prstGeom prst="line">
            <a:avLst/>
          </a:prstGeom>
          <a:solidFill>
            <a:schemeClr val="accent1"/>
          </a:solidFill>
          <a:ln w="28575" cap="flat" cmpd="sng" algn="ctr">
            <a:solidFill>
              <a:srgbClr val="0000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1" name="Object 17">
            <a:extLst>
              <a:ext uri="{FF2B5EF4-FFF2-40B4-BE49-F238E27FC236}">
                <a16:creationId xmlns:a16="http://schemas.microsoft.com/office/drawing/2014/main" id="{76A87A05-6156-4433-967C-C133654B7F4A}"/>
              </a:ext>
            </a:extLst>
          </p:cNvPr>
          <p:cNvGraphicFramePr>
            <a:graphicFrameLocks noChangeAspect="1"/>
          </p:cNvGraphicFramePr>
          <p:nvPr>
            <p:extLst>
              <p:ext uri="{D42A27DB-BD31-4B8C-83A1-F6EECF244321}">
                <p14:modId xmlns:p14="http://schemas.microsoft.com/office/powerpoint/2010/main" val="2205140064"/>
              </p:ext>
            </p:extLst>
          </p:nvPr>
        </p:nvGraphicFramePr>
        <p:xfrm>
          <a:off x="606937" y="6228823"/>
          <a:ext cx="2351864" cy="380778"/>
        </p:xfrm>
        <a:graphic>
          <a:graphicData uri="http://schemas.openxmlformats.org/presentationml/2006/ole">
            <mc:AlternateContent xmlns:mc="http://schemas.openxmlformats.org/markup-compatibility/2006">
              <mc:Choice xmlns:v="urn:schemas-microsoft-com:vml" Requires="v">
                <p:oleObj spid="_x0000_s93533" name="Equation" r:id="rId16" imgW="2667000" imgH="431800" progId="Equation.DSMT4">
                  <p:embed/>
                </p:oleObj>
              </mc:Choice>
              <mc:Fallback>
                <p:oleObj name="Equation" r:id="rId16" imgW="2667000" imgH="431800" progId="Equation.DSMT4">
                  <p:embed/>
                  <p:pic>
                    <p:nvPicPr>
                      <p:cNvPr id="140305" name="Object 17">
                        <a:extLst>
                          <a:ext uri="{FF2B5EF4-FFF2-40B4-BE49-F238E27FC236}">
                            <a16:creationId xmlns:a16="http://schemas.microsoft.com/office/drawing/2014/main" id="{A66C55E3-E0DB-4BDB-A8E5-0B9DDA18385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6937" y="6228823"/>
                        <a:ext cx="2351864" cy="380778"/>
                      </a:xfrm>
                      <a:prstGeom prst="rect">
                        <a:avLst/>
                      </a:prstGeom>
                      <a:noFill/>
                      <a:ln>
                        <a:noFill/>
                      </a:ln>
                      <a:effectLst/>
                      <a:extLst/>
                    </p:spPr>
                  </p:pic>
                </p:oleObj>
              </mc:Fallback>
            </mc:AlternateContent>
          </a:graphicData>
        </a:graphic>
      </p:graphicFrame>
      <p:sp>
        <p:nvSpPr>
          <p:cNvPr id="22" name="Text Box 4">
            <a:hlinkClick r:id="rId9" action="ppaction://hlinksldjump"/>
            <a:extLst>
              <a:ext uri="{FF2B5EF4-FFF2-40B4-BE49-F238E27FC236}">
                <a16:creationId xmlns:a16="http://schemas.microsoft.com/office/drawing/2014/main" id="{FBDCFD9D-6B7F-4105-834B-A91BBE8418D9}"/>
              </a:ext>
            </a:extLst>
          </p:cNvPr>
          <p:cNvSpPr txBox="1">
            <a:spLocks noChangeArrowheads="1"/>
          </p:cNvSpPr>
          <p:nvPr/>
        </p:nvSpPr>
        <p:spPr bwMode="auto">
          <a:xfrm>
            <a:off x="4552463" y="2681289"/>
            <a:ext cx="3770317" cy="84830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ts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）求其它量非状态变量的初始值。作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a:t>
            </a:r>
          </a:p>
        </p:txBody>
      </p:sp>
      <p:graphicFrame>
        <p:nvGraphicFramePr>
          <p:cNvPr id="23" name="Object 7">
            <a:extLst>
              <a:ext uri="{FF2B5EF4-FFF2-40B4-BE49-F238E27FC236}">
                <a16:creationId xmlns:a16="http://schemas.microsoft.com/office/drawing/2014/main" id="{EA5D2383-2008-4013-82A1-6B8964B8AFDD}"/>
              </a:ext>
            </a:extLst>
          </p:cNvPr>
          <p:cNvGraphicFramePr>
            <a:graphicFrameLocks noChangeAspect="1"/>
          </p:cNvGraphicFramePr>
          <p:nvPr>
            <p:extLst>
              <p:ext uri="{D42A27DB-BD31-4B8C-83A1-F6EECF244321}">
                <p14:modId xmlns:p14="http://schemas.microsoft.com/office/powerpoint/2010/main" val="2687828654"/>
              </p:ext>
            </p:extLst>
          </p:nvPr>
        </p:nvGraphicFramePr>
        <p:xfrm>
          <a:off x="4572000" y="5511487"/>
          <a:ext cx="3577022" cy="573490"/>
        </p:xfrm>
        <a:graphic>
          <a:graphicData uri="http://schemas.openxmlformats.org/presentationml/2006/ole">
            <mc:AlternateContent xmlns:mc="http://schemas.openxmlformats.org/markup-compatibility/2006">
              <mc:Choice xmlns:v="urn:schemas-microsoft-com:vml" Requires="v">
                <p:oleObj spid="_x0000_s93534" name="Equation" r:id="rId18" imgW="4673600" imgH="749300" progId="Equation.DSMT4">
                  <p:embed/>
                </p:oleObj>
              </mc:Choice>
              <mc:Fallback>
                <p:oleObj name="Equation" r:id="rId18" imgW="4673600" imgH="749300" progId="Equation.DSMT4">
                  <p:embed/>
                  <p:pic>
                    <p:nvPicPr>
                      <p:cNvPr id="141319" name="Object 7">
                        <a:extLst>
                          <a:ext uri="{FF2B5EF4-FFF2-40B4-BE49-F238E27FC236}">
                            <a16:creationId xmlns:a16="http://schemas.microsoft.com/office/drawing/2014/main" id="{8ADC9714-CABA-4F92-936F-FA2612427F4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5511487"/>
                        <a:ext cx="3577022" cy="573490"/>
                      </a:xfrm>
                      <a:prstGeom prst="rect">
                        <a:avLst/>
                      </a:prstGeom>
                      <a:noFill/>
                      <a:ln>
                        <a:noFill/>
                      </a:ln>
                      <a:effectLst/>
                      <a:extLst/>
                    </p:spPr>
                  </p:pic>
                </p:oleObj>
              </mc:Fallback>
            </mc:AlternateContent>
          </a:graphicData>
        </a:graphic>
      </p:graphicFrame>
      <p:graphicFrame>
        <p:nvGraphicFramePr>
          <p:cNvPr id="24" name="Object 8">
            <a:extLst>
              <a:ext uri="{FF2B5EF4-FFF2-40B4-BE49-F238E27FC236}">
                <a16:creationId xmlns:a16="http://schemas.microsoft.com/office/drawing/2014/main" id="{CDEAB1E3-ED7C-4CE5-980A-019291FD3EB9}"/>
              </a:ext>
            </a:extLst>
          </p:cNvPr>
          <p:cNvGraphicFramePr>
            <a:graphicFrameLocks noChangeAspect="1"/>
          </p:cNvGraphicFramePr>
          <p:nvPr>
            <p:extLst>
              <p:ext uri="{D42A27DB-BD31-4B8C-83A1-F6EECF244321}">
                <p14:modId xmlns:p14="http://schemas.microsoft.com/office/powerpoint/2010/main" val="485474107"/>
              </p:ext>
            </p:extLst>
          </p:nvPr>
        </p:nvGraphicFramePr>
        <p:xfrm>
          <a:off x="4565079" y="6084977"/>
          <a:ext cx="3868627" cy="573490"/>
        </p:xfrm>
        <a:graphic>
          <a:graphicData uri="http://schemas.openxmlformats.org/presentationml/2006/ole">
            <mc:AlternateContent xmlns:mc="http://schemas.openxmlformats.org/markup-compatibility/2006">
              <mc:Choice xmlns:v="urn:schemas-microsoft-com:vml" Requires="v">
                <p:oleObj spid="_x0000_s93535" name="Equation" r:id="rId20" imgW="5054600" imgH="749300" progId="Equation.DSMT4">
                  <p:embed/>
                </p:oleObj>
              </mc:Choice>
              <mc:Fallback>
                <p:oleObj name="Equation" r:id="rId20" imgW="5054600" imgH="749300" progId="Equation.DSMT4">
                  <p:embed/>
                  <p:pic>
                    <p:nvPicPr>
                      <p:cNvPr id="141320" name="Object 8">
                        <a:extLst>
                          <a:ext uri="{FF2B5EF4-FFF2-40B4-BE49-F238E27FC236}">
                            <a16:creationId xmlns:a16="http://schemas.microsoft.com/office/drawing/2014/main" id="{F45A7167-77D3-4DC9-846E-465720CEECED}"/>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65079" y="6084977"/>
                        <a:ext cx="3868627" cy="573490"/>
                      </a:xfrm>
                      <a:prstGeom prst="rect">
                        <a:avLst/>
                      </a:prstGeom>
                      <a:noFill/>
                      <a:ln>
                        <a:noFill/>
                      </a:ln>
                      <a:effectLst/>
                      <a:extLst/>
                    </p:spPr>
                  </p:pic>
                </p:oleObj>
              </mc:Fallback>
            </mc:AlternateContent>
          </a:graphicData>
        </a:graphic>
      </p:graphicFrame>
      <p:sp>
        <p:nvSpPr>
          <p:cNvPr id="27" name="AutoShape 17">
            <a:extLst>
              <a:ext uri="{FF2B5EF4-FFF2-40B4-BE49-F238E27FC236}">
                <a16:creationId xmlns:a16="http://schemas.microsoft.com/office/drawing/2014/main" id="{F1122796-B3A2-420C-8212-7BF1CF6E5123}"/>
              </a:ext>
            </a:extLst>
          </p:cNvPr>
          <p:cNvSpPr>
            <a:spLocks noChangeArrowheads="1"/>
          </p:cNvSpPr>
          <p:nvPr/>
        </p:nvSpPr>
        <p:spPr bwMode="auto">
          <a:xfrm>
            <a:off x="8205155" y="3926396"/>
            <a:ext cx="848595" cy="726740"/>
          </a:xfrm>
          <a:prstGeom prst="wedgeRoundRectCallout">
            <a:avLst>
              <a:gd name="adj1" fmla="val -95662"/>
              <a:gd name="adj2" fmla="val 19873"/>
              <a:gd name="adj3" fmla="val 16667"/>
            </a:avLst>
          </a:prstGeom>
          <a:solidFill>
            <a:srgbClr val="99FF99"/>
          </a:solid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en-US" altLang="zh-CN" sz="20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a:t>
            </a:r>
          </a:p>
        </p:txBody>
      </p:sp>
      <p:sp>
        <p:nvSpPr>
          <p:cNvPr id="28" name="AutoShape 17">
            <a:extLst>
              <a:ext uri="{FF2B5EF4-FFF2-40B4-BE49-F238E27FC236}">
                <a16:creationId xmlns:a16="http://schemas.microsoft.com/office/drawing/2014/main" id="{8E26A1AA-F4C8-4B7F-B0BA-EAB69E01FC06}"/>
              </a:ext>
            </a:extLst>
          </p:cNvPr>
          <p:cNvSpPr>
            <a:spLocks noChangeArrowheads="1"/>
          </p:cNvSpPr>
          <p:nvPr/>
        </p:nvSpPr>
        <p:spPr bwMode="auto">
          <a:xfrm>
            <a:off x="7898482" y="1295422"/>
            <a:ext cx="848595" cy="726740"/>
          </a:xfrm>
          <a:prstGeom prst="wedgeRoundRectCallout">
            <a:avLst>
              <a:gd name="adj1" fmla="val -95662"/>
              <a:gd name="adj2" fmla="val 19873"/>
              <a:gd name="adj3" fmla="val 16667"/>
            </a:avLst>
          </a:prstGeom>
          <a:solidFill>
            <a:srgbClr val="99FF99"/>
          </a:solid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000" b="1" baseline="-12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a:t>
            </a:r>
          </a:p>
        </p:txBody>
      </p:sp>
      <p:cxnSp>
        <p:nvCxnSpPr>
          <p:cNvPr id="29" name="直接连接符 28">
            <a:extLst>
              <a:ext uri="{FF2B5EF4-FFF2-40B4-BE49-F238E27FC236}">
                <a16:creationId xmlns:a16="http://schemas.microsoft.com/office/drawing/2014/main" id="{E42CBC85-B491-46EA-9AD0-C9F2CAB327F9}"/>
              </a:ext>
            </a:extLst>
          </p:cNvPr>
          <p:cNvCxnSpPr>
            <a:cxnSpLocks/>
          </p:cNvCxnSpPr>
          <p:nvPr/>
        </p:nvCxnSpPr>
        <p:spPr bwMode="auto">
          <a:xfrm>
            <a:off x="4283968" y="2584508"/>
            <a:ext cx="0" cy="4273492"/>
          </a:xfrm>
          <a:prstGeom prst="line">
            <a:avLst/>
          </a:prstGeom>
          <a:solidFill>
            <a:schemeClr val="accent1"/>
          </a:solidFill>
          <a:ln w="28575" cap="flat" cmpd="sng" algn="ctr">
            <a:solidFill>
              <a:srgbClr val="0000C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598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down)">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p:bldP spid="22" grpId="0"/>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2341" name="Object 5">
            <a:extLst>
              <a:ext uri="{FF2B5EF4-FFF2-40B4-BE49-F238E27FC236}">
                <a16:creationId xmlns:a16="http://schemas.microsoft.com/office/drawing/2014/main" id="{CBF56DD5-2A02-4954-8AC3-EA4870C2E411}"/>
              </a:ext>
            </a:extLst>
          </p:cNvPr>
          <p:cNvGraphicFramePr>
            <a:graphicFrameLocks noChangeAspect="1"/>
          </p:cNvGraphicFramePr>
          <p:nvPr>
            <p:extLst>
              <p:ext uri="{D42A27DB-BD31-4B8C-83A1-F6EECF244321}">
                <p14:modId xmlns:p14="http://schemas.microsoft.com/office/powerpoint/2010/main" val="1598801152"/>
              </p:ext>
            </p:extLst>
          </p:nvPr>
        </p:nvGraphicFramePr>
        <p:xfrm>
          <a:off x="2406650" y="5159375"/>
          <a:ext cx="3263900" cy="1028700"/>
        </p:xfrm>
        <a:graphic>
          <a:graphicData uri="http://schemas.openxmlformats.org/presentationml/2006/ole">
            <mc:AlternateContent xmlns:mc="http://schemas.openxmlformats.org/markup-compatibility/2006">
              <mc:Choice xmlns:v="urn:schemas-microsoft-com:vml" Requires="v">
                <p:oleObj spid="_x0000_s97257" name="Equation" r:id="rId3" imgW="3263760" imgH="1028520" progId="Equation.DSMT4">
                  <p:embed/>
                </p:oleObj>
              </mc:Choice>
              <mc:Fallback>
                <p:oleObj name="Equation" r:id="rId3" imgW="3263760" imgH="1028520" progId="Equation.DSMT4">
                  <p:embed/>
                  <p:pic>
                    <p:nvPicPr>
                      <p:cNvPr id="142341" name="Object 5">
                        <a:extLst>
                          <a:ext uri="{FF2B5EF4-FFF2-40B4-BE49-F238E27FC236}">
                            <a16:creationId xmlns:a16="http://schemas.microsoft.com/office/drawing/2014/main" id="{CBF56DD5-2A02-4954-8AC3-EA4870C2E411}"/>
                          </a:ext>
                        </a:extLst>
                      </p:cNvPr>
                      <p:cNvPicPr>
                        <a:picLocks noChangeAspect="1" noChangeArrowheads="1"/>
                      </p:cNvPicPr>
                      <p:nvPr/>
                    </p:nvPicPr>
                    <p:blipFill>
                      <a:blip r:embed="rId4"/>
                      <a:srcRect/>
                      <a:stretch>
                        <a:fillRect/>
                      </a:stretch>
                    </p:blipFill>
                    <p:spPr bwMode="auto">
                      <a:xfrm>
                        <a:off x="2406650" y="5159375"/>
                        <a:ext cx="32639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42" name="Object 6">
            <a:extLst>
              <a:ext uri="{FF2B5EF4-FFF2-40B4-BE49-F238E27FC236}">
                <a16:creationId xmlns:a16="http://schemas.microsoft.com/office/drawing/2014/main" id="{434F594D-00A0-47FE-A032-FE95A5662B4B}"/>
              </a:ext>
            </a:extLst>
          </p:cNvPr>
          <p:cNvGraphicFramePr>
            <a:graphicFrameLocks noChangeAspect="1"/>
          </p:cNvGraphicFramePr>
          <p:nvPr>
            <p:extLst>
              <p:ext uri="{D42A27DB-BD31-4B8C-83A1-F6EECF244321}">
                <p14:modId xmlns:p14="http://schemas.microsoft.com/office/powerpoint/2010/main" val="1268369412"/>
              </p:ext>
            </p:extLst>
          </p:nvPr>
        </p:nvGraphicFramePr>
        <p:xfrm>
          <a:off x="760214" y="3363461"/>
          <a:ext cx="7623571" cy="693052"/>
        </p:xfrm>
        <a:graphic>
          <a:graphicData uri="http://schemas.openxmlformats.org/presentationml/2006/ole">
            <mc:AlternateContent xmlns:mc="http://schemas.openxmlformats.org/markup-compatibility/2006">
              <mc:Choice xmlns:v="urn:schemas-microsoft-com:vml" Requires="v">
                <p:oleObj spid="_x0000_s97258" name="Equation" r:id="rId5" imgW="8242200" imgH="749160" progId="Equation.DSMT4">
                  <p:embed/>
                </p:oleObj>
              </mc:Choice>
              <mc:Fallback>
                <p:oleObj name="Equation" r:id="rId5" imgW="8242200" imgH="749160" progId="Equation.DSMT4">
                  <p:embed/>
                  <p:pic>
                    <p:nvPicPr>
                      <p:cNvPr id="142342" name="Object 6">
                        <a:extLst>
                          <a:ext uri="{FF2B5EF4-FFF2-40B4-BE49-F238E27FC236}">
                            <a16:creationId xmlns:a16="http://schemas.microsoft.com/office/drawing/2014/main" id="{434F594D-00A0-47FE-A032-FE95A5662B4B}"/>
                          </a:ext>
                        </a:extLst>
                      </p:cNvPr>
                      <p:cNvPicPr>
                        <a:picLocks noChangeAspect="1" noChangeArrowheads="1"/>
                      </p:cNvPicPr>
                      <p:nvPr/>
                    </p:nvPicPr>
                    <p:blipFill>
                      <a:blip r:embed="rId6"/>
                      <a:srcRect/>
                      <a:stretch>
                        <a:fillRect/>
                      </a:stretch>
                    </p:blipFill>
                    <p:spPr bwMode="auto">
                      <a:xfrm>
                        <a:off x="760214" y="3363461"/>
                        <a:ext cx="7623571" cy="693052"/>
                      </a:xfrm>
                      <a:prstGeom prst="rect">
                        <a:avLst/>
                      </a:prstGeom>
                      <a:noFill/>
                      <a:ln>
                        <a:noFill/>
                      </a:ln>
                      <a:effectLst/>
                      <a:extLst/>
                    </p:spPr>
                  </p:pic>
                </p:oleObj>
              </mc:Fallback>
            </mc:AlternateContent>
          </a:graphicData>
        </a:graphic>
      </p:graphicFrame>
      <p:graphicFrame>
        <p:nvGraphicFramePr>
          <p:cNvPr id="35844" name="Object 7">
            <a:extLst>
              <a:ext uri="{FF2B5EF4-FFF2-40B4-BE49-F238E27FC236}">
                <a16:creationId xmlns:a16="http://schemas.microsoft.com/office/drawing/2014/main" id="{F793AFCD-9C30-41D2-8E9E-7B1B4FE56E5F}"/>
              </a:ext>
            </a:extLst>
          </p:cNvPr>
          <p:cNvGraphicFramePr>
            <a:graphicFrameLocks noChangeAspect="1"/>
          </p:cNvGraphicFramePr>
          <p:nvPr>
            <p:extLst>
              <p:ext uri="{D42A27DB-BD31-4B8C-83A1-F6EECF244321}">
                <p14:modId xmlns:p14="http://schemas.microsoft.com/office/powerpoint/2010/main" val="181763754"/>
              </p:ext>
            </p:extLst>
          </p:nvPr>
        </p:nvGraphicFramePr>
        <p:xfrm>
          <a:off x="2552700" y="889447"/>
          <a:ext cx="4899025" cy="2395537"/>
        </p:xfrm>
        <a:graphic>
          <a:graphicData uri="http://schemas.openxmlformats.org/presentationml/2006/ole">
            <mc:AlternateContent xmlns:mc="http://schemas.openxmlformats.org/markup-compatibility/2006">
              <mc:Choice xmlns:v="urn:schemas-microsoft-com:vml" Requires="v">
                <p:oleObj spid="_x0000_s97259" name="Visio" r:id="rId7" imgW="2601925" imgH="1290001" progId="Visio.Drawing.11">
                  <p:embed/>
                </p:oleObj>
              </mc:Choice>
              <mc:Fallback>
                <p:oleObj name="Visio" r:id="rId7" imgW="2601925" imgH="1290001" progId="Visio.Drawing.11">
                  <p:embed/>
                  <p:pic>
                    <p:nvPicPr>
                      <p:cNvPr id="35844" name="Object 7">
                        <a:extLst>
                          <a:ext uri="{FF2B5EF4-FFF2-40B4-BE49-F238E27FC236}">
                            <a16:creationId xmlns:a16="http://schemas.microsoft.com/office/drawing/2014/main" id="{F793AFCD-9C30-41D2-8E9E-7B1B4FE56E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2700" y="889447"/>
                        <a:ext cx="4899025" cy="239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44" name="Freeform 8">
            <a:extLst>
              <a:ext uri="{FF2B5EF4-FFF2-40B4-BE49-F238E27FC236}">
                <a16:creationId xmlns:a16="http://schemas.microsoft.com/office/drawing/2014/main" id="{57AC4AA0-9885-48C3-B174-7D6BA8422242}"/>
              </a:ext>
            </a:extLst>
          </p:cNvPr>
          <p:cNvSpPr>
            <a:spLocks/>
          </p:cNvSpPr>
          <p:nvPr/>
        </p:nvSpPr>
        <p:spPr bwMode="auto">
          <a:xfrm>
            <a:off x="4038600" y="1602234"/>
            <a:ext cx="1466850" cy="568325"/>
          </a:xfrm>
          <a:custGeom>
            <a:avLst/>
            <a:gdLst>
              <a:gd name="T0" fmla="*/ 35282188 w 924"/>
              <a:gd name="T1" fmla="*/ 355342825 h 358"/>
              <a:gd name="T2" fmla="*/ 1597779063 w 924"/>
              <a:gd name="T3" fmla="*/ 168851263 h 358"/>
              <a:gd name="T4" fmla="*/ 2081649063 w 924"/>
              <a:gd name="T5" fmla="*/ 262096250 h 358"/>
              <a:gd name="T6" fmla="*/ 2147483646 w 924"/>
              <a:gd name="T7" fmla="*/ 372983125 h 358"/>
              <a:gd name="T8" fmla="*/ 2147483646 w 924"/>
              <a:gd name="T9" fmla="*/ 763608138 h 358"/>
              <a:gd name="T10" fmla="*/ 1449090638 w 924"/>
              <a:gd name="T11" fmla="*/ 874495013 h 358"/>
              <a:gd name="T12" fmla="*/ 201612500 w 924"/>
              <a:gd name="T13" fmla="*/ 819051575 h 358"/>
              <a:gd name="T14" fmla="*/ 35282188 w 924"/>
              <a:gd name="T15" fmla="*/ 355342825 h 3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24" h="358">
                <a:moveTo>
                  <a:pt x="14" y="141"/>
                </a:moveTo>
                <a:cubicBezTo>
                  <a:pt x="305" y="0"/>
                  <a:pt x="211" y="59"/>
                  <a:pt x="634" y="67"/>
                </a:cubicBezTo>
                <a:cubicBezTo>
                  <a:pt x="701" y="74"/>
                  <a:pt x="763" y="81"/>
                  <a:pt x="826" y="104"/>
                </a:cubicBezTo>
                <a:cubicBezTo>
                  <a:pt x="837" y="138"/>
                  <a:pt x="852" y="140"/>
                  <a:pt x="885" y="148"/>
                </a:cubicBezTo>
                <a:cubicBezTo>
                  <a:pt x="894" y="196"/>
                  <a:pt x="924" y="284"/>
                  <a:pt x="863" y="303"/>
                </a:cubicBezTo>
                <a:cubicBezTo>
                  <a:pt x="783" y="358"/>
                  <a:pt x="663" y="343"/>
                  <a:pt x="575" y="347"/>
                </a:cubicBezTo>
                <a:cubicBezTo>
                  <a:pt x="292" y="342"/>
                  <a:pt x="266" y="350"/>
                  <a:pt x="80" y="325"/>
                </a:cubicBezTo>
                <a:cubicBezTo>
                  <a:pt x="33" y="278"/>
                  <a:pt x="0" y="207"/>
                  <a:pt x="14" y="141"/>
                </a:cubicBezTo>
                <a:close/>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142345" name="Object 9">
            <a:extLst>
              <a:ext uri="{FF2B5EF4-FFF2-40B4-BE49-F238E27FC236}">
                <a16:creationId xmlns:a16="http://schemas.microsoft.com/office/drawing/2014/main" id="{2F14B9EE-A5B1-43C1-9CEB-DFD3970E3281}"/>
              </a:ext>
            </a:extLst>
          </p:cNvPr>
          <p:cNvGraphicFramePr>
            <a:graphicFrameLocks noChangeAspect="1"/>
          </p:cNvGraphicFramePr>
          <p:nvPr>
            <p:extLst>
              <p:ext uri="{D42A27DB-BD31-4B8C-83A1-F6EECF244321}">
                <p14:modId xmlns:p14="http://schemas.microsoft.com/office/powerpoint/2010/main" val="1840589603"/>
              </p:ext>
            </p:extLst>
          </p:nvPr>
        </p:nvGraphicFramePr>
        <p:xfrm>
          <a:off x="2730500" y="1421259"/>
          <a:ext cx="850900" cy="431800"/>
        </p:xfrm>
        <a:graphic>
          <a:graphicData uri="http://schemas.openxmlformats.org/presentationml/2006/ole">
            <mc:AlternateContent xmlns:mc="http://schemas.openxmlformats.org/markup-compatibility/2006">
              <mc:Choice xmlns:v="urn:schemas-microsoft-com:vml" Requires="v">
                <p:oleObj spid="_x0000_s97260" name="Equation" r:id="rId9" imgW="850531" imgH="431613" progId="Equation.DSMT4">
                  <p:embed/>
                </p:oleObj>
              </mc:Choice>
              <mc:Fallback>
                <p:oleObj name="Equation" r:id="rId9" imgW="850531" imgH="431613" progId="Equation.DSMT4">
                  <p:embed/>
                  <p:pic>
                    <p:nvPicPr>
                      <p:cNvPr id="142345" name="Object 9">
                        <a:extLst>
                          <a:ext uri="{FF2B5EF4-FFF2-40B4-BE49-F238E27FC236}">
                            <a16:creationId xmlns:a16="http://schemas.microsoft.com/office/drawing/2014/main" id="{2F14B9EE-A5B1-43C1-9CEB-DFD3970E32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0500" y="1421259"/>
                        <a:ext cx="8509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48" name="Object 12">
            <a:extLst>
              <a:ext uri="{FF2B5EF4-FFF2-40B4-BE49-F238E27FC236}">
                <a16:creationId xmlns:a16="http://schemas.microsoft.com/office/drawing/2014/main" id="{948C16D5-85CE-45EE-9EF0-3B545429A850}"/>
              </a:ext>
            </a:extLst>
          </p:cNvPr>
          <p:cNvGraphicFramePr>
            <a:graphicFrameLocks noChangeAspect="1"/>
          </p:cNvGraphicFramePr>
          <p:nvPr>
            <p:extLst>
              <p:ext uri="{D42A27DB-BD31-4B8C-83A1-F6EECF244321}">
                <p14:modId xmlns:p14="http://schemas.microsoft.com/office/powerpoint/2010/main" val="2513046614"/>
              </p:ext>
            </p:extLst>
          </p:nvPr>
        </p:nvGraphicFramePr>
        <p:xfrm>
          <a:off x="6361113" y="1413322"/>
          <a:ext cx="863600" cy="431800"/>
        </p:xfrm>
        <a:graphic>
          <a:graphicData uri="http://schemas.openxmlformats.org/presentationml/2006/ole">
            <mc:AlternateContent xmlns:mc="http://schemas.openxmlformats.org/markup-compatibility/2006">
              <mc:Choice xmlns:v="urn:schemas-microsoft-com:vml" Requires="v">
                <p:oleObj spid="_x0000_s97261" name="Equation" r:id="rId11" imgW="863225" imgH="431613" progId="Equation.DSMT4">
                  <p:embed/>
                </p:oleObj>
              </mc:Choice>
              <mc:Fallback>
                <p:oleObj name="Equation" r:id="rId11" imgW="863225" imgH="431613" progId="Equation.DSMT4">
                  <p:embed/>
                  <p:pic>
                    <p:nvPicPr>
                      <p:cNvPr id="142348" name="Object 12">
                        <a:extLst>
                          <a:ext uri="{FF2B5EF4-FFF2-40B4-BE49-F238E27FC236}">
                            <a16:creationId xmlns:a16="http://schemas.microsoft.com/office/drawing/2014/main" id="{948C16D5-85CE-45EE-9EF0-3B545429A85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1113" y="1413322"/>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52" name="Object 16">
            <a:extLst>
              <a:ext uri="{FF2B5EF4-FFF2-40B4-BE49-F238E27FC236}">
                <a16:creationId xmlns:a16="http://schemas.microsoft.com/office/drawing/2014/main" id="{4BC2A63E-CCB3-4AC8-8318-9128F121D303}"/>
              </a:ext>
            </a:extLst>
          </p:cNvPr>
          <p:cNvGraphicFramePr>
            <a:graphicFrameLocks noChangeAspect="1"/>
          </p:cNvGraphicFramePr>
          <p:nvPr>
            <p:extLst>
              <p:ext uri="{D42A27DB-BD31-4B8C-83A1-F6EECF244321}">
                <p14:modId xmlns:p14="http://schemas.microsoft.com/office/powerpoint/2010/main" val="1387600561"/>
              </p:ext>
            </p:extLst>
          </p:nvPr>
        </p:nvGraphicFramePr>
        <p:xfrm>
          <a:off x="3371850" y="1827659"/>
          <a:ext cx="280988" cy="136525"/>
        </p:xfrm>
        <a:graphic>
          <a:graphicData uri="http://schemas.openxmlformats.org/presentationml/2006/ole">
            <mc:AlternateContent xmlns:mc="http://schemas.openxmlformats.org/markup-compatibility/2006">
              <mc:Choice xmlns:v="urn:schemas-microsoft-com:vml" Requires="v">
                <p:oleObj spid="_x0000_s97262" name="Visio" r:id="rId13" imgW="139446" imgH="67847" progId="Visio.Drawing.11">
                  <p:embed/>
                </p:oleObj>
              </mc:Choice>
              <mc:Fallback>
                <p:oleObj name="Visio" r:id="rId13" imgW="139446" imgH="67847" progId="Visio.Drawing.11">
                  <p:embed/>
                  <p:pic>
                    <p:nvPicPr>
                      <p:cNvPr id="142352" name="Object 16">
                        <a:extLst>
                          <a:ext uri="{FF2B5EF4-FFF2-40B4-BE49-F238E27FC236}">
                            <a16:creationId xmlns:a16="http://schemas.microsoft.com/office/drawing/2014/main" id="{4BC2A63E-CCB3-4AC8-8318-9128F121D30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71850" y="1827659"/>
                        <a:ext cx="280988"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53" name="Object 17">
            <a:extLst>
              <a:ext uri="{FF2B5EF4-FFF2-40B4-BE49-F238E27FC236}">
                <a16:creationId xmlns:a16="http://schemas.microsoft.com/office/drawing/2014/main" id="{07919F5A-53D7-495A-A7AC-AC74E3F3C0EB}"/>
              </a:ext>
            </a:extLst>
          </p:cNvPr>
          <p:cNvGraphicFramePr>
            <a:graphicFrameLocks noChangeAspect="1"/>
          </p:cNvGraphicFramePr>
          <p:nvPr>
            <p:extLst>
              <p:ext uri="{D42A27DB-BD31-4B8C-83A1-F6EECF244321}">
                <p14:modId xmlns:p14="http://schemas.microsoft.com/office/powerpoint/2010/main" val="1086813942"/>
              </p:ext>
            </p:extLst>
          </p:nvPr>
        </p:nvGraphicFramePr>
        <p:xfrm>
          <a:off x="6397625" y="1819722"/>
          <a:ext cx="280988" cy="136525"/>
        </p:xfrm>
        <a:graphic>
          <a:graphicData uri="http://schemas.openxmlformats.org/presentationml/2006/ole">
            <mc:AlternateContent xmlns:mc="http://schemas.openxmlformats.org/markup-compatibility/2006">
              <mc:Choice xmlns:v="urn:schemas-microsoft-com:vml" Requires="v">
                <p:oleObj spid="_x0000_s97263" name="Visio" r:id="rId15" imgW="139446" imgH="67847" progId="Visio.Drawing.11">
                  <p:embed/>
                </p:oleObj>
              </mc:Choice>
              <mc:Fallback>
                <p:oleObj name="Visio" r:id="rId15" imgW="139446" imgH="67847" progId="Visio.Drawing.11">
                  <p:embed/>
                  <p:pic>
                    <p:nvPicPr>
                      <p:cNvPr id="142353" name="Object 17">
                        <a:extLst>
                          <a:ext uri="{FF2B5EF4-FFF2-40B4-BE49-F238E27FC236}">
                            <a16:creationId xmlns:a16="http://schemas.microsoft.com/office/drawing/2014/main" id="{07919F5A-53D7-495A-A7AC-AC74E3F3C0E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97625" y="1819722"/>
                        <a:ext cx="280988"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54" name="Text Box 18">
            <a:extLst>
              <a:ext uri="{FF2B5EF4-FFF2-40B4-BE49-F238E27FC236}">
                <a16:creationId xmlns:a16="http://schemas.microsoft.com/office/drawing/2014/main" id="{FA8B8674-BDD4-447E-AEDA-A6B11C3BAC03}"/>
              </a:ext>
            </a:extLst>
          </p:cNvPr>
          <p:cNvSpPr txBox="1">
            <a:spLocks noChangeArrowheads="1"/>
          </p:cNvSpPr>
          <p:nvPr/>
        </p:nvSpPr>
        <p:spPr bwMode="auto">
          <a:xfrm>
            <a:off x="900113" y="5373688"/>
            <a:ext cx="1655762" cy="6000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所以：</a:t>
            </a:r>
          </a:p>
        </p:txBody>
      </p:sp>
      <p:graphicFrame>
        <p:nvGraphicFramePr>
          <p:cNvPr id="142355" name="Object 19">
            <a:extLst>
              <a:ext uri="{FF2B5EF4-FFF2-40B4-BE49-F238E27FC236}">
                <a16:creationId xmlns:a16="http://schemas.microsoft.com/office/drawing/2014/main" id="{ACD39CEB-7419-4D24-A5A3-9C97099D01FE}"/>
              </a:ext>
            </a:extLst>
          </p:cNvPr>
          <p:cNvGraphicFramePr>
            <a:graphicFrameLocks noChangeAspect="1"/>
          </p:cNvGraphicFramePr>
          <p:nvPr>
            <p:extLst>
              <p:ext uri="{D42A27DB-BD31-4B8C-83A1-F6EECF244321}">
                <p14:modId xmlns:p14="http://schemas.microsoft.com/office/powerpoint/2010/main" val="2807601182"/>
              </p:ext>
            </p:extLst>
          </p:nvPr>
        </p:nvGraphicFramePr>
        <p:xfrm>
          <a:off x="4445000" y="1781622"/>
          <a:ext cx="749300" cy="317500"/>
        </p:xfrm>
        <a:graphic>
          <a:graphicData uri="http://schemas.openxmlformats.org/presentationml/2006/ole">
            <mc:AlternateContent xmlns:mc="http://schemas.openxmlformats.org/markup-compatibility/2006">
              <mc:Choice xmlns:v="urn:schemas-microsoft-com:vml" Requires="v">
                <p:oleObj spid="_x0000_s97264" name="Equation" r:id="rId16" imgW="748975" imgH="317362" progId="Equation.DSMT4">
                  <p:embed/>
                </p:oleObj>
              </mc:Choice>
              <mc:Fallback>
                <p:oleObj name="Equation" r:id="rId16" imgW="748975" imgH="317362" progId="Equation.DSMT4">
                  <p:embed/>
                  <p:pic>
                    <p:nvPicPr>
                      <p:cNvPr id="142355" name="Object 19">
                        <a:extLst>
                          <a:ext uri="{FF2B5EF4-FFF2-40B4-BE49-F238E27FC236}">
                            <a16:creationId xmlns:a16="http://schemas.microsoft.com/office/drawing/2014/main" id="{ACD39CEB-7419-4D24-A5A3-9C97099D01F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45000" y="1781622"/>
                        <a:ext cx="7493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2356" name="Object 20">
            <a:extLst>
              <a:ext uri="{FF2B5EF4-FFF2-40B4-BE49-F238E27FC236}">
                <a16:creationId xmlns:a16="http://schemas.microsoft.com/office/drawing/2014/main" id="{438052E2-FD08-40FB-B776-7E3A5680BBD6}"/>
              </a:ext>
            </a:extLst>
          </p:cNvPr>
          <p:cNvGraphicFramePr>
            <a:graphicFrameLocks noChangeAspect="1"/>
          </p:cNvGraphicFramePr>
          <p:nvPr>
            <p:extLst>
              <p:ext uri="{D42A27DB-BD31-4B8C-83A1-F6EECF244321}">
                <p14:modId xmlns:p14="http://schemas.microsoft.com/office/powerpoint/2010/main" val="4181822707"/>
              </p:ext>
            </p:extLst>
          </p:nvPr>
        </p:nvGraphicFramePr>
        <p:xfrm>
          <a:off x="2146703" y="4172359"/>
          <a:ext cx="2654300" cy="1028700"/>
        </p:xfrm>
        <a:graphic>
          <a:graphicData uri="http://schemas.openxmlformats.org/presentationml/2006/ole">
            <mc:AlternateContent xmlns:mc="http://schemas.openxmlformats.org/markup-compatibility/2006">
              <mc:Choice xmlns:v="urn:schemas-microsoft-com:vml" Requires="v">
                <p:oleObj spid="_x0000_s97265" name="Equation" r:id="rId18" imgW="2654300" imgH="1028700" progId="Equation.DSMT4">
                  <p:embed/>
                </p:oleObj>
              </mc:Choice>
              <mc:Fallback>
                <p:oleObj name="Equation" r:id="rId18" imgW="2654300" imgH="1028700" progId="Equation.DSMT4">
                  <p:embed/>
                  <p:pic>
                    <p:nvPicPr>
                      <p:cNvPr id="142356" name="Object 20">
                        <a:extLst>
                          <a:ext uri="{FF2B5EF4-FFF2-40B4-BE49-F238E27FC236}">
                            <a16:creationId xmlns:a16="http://schemas.microsoft.com/office/drawing/2014/main" id="{438052E2-FD08-40FB-B776-7E3A5680BBD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46703" y="4172359"/>
                        <a:ext cx="26543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57" name="Text Box 21">
            <a:extLst>
              <a:ext uri="{FF2B5EF4-FFF2-40B4-BE49-F238E27FC236}">
                <a16:creationId xmlns:a16="http://schemas.microsoft.com/office/drawing/2014/main" id="{9AACEFF2-A4CD-4617-A261-AED701A9DC4C}"/>
              </a:ext>
            </a:extLst>
          </p:cNvPr>
          <p:cNvSpPr txBox="1">
            <a:spLocks noChangeArrowheads="1"/>
          </p:cNvSpPr>
          <p:nvPr/>
        </p:nvSpPr>
        <p:spPr bwMode="auto">
          <a:xfrm>
            <a:off x="750888" y="4344988"/>
            <a:ext cx="1655762" cy="6000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因为：</a:t>
            </a:r>
          </a:p>
        </p:txBody>
      </p:sp>
    </p:spTree>
    <p:extLst>
      <p:ext uri="{BB962C8B-B14F-4D97-AF65-F5344CB8AC3E}">
        <p14:creationId xmlns:p14="http://schemas.microsoft.com/office/powerpoint/2010/main" val="25862651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2344"/>
                                        </p:tgtEl>
                                        <p:attrNameLst>
                                          <p:attrName>style.visibility</p:attrName>
                                        </p:attrNameLst>
                                      </p:cBhvr>
                                      <p:to>
                                        <p:strVal val="visible"/>
                                      </p:to>
                                    </p:set>
                                    <p:animEffect transition="in" filter="box(in)">
                                      <p:cBhvr>
                                        <p:cTn id="7" dur="2000"/>
                                        <p:tgtEl>
                                          <p:spTgt spid="142344"/>
                                        </p:tgtEl>
                                      </p:cBhvr>
                                    </p:animEffect>
                                  </p:childTnLst>
                                </p:cTn>
                              </p:par>
                            </p:childTnLst>
                          </p:cTn>
                        </p:par>
                        <p:par>
                          <p:cTn id="8" fill="hold" nodeType="afterGroup">
                            <p:stCondLst>
                              <p:cond delay="2000"/>
                            </p:stCondLst>
                            <p:childTnLst>
                              <p:par>
                                <p:cTn id="9" presetID="4" presetClass="entr" presetSubtype="16" fill="hold" nodeType="afterEffect">
                                  <p:stCondLst>
                                    <p:cond delay="0"/>
                                  </p:stCondLst>
                                  <p:childTnLst>
                                    <p:set>
                                      <p:cBhvr>
                                        <p:cTn id="10" dur="1" fill="hold">
                                          <p:stCondLst>
                                            <p:cond delay="0"/>
                                          </p:stCondLst>
                                        </p:cTn>
                                        <p:tgtEl>
                                          <p:spTgt spid="142355"/>
                                        </p:tgtEl>
                                        <p:attrNameLst>
                                          <p:attrName>style.visibility</p:attrName>
                                        </p:attrNameLst>
                                      </p:cBhvr>
                                      <p:to>
                                        <p:strVal val="visible"/>
                                      </p:to>
                                    </p:set>
                                    <p:animEffect transition="in" filter="box(in)">
                                      <p:cBhvr>
                                        <p:cTn id="11" dur="500"/>
                                        <p:tgtEl>
                                          <p:spTgt spid="14235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9" presetClass="entr" presetSubtype="0" fill="hold" nodeType="clickEffect">
                                  <p:stCondLst>
                                    <p:cond delay="0"/>
                                  </p:stCondLst>
                                  <p:childTnLst>
                                    <p:set>
                                      <p:cBhvr>
                                        <p:cTn id="15" dur="1" fill="hold">
                                          <p:stCondLst>
                                            <p:cond delay="0"/>
                                          </p:stCondLst>
                                        </p:cTn>
                                        <p:tgtEl>
                                          <p:spTgt spid="142352"/>
                                        </p:tgtEl>
                                        <p:attrNameLst>
                                          <p:attrName>style.visibility</p:attrName>
                                        </p:attrNameLst>
                                      </p:cBhvr>
                                      <p:to>
                                        <p:strVal val="visible"/>
                                      </p:to>
                                    </p:set>
                                    <p:anim calcmode="lin" valueType="num">
                                      <p:cBhvr>
                                        <p:cTn id="16" dur="2000" fill="hold"/>
                                        <p:tgtEl>
                                          <p:spTgt spid="142352"/>
                                        </p:tgtEl>
                                        <p:attrNameLst>
                                          <p:attrName>ppt_x</p:attrName>
                                        </p:attrNameLst>
                                      </p:cBhvr>
                                      <p:tavLst>
                                        <p:tav tm="0">
                                          <p:val>
                                            <p:strVal val="#ppt_x-.2"/>
                                          </p:val>
                                        </p:tav>
                                        <p:tav tm="100000">
                                          <p:val>
                                            <p:strVal val="#ppt_x"/>
                                          </p:val>
                                        </p:tav>
                                      </p:tavLst>
                                    </p:anim>
                                    <p:anim calcmode="lin" valueType="num">
                                      <p:cBhvr>
                                        <p:cTn id="17" dur="2000" fill="hold"/>
                                        <p:tgtEl>
                                          <p:spTgt spid="142352"/>
                                        </p:tgtEl>
                                        <p:attrNameLst>
                                          <p:attrName>ppt_y</p:attrName>
                                        </p:attrNameLst>
                                      </p:cBhvr>
                                      <p:tavLst>
                                        <p:tav tm="0">
                                          <p:val>
                                            <p:strVal val="#ppt_y"/>
                                          </p:val>
                                        </p:tav>
                                        <p:tav tm="100000">
                                          <p:val>
                                            <p:strVal val="#ppt_y"/>
                                          </p:val>
                                        </p:tav>
                                      </p:tavLst>
                                    </p:anim>
                                    <p:animEffect transition="in" filter="wipe(right)" prLst="gradientSize: 0.1">
                                      <p:cBhvr>
                                        <p:cTn id="18" dur="2000"/>
                                        <p:tgtEl>
                                          <p:spTgt spid="142352"/>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2345"/>
                                        </p:tgtEl>
                                        <p:attrNameLst>
                                          <p:attrName>style.visibility</p:attrName>
                                        </p:attrNameLst>
                                      </p:cBhvr>
                                      <p:to>
                                        <p:strVal val="visible"/>
                                      </p:to>
                                    </p:set>
                                    <p:animEffect transition="in" filter="wipe(left)">
                                      <p:cBhvr>
                                        <p:cTn id="22" dur="2000"/>
                                        <p:tgtEl>
                                          <p:spTgt spid="1423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9" presetClass="entr" presetSubtype="0" fill="hold" nodeType="clickEffect">
                                  <p:stCondLst>
                                    <p:cond delay="0"/>
                                  </p:stCondLst>
                                  <p:childTnLst>
                                    <p:set>
                                      <p:cBhvr>
                                        <p:cTn id="26" dur="1" fill="hold">
                                          <p:stCondLst>
                                            <p:cond delay="0"/>
                                          </p:stCondLst>
                                        </p:cTn>
                                        <p:tgtEl>
                                          <p:spTgt spid="142353"/>
                                        </p:tgtEl>
                                        <p:attrNameLst>
                                          <p:attrName>style.visibility</p:attrName>
                                        </p:attrNameLst>
                                      </p:cBhvr>
                                      <p:to>
                                        <p:strVal val="visible"/>
                                      </p:to>
                                    </p:set>
                                    <p:anim calcmode="lin" valueType="num">
                                      <p:cBhvr>
                                        <p:cTn id="27" dur="2000" fill="hold"/>
                                        <p:tgtEl>
                                          <p:spTgt spid="142353"/>
                                        </p:tgtEl>
                                        <p:attrNameLst>
                                          <p:attrName>ppt_x</p:attrName>
                                        </p:attrNameLst>
                                      </p:cBhvr>
                                      <p:tavLst>
                                        <p:tav tm="0">
                                          <p:val>
                                            <p:strVal val="#ppt_x-.2"/>
                                          </p:val>
                                        </p:tav>
                                        <p:tav tm="100000">
                                          <p:val>
                                            <p:strVal val="#ppt_x"/>
                                          </p:val>
                                        </p:tav>
                                      </p:tavLst>
                                    </p:anim>
                                    <p:anim calcmode="lin" valueType="num">
                                      <p:cBhvr>
                                        <p:cTn id="28" dur="2000" fill="hold"/>
                                        <p:tgtEl>
                                          <p:spTgt spid="142353"/>
                                        </p:tgtEl>
                                        <p:attrNameLst>
                                          <p:attrName>ppt_y</p:attrName>
                                        </p:attrNameLst>
                                      </p:cBhvr>
                                      <p:tavLst>
                                        <p:tav tm="0">
                                          <p:val>
                                            <p:strVal val="#ppt_y"/>
                                          </p:val>
                                        </p:tav>
                                        <p:tav tm="100000">
                                          <p:val>
                                            <p:strVal val="#ppt_y"/>
                                          </p:val>
                                        </p:tav>
                                      </p:tavLst>
                                    </p:anim>
                                    <p:animEffect transition="in" filter="wipe(right)" prLst="gradientSize: 0.1">
                                      <p:cBhvr>
                                        <p:cTn id="29" dur="2000"/>
                                        <p:tgtEl>
                                          <p:spTgt spid="142353"/>
                                        </p:tgtEl>
                                      </p:cBhvr>
                                    </p:animEffect>
                                  </p:childTnLst>
                                </p:cTn>
                              </p:par>
                            </p:childTnLst>
                          </p:cTn>
                        </p:par>
                        <p:par>
                          <p:cTn id="30" fill="hold" nodeType="afterGroup">
                            <p:stCondLst>
                              <p:cond delay="2000"/>
                            </p:stCondLst>
                            <p:childTnLst>
                              <p:par>
                                <p:cTn id="31" presetID="22" presetClass="entr" presetSubtype="8" fill="hold" nodeType="afterEffect">
                                  <p:stCondLst>
                                    <p:cond delay="0"/>
                                  </p:stCondLst>
                                  <p:childTnLst>
                                    <p:set>
                                      <p:cBhvr>
                                        <p:cTn id="32" dur="1" fill="hold">
                                          <p:stCondLst>
                                            <p:cond delay="0"/>
                                          </p:stCondLst>
                                        </p:cTn>
                                        <p:tgtEl>
                                          <p:spTgt spid="142348"/>
                                        </p:tgtEl>
                                        <p:attrNameLst>
                                          <p:attrName>style.visibility</p:attrName>
                                        </p:attrNameLst>
                                      </p:cBhvr>
                                      <p:to>
                                        <p:strVal val="visible"/>
                                      </p:to>
                                    </p:set>
                                    <p:animEffect transition="in" filter="wipe(left)">
                                      <p:cBhvr>
                                        <p:cTn id="33" dur="2000"/>
                                        <p:tgtEl>
                                          <p:spTgt spid="14234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42342"/>
                                        </p:tgtEl>
                                        <p:attrNameLst>
                                          <p:attrName>style.visibility</p:attrName>
                                        </p:attrNameLst>
                                      </p:cBhvr>
                                      <p:to>
                                        <p:strVal val="visible"/>
                                      </p:to>
                                    </p:set>
                                    <p:animEffect transition="in" filter="wipe(up)">
                                      <p:cBhvr>
                                        <p:cTn id="38" dur="3000"/>
                                        <p:tgtEl>
                                          <p:spTgt spid="14234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2357"/>
                                        </p:tgtEl>
                                        <p:attrNameLst>
                                          <p:attrName>style.visibility</p:attrName>
                                        </p:attrNameLst>
                                      </p:cBhvr>
                                      <p:to>
                                        <p:strVal val="visible"/>
                                      </p:to>
                                    </p:set>
                                    <p:animEffect transition="in" filter="wipe(left)">
                                      <p:cBhvr>
                                        <p:cTn id="43" dur="2000"/>
                                        <p:tgtEl>
                                          <p:spTgt spid="14235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42356"/>
                                        </p:tgtEl>
                                        <p:attrNameLst>
                                          <p:attrName>style.visibility</p:attrName>
                                        </p:attrNameLst>
                                      </p:cBhvr>
                                      <p:to>
                                        <p:strVal val="visible"/>
                                      </p:to>
                                    </p:set>
                                    <p:animEffect transition="in" filter="wipe(left)">
                                      <p:cBhvr>
                                        <p:cTn id="48" dur="2000"/>
                                        <p:tgtEl>
                                          <p:spTgt spid="1423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2354"/>
                                        </p:tgtEl>
                                        <p:attrNameLst>
                                          <p:attrName>style.visibility</p:attrName>
                                        </p:attrNameLst>
                                      </p:cBhvr>
                                      <p:to>
                                        <p:strVal val="visible"/>
                                      </p:to>
                                    </p:set>
                                    <p:animEffect transition="in" filter="wipe(left)">
                                      <p:cBhvr>
                                        <p:cTn id="53" dur="2000"/>
                                        <p:tgtEl>
                                          <p:spTgt spid="14235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42341"/>
                                        </p:tgtEl>
                                        <p:attrNameLst>
                                          <p:attrName>style.visibility</p:attrName>
                                        </p:attrNameLst>
                                      </p:cBhvr>
                                      <p:to>
                                        <p:strVal val="visible"/>
                                      </p:to>
                                    </p:set>
                                    <p:animEffect transition="in" filter="wipe(left)">
                                      <p:cBhvr>
                                        <p:cTn id="58" dur="2000"/>
                                        <p:tgtEl>
                                          <p:spTgt spid="142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4" grpId="0"/>
      <p:bldP spid="14235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2852" name="Object 4">
            <a:extLst>
              <a:ext uri="{FF2B5EF4-FFF2-40B4-BE49-F238E27FC236}">
                <a16:creationId xmlns:a16="http://schemas.microsoft.com/office/drawing/2014/main" id="{3649DDB8-02FC-40CA-A50C-0C7DBDF96CB9}"/>
              </a:ext>
            </a:extLst>
          </p:cNvPr>
          <p:cNvGraphicFramePr>
            <a:graphicFrameLocks noChangeAspect="1"/>
          </p:cNvGraphicFramePr>
          <p:nvPr>
            <p:extLst>
              <p:ext uri="{D42A27DB-BD31-4B8C-83A1-F6EECF244321}">
                <p14:modId xmlns:p14="http://schemas.microsoft.com/office/powerpoint/2010/main" val="1121124986"/>
              </p:ext>
            </p:extLst>
          </p:nvPr>
        </p:nvGraphicFramePr>
        <p:xfrm>
          <a:off x="5394796" y="836712"/>
          <a:ext cx="1841500" cy="823912"/>
        </p:xfrm>
        <a:graphic>
          <a:graphicData uri="http://schemas.openxmlformats.org/presentationml/2006/ole">
            <mc:AlternateContent xmlns:mc="http://schemas.openxmlformats.org/markup-compatibility/2006">
              <mc:Choice xmlns:v="urn:schemas-microsoft-com:vml" Requires="v">
                <p:oleObj spid="_x0000_s196158" name="Equation" r:id="rId3" imgW="1841400" imgH="825480" progId="Equation.DSMT4">
                  <p:embed/>
                </p:oleObj>
              </mc:Choice>
              <mc:Fallback>
                <p:oleObj name="Equation" r:id="rId3" imgW="1841400" imgH="825480" progId="Equation.DSMT4">
                  <p:embed/>
                  <p:pic>
                    <p:nvPicPr>
                      <p:cNvPr id="462852" name="Object 4">
                        <a:extLst>
                          <a:ext uri="{FF2B5EF4-FFF2-40B4-BE49-F238E27FC236}">
                            <a16:creationId xmlns:a16="http://schemas.microsoft.com/office/drawing/2014/main" id="{3649DDB8-02FC-40CA-A50C-0C7DBDF96CB9}"/>
                          </a:ext>
                        </a:extLst>
                      </p:cNvPr>
                      <p:cNvPicPr>
                        <a:picLocks noChangeAspect="1" noChangeArrowheads="1"/>
                      </p:cNvPicPr>
                      <p:nvPr/>
                    </p:nvPicPr>
                    <p:blipFill>
                      <a:blip r:embed="rId4"/>
                      <a:srcRect/>
                      <a:stretch>
                        <a:fillRect/>
                      </a:stretch>
                    </p:blipFill>
                    <p:spPr bwMode="auto">
                      <a:xfrm>
                        <a:off x="5394796" y="836712"/>
                        <a:ext cx="1841500" cy="823912"/>
                      </a:xfrm>
                      <a:prstGeom prst="rect">
                        <a:avLst/>
                      </a:prstGeom>
                      <a:noFill/>
                      <a:ln>
                        <a:solidFill>
                          <a:srgbClr val="FF0000"/>
                        </a:solidFill>
                      </a:ln>
                      <a:effectLst/>
                      <a:extLst/>
                    </p:spPr>
                  </p:pic>
                </p:oleObj>
              </mc:Fallback>
            </mc:AlternateContent>
          </a:graphicData>
        </a:graphic>
      </p:graphicFrame>
      <p:graphicFrame>
        <p:nvGraphicFramePr>
          <p:cNvPr id="462853" name="Object 5">
            <a:extLst>
              <a:ext uri="{FF2B5EF4-FFF2-40B4-BE49-F238E27FC236}">
                <a16:creationId xmlns:a16="http://schemas.microsoft.com/office/drawing/2014/main" id="{056AEE97-1DE9-410F-8961-4D102EEAAC34}"/>
              </a:ext>
            </a:extLst>
          </p:cNvPr>
          <p:cNvGraphicFramePr>
            <a:graphicFrameLocks noChangeAspect="1"/>
          </p:cNvGraphicFramePr>
          <p:nvPr>
            <p:extLst>
              <p:ext uri="{D42A27DB-BD31-4B8C-83A1-F6EECF244321}">
                <p14:modId xmlns:p14="http://schemas.microsoft.com/office/powerpoint/2010/main" val="680511364"/>
              </p:ext>
            </p:extLst>
          </p:nvPr>
        </p:nvGraphicFramePr>
        <p:xfrm>
          <a:off x="1893274" y="1874737"/>
          <a:ext cx="2633663" cy="431800"/>
        </p:xfrm>
        <a:graphic>
          <a:graphicData uri="http://schemas.openxmlformats.org/presentationml/2006/ole">
            <mc:AlternateContent xmlns:mc="http://schemas.openxmlformats.org/markup-compatibility/2006">
              <mc:Choice xmlns:v="urn:schemas-microsoft-com:vml" Requires="v">
                <p:oleObj spid="_x0000_s196159" name="Equation" r:id="rId5" imgW="2628720" imgH="431640" progId="Equation.DSMT4">
                  <p:embed/>
                </p:oleObj>
              </mc:Choice>
              <mc:Fallback>
                <p:oleObj name="Equation" r:id="rId5" imgW="2628720" imgH="431640" progId="Equation.DSMT4">
                  <p:embed/>
                  <p:pic>
                    <p:nvPicPr>
                      <p:cNvPr id="462853" name="Object 5">
                        <a:extLst>
                          <a:ext uri="{FF2B5EF4-FFF2-40B4-BE49-F238E27FC236}">
                            <a16:creationId xmlns:a16="http://schemas.microsoft.com/office/drawing/2014/main" id="{056AEE97-1DE9-410F-8961-4D102EEAAC34}"/>
                          </a:ext>
                        </a:extLst>
                      </p:cNvPr>
                      <p:cNvPicPr>
                        <a:picLocks noChangeAspect="1" noChangeArrowheads="1"/>
                      </p:cNvPicPr>
                      <p:nvPr/>
                    </p:nvPicPr>
                    <p:blipFill>
                      <a:blip r:embed="rId6"/>
                      <a:srcRect/>
                      <a:stretch>
                        <a:fillRect/>
                      </a:stretch>
                    </p:blipFill>
                    <p:spPr bwMode="auto">
                      <a:xfrm>
                        <a:off x="1893274" y="1874737"/>
                        <a:ext cx="26336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54" name="Object 6">
            <a:extLst>
              <a:ext uri="{FF2B5EF4-FFF2-40B4-BE49-F238E27FC236}">
                <a16:creationId xmlns:a16="http://schemas.microsoft.com/office/drawing/2014/main" id="{C077EF96-6E60-4D0F-B652-E0ED4A2E3450}"/>
              </a:ext>
            </a:extLst>
          </p:cNvPr>
          <p:cNvGraphicFramePr>
            <a:graphicFrameLocks noChangeAspect="1"/>
          </p:cNvGraphicFramePr>
          <p:nvPr>
            <p:extLst>
              <p:ext uri="{D42A27DB-BD31-4B8C-83A1-F6EECF244321}">
                <p14:modId xmlns:p14="http://schemas.microsoft.com/office/powerpoint/2010/main" val="1675229185"/>
              </p:ext>
            </p:extLst>
          </p:nvPr>
        </p:nvGraphicFramePr>
        <p:xfrm>
          <a:off x="4580720" y="1854997"/>
          <a:ext cx="1895475" cy="482600"/>
        </p:xfrm>
        <a:graphic>
          <a:graphicData uri="http://schemas.openxmlformats.org/presentationml/2006/ole">
            <mc:AlternateContent xmlns:mc="http://schemas.openxmlformats.org/markup-compatibility/2006">
              <mc:Choice xmlns:v="urn:schemas-microsoft-com:vml" Requires="v">
                <p:oleObj spid="_x0000_s196160" name="Equation" r:id="rId7" imgW="1892160" imgH="482400" progId="Equation.DSMT4">
                  <p:embed/>
                </p:oleObj>
              </mc:Choice>
              <mc:Fallback>
                <p:oleObj name="Equation" r:id="rId7" imgW="1892160" imgH="482400" progId="Equation.DSMT4">
                  <p:embed/>
                  <p:pic>
                    <p:nvPicPr>
                      <p:cNvPr id="462854" name="Object 6">
                        <a:extLst>
                          <a:ext uri="{FF2B5EF4-FFF2-40B4-BE49-F238E27FC236}">
                            <a16:creationId xmlns:a16="http://schemas.microsoft.com/office/drawing/2014/main" id="{C077EF96-6E60-4D0F-B652-E0ED4A2E3450}"/>
                          </a:ext>
                        </a:extLst>
                      </p:cNvPr>
                      <p:cNvPicPr>
                        <a:picLocks noChangeAspect="1" noChangeArrowheads="1"/>
                      </p:cNvPicPr>
                      <p:nvPr/>
                    </p:nvPicPr>
                    <p:blipFill>
                      <a:blip r:embed="rId8"/>
                      <a:srcRect/>
                      <a:stretch>
                        <a:fillRect/>
                      </a:stretch>
                    </p:blipFill>
                    <p:spPr bwMode="auto">
                      <a:xfrm>
                        <a:off x="4580720" y="1854997"/>
                        <a:ext cx="189547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55" name="Object 7">
            <a:extLst>
              <a:ext uri="{FF2B5EF4-FFF2-40B4-BE49-F238E27FC236}">
                <a16:creationId xmlns:a16="http://schemas.microsoft.com/office/drawing/2014/main" id="{78F63D74-D961-4EC2-89EE-4B9BF923291F}"/>
              </a:ext>
            </a:extLst>
          </p:cNvPr>
          <p:cNvGraphicFramePr>
            <a:graphicFrameLocks noChangeAspect="1"/>
          </p:cNvGraphicFramePr>
          <p:nvPr>
            <p:extLst>
              <p:ext uri="{D42A27DB-BD31-4B8C-83A1-F6EECF244321}">
                <p14:modId xmlns:p14="http://schemas.microsoft.com/office/powerpoint/2010/main" val="1432723252"/>
              </p:ext>
            </p:extLst>
          </p:nvPr>
        </p:nvGraphicFramePr>
        <p:xfrm>
          <a:off x="4977831" y="4239229"/>
          <a:ext cx="3281363" cy="482600"/>
        </p:xfrm>
        <a:graphic>
          <a:graphicData uri="http://schemas.openxmlformats.org/presentationml/2006/ole">
            <mc:AlternateContent xmlns:mc="http://schemas.openxmlformats.org/markup-compatibility/2006">
              <mc:Choice xmlns:v="urn:schemas-microsoft-com:vml" Requires="v">
                <p:oleObj spid="_x0000_s196161" name="Equation" r:id="rId9" imgW="3276360" imgH="482400" progId="Equation.DSMT4">
                  <p:embed/>
                </p:oleObj>
              </mc:Choice>
              <mc:Fallback>
                <p:oleObj name="Equation" r:id="rId9" imgW="3276360" imgH="482400" progId="Equation.DSMT4">
                  <p:embed/>
                  <p:pic>
                    <p:nvPicPr>
                      <p:cNvPr id="462855" name="Object 7">
                        <a:extLst>
                          <a:ext uri="{FF2B5EF4-FFF2-40B4-BE49-F238E27FC236}">
                            <a16:creationId xmlns:a16="http://schemas.microsoft.com/office/drawing/2014/main" id="{78F63D74-D961-4EC2-89EE-4B9BF923291F}"/>
                          </a:ext>
                        </a:extLst>
                      </p:cNvPr>
                      <p:cNvPicPr>
                        <a:picLocks noChangeAspect="1" noChangeArrowheads="1"/>
                      </p:cNvPicPr>
                      <p:nvPr/>
                    </p:nvPicPr>
                    <p:blipFill>
                      <a:blip r:embed="rId10"/>
                      <a:srcRect/>
                      <a:stretch>
                        <a:fillRect/>
                      </a:stretch>
                    </p:blipFill>
                    <p:spPr bwMode="auto">
                      <a:xfrm>
                        <a:off x="4977831" y="4239229"/>
                        <a:ext cx="3281363"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2857" name="Object 9">
            <a:extLst>
              <a:ext uri="{FF2B5EF4-FFF2-40B4-BE49-F238E27FC236}">
                <a16:creationId xmlns:a16="http://schemas.microsoft.com/office/drawing/2014/main" id="{E20CECD1-E977-4618-A63F-421F5B04F13E}"/>
              </a:ext>
            </a:extLst>
          </p:cNvPr>
          <p:cNvGraphicFramePr>
            <a:graphicFrameLocks noChangeAspect="1"/>
          </p:cNvGraphicFramePr>
          <p:nvPr>
            <p:extLst>
              <p:ext uri="{D42A27DB-BD31-4B8C-83A1-F6EECF244321}">
                <p14:modId xmlns:p14="http://schemas.microsoft.com/office/powerpoint/2010/main" val="1904790049"/>
              </p:ext>
            </p:extLst>
          </p:nvPr>
        </p:nvGraphicFramePr>
        <p:xfrm>
          <a:off x="2483768" y="4859588"/>
          <a:ext cx="3281362" cy="431800"/>
        </p:xfrm>
        <a:graphic>
          <a:graphicData uri="http://schemas.openxmlformats.org/presentationml/2006/ole">
            <mc:AlternateContent xmlns:mc="http://schemas.openxmlformats.org/markup-compatibility/2006">
              <mc:Choice xmlns:v="urn:schemas-microsoft-com:vml" Requires="v">
                <p:oleObj spid="_x0000_s196162" name="Equation" r:id="rId11" imgW="3276360" imgH="431640" progId="Equation.DSMT4">
                  <p:embed/>
                </p:oleObj>
              </mc:Choice>
              <mc:Fallback>
                <p:oleObj name="Equation" r:id="rId11" imgW="3276360" imgH="431640" progId="Equation.DSMT4">
                  <p:embed/>
                  <p:pic>
                    <p:nvPicPr>
                      <p:cNvPr id="462857" name="Object 9">
                        <a:extLst>
                          <a:ext uri="{FF2B5EF4-FFF2-40B4-BE49-F238E27FC236}">
                            <a16:creationId xmlns:a16="http://schemas.microsoft.com/office/drawing/2014/main" id="{E20CECD1-E977-4618-A63F-421F5B04F13E}"/>
                          </a:ext>
                        </a:extLst>
                      </p:cNvPr>
                      <p:cNvPicPr>
                        <a:picLocks noChangeAspect="1" noChangeArrowheads="1"/>
                      </p:cNvPicPr>
                      <p:nvPr/>
                    </p:nvPicPr>
                    <p:blipFill>
                      <a:blip r:embed="rId12"/>
                      <a:srcRect/>
                      <a:stretch>
                        <a:fillRect/>
                      </a:stretch>
                    </p:blipFill>
                    <p:spPr bwMode="auto">
                      <a:xfrm>
                        <a:off x="2483768" y="4859588"/>
                        <a:ext cx="32813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2858" name="Text Box 10">
            <a:extLst>
              <a:ext uri="{FF2B5EF4-FFF2-40B4-BE49-F238E27FC236}">
                <a16:creationId xmlns:a16="http://schemas.microsoft.com/office/drawing/2014/main" id="{C1E3CCC0-676F-45C4-A302-02F152862610}"/>
              </a:ext>
            </a:extLst>
          </p:cNvPr>
          <p:cNvSpPr txBox="1">
            <a:spLocks noChangeArrowheads="1"/>
          </p:cNvSpPr>
          <p:nvPr/>
        </p:nvSpPr>
        <p:spPr bwMode="auto">
          <a:xfrm>
            <a:off x="7254023" y="889757"/>
            <a:ext cx="936625" cy="5191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…①</a:t>
            </a:r>
          </a:p>
        </p:txBody>
      </p:sp>
      <p:sp>
        <p:nvSpPr>
          <p:cNvPr id="462859" name="Text Box 11">
            <a:extLst>
              <a:ext uri="{FF2B5EF4-FFF2-40B4-BE49-F238E27FC236}">
                <a16:creationId xmlns:a16="http://schemas.microsoft.com/office/drawing/2014/main" id="{3ED49161-82FF-4989-AAC2-11ACECABFF3C}"/>
              </a:ext>
            </a:extLst>
          </p:cNvPr>
          <p:cNvSpPr txBox="1">
            <a:spLocks noChangeArrowheads="1"/>
          </p:cNvSpPr>
          <p:nvPr/>
        </p:nvSpPr>
        <p:spPr bwMode="auto">
          <a:xfrm>
            <a:off x="8100392" y="4202717"/>
            <a:ext cx="936625" cy="5191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…②</a:t>
            </a:r>
          </a:p>
        </p:txBody>
      </p:sp>
      <p:sp>
        <p:nvSpPr>
          <p:cNvPr id="462860" name="Text Box 12">
            <a:extLst>
              <a:ext uri="{FF2B5EF4-FFF2-40B4-BE49-F238E27FC236}">
                <a16:creationId xmlns:a16="http://schemas.microsoft.com/office/drawing/2014/main" id="{C9E6BA08-CAAA-4A1D-A666-4E7970DEEA47}"/>
              </a:ext>
            </a:extLst>
          </p:cNvPr>
          <p:cNvSpPr txBox="1">
            <a:spLocks noChangeArrowheads="1"/>
          </p:cNvSpPr>
          <p:nvPr/>
        </p:nvSpPr>
        <p:spPr bwMode="auto">
          <a:xfrm>
            <a:off x="226622" y="5387749"/>
            <a:ext cx="2232025" cy="5191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②</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代入①得</a:t>
            </a:r>
          </a:p>
        </p:txBody>
      </p:sp>
      <p:sp>
        <p:nvSpPr>
          <p:cNvPr id="462862" name="Text Box 14">
            <a:extLst>
              <a:ext uri="{FF2B5EF4-FFF2-40B4-BE49-F238E27FC236}">
                <a16:creationId xmlns:a16="http://schemas.microsoft.com/office/drawing/2014/main" id="{678BDF0D-34B1-456F-A46D-652AD8F07E15}"/>
              </a:ext>
            </a:extLst>
          </p:cNvPr>
          <p:cNvSpPr txBox="1">
            <a:spLocks noChangeArrowheads="1"/>
          </p:cNvSpPr>
          <p:nvPr/>
        </p:nvSpPr>
        <p:spPr bwMode="auto">
          <a:xfrm>
            <a:off x="470722" y="823923"/>
            <a:ext cx="4836157" cy="83099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描述一阶电路的方程是一阶</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常系数</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线性微分方程：其形式是</a:t>
            </a:r>
          </a:p>
        </p:txBody>
      </p:sp>
      <p:graphicFrame>
        <p:nvGraphicFramePr>
          <p:cNvPr id="16" name="Object 6">
            <a:extLst>
              <a:ext uri="{FF2B5EF4-FFF2-40B4-BE49-F238E27FC236}">
                <a16:creationId xmlns:a16="http://schemas.microsoft.com/office/drawing/2014/main" id="{E299FECD-237F-44FE-83FD-4FC511A1E47C}"/>
              </a:ext>
            </a:extLst>
          </p:cNvPr>
          <p:cNvGraphicFramePr>
            <a:graphicFrameLocks noChangeAspect="1"/>
          </p:cNvGraphicFramePr>
          <p:nvPr>
            <p:extLst>
              <p:ext uri="{D42A27DB-BD31-4B8C-83A1-F6EECF244321}">
                <p14:modId xmlns:p14="http://schemas.microsoft.com/office/powerpoint/2010/main" val="2008845730"/>
              </p:ext>
            </p:extLst>
          </p:nvPr>
        </p:nvGraphicFramePr>
        <p:xfrm>
          <a:off x="2437283" y="5353024"/>
          <a:ext cx="5915025" cy="673100"/>
        </p:xfrm>
        <a:graphic>
          <a:graphicData uri="http://schemas.openxmlformats.org/presentationml/2006/ole">
            <mc:AlternateContent xmlns:mc="http://schemas.openxmlformats.org/markup-compatibility/2006">
              <mc:Choice xmlns:v="urn:schemas-microsoft-com:vml" Requires="v">
                <p:oleObj spid="_x0000_s196163" name="Equation" r:id="rId13" imgW="5905500" imgH="673100" progId="Equation.DSMT4">
                  <p:embed/>
                </p:oleObj>
              </mc:Choice>
              <mc:Fallback>
                <p:oleObj name="Equation" r:id="rId13" imgW="5905500" imgH="673100" progId="Equation.DSMT4">
                  <p:embed/>
                  <p:pic>
                    <p:nvPicPr>
                      <p:cNvPr id="16" name="Object 6">
                        <a:extLst>
                          <a:ext uri="{FF2B5EF4-FFF2-40B4-BE49-F238E27FC236}">
                            <a16:creationId xmlns:a16="http://schemas.microsoft.com/office/drawing/2014/main" id="{E299FECD-237F-44FE-83FD-4FC511A1E47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37283" y="5353024"/>
                        <a:ext cx="5915025" cy="673100"/>
                      </a:xfrm>
                      <a:prstGeom prst="rect">
                        <a:avLst/>
                      </a:prstGeom>
                      <a:solidFill>
                        <a:srgbClr val="FFFF99"/>
                      </a:solidFill>
                      <a:ln>
                        <a:noFill/>
                      </a:ln>
                      <a:effectLst/>
                      <a:extLst/>
                    </p:spPr>
                  </p:pic>
                </p:oleObj>
              </mc:Fallback>
            </mc:AlternateContent>
          </a:graphicData>
        </a:graphic>
      </p:graphicFrame>
      <p:sp>
        <p:nvSpPr>
          <p:cNvPr id="17" name="AutoShape 5">
            <a:extLst>
              <a:ext uri="{FF2B5EF4-FFF2-40B4-BE49-F238E27FC236}">
                <a16:creationId xmlns:a16="http://schemas.microsoft.com/office/drawing/2014/main" id="{3ACDFDBB-7049-49D6-AD2D-4C4A3E1C33EF}"/>
              </a:ext>
            </a:extLst>
          </p:cNvPr>
          <p:cNvSpPr>
            <a:spLocks noChangeArrowheads="1"/>
          </p:cNvSpPr>
          <p:nvPr/>
        </p:nvSpPr>
        <p:spPr bwMode="auto">
          <a:xfrm>
            <a:off x="2583335" y="6309568"/>
            <a:ext cx="3994770" cy="431800"/>
          </a:xfrm>
          <a:prstGeom prst="wedgeRoundRectCallout">
            <a:avLst>
              <a:gd name="adj1" fmla="val 21281"/>
              <a:gd name="adj2" fmla="val 26079"/>
              <a:gd name="adj3" fmla="val 16667"/>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求解一阶电路三要素公式</a:t>
            </a:r>
          </a:p>
        </p:txBody>
      </p:sp>
      <p:sp>
        <p:nvSpPr>
          <p:cNvPr id="18" name="Rectangle 2">
            <a:extLst>
              <a:ext uri="{FF2B5EF4-FFF2-40B4-BE49-F238E27FC236}">
                <a16:creationId xmlns:a16="http://schemas.microsoft.com/office/drawing/2014/main" id="{3F8B4843-61B2-4462-8EA7-7DB1D0ED490C}"/>
              </a:ext>
            </a:extLst>
          </p:cNvPr>
          <p:cNvSpPr>
            <a:spLocks noChangeArrowheads="1"/>
          </p:cNvSpPr>
          <p:nvPr/>
        </p:nvSpPr>
        <p:spPr bwMode="auto">
          <a:xfrm>
            <a:off x="226622" y="85108"/>
            <a:ext cx="4227512" cy="442227"/>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bg1"/>
                </a:solidFill>
                <a:miter lim="800000"/>
                <a:headEnd/>
                <a:tailEnd/>
              </a14:hiddenLine>
            </a:ex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一阶电路的微分方程的求解</a:t>
            </a:r>
            <a:endParaRPr kumimoji="0" lang="zh-CN" altLang="en-US"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Text Box 14">
            <a:extLst>
              <a:ext uri="{FF2B5EF4-FFF2-40B4-BE49-F238E27FC236}">
                <a16:creationId xmlns:a16="http://schemas.microsoft.com/office/drawing/2014/main" id="{ED768ACD-89B0-48C9-B684-1A4B4D0BC4D6}"/>
              </a:ext>
            </a:extLst>
          </p:cNvPr>
          <p:cNvSpPr txBox="1">
            <a:spLocks noChangeArrowheads="1"/>
          </p:cNvSpPr>
          <p:nvPr/>
        </p:nvSpPr>
        <p:spPr bwMode="auto">
          <a:xfrm>
            <a:off x="377030" y="1856771"/>
            <a:ext cx="1723549"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其全解为：</a:t>
            </a:r>
          </a:p>
        </p:txBody>
      </p:sp>
      <p:graphicFrame>
        <p:nvGraphicFramePr>
          <p:cNvPr id="23" name="Object 6">
            <a:extLst>
              <a:ext uri="{FF2B5EF4-FFF2-40B4-BE49-F238E27FC236}">
                <a16:creationId xmlns:a16="http://schemas.microsoft.com/office/drawing/2014/main" id="{FB958F8D-CE5F-4128-B359-1C7DE42061E6}"/>
              </a:ext>
            </a:extLst>
          </p:cNvPr>
          <p:cNvGraphicFramePr>
            <a:graphicFrameLocks noChangeAspect="1"/>
          </p:cNvGraphicFramePr>
          <p:nvPr>
            <p:extLst>
              <p:ext uri="{D42A27DB-BD31-4B8C-83A1-F6EECF244321}">
                <p14:modId xmlns:p14="http://schemas.microsoft.com/office/powerpoint/2010/main" val="3394168341"/>
              </p:ext>
            </p:extLst>
          </p:nvPr>
        </p:nvGraphicFramePr>
        <p:xfrm>
          <a:off x="1959148" y="2477804"/>
          <a:ext cx="1781175" cy="482600"/>
        </p:xfrm>
        <a:graphic>
          <a:graphicData uri="http://schemas.openxmlformats.org/presentationml/2006/ole">
            <mc:AlternateContent xmlns:mc="http://schemas.openxmlformats.org/markup-compatibility/2006">
              <mc:Choice xmlns:v="urn:schemas-microsoft-com:vml" Requires="v">
                <p:oleObj spid="_x0000_s196164" name="Equation" r:id="rId15" imgW="1777680" imgH="482400" progId="Equation.DSMT4">
                  <p:embed/>
                </p:oleObj>
              </mc:Choice>
              <mc:Fallback>
                <p:oleObj name="Equation" r:id="rId15" imgW="1777680" imgH="482400" progId="Equation.DSMT4">
                  <p:embed/>
                  <p:pic>
                    <p:nvPicPr>
                      <p:cNvPr id="462854" name="Object 6">
                        <a:extLst>
                          <a:ext uri="{FF2B5EF4-FFF2-40B4-BE49-F238E27FC236}">
                            <a16:creationId xmlns:a16="http://schemas.microsoft.com/office/drawing/2014/main" id="{C077EF96-6E60-4D0F-B652-E0ED4A2E3450}"/>
                          </a:ext>
                        </a:extLst>
                      </p:cNvPr>
                      <p:cNvPicPr>
                        <a:picLocks noChangeAspect="1" noChangeArrowheads="1"/>
                      </p:cNvPicPr>
                      <p:nvPr/>
                    </p:nvPicPr>
                    <p:blipFill>
                      <a:blip r:embed="rId16"/>
                      <a:srcRect/>
                      <a:stretch>
                        <a:fillRect/>
                      </a:stretch>
                    </p:blipFill>
                    <p:spPr bwMode="auto">
                      <a:xfrm>
                        <a:off x="1959148" y="2477804"/>
                        <a:ext cx="178117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14">
            <a:extLst>
              <a:ext uri="{FF2B5EF4-FFF2-40B4-BE49-F238E27FC236}">
                <a16:creationId xmlns:a16="http://schemas.microsoft.com/office/drawing/2014/main" id="{FE36EA7F-D5EE-4CCD-AB18-EEE53DADB0BD}"/>
              </a:ext>
            </a:extLst>
          </p:cNvPr>
          <p:cNvSpPr txBox="1">
            <a:spLocks noChangeArrowheads="1"/>
          </p:cNvSpPr>
          <p:nvPr/>
        </p:nvSpPr>
        <p:spPr bwMode="auto">
          <a:xfrm>
            <a:off x="365606" y="2460014"/>
            <a:ext cx="1690201"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其通解为：</a:t>
            </a:r>
          </a:p>
        </p:txBody>
      </p:sp>
      <p:graphicFrame>
        <p:nvGraphicFramePr>
          <p:cNvPr id="25" name="Object 4">
            <a:extLst>
              <a:ext uri="{FF2B5EF4-FFF2-40B4-BE49-F238E27FC236}">
                <a16:creationId xmlns:a16="http://schemas.microsoft.com/office/drawing/2014/main" id="{27CA1D73-892C-49DB-A9B9-F2CAE8A6CAAC}"/>
              </a:ext>
            </a:extLst>
          </p:cNvPr>
          <p:cNvGraphicFramePr>
            <a:graphicFrameLocks noChangeAspect="1"/>
          </p:cNvGraphicFramePr>
          <p:nvPr>
            <p:extLst>
              <p:ext uri="{D42A27DB-BD31-4B8C-83A1-F6EECF244321}">
                <p14:modId xmlns:p14="http://schemas.microsoft.com/office/powerpoint/2010/main" val="2898468309"/>
              </p:ext>
            </p:extLst>
          </p:nvPr>
        </p:nvGraphicFramePr>
        <p:xfrm>
          <a:off x="5426950" y="2325859"/>
          <a:ext cx="1993900" cy="836613"/>
        </p:xfrm>
        <a:graphic>
          <a:graphicData uri="http://schemas.openxmlformats.org/presentationml/2006/ole">
            <mc:AlternateContent xmlns:mc="http://schemas.openxmlformats.org/markup-compatibility/2006">
              <mc:Choice xmlns:v="urn:schemas-microsoft-com:vml" Requires="v">
                <p:oleObj spid="_x0000_s196165" name="Equation" r:id="rId17" imgW="1993680" imgH="838080" progId="Equation.DSMT4">
                  <p:embed/>
                </p:oleObj>
              </mc:Choice>
              <mc:Fallback>
                <p:oleObj name="Equation" r:id="rId17" imgW="1993680" imgH="838080" progId="Equation.DSMT4">
                  <p:embed/>
                  <p:pic>
                    <p:nvPicPr>
                      <p:cNvPr id="462852" name="Object 4">
                        <a:extLst>
                          <a:ext uri="{FF2B5EF4-FFF2-40B4-BE49-F238E27FC236}">
                            <a16:creationId xmlns:a16="http://schemas.microsoft.com/office/drawing/2014/main" id="{3649DDB8-02FC-40CA-A50C-0C7DBDF96CB9}"/>
                          </a:ext>
                        </a:extLst>
                      </p:cNvPr>
                      <p:cNvPicPr>
                        <a:picLocks noChangeAspect="1" noChangeArrowheads="1"/>
                      </p:cNvPicPr>
                      <p:nvPr/>
                    </p:nvPicPr>
                    <p:blipFill>
                      <a:blip r:embed="rId18"/>
                      <a:srcRect/>
                      <a:stretch>
                        <a:fillRect/>
                      </a:stretch>
                    </p:blipFill>
                    <p:spPr bwMode="auto">
                      <a:xfrm>
                        <a:off x="5426950" y="2325859"/>
                        <a:ext cx="1993900"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9A386653-7E21-4F5D-A14F-642FC1133B1A}"/>
              </a:ext>
            </a:extLst>
          </p:cNvPr>
          <p:cNvSpPr/>
          <p:nvPr/>
        </p:nvSpPr>
        <p:spPr>
          <a:xfrm>
            <a:off x="3627938" y="2551081"/>
            <a:ext cx="4724370" cy="461665"/>
          </a:xfrm>
          <a:prstGeom prst="rect">
            <a:avLst/>
          </a:prstGeom>
        </p:spPr>
        <p:txBody>
          <a:bodyPr wrap="none">
            <a:spAutoFit/>
          </a:bodyPr>
          <a:lstStyle/>
          <a:p>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且满足方程                               则：</a:t>
            </a:r>
            <a:endParaRPr lang="zh-CN" altLang="en-US" sz="2400" dirty="0"/>
          </a:p>
        </p:txBody>
      </p:sp>
      <p:graphicFrame>
        <p:nvGraphicFramePr>
          <p:cNvPr id="27" name="Object 6">
            <a:extLst>
              <a:ext uri="{FF2B5EF4-FFF2-40B4-BE49-F238E27FC236}">
                <a16:creationId xmlns:a16="http://schemas.microsoft.com/office/drawing/2014/main" id="{B09A160E-B6DF-42F6-9838-E6AC5DEF94D9}"/>
              </a:ext>
            </a:extLst>
          </p:cNvPr>
          <p:cNvGraphicFramePr>
            <a:graphicFrameLocks noChangeAspect="1"/>
          </p:cNvGraphicFramePr>
          <p:nvPr>
            <p:extLst>
              <p:ext uri="{D42A27DB-BD31-4B8C-83A1-F6EECF244321}">
                <p14:modId xmlns:p14="http://schemas.microsoft.com/office/powerpoint/2010/main" val="2053428700"/>
              </p:ext>
            </p:extLst>
          </p:nvPr>
        </p:nvGraphicFramePr>
        <p:xfrm>
          <a:off x="323528" y="3179316"/>
          <a:ext cx="2316163" cy="393700"/>
        </p:xfrm>
        <a:graphic>
          <a:graphicData uri="http://schemas.openxmlformats.org/presentationml/2006/ole">
            <mc:AlternateContent xmlns:mc="http://schemas.openxmlformats.org/markup-compatibility/2006">
              <mc:Choice xmlns:v="urn:schemas-microsoft-com:vml" Requires="v">
                <p:oleObj spid="_x0000_s196166" name="Equation" r:id="rId19" imgW="2311200" imgH="393480" progId="Equation.DSMT4">
                  <p:embed/>
                </p:oleObj>
              </mc:Choice>
              <mc:Fallback>
                <p:oleObj name="Equation" r:id="rId19" imgW="2311200" imgH="393480" progId="Equation.DSMT4">
                  <p:embed/>
                  <p:pic>
                    <p:nvPicPr>
                      <p:cNvPr id="23" name="Object 6">
                        <a:extLst>
                          <a:ext uri="{FF2B5EF4-FFF2-40B4-BE49-F238E27FC236}">
                            <a16:creationId xmlns:a16="http://schemas.microsoft.com/office/drawing/2014/main" id="{FB958F8D-CE5F-4128-B359-1C7DE42061E6}"/>
                          </a:ext>
                        </a:extLst>
                      </p:cNvPr>
                      <p:cNvPicPr>
                        <a:picLocks noChangeAspect="1" noChangeArrowheads="1"/>
                      </p:cNvPicPr>
                      <p:nvPr/>
                    </p:nvPicPr>
                    <p:blipFill>
                      <a:blip r:embed="rId20"/>
                      <a:srcRect/>
                      <a:stretch>
                        <a:fillRect/>
                      </a:stretch>
                    </p:blipFill>
                    <p:spPr bwMode="auto">
                      <a:xfrm>
                        <a:off x="323528" y="3179316"/>
                        <a:ext cx="23161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 Box 14">
            <a:extLst>
              <a:ext uri="{FF2B5EF4-FFF2-40B4-BE49-F238E27FC236}">
                <a16:creationId xmlns:a16="http://schemas.microsoft.com/office/drawing/2014/main" id="{714306E9-17A6-4733-BBE0-E42E585A99B7}"/>
              </a:ext>
            </a:extLst>
          </p:cNvPr>
          <p:cNvSpPr txBox="1">
            <a:spLocks noChangeArrowheads="1"/>
          </p:cNvSpPr>
          <p:nvPr/>
        </p:nvSpPr>
        <p:spPr bwMode="auto">
          <a:xfrm>
            <a:off x="2748164" y="3183359"/>
            <a:ext cx="2336591"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故特征方程为：</a:t>
            </a:r>
          </a:p>
        </p:txBody>
      </p:sp>
      <p:sp>
        <p:nvSpPr>
          <p:cNvPr id="29" name="Text Box 14">
            <a:extLst>
              <a:ext uri="{FF2B5EF4-FFF2-40B4-BE49-F238E27FC236}">
                <a16:creationId xmlns:a16="http://schemas.microsoft.com/office/drawing/2014/main" id="{C2D84D96-4598-49F6-AC8A-3EFBB8B619EF}"/>
              </a:ext>
            </a:extLst>
          </p:cNvPr>
          <p:cNvSpPr txBox="1">
            <a:spLocks noChangeArrowheads="1"/>
          </p:cNvSpPr>
          <p:nvPr/>
        </p:nvSpPr>
        <p:spPr bwMode="auto">
          <a:xfrm>
            <a:off x="6121380" y="3158437"/>
            <a:ext cx="1611764"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特征根为：</a:t>
            </a:r>
          </a:p>
        </p:txBody>
      </p:sp>
      <p:graphicFrame>
        <p:nvGraphicFramePr>
          <p:cNvPr id="30" name="Object 6">
            <a:extLst>
              <a:ext uri="{FF2B5EF4-FFF2-40B4-BE49-F238E27FC236}">
                <a16:creationId xmlns:a16="http://schemas.microsoft.com/office/drawing/2014/main" id="{D7C3CF66-1D96-4E4C-A5A4-96D4AD20045E}"/>
              </a:ext>
            </a:extLst>
          </p:cNvPr>
          <p:cNvGraphicFramePr>
            <a:graphicFrameLocks noChangeAspect="1"/>
          </p:cNvGraphicFramePr>
          <p:nvPr>
            <p:extLst>
              <p:ext uri="{D42A27DB-BD31-4B8C-83A1-F6EECF244321}">
                <p14:modId xmlns:p14="http://schemas.microsoft.com/office/powerpoint/2010/main" val="2164665807"/>
              </p:ext>
            </p:extLst>
          </p:nvPr>
        </p:nvGraphicFramePr>
        <p:xfrm>
          <a:off x="7733144" y="2980222"/>
          <a:ext cx="1042987" cy="749300"/>
        </p:xfrm>
        <a:graphic>
          <a:graphicData uri="http://schemas.openxmlformats.org/presentationml/2006/ole">
            <mc:AlternateContent xmlns:mc="http://schemas.openxmlformats.org/markup-compatibility/2006">
              <mc:Choice xmlns:v="urn:schemas-microsoft-com:vml" Requires="v">
                <p:oleObj spid="_x0000_s196167" name="Equation" r:id="rId21" imgW="1041120" imgH="749160" progId="Equation.DSMT4">
                  <p:embed/>
                </p:oleObj>
              </mc:Choice>
              <mc:Fallback>
                <p:oleObj name="Equation" r:id="rId21" imgW="1041120" imgH="749160" progId="Equation.DSMT4">
                  <p:embed/>
                  <p:pic>
                    <p:nvPicPr>
                      <p:cNvPr id="27" name="Object 6">
                        <a:extLst>
                          <a:ext uri="{FF2B5EF4-FFF2-40B4-BE49-F238E27FC236}">
                            <a16:creationId xmlns:a16="http://schemas.microsoft.com/office/drawing/2014/main" id="{B09A160E-B6DF-42F6-9838-E6AC5DEF94D9}"/>
                          </a:ext>
                        </a:extLst>
                      </p:cNvPr>
                      <p:cNvPicPr>
                        <a:picLocks noChangeAspect="1" noChangeArrowheads="1"/>
                      </p:cNvPicPr>
                      <p:nvPr/>
                    </p:nvPicPr>
                    <p:blipFill>
                      <a:blip r:embed="rId22"/>
                      <a:srcRect/>
                      <a:stretch>
                        <a:fillRect/>
                      </a:stretch>
                    </p:blipFill>
                    <p:spPr bwMode="auto">
                      <a:xfrm>
                        <a:off x="7733144" y="2980222"/>
                        <a:ext cx="1042987" cy="749300"/>
                      </a:xfrm>
                      <a:prstGeom prst="rect">
                        <a:avLst/>
                      </a:prstGeom>
                      <a:solidFill>
                        <a:srgbClr val="99FF99"/>
                      </a:solidFill>
                      <a:ln>
                        <a:noFill/>
                      </a:ln>
                      <a:effectLst/>
                      <a:extLst/>
                    </p:spPr>
                  </p:pic>
                </p:oleObj>
              </mc:Fallback>
            </mc:AlternateContent>
          </a:graphicData>
        </a:graphic>
      </p:graphicFrame>
      <p:sp>
        <p:nvSpPr>
          <p:cNvPr id="3" name="矩形 2">
            <a:extLst>
              <a:ext uri="{FF2B5EF4-FFF2-40B4-BE49-F238E27FC236}">
                <a16:creationId xmlns:a16="http://schemas.microsoft.com/office/drawing/2014/main" id="{CD423F7D-EB13-42EF-8685-D7AACC60B9B0}"/>
              </a:ext>
            </a:extLst>
          </p:cNvPr>
          <p:cNvSpPr/>
          <p:nvPr/>
        </p:nvSpPr>
        <p:spPr>
          <a:xfrm>
            <a:off x="301551" y="4260164"/>
            <a:ext cx="4676280" cy="461665"/>
          </a:xfrm>
          <a:prstGeom prst="rect">
            <a:avLst/>
          </a:prstGeom>
        </p:spPr>
        <p:txBody>
          <a:bodyPr wrap="none">
            <a:spAutoFit/>
          </a:bodyPr>
          <a:lstStyle/>
          <a:p>
            <a:pPr lvl="0" algn="ctr" eaLnBrk="1" hangingPunct="1">
              <a:defRPr/>
            </a:pP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假设在</a:t>
            </a:r>
            <a:r>
              <a:rPr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时刻换路，</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由式</a:t>
            </a: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①</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得：</a:t>
            </a:r>
          </a:p>
        </p:txBody>
      </p:sp>
      <p:graphicFrame>
        <p:nvGraphicFramePr>
          <p:cNvPr id="32" name="Object 6">
            <a:extLst>
              <a:ext uri="{FF2B5EF4-FFF2-40B4-BE49-F238E27FC236}">
                <a16:creationId xmlns:a16="http://schemas.microsoft.com/office/drawing/2014/main" id="{2929E502-D723-4095-BB77-7A1165DCFDC0}"/>
              </a:ext>
            </a:extLst>
          </p:cNvPr>
          <p:cNvGraphicFramePr>
            <a:graphicFrameLocks noChangeAspect="1"/>
          </p:cNvGraphicFramePr>
          <p:nvPr>
            <p:extLst>
              <p:ext uri="{D42A27DB-BD31-4B8C-83A1-F6EECF244321}">
                <p14:modId xmlns:p14="http://schemas.microsoft.com/office/powerpoint/2010/main" val="4253881066"/>
              </p:ext>
            </p:extLst>
          </p:nvPr>
        </p:nvGraphicFramePr>
        <p:xfrm>
          <a:off x="4929773" y="3255516"/>
          <a:ext cx="1146175" cy="317500"/>
        </p:xfrm>
        <a:graphic>
          <a:graphicData uri="http://schemas.openxmlformats.org/presentationml/2006/ole">
            <mc:AlternateContent xmlns:mc="http://schemas.openxmlformats.org/markup-compatibility/2006">
              <mc:Choice xmlns:v="urn:schemas-microsoft-com:vml" Requires="v">
                <p:oleObj spid="_x0000_s196168" name="Equation" r:id="rId23" imgW="1143000" imgH="317160" progId="Equation.DSMT4">
                  <p:embed/>
                </p:oleObj>
              </mc:Choice>
              <mc:Fallback>
                <p:oleObj name="Equation" r:id="rId23" imgW="1143000" imgH="317160" progId="Equation.DSMT4">
                  <p:embed/>
                  <p:pic>
                    <p:nvPicPr>
                      <p:cNvPr id="27" name="Object 6">
                        <a:extLst>
                          <a:ext uri="{FF2B5EF4-FFF2-40B4-BE49-F238E27FC236}">
                            <a16:creationId xmlns:a16="http://schemas.microsoft.com/office/drawing/2014/main" id="{B09A160E-B6DF-42F6-9838-E6AC5DEF94D9}"/>
                          </a:ext>
                        </a:extLst>
                      </p:cNvPr>
                      <p:cNvPicPr>
                        <a:picLocks noChangeAspect="1" noChangeArrowheads="1"/>
                      </p:cNvPicPr>
                      <p:nvPr/>
                    </p:nvPicPr>
                    <p:blipFill>
                      <a:blip r:embed="rId24"/>
                      <a:srcRect/>
                      <a:stretch>
                        <a:fillRect/>
                      </a:stretch>
                    </p:blipFill>
                    <p:spPr bwMode="auto">
                      <a:xfrm>
                        <a:off x="4929773" y="3255516"/>
                        <a:ext cx="1146175"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 name="直接连接符 4">
            <a:extLst>
              <a:ext uri="{FF2B5EF4-FFF2-40B4-BE49-F238E27FC236}">
                <a16:creationId xmlns:a16="http://schemas.microsoft.com/office/drawing/2014/main" id="{BEACEF06-F253-4507-8BD3-D4D7E9670E2E}"/>
              </a:ext>
            </a:extLst>
          </p:cNvPr>
          <p:cNvCxnSpPr/>
          <p:nvPr/>
        </p:nvCxnSpPr>
        <p:spPr bwMode="auto">
          <a:xfrm>
            <a:off x="0" y="3729522"/>
            <a:ext cx="9037017" cy="0"/>
          </a:xfrm>
          <a:prstGeom prst="line">
            <a:avLst/>
          </a:prstGeom>
          <a:solidFill>
            <a:schemeClr val="accent1"/>
          </a:solidFill>
          <a:ln w="9525" cap="flat" cmpd="sng" algn="ctr">
            <a:solidFill>
              <a:schemeClr val="accent2">
                <a:lumMod val="7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 Box 14">
            <a:extLst>
              <a:ext uri="{FF2B5EF4-FFF2-40B4-BE49-F238E27FC236}">
                <a16:creationId xmlns:a16="http://schemas.microsoft.com/office/drawing/2014/main" id="{54F2EA68-C539-492D-8199-E2FE4C5FBBC5}"/>
              </a:ext>
            </a:extLst>
          </p:cNvPr>
          <p:cNvSpPr txBox="1">
            <a:spLocks noChangeArrowheads="1"/>
          </p:cNvSpPr>
          <p:nvPr/>
        </p:nvSpPr>
        <p:spPr bwMode="auto">
          <a:xfrm>
            <a:off x="440401" y="3764011"/>
            <a:ext cx="4954395"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下面</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初始值确定常数</a:t>
            </a: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 name="文本框 5">
            <a:extLst>
              <a:ext uri="{FF2B5EF4-FFF2-40B4-BE49-F238E27FC236}">
                <a16:creationId xmlns:a16="http://schemas.microsoft.com/office/drawing/2014/main" id="{B04A6513-0AEC-4BC9-BBF4-D4747112A3CB}"/>
              </a:ext>
            </a:extLst>
          </p:cNvPr>
          <p:cNvSpPr txBox="1"/>
          <p:nvPr/>
        </p:nvSpPr>
        <p:spPr>
          <a:xfrm>
            <a:off x="7718358" y="4239228"/>
            <a:ext cx="526050" cy="461665"/>
          </a:xfrm>
          <a:prstGeom prst="rect">
            <a:avLst/>
          </a:prstGeom>
          <a:solidFill>
            <a:srgbClr val="FFFF00"/>
          </a:solidFill>
        </p:spPr>
        <p:txBody>
          <a:bodyPr wrap="square" rtlCol="0">
            <a:spAutoFit/>
          </a:bodyPr>
          <a:lstStyle/>
          <a:p>
            <a:r>
              <a:rPr lang="en-US" altLang="zh-CN" sz="2400" b="1" dirty="0">
                <a:solidFill>
                  <a:srgbClr val="000000"/>
                </a:solidFill>
                <a:latin typeface="Times New Roman" panose="02020603050405020304" pitchFamily="18" charset="0"/>
                <a:cs typeface="Times New Roman" panose="02020603050405020304" pitchFamily="18" charset="0"/>
              </a:rPr>
              <a:t>=1</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708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28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28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28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28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28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down)">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46285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6285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62857"/>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62860"/>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6"/>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7"/>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1" nodeType="clickEffect">
                                  <p:stCondLst>
                                    <p:cond delay="0"/>
                                  </p:stCondLst>
                                  <p:childTnLst>
                                    <p:anim calcmode="lin" valueType="num">
                                      <p:cBhvr additive="base">
                                        <p:cTn id="105" dur="500"/>
                                        <p:tgtEl>
                                          <p:spTgt spid="24"/>
                                        </p:tgtEl>
                                        <p:attrNameLst>
                                          <p:attrName>ppt_x</p:attrName>
                                        </p:attrNameLst>
                                      </p:cBhvr>
                                      <p:tavLst>
                                        <p:tav tm="0">
                                          <p:val>
                                            <p:strVal val="ppt_x"/>
                                          </p:val>
                                        </p:tav>
                                        <p:tav tm="100000">
                                          <p:val>
                                            <p:strVal val="ppt_x"/>
                                          </p:val>
                                        </p:tav>
                                      </p:tavLst>
                                    </p:anim>
                                    <p:anim calcmode="lin" valueType="num">
                                      <p:cBhvr additive="base">
                                        <p:cTn id="106" dur="500"/>
                                        <p:tgtEl>
                                          <p:spTgt spid="24"/>
                                        </p:tgtEl>
                                        <p:attrNameLst>
                                          <p:attrName>ppt_y</p:attrName>
                                        </p:attrNameLst>
                                      </p:cBhvr>
                                      <p:tavLst>
                                        <p:tav tm="0">
                                          <p:val>
                                            <p:strVal val="ppt_y"/>
                                          </p:val>
                                        </p:tav>
                                        <p:tav tm="100000">
                                          <p:val>
                                            <p:strVal val="1+ppt_h/2"/>
                                          </p:val>
                                        </p:tav>
                                      </p:tavLst>
                                    </p:anim>
                                    <p:set>
                                      <p:cBhvr>
                                        <p:cTn id="107" dur="1" fill="hold">
                                          <p:stCondLst>
                                            <p:cond delay="499"/>
                                          </p:stCondLst>
                                        </p:cTn>
                                        <p:tgtEl>
                                          <p:spTgt spid="24"/>
                                        </p:tgtEl>
                                        <p:attrNameLst>
                                          <p:attrName>style.visibility</p:attrName>
                                        </p:attrNameLst>
                                      </p:cBhvr>
                                      <p:to>
                                        <p:strVal val="hidden"/>
                                      </p:to>
                                    </p:set>
                                  </p:childTnLst>
                                </p:cTn>
                              </p:par>
                              <p:par>
                                <p:cTn id="108" presetID="2" presetClass="exit" presetSubtype="4" fill="hold" nodeType="withEffect">
                                  <p:stCondLst>
                                    <p:cond delay="0"/>
                                  </p:stCondLst>
                                  <p:childTnLst>
                                    <p:anim calcmode="lin" valueType="num">
                                      <p:cBhvr additive="base">
                                        <p:cTn id="109" dur="500"/>
                                        <p:tgtEl>
                                          <p:spTgt spid="23"/>
                                        </p:tgtEl>
                                        <p:attrNameLst>
                                          <p:attrName>ppt_x</p:attrName>
                                        </p:attrNameLst>
                                      </p:cBhvr>
                                      <p:tavLst>
                                        <p:tav tm="0">
                                          <p:val>
                                            <p:strVal val="ppt_x"/>
                                          </p:val>
                                        </p:tav>
                                        <p:tav tm="100000">
                                          <p:val>
                                            <p:strVal val="ppt_x"/>
                                          </p:val>
                                        </p:tav>
                                      </p:tavLst>
                                    </p:anim>
                                    <p:anim calcmode="lin" valueType="num">
                                      <p:cBhvr additive="base">
                                        <p:cTn id="110" dur="500"/>
                                        <p:tgtEl>
                                          <p:spTgt spid="23"/>
                                        </p:tgtEl>
                                        <p:attrNameLst>
                                          <p:attrName>ppt_y</p:attrName>
                                        </p:attrNameLst>
                                      </p:cBhvr>
                                      <p:tavLst>
                                        <p:tav tm="0">
                                          <p:val>
                                            <p:strVal val="ppt_y"/>
                                          </p:val>
                                        </p:tav>
                                        <p:tav tm="100000">
                                          <p:val>
                                            <p:strVal val="1+ppt_h/2"/>
                                          </p:val>
                                        </p:tav>
                                      </p:tavLst>
                                    </p:anim>
                                    <p:set>
                                      <p:cBhvr>
                                        <p:cTn id="111" dur="1" fill="hold">
                                          <p:stCondLst>
                                            <p:cond delay="499"/>
                                          </p:stCondLst>
                                        </p:cTn>
                                        <p:tgtEl>
                                          <p:spTgt spid="23"/>
                                        </p:tgtEl>
                                        <p:attrNameLst>
                                          <p:attrName>style.visibility</p:attrName>
                                        </p:attrNameLst>
                                      </p:cBhvr>
                                      <p:to>
                                        <p:strVal val="hidden"/>
                                      </p:to>
                                    </p:set>
                                  </p:childTnLst>
                                </p:cTn>
                              </p:par>
                              <p:par>
                                <p:cTn id="112" presetID="2" presetClass="exit" presetSubtype="4" fill="hold" grpId="1" nodeType="withEffect">
                                  <p:stCondLst>
                                    <p:cond delay="0"/>
                                  </p:stCondLst>
                                  <p:childTnLst>
                                    <p:anim calcmode="lin" valueType="num">
                                      <p:cBhvr additive="base">
                                        <p:cTn id="113" dur="500"/>
                                        <p:tgtEl>
                                          <p:spTgt spid="2"/>
                                        </p:tgtEl>
                                        <p:attrNameLst>
                                          <p:attrName>ppt_x</p:attrName>
                                        </p:attrNameLst>
                                      </p:cBhvr>
                                      <p:tavLst>
                                        <p:tav tm="0">
                                          <p:val>
                                            <p:strVal val="ppt_x"/>
                                          </p:val>
                                        </p:tav>
                                        <p:tav tm="100000">
                                          <p:val>
                                            <p:strVal val="ppt_x"/>
                                          </p:val>
                                        </p:tav>
                                      </p:tavLst>
                                    </p:anim>
                                    <p:anim calcmode="lin" valueType="num">
                                      <p:cBhvr additive="base">
                                        <p:cTn id="114" dur="500"/>
                                        <p:tgtEl>
                                          <p:spTgt spid="2"/>
                                        </p:tgtEl>
                                        <p:attrNameLst>
                                          <p:attrName>ppt_y</p:attrName>
                                        </p:attrNameLst>
                                      </p:cBhvr>
                                      <p:tavLst>
                                        <p:tav tm="0">
                                          <p:val>
                                            <p:strVal val="ppt_y"/>
                                          </p:val>
                                        </p:tav>
                                        <p:tav tm="100000">
                                          <p:val>
                                            <p:strVal val="1+ppt_h/2"/>
                                          </p:val>
                                        </p:tav>
                                      </p:tavLst>
                                    </p:anim>
                                    <p:set>
                                      <p:cBhvr>
                                        <p:cTn id="115" dur="1" fill="hold">
                                          <p:stCondLst>
                                            <p:cond delay="499"/>
                                          </p:stCondLst>
                                        </p:cTn>
                                        <p:tgtEl>
                                          <p:spTgt spid="2"/>
                                        </p:tgtEl>
                                        <p:attrNameLst>
                                          <p:attrName>style.visibility</p:attrName>
                                        </p:attrNameLst>
                                      </p:cBhvr>
                                      <p:to>
                                        <p:strVal val="hidden"/>
                                      </p:to>
                                    </p:set>
                                  </p:childTnLst>
                                </p:cTn>
                              </p:par>
                              <p:par>
                                <p:cTn id="116" presetID="2" presetClass="exit" presetSubtype="4" fill="hold" nodeType="withEffect">
                                  <p:stCondLst>
                                    <p:cond delay="0"/>
                                  </p:stCondLst>
                                  <p:childTnLst>
                                    <p:anim calcmode="lin" valueType="num">
                                      <p:cBhvr additive="base">
                                        <p:cTn id="117" dur="500"/>
                                        <p:tgtEl>
                                          <p:spTgt spid="25"/>
                                        </p:tgtEl>
                                        <p:attrNameLst>
                                          <p:attrName>ppt_x</p:attrName>
                                        </p:attrNameLst>
                                      </p:cBhvr>
                                      <p:tavLst>
                                        <p:tav tm="0">
                                          <p:val>
                                            <p:strVal val="ppt_x"/>
                                          </p:val>
                                        </p:tav>
                                        <p:tav tm="100000">
                                          <p:val>
                                            <p:strVal val="ppt_x"/>
                                          </p:val>
                                        </p:tav>
                                      </p:tavLst>
                                    </p:anim>
                                    <p:anim calcmode="lin" valueType="num">
                                      <p:cBhvr additive="base">
                                        <p:cTn id="118" dur="500"/>
                                        <p:tgtEl>
                                          <p:spTgt spid="25"/>
                                        </p:tgtEl>
                                        <p:attrNameLst>
                                          <p:attrName>ppt_y</p:attrName>
                                        </p:attrNameLst>
                                      </p:cBhvr>
                                      <p:tavLst>
                                        <p:tav tm="0">
                                          <p:val>
                                            <p:strVal val="ppt_y"/>
                                          </p:val>
                                        </p:tav>
                                        <p:tav tm="100000">
                                          <p:val>
                                            <p:strVal val="1+ppt_h/2"/>
                                          </p:val>
                                        </p:tav>
                                      </p:tavLst>
                                    </p:anim>
                                    <p:set>
                                      <p:cBhvr>
                                        <p:cTn id="119" dur="1" fill="hold">
                                          <p:stCondLst>
                                            <p:cond delay="499"/>
                                          </p:stCondLst>
                                        </p:cTn>
                                        <p:tgtEl>
                                          <p:spTgt spid="25"/>
                                        </p:tgtEl>
                                        <p:attrNameLst>
                                          <p:attrName>style.visibility</p:attrName>
                                        </p:attrNameLst>
                                      </p:cBhvr>
                                      <p:to>
                                        <p:strVal val="hidden"/>
                                      </p:to>
                                    </p:set>
                                  </p:childTnLst>
                                </p:cTn>
                              </p:par>
                              <p:par>
                                <p:cTn id="120" presetID="2" presetClass="exit" presetSubtype="4" fill="hold" nodeType="withEffect">
                                  <p:stCondLst>
                                    <p:cond delay="0"/>
                                  </p:stCondLst>
                                  <p:childTnLst>
                                    <p:anim calcmode="lin" valueType="num">
                                      <p:cBhvr additive="base">
                                        <p:cTn id="121" dur="500"/>
                                        <p:tgtEl>
                                          <p:spTgt spid="27"/>
                                        </p:tgtEl>
                                        <p:attrNameLst>
                                          <p:attrName>ppt_x</p:attrName>
                                        </p:attrNameLst>
                                      </p:cBhvr>
                                      <p:tavLst>
                                        <p:tav tm="0">
                                          <p:val>
                                            <p:strVal val="ppt_x"/>
                                          </p:val>
                                        </p:tav>
                                        <p:tav tm="100000">
                                          <p:val>
                                            <p:strVal val="ppt_x"/>
                                          </p:val>
                                        </p:tav>
                                      </p:tavLst>
                                    </p:anim>
                                    <p:anim calcmode="lin" valueType="num">
                                      <p:cBhvr additive="base">
                                        <p:cTn id="122" dur="500"/>
                                        <p:tgtEl>
                                          <p:spTgt spid="27"/>
                                        </p:tgtEl>
                                        <p:attrNameLst>
                                          <p:attrName>ppt_y</p:attrName>
                                        </p:attrNameLst>
                                      </p:cBhvr>
                                      <p:tavLst>
                                        <p:tav tm="0">
                                          <p:val>
                                            <p:strVal val="ppt_y"/>
                                          </p:val>
                                        </p:tav>
                                        <p:tav tm="100000">
                                          <p:val>
                                            <p:strVal val="1+ppt_h/2"/>
                                          </p:val>
                                        </p:tav>
                                      </p:tavLst>
                                    </p:anim>
                                    <p:set>
                                      <p:cBhvr>
                                        <p:cTn id="123" dur="1" fill="hold">
                                          <p:stCondLst>
                                            <p:cond delay="499"/>
                                          </p:stCondLst>
                                        </p:cTn>
                                        <p:tgtEl>
                                          <p:spTgt spid="27"/>
                                        </p:tgtEl>
                                        <p:attrNameLst>
                                          <p:attrName>style.visibility</p:attrName>
                                        </p:attrNameLst>
                                      </p:cBhvr>
                                      <p:to>
                                        <p:strVal val="hidden"/>
                                      </p:to>
                                    </p:set>
                                  </p:childTnLst>
                                </p:cTn>
                              </p:par>
                              <p:par>
                                <p:cTn id="124" presetID="2" presetClass="exit" presetSubtype="4" fill="hold" grpId="1" nodeType="withEffect">
                                  <p:stCondLst>
                                    <p:cond delay="0"/>
                                  </p:stCondLst>
                                  <p:childTnLst>
                                    <p:anim calcmode="lin" valueType="num">
                                      <p:cBhvr additive="base">
                                        <p:cTn id="125" dur="500"/>
                                        <p:tgtEl>
                                          <p:spTgt spid="28"/>
                                        </p:tgtEl>
                                        <p:attrNameLst>
                                          <p:attrName>ppt_x</p:attrName>
                                        </p:attrNameLst>
                                      </p:cBhvr>
                                      <p:tavLst>
                                        <p:tav tm="0">
                                          <p:val>
                                            <p:strVal val="ppt_x"/>
                                          </p:val>
                                        </p:tav>
                                        <p:tav tm="100000">
                                          <p:val>
                                            <p:strVal val="ppt_x"/>
                                          </p:val>
                                        </p:tav>
                                      </p:tavLst>
                                    </p:anim>
                                    <p:anim calcmode="lin" valueType="num">
                                      <p:cBhvr additive="base">
                                        <p:cTn id="126" dur="500"/>
                                        <p:tgtEl>
                                          <p:spTgt spid="28"/>
                                        </p:tgtEl>
                                        <p:attrNameLst>
                                          <p:attrName>ppt_y</p:attrName>
                                        </p:attrNameLst>
                                      </p:cBhvr>
                                      <p:tavLst>
                                        <p:tav tm="0">
                                          <p:val>
                                            <p:strVal val="ppt_y"/>
                                          </p:val>
                                        </p:tav>
                                        <p:tav tm="100000">
                                          <p:val>
                                            <p:strVal val="1+ppt_h/2"/>
                                          </p:val>
                                        </p:tav>
                                      </p:tavLst>
                                    </p:anim>
                                    <p:set>
                                      <p:cBhvr>
                                        <p:cTn id="127" dur="1" fill="hold">
                                          <p:stCondLst>
                                            <p:cond delay="499"/>
                                          </p:stCondLst>
                                        </p:cTn>
                                        <p:tgtEl>
                                          <p:spTgt spid="28"/>
                                        </p:tgtEl>
                                        <p:attrNameLst>
                                          <p:attrName>style.visibility</p:attrName>
                                        </p:attrNameLst>
                                      </p:cBhvr>
                                      <p:to>
                                        <p:strVal val="hidden"/>
                                      </p:to>
                                    </p:set>
                                  </p:childTnLst>
                                </p:cTn>
                              </p:par>
                              <p:par>
                                <p:cTn id="128" presetID="2" presetClass="exit" presetSubtype="4" fill="hold" nodeType="withEffect">
                                  <p:stCondLst>
                                    <p:cond delay="0"/>
                                  </p:stCondLst>
                                  <p:childTnLst>
                                    <p:anim calcmode="lin" valueType="num">
                                      <p:cBhvr additive="base">
                                        <p:cTn id="129" dur="500"/>
                                        <p:tgtEl>
                                          <p:spTgt spid="32"/>
                                        </p:tgtEl>
                                        <p:attrNameLst>
                                          <p:attrName>ppt_x</p:attrName>
                                        </p:attrNameLst>
                                      </p:cBhvr>
                                      <p:tavLst>
                                        <p:tav tm="0">
                                          <p:val>
                                            <p:strVal val="ppt_x"/>
                                          </p:val>
                                        </p:tav>
                                        <p:tav tm="100000">
                                          <p:val>
                                            <p:strVal val="ppt_x"/>
                                          </p:val>
                                        </p:tav>
                                      </p:tavLst>
                                    </p:anim>
                                    <p:anim calcmode="lin" valueType="num">
                                      <p:cBhvr additive="base">
                                        <p:cTn id="130" dur="500"/>
                                        <p:tgtEl>
                                          <p:spTgt spid="32"/>
                                        </p:tgtEl>
                                        <p:attrNameLst>
                                          <p:attrName>ppt_y</p:attrName>
                                        </p:attrNameLst>
                                      </p:cBhvr>
                                      <p:tavLst>
                                        <p:tav tm="0">
                                          <p:val>
                                            <p:strVal val="ppt_y"/>
                                          </p:val>
                                        </p:tav>
                                        <p:tav tm="100000">
                                          <p:val>
                                            <p:strVal val="1+ppt_h/2"/>
                                          </p:val>
                                        </p:tav>
                                      </p:tavLst>
                                    </p:anim>
                                    <p:set>
                                      <p:cBhvr>
                                        <p:cTn id="131" dur="1" fill="hold">
                                          <p:stCondLst>
                                            <p:cond delay="499"/>
                                          </p:stCondLst>
                                        </p:cTn>
                                        <p:tgtEl>
                                          <p:spTgt spid="32"/>
                                        </p:tgtEl>
                                        <p:attrNameLst>
                                          <p:attrName>style.visibility</p:attrName>
                                        </p:attrNameLst>
                                      </p:cBhvr>
                                      <p:to>
                                        <p:strVal val="hidden"/>
                                      </p:to>
                                    </p:set>
                                  </p:childTnLst>
                                </p:cTn>
                              </p:par>
                              <p:par>
                                <p:cTn id="132" presetID="2" presetClass="exit" presetSubtype="4" fill="hold" grpId="1" nodeType="withEffect">
                                  <p:stCondLst>
                                    <p:cond delay="0"/>
                                  </p:stCondLst>
                                  <p:childTnLst>
                                    <p:anim calcmode="lin" valueType="num">
                                      <p:cBhvr additive="base">
                                        <p:cTn id="133" dur="500"/>
                                        <p:tgtEl>
                                          <p:spTgt spid="29"/>
                                        </p:tgtEl>
                                        <p:attrNameLst>
                                          <p:attrName>ppt_x</p:attrName>
                                        </p:attrNameLst>
                                      </p:cBhvr>
                                      <p:tavLst>
                                        <p:tav tm="0">
                                          <p:val>
                                            <p:strVal val="ppt_x"/>
                                          </p:val>
                                        </p:tav>
                                        <p:tav tm="100000">
                                          <p:val>
                                            <p:strVal val="ppt_x"/>
                                          </p:val>
                                        </p:tav>
                                      </p:tavLst>
                                    </p:anim>
                                    <p:anim calcmode="lin" valueType="num">
                                      <p:cBhvr additive="base">
                                        <p:cTn id="134" dur="500"/>
                                        <p:tgtEl>
                                          <p:spTgt spid="29"/>
                                        </p:tgtEl>
                                        <p:attrNameLst>
                                          <p:attrName>ppt_y</p:attrName>
                                        </p:attrNameLst>
                                      </p:cBhvr>
                                      <p:tavLst>
                                        <p:tav tm="0">
                                          <p:val>
                                            <p:strVal val="ppt_y"/>
                                          </p:val>
                                        </p:tav>
                                        <p:tav tm="100000">
                                          <p:val>
                                            <p:strVal val="1+ppt_h/2"/>
                                          </p:val>
                                        </p:tav>
                                      </p:tavLst>
                                    </p:anim>
                                    <p:set>
                                      <p:cBhvr>
                                        <p:cTn id="135" dur="1" fill="hold">
                                          <p:stCondLst>
                                            <p:cond delay="499"/>
                                          </p:stCondLst>
                                        </p:cTn>
                                        <p:tgtEl>
                                          <p:spTgt spid="29"/>
                                        </p:tgtEl>
                                        <p:attrNameLst>
                                          <p:attrName>style.visibility</p:attrName>
                                        </p:attrNameLst>
                                      </p:cBhvr>
                                      <p:to>
                                        <p:strVal val="hidden"/>
                                      </p:to>
                                    </p:set>
                                  </p:childTnLst>
                                </p:cTn>
                              </p:par>
                              <p:par>
                                <p:cTn id="136" presetID="2" presetClass="exit" presetSubtype="4" fill="hold" nodeType="withEffect">
                                  <p:stCondLst>
                                    <p:cond delay="0"/>
                                  </p:stCondLst>
                                  <p:childTnLst>
                                    <p:anim calcmode="lin" valueType="num">
                                      <p:cBhvr additive="base">
                                        <p:cTn id="137" dur="500"/>
                                        <p:tgtEl>
                                          <p:spTgt spid="5"/>
                                        </p:tgtEl>
                                        <p:attrNameLst>
                                          <p:attrName>ppt_x</p:attrName>
                                        </p:attrNameLst>
                                      </p:cBhvr>
                                      <p:tavLst>
                                        <p:tav tm="0">
                                          <p:val>
                                            <p:strVal val="ppt_x"/>
                                          </p:val>
                                        </p:tav>
                                        <p:tav tm="100000">
                                          <p:val>
                                            <p:strVal val="ppt_x"/>
                                          </p:val>
                                        </p:tav>
                                      </p:tavLst>
                                    </p:anim>
                                    <p:anim calcmode="lin" valueType="num">
                                      <p:cBhvr additive="base">
                                        <p:cTn id="138" dur="500"/>
                                        <p:tgtEl>
                                          <p:spTgt spid="5"/>
                                        </p:tgtEl>
                                        <p:attrNameLst>
                                          <p:attrName>ppt_y</p:attrName>
                                        </p:attrNameLst>
                                      </p:cBhvr>
                                      <p:tavLst>
                                        <p:tav tm="0">
                                          <p:val>
                                            <p:strVal val="ppt_y"/>
                                          </p:val>
                                        </p:tav>
                                        <p:tav tm="100000">
                                          <p:val>
                                            <p:strVal val="1+ppt_h/2"/>
                                          </p:val>
                                        </p:tav>
                                      </p:tavLst>
                                    </p:anim>
                                    <p:set>
                                      <p:cBhvr>
                                        <p:cTn id="139"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8" grpId="0"/>
      <p:bldP spid="462859" grpId="0"/>
      <p:bldP spid="462860" grpId="0"/>
      <p:bldP spid="462862" grpId="0" animBg="1"/>
      <p:bldP spid="17" grpId="0" animBg="1"/>
      <p:bldP spid="22" grpId="0"/>
      <p:bldP spid="24" grpId="0"/>
      <p:bldP spid="24" grpId="1"/>
      <p:bldP spid="2" grpId="0"/>
      <p:bldP spid="2" grpId="1"/>
      <p:bldP spid="28" grpId="0"/>
      <p:bldP spid="28" grpId="1"/>
      <p:bldP spid="29" grpId="0"/>
      <p:bldP spid="29" grpId="1"/>
      <p:bldP spid="3" grpId="0"/>
      <p:bldP spid="35" grpId="0"/>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7" name="AutoShape 5">
            <a:extLst>
              <a:ext uri="{FF2B5EF4-FFF2-40B4-BE49-F238E27FC236}">
                <a16:creationId xmlns:a16="http://schemas.microsoft.com/office/drawing/2014/main" id="{59DF9483-E1BD-4FCE-B16A-1B2690A8586C}"/>
              </a:ext>
            </a:extLst>
          </p:cNvPr>
          <p:cNvSpPr>
            <a:spLocks noChangeArrowheads="1"/>
          </p:cNvSpPr>
          <p:nvPr/>
        </p:nvSpPr>
        <p:spPr bwMode="auto">
          <a:xfrm>
            <a:off x="11222" y="4364192"/>
            <a:ext cx="7968877" cy="431800"/>
          </a:xfrm>
          <a:prstGeom prst="wedgeRoundRectCallout">
            <a:avLst>
              <a:gd name="adj1" fmla="val 21281"/>
              <a:gd name="adj2" fmla="val 26079"/>
              <a:gd name="adj3" fmla="val 16667"/>
            </a:avLst>
          </a:prstGeom>
          <a:no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则：</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直流源作用下一阶电路三要素公式</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可进一步简化写成</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63878" name="Object 6">
            <a:extLst>
              <a:ext uri="{FF2B5EF4-FFF2-40B4-BE49-F238E27FC236}">
                <a16:creationId xmlns:a16="http://schemas.microsoft.com/office/drawing/2014/main" id="{6FCF7A17-7A6C-445D-91A1-7F474DEEDDDE}"/>
              </a:ext>
            </a:extLst>
          </p:cNvPr>
          <p:cNvGraphicFramePr>
            <a:graphicFrameLocks noChangeAspect="1"/>
          </p:cNvGraphicFramePr>
          <p:nvPr>
            <p:extLst>
              <p:ext uri="{D42A27DB-BD31-4B8C-83A1-F6EECF244321}">
                <p14:modId xmlns:p14="http://schemas.microsoft.com/office/powerpoint/2010/main" val="2785085846"/>
              </p:ext>
            </p:extLst>
          </p:nvPr>
        </p:nvGraphicFramePr>
        <p:xfrm>
          <a:off x="661987" y="609623"/>
          <a:ext cx="5566197" cy="633405"/>
        </p:xfrm>
        <a:graphic>
          <a:graphicData uri="http://schemas.openxmlformats.org/presentationml/2006/ole">
            <mc:AlternateContent xmlns:mc="http://schemas.openxmlformats.org/markup-compatibility/2006">
              <mc:Choice xmlns:v="urn:schemas-microsoft-com:vml" Requires="v">
                <p:oleObj spid="_x0000_s196979" name="Equation" r:id="rId4" imgW="5905500" imgH="673100" progId="Equation.DSMT4">
                  <p:embed/>
                </p:oleObj>
              </mc:Choice>
              <mc:Fallback>
                <p:oleObj name="Equation" r:id="rId4" imgW="5905500" imgH="673100" progId="Equation.DSMT4">
                  <p:embed/>
                  <p:pic>
                    <p:nvPicPr>
                      <p:cNvPr id="463878" name="Object 6">
                        <a:extLst>
                          <a:ext uri="{FF2B5EF4-FFF2-40B4-BE49-F238E27FC236}">
                            <a16:creationId xmlns:a16="http://schemas.microsoft.com/office/drawing/2014/main" id="{6FCF7A17-7A6C-445D-91A1-7F474DEED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87" y="609623"/>
                        <a:ext cx="5566197" cy="633405"/>
                      </a:xfrm>
                      <a:prstGeom prst="rect">
                        <a:avLst/>
                      </a:prstGeom>
                      <a:solidFill>
                        <a:srgbClr val="66FF33"/>
                      </a:solidFill>
                      <a:ln>
                        <a:noFill/>
                      </a:ln>
                      <a:effectLst/>
                      <a:extLst/>
                    </p:spPr>
                  </p:pic>
                </p:oleObj>
              </mc:Fallback>
            </mc:AlternateContent>
          </a:graphicData>
        </a:graphic>
      </p:graphicFrame>
      <p:graphicFrame>
        <p:nvGraphicFramePr>
          <p:cNvPr id="463883" name="Object 11">
            <a:extLst>
              <a:ext uri="{FF2B5EF4-FFF2-40B4-BE49-F238E27FC236}">
                <a16:creationId xmlns:a16="http://schemas.microsoft.com/office/drawing/2014/main" id="{0B74B9CE-974B-4584-AFCC-E44BAF047CBB}"/>
              </a:ext>
            </a:extLst>
          </p:cNvPr>
          <p:cNvGraphicFramePr>
            <a:graphicFrameLocks noChangeAspect="1"/>
          </p:cNvGraphicFramePr>
          <p:nvPr>
            <p:extLst>
              <p:ext uri="{D42A27DB-BD31-4B8C-83A1-F6EECF244321}">
                <p14:modId xmlns:p14="http://schemas.microsoft.com/office/powerpoint/2010/main" val="2564437439"/>
              </p:ext>
            </p:extLst>
          </p:nvPr>
        </p:nvGraphicFramePr>
        <p:xfrm>
          <a:off x="1020662" y="1953998"/>
          <a:ext cx="5694363" cy="673100"/>
        </p:xfrm>
        <a:graphic>
          <a:graphicData uri="http://schemas.openxmlformats.org/presentationml/2006/ole">
            <mc:AlternateContent xmlns:mc="http://schemas.openxmlformats.org/markup-compatibility/2006">
              <mc:Choice xmlns:v="urn:schemas-microsoft-com:vml" Requires="v">
                <p:oleObj spid="_x0000_s196980" name="Equation" r:id="rId6" imgW="5689440" imgH="672840" progId="Equation.DSMT4">
                  <p:embed/>
                </p:oleObj>
              </mc:Choice>
              <mc:Fallback>
                <p:oleObj name="Equation" r:id="rId6" imgW="5689440" imgH="672840" progId="Equation.DSMT4">
                  <p:embed/>
                  <p:pic>
                    <p:nvPicPr>
                      <p:cNvPr id="463883" name="Object 11">
                        <a:extLst>
                          <a:ext uri="{FF2B5EF4-FFF2-40B4-BE49-F238E27FC236}">
                            <a16:creationId xmlns:a16="http://schemas.microsoft.com/office/drawing/2014/main" id="{0B74B9CE-974B-4584-AFCC-E44BAF047CBB}"/>
                          </a:ext>
                        </a:extLst>
                      </p:cNvPr>
                      <p:cNvPicPr>
                        <a:picLocks noChangeAspect="1" noChangeArrowheads="1"/>
                      </p:cNvPicPr>
                      <p:nvPr/>
                    </p:nvPicPr>
                    <p:blipFill>
                      <a:blip r:embed="rId7"/>
                      <a:srcRect/>
                      <a:stretch>
                        <a:fillRect/>
                      </a:stretch>
                    </p:blipFill>
                    <p:spPr bwMode="auto">
                      <a:xfrm>
                        <a:off x="1020662" y="1953998"/>
                        <a:ext cx="5694363"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3890" name="Object 18">
            <a:extLst>
              <a:ext uri="{FF2B5EF4-FFF2-40B4-BE49-F238E27FC236}">
                <a16:creationId xmlns:a16="http://schemas.microsoft.com/office/drawing/2014/main" id="{EFA6544A-E885-489B-B653-F2D12A0FE7FC}"/>
              </a:ext>
            </a:extLst>
          </p:cNvPr>
          <p:cNvGraphicFramePr>
            <a:graphicFrameLocks noChangeAspect="1"/>
          </p:cNvGraphicFramePr>
          <p:nvPr>
            <p:extLst>
              <p:ext uri="{D42A27DB-BD31-4B8C-83A1-F6EECF244321}">
                <p14:modId xmlns:p14="http://schemas.microsoft.com/office/powerpoint/2010/main" val="2494307788"/>
              </p:ext>
            </p:extLst>
          </p:nvPr>
        </p:nvGraphicFramePr>
        <p:xfrm>
          <a:off x="801417" y="4841246"/>
          <a:ext cx="5685905" cy="635934"/>
        </p:xfrm>
        <a:graphic>
          <a:graphicData uri="http://schemas.openxmlformats.org/presentationml/2006/ole">
            <mc:AlternateContent xmlns:mc="http://schemas.openxmlformats.org/markup-compatibility/2006">
              <mc:Choice xmlns:v="urn:schemas-microsoft-com:vml" Requires="v">
                <p:oleObj spid="_x0000_s196981" name="Equation" r:id="rId8" imgW="6007100" imgH="673100" progId="Equation.DSMT4">
                  <p:embed/>
                </p:oleObj>
              </mc:Choice>
              <mc:Fallback>
                <p:oleObj name="Equation" r:id="rId8" imgW="6007100" imgH="673100" progId="Equation.DSMT4">
                  <p:embed/>
                  <p:pic>
                    <p:nvPicPr>
                      <p:cNvPr id="463890" name="Object 18">
                        <a:extLst>
                          <a:ext uri="{FF2B5EF4-FFF2-40B4-BE49-F238E27FC236}">
                            <a16:creationId xmlns:a16="http://schemas.microsoft.com/office/drawing/2014/main" id="{EFA6544A-E885-489B-B653-F2D12A0FE7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1417" y="4841246"/>
                        <a:ext cx="5685905" cy="635934"/>
                      </a:xfrm>
                      <a:prstGeom prst="rect">
                        <a:avLst/>
                      </a:prstGeom>
                      <a:solidFill>
                        <a:srgbClr val="66FF33"/>
                      </a:solidFill>
                      <a:ln>
                        <a:noFill/>
                      </a:ln>
                      <a:effectLst/>
                      <a:extLst/>
                    </p:spPr>
                  </p:pic>
                </p:oleObj>
              </mc:Fallback>
            </mc:AlternateContent>
          </a:graphicData>
        </a:graphic>
      </p:graphicFrame>
      <p:sp>
        <p:nvSpPr>
          <p:cNvPr id="463891" name="AutoShape 19">
            <a:extLst>
              <a:ext uri="{FF2B5EF4-FFF2-40B4-BE49-F238E27FC236}">
                <a16:creationId xmlns:a16="http://schemas.microsoft.com/office/drawing/2014/main" id="{41088C83-16EF-45D0-9078-105EEBBE9038}"/>
              </a:ext>
            </a:extLst>
          </p:cNvPr>
          <p:cNvSpPr>
            <a:spLocks noChangeArrowheads="1"/>
          </p:cNvSpPr>
          <p:nvPr/>
        </p:nvSpPr>
        <p:spPr bwMode="auto">
          <a:xfrm>
            <a:off x="1365738" y="104448"/>
            <a:ext cx="1008063" cy="503237"/>
          </a:xfrm>
          <a:prstGeom prst="wedgeRoundRectCallout">
            <a:avLst>
              <a:gd name="adj1" fmla="val 6642"/>
              <a:gd name="adj2" fmla="val 101801"/>
              <a:gd name="adj3" fmla="val 16667"/>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a:t>
            </a:r>
          </a:p>
        </p:txBody>
      </p:sp>
      <p:sp>
        <p:nvSpPr>
          <p:cNvPr id="463892" name="AutoShape 20">
            <a:extLst>
              <a:ext uri="{FF2B5EF4-FFF2-40B4-BE49-F238E27FC236}">
                <a16:creationId xmlns:a16="http://schemas.microsoft.com/office/drawing/2014/main" id="{BB893319-2275-4B89-805B-3F2CD87CA309}"/>
              </a:ext>
            </a:extLst>
          </p:cNvPr>
          <p:cNvSpPr>
            <a:spLocks noChangeArrowheads="1"/>
          </p:cNvSpPr>
          <p:nvPr/>
        </p:nvSpPr>
        <p:spPr bwMode="auto">
          <a:xfrm>
            <a:off x="2683958" y="113696"/>
            <a:ext cx="1366837" cy="422462"/>
          </a:xfrm>
          <a:prstGeom prst="wedgeRoundRectCallout">
            <a:avLst>
              <a:gd name="adj1" fmla="val -16459"/>
              <a:gd name="adj2" fmla="val 124164"/>
              <a:gd name="adj3" fmla="val 16667"/>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初始值</a:t>
            </a:r>
          </a:p>
        </p:txBody>
      </p:sp>
      <p:sp>
        <p:nvSpPr>
          <p:cNvPr id="463893" name="AutoShape 21">
            <a:extLst>
              <a:ext uri="{FF2B5EF4-FFF2-40B4-BE49-F238E27FC236}">
                <a16:creationId xmlns:a16="http://schemas.microsoft.com/office/drawing/2014/main" id="{623D0669-885A-4FDE-97BC-209F3A0468E8}"/>
              </a:ext>
            </a:extLst>
          </p:cNvPr>
          <p:cNvSpPr>
            <a:spLocks noChangeArrowheads="1"/>
          </p:cNvSpPr>
          <p:nvPr/>
        </p:nvSpPr>
        <p:spPr bwMode="auto">
          <a:xfrm>
            <a:off x="4284663" y="188913"/>
            <a:ext cx="2087562" cy="387175"/>
          </a:xfrm>
          <a:prstGeom prst="wedgeRoundRectCallout">
            <a:avLst>
              <a:gd name="adj1" fmla="val -28112"/>
              <a:gd name="adj2" fmla="val 92750"/>
              <a:gd name="adj3" fmla="val 16667"/>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特解初始值</a:t>
            </a:r>
          </a:p>
        </p:txBody>
      </p:sp>
      <p:sp>
        <p:nvSpPr>
          <p:cNvPr id="22" name="AutoShape 2">
            <a:extLst>
              <a:ext uri="{FF2B5EF4-FFF2-40B4-BE49-F238E27FC236}">
                <a16:creationId xmlns:a16="http://schemas.microsoft.com/office/drawing/2014/main" id="{935EA610-CFA6-4798-AF20-D7E7464E5311}"/>
              </a:ext>
            </a:extLst>
          </p:cNvPr>
          <p:cNvSpPr>
            <a:spLocks noChangeArrowheads="1"/>
          </p:cNvSpPr>
          <p:nvPr/>
        </p:nvSpPr>
        <p:spPr bwMode="auto">
          <a:xfrm>
            <a:off x="25754" y="5586128"/>
            <a:ext cx="8117780" cy="282326"/>
          </a:xfrm>
          <a:prstGeom prst="wedgeRoundRectCallout">
            <a:avLst>
              <a:gd name="adj1" fmla="val -13790"/>
              <a:gd name="adj2" fmla="val -8156"/>
              <a:gd name="adj3" fmla="val 16667"/>
            </a:avLst>
          </a:prstGeom>
          <a:no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思考：若假设在</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t=t</a:t>
            </a:r>
            <a:r>
              <a:rPr kumimoji="0" lang="en-US" altLang="zh-CN"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时刻换路，三要素公式有何变化？</a:t>
            </a:r>
          </a:p>
        </p:txBody>
      </p:sp>
      <p:graphicFrame>
        <p:nvGraphicFramePr>
          <p:cNvPr id="24" name="Object 17">
            <a:extLst>
              <a:ext uri="{FF2B5EF4-FFF2-40B4-BE49-F238E27FC236}">
                <a16:creationId xmlns:a16="http://schemas.microsoft.com/office/drawing/2014/main" id="{69D8DBAF-B369-45FD-AB9D-2454377EBBDD}"/>
              </a:ext>
            </a:extLst>
          </p:cNvPr>
          <p:cNvGraphicFramePr>
            <a:graphicFrameLocks noChangeAspect="1"/>
          </p:cNvGraphicFramePr>
          <p:nvPr>
            <p:extLst>
              <p:ext uri="{D42A27DB-BD31-4B8C-83A1-F6EECF244321}">
                <p14:modId xmlns:p14="http://schemas.microsoft.com/office/powerpoint/2010/main" val="2348265085"/>
              </p:ext>
            </p:extLst>
          </p:nvPr>
        </p:nvGraphicFramePr>
        <p:xfrm>
          <a:off x="296201" y="6012233"/>
          <a:ext cx="6696338" cy="624537"/>
        </p:xfrm>
        <a:graphic>
          <a:graphicData uri="http://schemas.openxmlformats.org/presentationml/2006/ole">
            <mc:AlternateContent xmlns:mc="http://schemas.openxmlformats.org/markup-compatibility/2006">
              <mc:Choice xmlns:v="urn:schemas-microsoft-com:vml" Requires="v">
                <p:oleObj spid="_x0000_s196982" name="Equation" r:id="rId10" imgW="6019560" imgH="723600" progId="Equation.DSMT4">
                  <p:embed/>
                </p:oleObj>
              </mc:Choice>
              <mc:Fallback>
                <p:oleObj name="Equation" r:id="rId10" imgW="6019560" imgH="723600" progId="Equation.DSMT4">
                  <p:embed/>
                  <p:pic>
                    <p:nvPicPr>
                      <p:cNvPr id="24" name="Object 17">
                        <a:extLst>
                          <a:ext uri="{FF2B5EF4-FFF2-40B4-BE49-F238E27FC236}">
                            <a16:creationId xmlns:a16="http://schemas.microsoft.com/office/drawing/2014/main" id="{69D8DBAF-B369-45FD-AB9D-2454377EBBDD}"/>
                          </a:ext>
                        </a:extLst>
                      </p:cNvPr>
                      <p:cNvPicPr>
                        <a:picLocks noChangeAspect="1" noChangeArrowheads="1"/>
                      </p:cNvPicPr>
                      <p:nvPr/>
                    </p:nvPicPr>
                    <p:blipFill>
                      <a:blip r:embed="rId11"/>
                      <a:srcRect/>
                      <a:stretch>
                        <a:fillRect/>
                      </a:stretch>
                    </p:blipFill>
                    <p:spPr bwMode="auto">
                      <a:xfrm>
                        <a:off x="296201" y="6012233"/>
                        <a:ext cx="6696338" cy="624537"/>
                      </a:xfrm>
                      <a:prstGeom prst="rect">
                        <a:avLst/>
                      </a:prstGeom>
                      <a:solidFill>
                        <a:srgbClr val="FFFF99"/>
                      </a:solidFill>
                      <a:ln>
                        <a:noFill/>
                      </a:ln>
                      <a:effectLst/>
                      <a:extLst/>
                    </p:spPr>
                  </p:pic>
                </p:oleObj>
              </mc:Fallback>
            </mc:AlternateContent>
          </a:graphicData>
        </a:graphic>
      </p:graphicFrame>
      <p:sp>
        <p:nvSpPr>
          <p:cNvPr id="2" name="矩形 1">
            <a:extLst>
              <a:ext uri="{FF2B5EF4-FFF2-40B4-BE49-F238E27FC236}">
                <a16:creationId xmlns:a16="http://schemas.microsoft.com/office/drawing/2014/main" id="{BE0B9DB2-8D52-4091-8584-8D5E97748C3E}"/>
              </a:ext>
            </a:extLst>
          </p:cNvPr>
          <p:cNvSpPr/>
          <p:nvPr/>
        </p:nvSpPr>
        <p:spPr>
          <a:xfrm>
            <a:off x="1" y="1299490"/>
            <a:ext cx="9144000" cy="769441"/>
          </a:xfrm>
          <a:prstGeom prst="rect">
            <a:avLst/>
          </a:prstGeom>
          <a:noFill/>
          <a:ln>
            <a:noFill/>
          </a:ln>
        </p:spPr>
        <p:txBody>
          <a:bodyPr wrap="square">
            <a:spAutoFit/>
          </a:bodyPr>
          <a:lstStyle/>
          <a:p>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）对于有</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损耗</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电路（即</a:t>
            </a:r>
            <a:r>
              <a:rPr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&gt;0</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τ&gt;0</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）当电路在 </a:t>
            </a:r>
            <a:r>
              <a:rPr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→∞时，齐次方程的通解</a:t>
            </a:r>
            <a:r>
              <a:rPr lang="en-US" altLang="zh-CN" sz="20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20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h</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，电路到达了一种工作状态</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称之为</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稳态</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dirty="0">
              <a:solidFill>
                <a:srgbClr val="000000"/>
              </a:solidFill>
            </a:endParaRPr>
          </a:p>
        </p:txBody>
      </p:sp>
      <p:sp>
        <p:nvSpPr>
          <p:cNvPr id="19" name="矩形 18">
            <a:extLst>
              <a:ext uri="{FF2B5EF4-FFF2-40B4-BE49-F238E27FC236}">
                <a16:creationId xmlns:a16="http://schemas.microsoft.com/office/drawing/2014/main" id="{9B1A59B2-289A-47B2-9647-99611037A4BE}"/>
              </a:ext>
            </a:extLst>
          </p:cNvPr>
          <p:cNvSpPr/>
          <p:nvPr/>
        </p:nvSpPr>
        <p:spPr>
          <a:xfrm>
            <a:off x="-13630" y="2716223"/>
            <a:ext cx="9144000" cy="769441"/>
          </a:xfrm>
          <a:prstGeom prst="rect">
            <a:avLst/>
          </a:prstGeom>
          <a:ln>
            <a:noFill/>
          </a:ln>
        </p:spPr>
        <p:txBody>
          <a:bodyPr wrap="square">
            <a:spAutoFit/>
          </a:bodyPr>
          <a:lstStyle/>
          <a:p>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）在稳态下，</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响应函数形式</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与</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激励函数形式</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是一致的，即在直流源激励作用下稳态时响应是直流量，而在正弦激励函数作用下稳态时响应是正弦函数，</a:t>
            </a:r>
            <a:endParaRPr lang="zh-CN" altLang="en-US" sz="2000" dirty="0">
              <a:solidFill>
                <a:srgbClr val="000000"/>
              </a:solidFill>
            </a:endParaRPr>
          </a:p>
        </p:txBody>
      </p:sp>
      <p:graphicFrame>
        <p:nvGraphicFramePr>
          <p:cNvPr id="20" name="Object 4">
            <a:extLst>
              <a:ext uri="{FF2B5EF4-FFF2-40B4-BE49-F238E27FC236}">
                <a16:creationId xmlns:a16="http://schemas.microsoft.com/office/drawing/2014/main" id="{BBC51C96-6F3E-4052-A265-78F13A1E3FB1}"/>
              </a:ext>
            </a:extLst>
          </p:cNvPr>
          <p:cNvGraphicFramePr>
            <a:graphicFrameLocks noChangeAspect="1"/>
          </p:cNvGraphicFramePr>
          <p:nvPr>
            <p:extLst>
              <p:ext uri="{D42A27DB-BD31-4B8C-83A1-F6EECF244321}">
                <p14:modId xmlns:p14="http://schemas.microsoft.com/office/powerpoint/2010/main" val="1211556487"/>
              </p:ext>
            </p:extLst>
          </p:nvPr>
        </p:nvGraphicFramePr>
        <p:xfrm>
          <a:off x="6992539" y="221230"/>
          <a:ext cx="1841500" cy="823912"/>
        </p:xfrm>
        <a:graphic>
          <a:graphicData uri="http://schemas.openxmlformats.org/presentationml/2006/ole">
            <mc:AlternateContent xmlns:mc="http://schemas.openxmlformats.org/markup-compatibility/2006">
              <mc:Choice xmlns:v="urn:schemas-microsoft-com:vml" Requires="v">
                <p:oleObj spid="_x0000_s196983" name="Equation" r:id="rId12" imgW="1841400" imgH="825480" progId="Equation.DSMT4">
                  <p:embed/>
                </p:oleObj>
              </mc:Choice>
              <mc:Fallback>
                <p:oleObj name="Equation" r:id="rId12" imgW="1841400" imgH="825480" progId="Equation.DSMT4">
                  <p:embed/>
                  <p:pic>
                    <p:nvPicPr>
                      <p:cNvPr id="462852" name="Object 4">
                        <a:extLst>
                          <a:ext uri="{FF2B5EF4-FFF2-40B4-BE49-F238E27FC236}">
                            <a16:creationId xmlns:a16="http://schemas.microsoft.com/office/drawing/2014/main" id="{3649DDB8-02FC-40CA-A50C-0C7DBDF96CB9}"/>
                          </a:ext>
                        </a:extLst>
                      </p:cNvPr>
                      <p:cNvPicPr>
                        <a:picLocks noChangeAspect="1" noChangeArrowheads="1"/>
                      </p:cNvPicPr>
                      <p:nvPr/>
                    </p:nvPicPr>
                    <p:blipFill>
                      <a:blip r:embed="rId13"/>
                      <a:srcRect/>
                      <a:stretch>
                        <a:fillRect/>
                      </a:stretch>
                    </p:blipFill>
                    <p:spPr bwMode="auto">
                      <a:xfrm>
                        <a:off x="6992539" y="221230"/>
                        <a:ext cx="1841500" cy="823912"/>
                      </a:xfrm>
                      <a:prstGeom prst="rect">
                        <a:avLst/>
                      </a:prstGeom>
                      <a:noFill/>
                      <a:ln>
                        <a:solidFill>
                          <a:srgbClr val="FF0000"/>
                        </a:solidFill>
                      </a:ln>
                      <a:effectLst/>
                      <a:extLst/>
                    </p:spPr>
                  </p:pic>
                </p:oleObj>
              </mc:Fallback>
            </mc:AlternateContent>
          </a:graphicData>
        </a:graphic>
      </p:graphicFrame>
      <p:sp>
        <p:nvSpPr>
          <p:cNvPr id="21" name="矩形 20">
            <a:extLst>
              <a:ext uri="{FF2B5EF4-FFF2-40B4-BE49-F238E27FC236}">
                <a16:creationId xmlns:a16="http://schemas.microsoft.com/office/drawing/2014/main" id="{9B5BEC9C-63E5-4102-B706-5E5100A2FD83}"/>
              </a:ext>
            </a:extLst>
          </p:cNvPr>
          <p:cNvSpPr/>
          <p:nvPr/>
        </p:nvSpPr>
        <p:spPr>
          <a:xfrm>
            <a:off x="-14070" y="3547710"/>
            <a:ext cx="8520535" cy="400110"/>
          </a:xfrm>
          <a:prstGeom prst="rect">
            <a:avLst/>
          </a:prstGeom>
          <a:ln>
            <a:noFill/>
          </a:ln>
        </p:spPr>
        <p:txBody>
          <a:bodyPr wrap="square">
            <a:spAutoFit/>
          </a:bodyPr>
          <a:lstStyle/>
          <a:p>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直流源激励</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作用下稳态时，响应是直流量，即</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常数</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a:t>
            </a:r>
            <a:endParaRPr lang="zh-CN" altLang="en-US" sz="2000" dirty="0">
              <a:solidFill>
                <a:srgbClr val="FF0000"/>
              </a:solidFill>
            </a:endParaRPr>
          </a:p>
        </p:txBody>
      </p:sp>
      <p:graphicFrame>
        <p:nvGraphicFramePr>
          <p:cNvPr id="23" name="Object 11">
            <a:extLst>
              <a:ext uri="{FF2B5EF4-FFF2-40B4-BE49-F238E27FC236}">
                <a16:creationId xmlns:a16="http://schemas.microsoft.com/office/drawing/2014/main" id="{726CAE84-364F-4AFC-8996-47E6A5D0FAE9}"/>
              </a:ext>
            </a:extLst>
          </p:cNvPr>
          <p:cNvGraphicFramePr>
            <a:graphicFrameLocks noChangeAspect="1"/>
          </p:cNvGraphicFramePr>
          <p:nvPr>
            <p:extLst>
              <p:ext uri="{D42A27DB-BD31-4B8C-83A1-F6EECF244321}">
                <p14:modId xmlns:p14="http://schemas.microsoft.com/office/powerpoint/2010/main" val="1379748900"/>
              </p:ext>
            </p:extLst>
          </p:nvPr>
        </p:nvGraphicFramePr>
        <p:xfrm>
          <a:off x="1277693" y="3966830"/>
          <a:ext cx="1964895" cy="397362"/>
        </p:xfrm>
        <a:graphic>
          <a:graphicData uri="http://schemas.openxmlformats.org/presentationml/2006/ole">
            <mc:AlternateContent xmlns:mc="http://schemas.openxmlformats.org/markup-compatibility/2006">
              <mc:Choice xmlns:v="urn:schemas-microsoft-com:vml" Requires="v">
                <p:oleObj spid="_x0000_s196984" name="Equation" r:id="rId14" imgW="2133360" imgH="431640" progId="Equation.DSMT4">
                  <p:embed/>
                </p:oleObj>
              </mc:Choice>
              <mc:Fallback>
                <p:oleObj name="Equation" r:id="rId14" imgW="2133360" imgH="431640" progId="Equation.DSMT4">
                  <p:embed/>
                  <p:pic>
                    <p:nvPicPr>
                      <p:cNvPr id="463883" name="Object 11">
                        <a:extLst>
                          <a:ext uri="{FF2B5EF4-FFF2-40B4-BE49-F238E27FC236}">
                            <a16:creationId xmlns:a16="http://schemas.microsoft.com/office/drawing/2014/main" id="{0B74B9CE-974B-4584-AFCC-E44BAF047CBB}"/>
                          </a:ext>
                        </a:extLst>
                      </p:cNvPr>
                      <p:cNvPicPr>
                        <a:picLocks noChangeAspect="1" noChangeArrowheads="1"/>
                      </p:cNvPicPr>
                      <p:nvPr/>
                    </p:nvPicPr>
                    <p:blipFill>
                      <a:blip r:embed="rId15"/>
                      <a:srcRect/>
                      <a:stretch>
                        <a:fillRect/>
                      </a:stretch>
                    </p:blipFill>
                    <p:spPr bwMode="auto">
                      <a:xfrm>
                        <a:off x="1277693" y="3966830"/>
                        <a:ext cx="1964895" cy="397362"/>
                      </a:xfrm>
                      <a:prstGeom prst="rect">
                        <a:avLst/>
                      </a:prstGeom>
                      <a:noFill/>
                      <a:ln>
                        <a:noFill/>
                      </a:ln>
                      <a:effectLst/>
                      <a:extLst/>
                    </p:spPr>
                  </p:pic>
                </p:oleObj>
              </mc:Fallback>
            </mc:AlternateContent>
          </a:graphicData>
        </a:graphic>
      </p:graphicFrame>
      <p:graphicFrame>
        <p:nvGraphicFramePr>
          <p:cNvPr id="25" name="Object 11">
            <a:extLst>
              <a:ext uri="{FF2B5EF4-FFF2-40B4-BE49-F238E27FC236}">
                <a16:creationId xmlns:a16="http://schemas.microsoft.com/office/drawing/2014/main" id="{8497A049-1F1F-4848-A9F7-833B67441890}"/>
              </a:ext>
            </a:extLst>
          </p:cNvPr>
          <p:cNvGraphicFramePr>
            <a:graphicFrameLocks noChangeAspect="1"/>
          </p:cNvGraphicFramePr>
          <p:nvPr>
            <p:extLst>
              <p:ext uri="{D42A27DB-BD31-4B8C-83A1-F6EECF244321}">
                <p14:modId xmlns:p14="http://schemas.microsoft.com/office/powerpoint/2010/main" val="2842843231"/>
              </p:ext>
            </p:extLst>
          </p:nvPr>
        </p:nvGraphicFramePr>
        <p:xfrm>
          <a:off x="3575726" y="3966830"/>
          <a:ext cx="2325688" cy="431800"/>
        </p:xfrm>
        <a:graphic>
          <a:graphicData uri="http://schemas.openxmlformats.org/presentationml/2006/ole">
            <mc:AlternateContent xmlns:mc="http://schemas.openxmlformats.org/markup-compatibility/2006">
              <mc:Choice xmlns:v="urn:schemas-microsoft-com:vml" Requires="v">
                <p:oleObj spid="_x0000_s196985" name="Equation" r:id="rId16" imgW="2323800" imgH="431640" progId="Equation.DSMT4">
                  <p:embed/>
                </p:oleObj>
              </mc:Choice>
              <mc:Fallback>
                <p:oleObj name="Equation" r:id="rId16" imgW="2323800" imgH="431640" progId="Equation.DSMT4">
                  <p:embed/>
                  <p:pic>
                    <p:nvPicPr>
                      <p:cNvPr id="23" name="Object 11">
                        <a:extLst>
                          <a:ext uri="{FF2B5EF4-FFF2-40B4-BE49-F238E27FC236}">
                            <a16:creationId xmlns:a16="http://schemas.microsoft.com/office/drawing/2014/main" id="{726CAE84-364F-4AFC-8996-47E6A5D0FAE9}"/>
                          </a:ext>
                        </a:extLst>
                      </p:cNvPr>
                      <p:cNvPicPr>
                        <a:picLocks noChangeAspect="1" noChangeArrowheads="1"/>
                      </p:cNvPicPr>
                      <p:nvPr/>
                    </p:nvPicPr>
                    <p:blipFill>
                      <a:blip r:embed="rId17"/>
                      <a:srcRect/>
                      <a:stretch>
                        <a:fillRect/>
                      </a:stretch>
                    </p:blipFill>
                    <p:spPr bwMode="auto">
                      <a:xfrm>
                        <a:off x="3575726" y="3966830"/>
                        <a:ext cx="23256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1360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38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38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38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38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387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6389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7" grpId="0"/>
      <p:bldP spid="463891" grpId="0" animBg="1"/>
      <p:bldP spid="463892" grpId="0" animBg="1"/>
      <p:bldP spid="463893" grpId="0" animBg="1"/>
      <p:bldP spid="22" grpId="0"/>
      <p:bldP spid="2" grpId="0"/>
      <p:bldP spid="19"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EFC07F93-4194-468C-831A-097ECBFE5CA6}"/>
              </a:ext>
            </a:extLst>
          </p:cNvPr>
          <p:cNvSpPr>
            <a:spLocks noChangeArrowheads="1"/>
          </p:cNvSpPr>
          <p:nvPr/>
        </p:nvSpPr>
        <p:spPr bwMode="auto">
          <a:xfrm>
            <a:off x="250825" y="0"/>
            <a:ext cx="5976938" cy="676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bg1"/>
                </a:solidFill>
                <a:miter lim="800000"/>
                <a:headEnd/>
                <a:tailEnd/>
              </a14:hiddenLine>
            </a:ex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§7-2 </a:t>
            </a:r>
            <a:r>
              <a:rPr kumimoji="0" lang="zh-CN" altLang="en-US" sz="36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一阶电路的全响应</a:t>
            </a:r>
          </a:p>
        </p:txBody>
      </p:sp>
      <p:sp>
        <p:nvSpPr>
          <p:cNvPr id="448515" name="Text Box 3">
            <a:extLst>
              <a:ext uri="{FF2B5EF4-FFF2-40B4-BE49-F238E27FC236}">
                <a16:creationId xmlns:a16="http://schemas.microsoft.com/office/drawing/2014/main" id="{56185413-DDCF-4E9A-B36F-DB6400948E51}"/>
              </a:ext>
            </a:extLst>
          </p:cNvPr>
          <p:cNvSpPr txBox="1">
            <a:spLocks noChangeArrowheads="1"/>
          </p:cNvSpPr>
          <p:nvPr/>
        </p:nvSpPr>
        <p:spPr bwMode="auto">
          <a:xfrm>
            <a:off x="2771775" y="1125538"/>
            <a:ext cx="6049963"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电路的</a:t>
            </a:r>
            <a:r>
              <a:rPr kumimoji="1" lang="zh-CN" altLang="en-US" sz="2800" b="1" i="0" u="none" strike="noStrike" kern="1200" cap="none" spc="0" normalizeH="0" baseline="0" noProof="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初始状态不为零</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，同时又</a:t>
            </a:r>
            <a:r>
              <a:rPr kumimoji="1" lang="zh-CN" altLang="en-US" sz="2800" b="1" i="0" u="none" strike="noStrike" kern="1200" cap="none" spc="0" normalizeH="0" baseline="0" noProof="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有外加激励源</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作用时电路中产生的响应。</a:t>
            </a:r>
          </a:p>
        </p:txBody>
      </p:sp>
      <p:sp>
        <p:nvSpPr>
          <p:cNvPr id="448517" name="Text Box 5">
            <a:extLst>
              <a:ext uri="{FF2B5EF4-FFF2-40B4-BE49-F238E27FC236}">
                <a16:creationId xmlns:a16="http://schemas.microsoft.com/office/drawing/2014/main" id="{BD5D0916-4DF6-4955-8AE7-B213FFFB3915}"/>
              </a:ext>
            </a:extLst>
          </p:cNvPr>
          <p:cNvSpPr txBox="1">
            <a:spLocks noChangeArrowheads="1"/>
          </p:cNvSpPr>
          <p:nvPr/>
        </p:nvSpPr>
        <p:spPr bwMode="auto">
          <a:xfrm>
            <a:off x="539750" y="2205038"/>
            <a:ext cx="2519363" cy="57943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 </a:t>
            </a:r>
            <a:r>
              <a:rPr kumimoji="1" lang="zh-CN" altLang="en-US" sz="3200" b="1" i="0" u="none" strike="noStrike" kern="1200" cap="none" spc="0" normalizeH="0" baseline="0" noProof="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a:t>
            </a:r>
          </a:p>
        </p:txBody>
      </p:sp>
      <p:sp>
        <p:nvSpPr>
          <p:cNvPr id="448518" name="Text Box 6">
            <a:extLst>
              <a:ext uri="{FF2B5EF4-FFF2-40B4-BE49-F238E27FC236}">
                <a16:creationId xmlns:a16="http://schemas.microsoft.com/office/drawing/2014/main" id="{1DE9C603-BECB-4425-83C7-55084DD1D58C}"/>
              </a:ext>
            </a:extLst>
          </p:cNvPr>
          <p:cNvSpPr txBox="1">
            <a:spLocks noChangeArrowheads="1"/>
          </p:cNvSpPr>
          <p:nvPr/>
        </p:nvSpPr>
        <p:spPr bwMode="auto">
          <a:xfrm>
            <a:off x="539750" y="1412875"/>
            <a:ext cx="1439863" cy="523875"/>
          </a:xfrm>
          <a:prstGeom prst="rect">
            <a:avLst/>
          </a:prstGeom>
          <a:noFill/>
          <a:ln w="2857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a:t>
            </a:r>
          </a:p>
        </p:txBody>
      </p:sp>
      <p:sp>
        <p:nvSpPr>
          <p:cNvPr id="448519" name="AutoShape 7">
            <a:extLst>
              <a:ext uri="{FF2B5EF4-FFF2-40B4-BE49-F238E27FC236}">
                <a16:creationId xmlns:a16="http://schemas.microsoft.com/office/drawing/2014/main" id="{75D8E93A-9EE4-46AF-A5CA-7338FB6BC4B8}"/>
              </a:ext>
            </a:extLst>
          </p:cNvPr>
          <p:cNvSpPr>
            <a:spLocks noChangeArrowheads="1"/>
          </p:cNvSpPr>
          <p:nvPr/>
        </p:nvSpPr>
        <p:spPr bwMode="auto">
          <a:xfrm>
            <a:off x="2124075" y="1628775"/>
            <a:ext cx="576263" cy="215900"/>
          </a:xfrm>
          <a:prstGeom prst="rightArrow">
            <a:avLst>
              <a:gd name="adj1" fmla="val 50000"/>
              <a:gd name="adj2" fmla="val 66728"/>
            </a:avLst>
          </a:prstGeom>
          <a:solidFill>
            <a:srgbClr val="00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48520" name="Group 8">
            <a:extLst>
              <a:ext uri="{FF2B5EF4-FFF2-40B4-BE49-F238E27FC236}">
                <a16:creationId xmlns:a16="http://schemas.microsoft.com/office/drawing/2014/main" id="{8F4004BE-3F7D-4209-BDBB-E319618371E4}"/>
              </a:ext>
            </a:extLst>
          </p:cNvPr>
          <p:cNvGrpSpPr>
            <a:grpSpLocks/>
          </p:cNvGrpSpPr>
          <p:nvPr/>
        </p:nvGrpSpPr>
        <p:grpSpPr bwMode="auto">
          <a:xfrm>
            <a:off x="5026224" y="2924944"/>
            <a:ext cx="3578224" cy="2049463"/>
            <a:chOff x="295" y="1888"/>
            <a:chExt cx="2254" cy="1291"/>
          </a:xfrm>
        </p:grpSpPr>
        <p:sp>
          <p:nvSpPr>
            <p:cNvPr id="36878" name="Line 9">
              <a:extLst>
                <a:ext uri="{FF2B5EF4-FFF2-40B4-BE49-F238E27FC236}">
                  <a16:creationId xmlns:a16="http://schemas.microsoft.com/office/drawing/2014/main" id="{97CA59AC-0CEA-46EF-9977-62D115BD51E7}"/>
                </a:ext>
              </a:extLst>
            </p:cNvPr>
            <p:cNvSpPr>
              <a:spLocks noChangeShapeType="1"/>
            </p:cNvSpPr>
            <p:nvPr/>
          </p:nvSpPr>
          <p:spPr bwMode="auto">
            <a:xfrm flipV="1">
              <a:off x="2019" y="2813"/>
              <a:ext cx="0" cy="3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79" name="Oval 10">
              <a:extLst>
                <a:ext uri="{FF2B5EF4-FFF2-40B4-BE49-F238E27FC236}">
                  <a16:creationId xmlns:a16="http://schemas.microsoft.com/office/drawing/2014/main" id="{4B0CA437-84C4-4A14-8EF3-95675CD825FA}"/>
                </a:ext>
              </a:extLst>
            </p:cNvPr>
            <p:cNvSpPr>
              <a:spLocks noChangeArrowheads="1"/>
            </p:cNvSpPr>
            <p:nvPr/>
          </p:nvSpPr>
          <p:spPr bwMode="auto">
            <a:xfrm>
              <a:off x="295" y="2541"/>
              <a:ext cx="363" cy="363"/>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880" name="Line 11">
              <a:extLst>
                <a:ext uri="{FF2B5EF4-FFF2-40B4-BE49-F238E27FC236}">
                  <a16:creationId xmlns:a16="http://schemas.microsoft.com/office/drawing/2014/main" id="{9A161D12-DC74-4977-AFA0-B0342DECBE33}"/>
                </a:ext>
              </a:extLst>
            </p:cNvPr>
            <p:cNvSpPr>
              <a:spLocks noChangeShapeType="1"/>
            </p:cNvSpPr>
            <p:nvPr/>
          </p:nvSpPr>
          <p:spPr bwMode="auto">
            <a:xfrm flipH="1" flipV="1">
              <a:off x="839" y="2251"/>
              <a:ext cx="187" cy="181"/>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1" name="Text Box 12">
              <a:extLst>
                <a:ext uri="{FF2B5EF4-FFF2-40B4-BE49-F238E27FC236}">
                  <a16:creationId xmlns:a16="http://schemas.microsoft.com/office/drawing/2014/main" id="{BFD5CC9E-5FFB-4956-9645-C0E122AC3EDD}"/>
                </a:ext>
              </a:extLst>
            </p:cNvPr>
            <p:cNvSpPr txBox="1">
              <a:spLocks noChangeArrowheads="1"/>
            </p:cNvSpPr>
            <p:nvPr/>
          </p:nvSpPr>
          <p:spPr bwMode="auto">
            <a:xfrm>
              <a:off x="702" y="1888"/>
              <a:ext cx="69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36882" name="Text Box 13">
              <a:extLst>
                <a:ext uri="{FF2B5EF4-FFF2-40B4-BE49-F238E27FC236}">
                  <a16:creationId xmlns:a16="http://schemas.microsoft.com/office/drawing/2014/main" id="{9DC1E573-CC44-44E1-AD60-B324AB51A964}"/>
                </a:ext>
              </a:extLst>
            </p:cNvPr>
            <p:cNvSpPr txBox="1">
              <a:spLocks noChangeArrowheads="1"/>
            </p:cNvSpPr>
            <p:nvPr/>
          </p:nvSpPr>
          <p:spPr bwMode="auto">
            <a:xfrm>
              <a:off x="640" y="2567"/>
              <a:ext cx="36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6883" name="Group 14">
              <a:extLst>
                <a:ext uri="{FF2B5EF4-FFF2-40B4-BE49-F238E27FC236}">
                  <a16:creationId xmlns:a16="http://schemas.microsoft.com/office/drawing/2014/main" id="{FBEDC44C-DC4B-4E74-B868-7B05B4385085}"/>
                </a:ext>
              </a:extLst>
            </p:cNvPr>
            <p:cNvGrpSpPr>
              <a:grpSpLocks/>
            </p:cNvGrpSpPr>
            <p:nvPr/>
          </p:nvGrpSpPr>
          <p:grpSpPr bwMode="auto">
            <a:xfrm>
              <a:off x="1238" y="2294"/>
              <a:ext cx="609" cy="369"/>
              <a:chOff x="805" y="754"/>
              <a:chExt cx="616" cy="356"/>
            </a:xfrm>
          </p:grpSpPr>
          <p:grpSp>
            <p:nvGrpSpPr>
              <p:cNvPr id="36904" name="Group 15">
                <a:extLst>
                  <a:ext uri="{FF2B5EF4-FFF2-40B4-BE49-F238E27FC236}">
                    <a16:creationId xmlns:a16="http://schemas.microsoft.com/office/drawing/2014/main" id="{8E95A3D6-E7D8-40B0-96B0-06DCB455E2E0}"/>
                  </a:ext>
                </a:extLst>
              </p:cNvPr>
              <p:cNvGrpSpPr>
                <a:grpSpLocks/>
              </p:cNvGrpSpPr>
              <p:nvPr/>
            </p:nvGrpSpPr>
            <p:grpSpPr bwMode="auto">
              <a:xfrm>
                <a:off x="805" y="754"/>
                <a:ext cx="616" cy="318"/>
                <a:chOff x="805" y="754"/>
                <a:chExt cx="616" cy="318"/>
              </a:xfrm>
            </p:grpSpPr>
            <p:sp>
              <p:nvSpPr>
                <p:cNvPr id="36906" name="Text Box 16">
                  <a:extLst>
                    <a:ext uri="{FF2B5EF4-FFF2-40B4-BE49-F238E27FC236}">
                      <a16:creationId xmlns:a16="http://schemas.microsoft.com/office/drawing/2014/main" id="{70BD4A32-373F-40A6-8D7B-583C266A25B0}"/>
                    </a:ext>
                  </a:extLst>
                </p:cNvPr>
                <p:cNvSpPr txBox="1">
                  <a:spLocks noChangeArrowheads="1"/>
                </p:cNvSpPr>
                <p:nvPr/>
              </p:nvSpPr>
              <p:spPr bwMode="auto">
                <a:xfrm>
                  <a:off x="805" y="754"/>
                  <a:ext cx="248"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6907" name="Text Box 17">
                  <a:extLst>
                    <a:ext uri="{FF2B5EF4-FFF2-40B4-BE49-F238E27FC236}">
                      <a16:creationId xmlns:a16="http://schemas.microsoft.com/office/drawing/2014/main" id="{2231D0E8-80B8-4F7C-8379-83FE8290DABE}"/>
                    </a:ext>
                  </a:extLst>
                </p:cNvPr>
                <p:cNvSpPr txBox="1">
                  <a:spLocks noChangeArrowheads="1"/>
                </p:cNvSpPr>
                <p:nvPr/>
              </p:nvSpPr>
              <p:spPr bwMode="auto">
                <a:xfrm>
                  <a:off x="1189" y="754"/>
                  <a:ext cx="232"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6905" name="Text Box 18">
                <a:extLst>
                  <a:ext uri="{FF2B5EF4-FFF2-40B4-BE49-F238E27FC236}">
                    <a16:creationId xmlns:a16="http://schemas.microsoft.com/office/drawing/2014/main" id="{F848ED78-CBB5-41DE-9654-AB9D81C47CCB}"/>
                  </a:ext>
                </a:extLst>
              </p:cNvPr>
              <p:cNvSpPr txBox="1">
                <a:spLocks noChangeArrowheads="1"/>
              </p:cNvSpPr>
              <p:nvPr/>
            </p:nvSpPr>
            <p:spPr bwMode="auto">
              <a:xfrm>
                <a:off x="946" y="792"/>
                <a:ext cx="356"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36884" name="Line 19">
              <a:extLst>
                <a:ext uri="{FF2B5EF4-FFF2-40B4-BE49-F238E27FC236}">
                  <a16:creationId xmlns:a16="http://schemas.microsoft.com/office/drawing/2014/main" id="{A919A265-5A38-49C5-96D6-5BD6DAB16057}"/>
                </a:ext>
              </a:extLst>
            </p:cNvPr>
            <p:cNvSpPr>
              <a:spLocks noChangeShapeType="1"/>
            </p:cNvSpPr>
            <p:nvPr/>
          </p:nvSpPr>
          <p:spPr bwMode="auto">
            <a:xfrm>
              <a:off x="1021" y="2314"/>
              <a:ext cx="99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5" name="Line 20">
              <a:extLst>
                <a:ext uri="{FF2B5EF4-FFF2-40B4-BE49-F238E27FC236}">
                  <a16:creationId xmlns:a16="http://schemas.microsoft.com/office/drawing/2014/main" id="{8A553BF3-86C9-4B0F-ACE7-FA82500914BE}"/>
                </a:ext>
              </a:extLst>
            </p:cNvPr>
            <p:cNvSpPr>
              <a:spLocks noChangeShapeType="1"/>
            </p:cNvSpPr>
            <p:nvPr/>
          </p:nvSpPr>
          <p:spPr bwMode="auto">
            <a:xfrm>
              <a:off x="477" y="2314"/>
              <a:ext cx="33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6" name="Line 21">
              <a:extLst>
                <a:ext uri="{FF2B5EF4-FFF2-40B4-BE49-F238E27FC236}">
                  <a16:creationId xmlns:a16="http://schemas.microsoft.com/office/drawing/2014/main" id="{F2341BA7-71FE-4C85-9AD5-5CF0EB22910B}"/>
                </a:ext>
              </a:extLst>
            </p:cNvPr>
            <p:cNvSpPr>
              <a:spLocks noChangeShapeType="1"/>
            </p:cNvSpPr>
            <p:nvPr/>
          </p:nvSpPr>
          <p:spPr bwMode="auto">
            <a:xfrm>
              <a:off x="477" y="2314"/>
              <a:ext cx="0" cy="8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7" name="Text Box 22">
              <a:extLst>
                <a:ext uri="{FF2B5EF4-FFF2-40B4-BE49-F238E27FC236}">
                  <a16:creationId xmlns:a16="http://schemas.microsoft.com/office/drawing/2014/main" id="{969A1CE8-CD59-4612-8126-F1B98290157B}"/>
                </a:ext>
              </a:extLst>
            </p:cNvPr>
            <p:cNvSpPr txBox="1">
              <a:spLocks noChangeArrowheads="1"/>
            </p:cNvSpPr>
            <p:nvPr/>
          </p:nvSpPr>
          <p:spPr bwMode="auto">
            <a:xfrm>
              <a:off x="1611" y="2632"/>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p>
          </p:txBody>
        </p:sp>
        <p:grpSp>
          <p:nvGrpSpPr>
            <p:cNvPr id="36888" name="Group 23">
              <a:extLst>
                <a:ext uri="{FF2B5EF4-FFF2-40B4-BE49-F238E27FC236}">
                  <a16:creationId xmlns:a16="http://schemas.microsoft.com/office/drawing/2014/main" id="{FBE5471F-E19C-4580-8B4B-10E74B978152}"/>
                </a:ext>
              </a:extLst>
            </p:cNvPr>
            <p:cNvGrpSpPr>
              <a:grpSpLocks/>
            </p:cNvGrpSpPr>
            <p:nvPr/>
          </p:nvGrpSpPr>
          <p:grpSpPr bwMode="auto">
            <a:xfrm>
              <a:off x="2197" y="2385"/>
              <a:ext cx="352" cy="726"/>
              <a:chOff x="1955" y="706"/>
              <a:chExt cx="356" cy="701"/>
            </a:xfrm>
          </p:grpSpPr>
          <p:grpSp>
            <p:nvGrpSpPr>
              <p:cNvPr id="36900" name="Group 24">
                <a:extLst>
                  <a:ext uri="{FF2B5EF4-FFF2-40B4-BE49-F238E27FC236}">
                    <a16:creationId xmlns:a16="http://schemas.microsoft.com/office/drawing/2014/main" id="{7FFE74B1-4017-434D-8456-DA4FBB24C181}"/>
                  </a:ext>
                </a:extLst>
              </p:cNvPr>
              <p:cNvGrpSpPr>
                <a:grpSpLocks/>
              </p:cNvGrpSpPr>
              <p:nvPr/>
            </p:nvGrpSpPr>
            <p:grpSpPr bwMode="auto">
              <a:xfrm>
                <a:off x="2053" y="706"/>
                <a:ext cx="248" cy="701"/>
                <a:chOff x="1621" y="1234"/>
                <a:chExt cx="248" cy="701"/>
              </a:xfrm>
            </p:grpSpPr>
            <p:sp>
              <p:nvSpPr>
                <p:cNvPr id="36902" name="Text Box 25">
                  <a:extLst>
                    <a:ext uri="{FF2B5EF4-FFF2-40B4-BE49-F238E27FC236}">
                      <a16:creationId xmlns:a16="http://schemas.microsoft.com/office/drawing/2014/main" id="{87A4B663-A567-4CB3-A73F-714ED2ECD6A1}"/>
                    </a:ext>
                  </a:extLst>
                </p:cNvPr>
                <p:cNvSpPr txBox="1">
                  <a:spLocks noChangeArrowheads="1"/>
                </p:cNvSpPr>
                <p:nvPr/>
              </p:nvSpPr>
              <p:spPr bwMode="auto">
                <a:xfrm>
                  <a:off x="1621" y="1234"/>
                  <a:ext cx="248"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6903" name="Text Box 26">
                  <a:extLst>
                    <a:ext uri="{FF2B5EF4-FFF2-40B4-BE49-F238E27FC236}">
                      <a16:creationId xmlns:a16="http://schemas.microsoft.com/office/drawing/2014/main" id="{77F07160-7D14-44F3-91C5-5403D18C826E}"/>
                    </a:ext>
                  </a:extLst>
                </p:cNvPr>
                <p:cNvSpPr txBox="1">
                  <a:spLocks noChangeArrowheads="1"/>
                </p:cNvSpPr>
                <p:nvPr/>
              </p:nvSpPr>
              <p:spPr bwMode="auto">
                <a:xfrm>
                  <a:off x="1622" y="1617"/>
                  <a:ext cx="232"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6901" name="Text Box 27">
                <a:extLst>
                  <a:ext uri="{FF2B5EF4-FFF2-40B4-BE49-F238E27FC236}">
                    <a16:creationId xmlns:a16="http://schemas.microsoft.com/office/drawing/2014/main" id="{73833445-D4FB-41BE-BB09-F177F72A6D16}"/>
                  </a:ext>
                </a:extLst>
              </p:cNvPr>
              <p:cNvSpPr txBox="1">
                <a:spLocks noChangeArrowheads="1"/>
              </p:cNvSpPr>
              <p:nvPr/>
            </p:nvSpPr>
            <p:spPr bwMode="auto">
              <a:xfrm>
                <a:off x="1955" y="886"/>
                <a:ext cx="356"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6889" name="Group 28">
              <a:extLst>
                <a:ext uri="{FF2B5EF4-FFF2-40B4-BE49-F238E27FC236}">
                  <a16:creationId xmlns:a16="http://schemas.microsoft.com/office/drawing/2014/main" id="{86F4355A-4D7A-47B9-9545-4B4B05983A2E}"/>
                </a:ext>
              </a:extLst>
            </p:cNvPr>
            <p:cNvGrpSpPr>
              <a:grpSpLocks/>
            </p:cNvGrpSpPr>
            <p:nvPr/>
          </p:nvGrpSpPr>
          <p:grpSpPr bwMode="auto">
            <a:xfrm>
              <a:off x="1883" y="2722"/>
              <a:ext cx="318" cy="91"/>
              <a:chOff x="1824" y="1680"/>
              <a:chExt cx="192" cy="96"/>
            </a:xfrm>
          </p:grpSpPr>
          <p:sp>
            <p:nvSpPr>
              <p:cNvPr id="36898" name="Line 29">
                <a:extLst>
                  <a:ext uri="{FF2B5EF4-FFF2-40B4-BE49-F238E27FC236}">
                    <a16:creationId xmlns:a16="http://schemas.microsoft.com/office/drawing/2014/main" id="{63D31504-69E8-40B9-A1C1-96FB4271E769}"/>
                  </a:ext>
                </a:extLst>
              </p:cNvPr>
              <p:cNvSpPr>
                <a:spLocks noChangeShapeType="1"/>
              </p:cNvSpPr>
              <p:nvPr/>
            </p:nvSpPr>
            <p:spPr bwMode="auto">
              <a:xfrm>
                <a:off x="1824" y="1680"/>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9" name="Line 30">
                <a:extLst>
                  <a:ext uri="{FF2B5EF4-FFF2-40B4-BE49-F238E27FC236}">
                    <a16:creationId xmlns:a16="http://schemas.microsoft.com/office/drawing/2014/main" id="{0BF37D12-7C50-49A4-ABF3-900FF87D2852}"/>
                  </a:ext>
                </a:extLst>
              </p:cNvPr>
              <p:cNvSpPr>
                <a:spLocks noChangeShapeType="1"/>
              </p:cNvSpPr>
              <p:nvPr/>
            </p:nvSpPr>
            <p:spPr bwMode="auto">
              <a:xfrm>
                <a:off x="1824" y="1776"/>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36890" name="Line 31">
              <a:extLst>
                <a:ext uri="{FF2B5EF4-FFF2-40B4-BE49-F238E27FC236}">
                  <a16:creationId xmlns:a16="http://schemas.microsoft.com/office/drawing/2014/main" id="{2C3D1169-9A84-46BE-A507-A6F0591E8D05}"/>
                </a:ext>
              </a:extLst>
            </p:cNvPr>
            <p:cNvSpPr>
              <a:spLocks noChangeShapeType="1"/>
            </p:cNvSpPr>
            <p:nvPr/>
          </p:nvSpPr>
          <p:spPr bwMode="auto">
            <a:xfrm flipV="1">
              <a:off x="2019" y="2314"/>
              <a:ext cx="0" cy="40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1" name="Line 32">
              <a:extLst>
                <a:ext uri="{FF2B5EF4-FFF2-40B4-BE49-F238E27FC236}">
                  <a16:creationId xmlns:a16="http://schemas.microsoft.com/office/drawing/2014/main" id="{57A8151D-C416-4222-8C6B-7B9557F1F37C}"/>
                </a:ext>
              </a:extLst>
            </p:cNvPr>
            <p:cNvSpPr>
              <a:spLocks noChangeShapeType="1"/>
            </p:cNvSpPr>
            <p:nvPr/>
          </p:nvSpPr>
          <p:spPr bwMode="auto">
            <a:xfrm flipH="1">
              <a:off x="793" y="2314"/>
              <a:ext cx="228" cy="7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2" name="Line 33">
              <a:extLst>
                <a:ext uri="{FF2B5EF4-FFF2-40B4-BE49-F238E27FC236}">
                  <a16:creationId xmlns:a16="http://schemas.microsoft.com/office/drawing/2014/main" id="{42418B32-1502-4C14-BD2B-1F4DE4A1C24D}"/>
                </a:ext>
              </a:extLst>
            </p:cNvPr>
            <p:cNvSpPr>
              <a:spLocks noChangeShapeType="1"/>
            </p:cNvSpPr>
            <p:nvPr/>
          </p:nvSpPr>
          <p:spPr bwMode="auto">
            <a:xfrm>
              <a:off x="477" y="3176"/>
              <a:ext cx="156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3" name="Text Box 34">
              <a:extLst>
                <a:ext uri="{FF2B5EF4-FFF2-40B4-BE49-F238E27FC236}">
                  <a16:creationId xmlns:a16="http://schemas.microsoft.com/office/drawing/2014/main" id="{D8FBDD50-73F4-44E2-95B4-7D79962625C2}"/>
                </a:ext>
              </a:extLst>
            </p:cNvPr>
            <p:cNvSpPr txBox="1">
              <a:spLocks noChangeArrowheads="1"/>
            </p:cNvSpPr>
            <p:nvPr/>
          </p:nvSpPr>
          <p:spPr bwMode="auto">
            <a:xfrm>
              <a:off x="1419" y="1978"/>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894" name="Rectangle 35">
              <a:extLst>
                <a:ext uri="{FF2B5EF4-FFF2-40B4-BE49-F238E27FC236}">
                  <a16:creationId xmlns:a16="http://schemas.microsoft.com/office/drawing/2014/main" id="{EC37657D-8686-477B-827C-7D00465D2266}"/>
                </a:ext>
              </a:extLst>
            </p:cNvPr>
            <p:cNvSpPr>
              <a:spLocks noChangeArrowheads="1"/>
            </p:cNvSpPr>
            <p:nvPr/>
          </p:nvSpPr>
          <p:spPr bwMode="auto">
            <a:xfrm>
              <a:off x="1384" y="2248"/>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6895" name="Group 36">
              <a:extLst>
                <a:ext uri="{FF2B5EF4-FFF2-40B4-BE49-F238E27FC236}">
                  <a16:creationId xmlns:a16="http://schemas.microsoft.com/office/drawing/2014/main" id="{9AE1B459-01BE-42B2-9CCE-CE350DF3C8C8}"/>
                </a:ext>
              </a:extLst>
            </p:cNvPr>
            <p:cNvGrpSpPr>
              <a:grpSpLocks/>
            </p:cNvGrpSpPr>
            <p:nvPr/>
          </p:nvGrpSpPr>
          <p:grpSpPr bwMode="auto">
            <a:xfrm>
              <a:off x="1066" y="2849"/>
              <a:ext cx="237" cy="330"/>
              <a:chOff x="1872" y="455"/>
              <a:chExt cx="240" cy="320"/>
            </a:xfrm>
          </p:grpSpPr>
          <p:sp>
            <p:nvSpPr>
              <p:cNvPr id="36896" name="Line 37">
                <a:extLst>
                  <a:ext uri="{FF2B5EF4-FFF2-40B4-BE49-F238E27FC236}">
                    <a16:creationId xmlns:a16="http://schemas.microsoft.com/office/drawing/2014/main" id="{48C51C69-7A9B-4791-8EB1-26C0244B558B}"/>
                  </a:ext>
                </a:extLst>
              </p:cNvPr>
              <p:cNvSpPr>
                <a:spLocks noChangeShapeType="1"/>
              </p:cNvSpPr>
              <p:nvPr/>
            </p:nvSpPr>
            <p:spPr bwMode="auto">
              <a:xfrm>
                <a:off x="1872" y="768"/>
                <a:ext cx="240" cy="0"/>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7" name="Text Box 38">
                <a:extLst>
                  <a:ext uri="{FF2B5EF4-FFF2-40B4-BE49-F238E27FC236}">
                    <a16:creationId xmlns:a16="http://schemas.microsoft.com/office/drawing/2014/main" id="{A3EDC41E-9F8A-43D2-8230-97CAC1B46871}"/>
                  </a:ext>
                </a:extLst>
              </p:cNvPr>
              <p:cNvSpPr txBox="1">
                <a:spLocks noChangeArrowheads="1"/>
              </p:cNvSpPr>
              <p:nvPr/>
            </p:nvSpPr>
            <p:spPr bwMode="auto">
              <a:xfrm>
                <a:off x="1875" y="455"/>
                <a:ext cx="181" cy="32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448552" name="Group 40">
            <a:extLst>
              <a:ext uri="{FF2B5EF4-FFF2-40B4-BE49-F238E27FC236}">
                <a16:creationId xmlns:a16="http://schemas.microsoft.com/office/drawing/2014/main" id="{44FA082B-B723-4667-A9C7-5AEBA4E7E789}"/>
              </a:ext>
            </a:extLst>
          </p:cNvPr>
          <p:cNvGrpSpPr>
            <a:grpSpLocks/>
          </p:cNvGrpSpPr>
          <p:nvPr/>
        </p:nvGrpSpPr>
        <p:grpSpPr bwMode="auto">
          <a:xfrm>
            <a:off x="7761486" y="3572644"/>
            <a:ext cx="509588" cy="615950"/>
            <a:chOff x="2018" y="2458"/>
            <a:chExt cx="321" cy="388"/>
          </a:xfrm>
        </p:grpSpPr>
        <p:sp>
          <p:nvSpPr>
            <p:cNvPr id="36876" name="Line 41">
              <a:extLst>
                <a:ext uri="{FF2B5EF4-FFF2-40B4-BE49-F238E27FC236}">
                  <a16:creationId xmlns:a16="http://schemas.microsoft.com/office/drawing/2014/main" id="{283282E0-66C0-4AC8-B575-A470D45ADA46}"/>
                </a:ext>
              </a:extLst>
            </p:cNvPr>
            <p:cNvSpPr>
              <a:spLocks noChangeShapeType="1"/>
            </p:cNvSpPr>
            <p:nvPr/>
          </p:nvSpPr>
          <p:spPr bwMode="auto">
            <a:xfrm>
              <a:off x="2018" y="2574"/>
              <a:ext cx="0" cy="27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77" name="Text Box 42">
              <a:extLst>
                <a:ext uri="{FF2B5EF4-FFF2-40B4-BE49-F238E27FC236}">
                  <a16:creationId xmlns:a16="http://schemas.microsoft.com/office/drawing/2014/main" id="{90840082-25F1-48CA-9950-FBD8D3D4F66C}"/>
                </a:ext>
              </a:extLst>
            </p:cNvPr>
            <p:cNvSpPr txBox="1">
              <a:spLocks noChangeArrowheads="1"/>
            </p:cNvSpPr>
            <p:nvPr/>
          </p:nvSpPr>
          <p:spPr bwMode="auto">
            <a:xfrm>
              <a:off x="2051" y="2458"/>
              <a:ext cx="28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43" name="Text Box 4">
            <a:extLst>
              <a:ext uri="{FF2B5EF4-FFF2-40B4-BE49-F238E27FC236}">
                <a16:creationId xmlns:a16="http://schemas.microsoft.com/office/drawing/2014/main" id="{F5C2D9B7-CE4A-45E6-9406-1B91DB2C307B}"/>
              </a:ext>
            </a:extLst>
          </p:cNvPr>
          <p:cNvSpPr txBox="1">
            <a:spLocks noChangeArrowheads="1"/>
          </p:cNvSpPr>
          <p:nvPr/>
        </p:nvSpPr>
        <p:spPr bwMode="auto">
          <a:xfrm>
            <a:off x="2124075" y="5253418"/>
            <a:ext cx="558009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98000" rIns="19800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下面分别用三要素公式和经典解微分方程方法求解，体会两种求解路线</a:t>
            </a:r>
          </a:p>
        </p:txBody>
      </p:sp>
      <p:sp>
        <p:nvSpPr>
          <p:cNvPr id="44" name="Text Box 39">
            <a:extLst>
              <a:ext uri="{FF2B5EF4-FFF2-40B4-BE49-F238E27FC236}">
                <a16:creationId xmlns:a16="http://schemas.microsoft.com/office/drawing/2014/main" id="{8A5709EB-12D7-41B6-8A89-48AE2DCE144A}"/>
              </a:ext>
            </a:extLst>
          </p:cNvPr>
          <p:cNvSpPr txBox="1">
            <a:spLocks noChangeArrowheads="1"/>
          </p:cNvSpPr>
          <p:nvPr/>
        </p:nvSpPr>
        <p:spPr bwMode="auto">
          <a:xfrm>
            <a:off x="669119" y="3015590"/>
            <a:ext cx="4097160" cy="24009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电路为例分析。电路情况：电容已充过电，电容原有的电压为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12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，分析在</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换路后</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，全响应电容电压</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6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变化特点。</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30227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448514"/>
                                        </p:tgtEl>
                                        <p:attrNameLst>
                                          <p:attrName>style.visibility</p:attrName>
                                        </p:attrNameLst>
                                      </p:cBhvr>
                                      <p:to>
                                        <p:strVal val="visible"/>
                                      </p:to>
                                    </p:set>
                                    <p:anim calcmode="lin" valueType="num">
                                      <p:cBhvr additive="base">
                                        <p:cTn id="7" dur="500" fill="hold"/>
                                        <p:tgtEl>
                                          <p:spTgt spid="448514"/>
                                        </p:tgtEl>
                                        <p:attrNameLst>
                                          <p:attrName>ppt_x</p:attrName>
                                        </p:attrNameLst>
                                      </p:cBhvr>
                                      <p:tavLst>
                                        <p:tav tm="0">
                                          <p:val>
                                            <p:strVal val="0-#ppt_w/2"/>
                                          </p:val>
                                        </p:tav>
                                        <p:tav tm="100000">
                                          <p:val>
                                            <p:strVal val="#ppt_x"/>
                                          </p:val>
                                        </p:tav>
                                      </p:tavLst>
                                    </p:anim>
                                    <p:anim calcmode="lin" valueType="num">
                                      <p:cBhvr additive="base">
                                        <p:cTn id="8" dur="500" fill="hold"/>
                                        <p:tgtEl>
                                          <p:spTgt spid="44851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8518"/>
                                        </p:tgtEl>
                                        <p:attrNameLst>
                                          <p:attrName>style.visibility</p:attrName>
                                        </p:attrNameLst>
                                      </p:cBhvr>
                                      <p:to>
                                        <p:strVal val="visible"/>
                                      </p:to>
                                    </p:set>
                                    <p:anim calcmode="lin" valueType="num">
                                      <p:cBhvr additive="base">
                                        <p:cTn id="13" dur="500" fill="hold"/>
                                        <p:tgtEl>
                                          <p:spTgt spid="448518"/>
                                        </p:tgtEl>
                                        <p:attrNameLst>
                                          <p:attrName>ppt_x</p:attrName>
                                        </p:attrNameLst>
                                      </p:cBhvr>
                                      <p:tavLst>
                                        <p:tav tm="0">
                                          <p:val>
                                            <p:strVal val="0-#ppt_w/2"/>
                                          </p:val>
                                        </p:tav>
                                        <p:tav tm="100000">
                                          <p:val>
                                            <p:strVal val="#ppt_x"/>
                                          </p:val>
                                        </p:tav>
                                      </p:tavLst>
                                    </p:anim>
                                    <p:anim calcmode="lin" valueType="num">
                                      <p:cBhvr additive="base">
                                        <p:cTn id="14" dur="500" fill="hold"/>
                                        <p:tgtEl>
                                          <p:spTgt spid="4485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nodeType="clickEffect">
                                  <p:stCondLst>
                                    <p:cond delay="0"/>
                                  </p:stCondLst>
                                  <p:childTnLst>
                                    <p:set>
                                      <p:cBhvr>
                                        <p:cTn id="18" dur="1" fill="hold">
                                          <p:stCondLst>
                                            <p:cond delay="0"/>
                                          </p:stCondLst>
                                        </p:cTn>
                                        <p:tgtEl>
                                          <p:spTgt spid="448519"/>
                                        </p:tgtEl>
                                        <p:attrNameLst>
                                          <p:attrName>style.visibility</p:attrName>
                                        </p:attrNameLst>
                                      </p:cBhvr>
                                      <p:to>
                                        <p:strVal val="visible"/>
                                      </p:to>
                                    </p:set>
                                    <p:animEffect transition="in" filter="slide(fromLeft)">
                                      <p:cBhvr>
                                        <p:cTn id="19" dur="500"/>
                                        <p:tgtEl>
                                          <p:spTgt spid="448519"/>
                                        </p:tgtEl>
                                      </p:cBhvr>
                                    </p:animEffect>
                                  </p:childTnLst>
                                </p:cTn>
                              </p:par>
                            </p:childTnLst>
                          </p:cTn>
                        </p:par>
                        <p:par>
                          <p:cTn id="20" fill="hold" nodeType="afterGroup">
                            <p:stCondLst>
                              <p:cond delay="500"/>
                            </p:stCondLst>
                            <p:childTnLst>
                              <p:par>
                                <p:cTn id="21" presetID="22" presetClass="entr" presetSubtype="8" fill="hold" grpId="0" nodeType="afterEffect">
                                  <p:stCondLst>
                                    <p:cond delay="0"/>
                                  </p:stCondLst>
                                  <p:iterate type="lt">
                                    <p:tmPct val="100000"/>
                                  </p:iterate>
                                  <p:childTnLst>
                                    <p:set>
                                      <p:cBhvr>
                                        <p:cTn id="22" dur="1" fill="hold">
                                          <p:stCondLst>
                                            <p:cond delay="0"/>
                                          </p:stCondLst>
                                        </p:cTn>
                                        <p:tgtEl>
                                          <p:spTgt spid="448515">
                                            <p:txEl>
                                              <p:pRg st="0" end="0"/>
                                            </p:txEl>
                                          </p:spTgt>
                                        </p:tgtEl>
                                        <p:attrNameLst>
                                          <p:attrName>style.visibility</p:attrName>
                                        </p:attrNameLst>
                                      </p:cBhvr>
                                      <p:to>
                                        <p:strVal val="visible"/>
                                      </p:to>
                                    </p:set>
                                    <p:animEffect transition="in" filter="wipe(left)">
                                      <p:cBhvr>
                                        <p:cTn id="23" dur="100"/>
                                        <p:tgtEl>
                                          <p:spTgt spid="44851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48517"/>
                                        </p:tgtEl>
                                        <p:attrNameLst>
                                          <p:attrName>style.visibility</p:attrName>
                                        </p:attrNameLst>
                                      </p:cBhvr>
                                      <p:to>
                                        <p:strVal val="visible"/>
                                      </p:to>
                                    </p:set>
                                    <p:animEffect transition="in" filter="dissolve">
                                      <p:cBhvr>
                                        <p:cTn id="28" dur="500"/>
                                        <p:tgtEl>
                                          <p:spTgt spid="44851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48520"/>
                                        </p:tgtEl>
                                        <p:attrNameLst>
                                          <p:attrName>style.visibility</p:attrName>
                                        </p:attrNameLst>
                                      </p:cBhvr>
                                      <p:to>
                                        <p:strVal val="visible"/>
                                      </p:to>
                                    </p:set>
                                    <p:animEffect transition="in" filter="blinds(horizontal)">
                                      <p:cBhvr>
                                        <p:cTn id="37" dur="500"/>
                                        <p:tgtEl>
                                          <p:spTgt spid="44852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4855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
                                            <p:txEl>
                                              <p:pRg st="0" end="0"/>
                                            </p:txEl>
                                          </p:spTgt>
                                        </p:tgtEl>
                                        <p:attrNameLst>
                                          <p:attrName>style.visibility</p:attrName>
                                        </p:attrNameLst>
                                      </p:cBhvr>
                                      <p:to>
                                        <p:strVal val="visible"/>
                                      </p:to>
                                    </p:set>
                                    <p:animEffect transition="in" filter="wipe(left)">
                                      <p:cBhvr>
                                        <p:cTn id="46" dur="20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4" grpId="0"/>
      <p:bldP spid="448515" grpId="0" build="p" autoUpdateAnimBg="0"/>
      <p:bldP spid="448517" grpId="0"/>
      <p:bldP spid="448518" grpId="0" animBg="1"/>
      <p:bldP spid="43" grpId="0" build="p" autoUpdateAnimBg="0" advAuto="1000"/>
      <p:bldP spid="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EFC07F93-4194-468C-831A-097ECBFE5CA6}"/>
              </a:ext>
            </a:extLst>
          </p:cNvPr>
          <p:cNvSpPr>
            <a:spLocks noChangeArrowheads="1"/>
          </p:cNvSpPr>
          <p:nvPr/>
        </p:nvSpPr>
        <p:spPr bwMode="auto">
          <a:xfrm>
            <a:off x="250825" y="0"/>
            <a:ext cx="5976938" cy="6762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bg1"/>
                </a:solidFill>
                <a:miter lim="800000"/>
                <a:headEnd/>
                <a:tailEnd/>
              </a14:hiddenLine>
            </a:ex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§7-2 </a:t>
            </a:r>
            <a:r>
              <a:rPr kumimoji="0" lang="zh-CN" altLang="en-US"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一阶电路的全响应</a:t>
            </a:r>
          </a:p>
        </p:txBody>
      </p:sp>
      <p:grpSp>
        <p:nvGrpSpPr>
          <p:cNvPr id="448520" name="Group 8">
            <a:extLst>
              <a:ext uri="{FF2B5EF4-FFF2-40B4-BE49-F238E27FC236}">
                <a16:creationId xmlns:a16="http://schemas.microsoft.com/office/drawing/2014/main" id="{8F4004BE-3F7D-4209-BDBB-E319618371E4}"/>
              </a:ext>
            </a:extLst>
          </p:cNvPr>
          <p:cNvGrpSpPr>
            <a:grpSpLocks/>
          </p:cNvGrpSpPr>
          <p:nvPr/>
        </p:nvGrpSpPr>
        <p:grpSpPr bwMode="auto">
          <a:xfrm>
            <a:off x="5220072" y="1528316"/>
            <a:ext cx="3578224" cy="2044700"/>
            <a:chOff x="295" y="1888"/>
            <a:chExt cx="2254" cy="1288"/>
          </a:xfrm>
        </p:grpSpPr>
        <p:sp>
          <p:nvSpPr>
            <p:cNvPr id="36878" name="Line 9">
              <a:extLst>
                <a:ext uri="{FF2B5EF4-FFF2-40B4-BE49-F238E27FC236}">
                  <a16:creationId xmlns:a16="http://schemas.microsoft.com/office/drawing/2014/main" id="{97CA59AC-0CEA-46EF-9977-62D115BD51E7}"/>
                </a:ext>
              </a:extLst>
            </p:cNvPr>
            <p:cNvSpPr>
              <a:spLocks noChangeShapeType="1"/>
            </p:cNvSpPr>
            <p:nvPr/>
          </p:nvSpPr>
          <p:spPr bwMode="auto">
            <a:xfrm flipV="1">
              <a:off x="2019" y="2813"/>
              <a:ext cx="0" cy="3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79" name="Oval 10">
              <a:extLst>
                <a:ext uri="{FF2B5EF4-FFF2-40B4-BE49-F238E27FC236}">
                  <a16:creationId xmlns:a16="http://schemas.microsoft.com/office/drawing/2014/main" id="{4B0CA437-84C4-4A14-8EF3-95675CD825FA}"/>
                </a:ext>
              </a:extLst>
            </p:cNvPr>
            <p:cNvSpPr>
              <a:spLocks noChangeArrowheads="1"/>
            </p:cNvSpPr>
            <p:nvPr/>
          </p:nvSpPr>
          <p:spPr bwMode="auto">
            <a:xfrm>
              <a:off x="295" y="2541"/>
              <a:ext cx="363" cy="363"/>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880" name="Line 11">
              <a:extLst>
                <a:ext uri="{FF2B5EF4-FFF2-40B4-BE49-F238E27FC236}">
                  <a16:creationId xmlns:a16="http://schemas.microsoft.com/office/drawing/2014/main" id="{9A161D12-DC74-4977-AFA0-B0342DECBE33}"/>
                </a:ext>
              </a:extLst>
            </p:cNvPr>
            <p:cNvSpPr>
              <a:spLocks noChangeShapeType="1"/>
            </p:cNvSpPr>
            <p:nvPr/>
          </p:nvSpPr>
          <p:spPr bwMode="auto">
            <a:xfrm flipH="1" flipV="1">
              <a:off x="839" y="2251"/>
              <a:ext cx="187" cy="181"/>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1" name="Text Box 12">
              <a:extLst>
                <a:ext uri="{FF2B5EF4-FFF2-40B4-BE49-F238E27FC236}">
                  <a16:creationId xmlns:a16="http://schemas.microsoft.com/office/drawing/2014/main" id="{BFD5CC9E-5FFB-4956-9645-C0E122AC3EDD}"/>
                </a:ext>
              </a:extLst>
            </p:cNvPr>
            <p:cNvSpPr txBox="1">
              <a:spLocks noChangeArrowheads="1"/>
            </p:cNvSpPr>
            <p:nvPr/>
          </p:nvSpPr>
          <p:spPr bwMode="auto">
            <a:xfrm>
              <a:off x="702" y="1888"/>
              <a:ext cx="69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36882" name="Text Box 13">
              <a:extLst>
                <a:ext uri="{FF2B5EF4-FFF2-40B4-BE49-F238E27FC236}">
                  <a16:creationId xmlns:a16="http://schemas.microsoft.com/office/drawing/2014/main" id="{9DC1E573-CC44-44E1-AD60-B324AB51A964}"/>
                </a:ext>
              </a:extLst>
            </p:cNvPr>
            <p:cNvSpPr txBox="1">
              <a:spLocks noChangeArrowheads="1"/>
            </p:cNvSpPr>
            <p:nvPr/>
          </p:nvSpPr>
          <p:spPr bwMode="auto">
            <a:xfrm>
              <a:off x="640" y="2567"/>
              <a:ext cx="36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6883" name="Group 14">
              <a:extLst>
                <a:ext uri="{FF2B5EF4-FFF2-40B4-BE49-F238E27FC236}">
                  <a16:creationId xmlns:a16="http://schemas.microsoft.com/office/drawing/2014/main" id="{FBEDC44C-DC4B-4E74-B868-7B05B4385085}"/>
                </a:ext>
              </a:extLst>
            </p:cNvPr>
            <p:cNvGrpSpPr>
              <a:grpSpLocks/>
            </p:cNvGrpSpPr>
            <p:nvPr/>
          </p:nvGrpSpPr>
          <p:grpSpPr bwMode="auto">
            <a:xfrm>
              <a:off x="1238" y="2294"/>
              <a:ext cx="609" cy="369"/>
              <a:chOff x="805" y="754"/>
              <a:chExt cx="616" cy="356"/>
            </a:xfrm>
          </p:grpSpPr>
          <p:grpSp>
            <p:nvGrpSpPr>
              <p:cNvPr id="36904" name="Group 15">
                <a:extLst>
                  <a:ext uri="{FF2B5EF4-FFF2-40B4-BE49-F238E27FC236}">
                    <a16:creationId xmlns:a16="http://schemas.microsoft.com/office/drawing/2014/main" id="{8E95A3D6-E7D8-40B0-96B0-06DCB455E2E0}"/>
                  </a:ext>
                </a:extLst>
              </p:cNvPr>
              <p:cNvGrpSpPr>
                <a:grpSpLocks/>
              </p:cNvGrpSpPr>
              <p:nvPr/>
            </p:nvGrpSpPr>
            <p:grpSpPr bwMode="auto">
              <a:xfrm>
                <a:off x="805" y="754"/>
                <a:ext cx="616" cy="318"/>
                <a:chOff x="805" y="754"/>
                <a:chExt cx="616" cy="318"/>
              </a:xfrm>
            </p:grpSpPr>
            <p:sp>
              <p:nvSpPr>
                <p:cNvPr id="36906" name="Text Box 16">
                  <a:extLst>
                    <a:ext uri="{FF2B5EF4-FFF2-40B4-BE49-F238E27FC236}">
                      <a16:creationId xmlns:a16="http://schemas.microsoft.com/office/drawing/2014/main" id="{70BD4A32-373F-40A6-8D7B-583C266A25B0}"/>
                    </a:ext>
                  </a:extLst>
                </p:cNvPr>
                <p:cNvSpPr txBox="1">
                  <a:spLocks noChangeArrowheads="1"/>
                </p:cNvSpPr>
                <p:nvPr/>
              </p:nvSpPr>
              <p:spPr bwMode="auto">
                <a:xfrm>
                  <a:off x="805" y="754"/>
                  <a:ext cx="248"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6907" name="Text Box 17">
                  <a:extLst>
                    <a:ext uri="{FF2B5EF4-FFF2-40B4-BE49-F238E27FC236}">
                      <a16:creationId xmlns:a16="http://schemas.microsoft.com/office/drawing/2014/main" id="{2231D0E8-80B8-4F7C-8379-83FE8290DABE}"/>
                    </a:ext>
                  </a:extLst>
                </p:cNvPr>
                <p:cNvSpPr txBox="1">
                  <a:spLocks noChangeArrowheads="1"/>
                </p:cNvSpPr>
                <p:nvPr/>
              </p:nvSpPr>
              <p:spPr bwMode="auto">
                <a:xfrm>
                  <a:off x="1189" y="754"/>
                  <a:ext cx="232"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6905" name="Text Box 18">
                <a:extLst>
                  <a:ext uri="{FF2B5EF4-FFF2-40B4-BE49-F238E27FC236}">
                    <a16:creationId xmlns:a16="http://schemas.microsoft.com/office/drawing/2014/main" id="{F848ED78-CBB5-41DE-9654-AB9D81C47CCB}"/>
                  </a:ext>
                </a:extLst>
              </p:cNvPr>
              <p:cNvSpPr txBox="1">
                <a:spLocks noChangeArrowheads="1"/>
              </p:cNvSpPr>
              <p:nvPr/>
            </p:nvSpPr>
            <p:spPr bwMode="auto">
              <a:xfrm>
                <a:off x="946" y="792"/>
                <a:ext cx="356"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36884" name="Line 19">
              <a:extLst>
                <a:ext uri="{FF2B5EF4-FFF2-40B4-BE49-F238E27FC236}">
                  <a16:creationId xmlns:a16="http://schemas.microsoft.com/office/drawing/2014/main" id="{A919A265-5A38-49C5-96D6-5BD6DAB16057}"/>
                </a:ext>
              </a:extLst>
            </p:cNvPr>
            <p:cNvSpPr>
              <a:spLocks noChangeShapeType="1"/>
            </p:cNvSpPr>
            <p:nvPr/>
          </p:nvSpPr>
          <p:spPr bwMode="auto">
            <a:xfrm>
              <a:off x="1021" y="2314"/>
              <a:ext cx="99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5" name="Line 20">
              <a:extLst>
                <a:ext uri="{FF2B5EF4-FFF2-40B4-BE49-F238E27FC236}">
                  <a16:creationId xmlns:a16="http://schemas.microsoft.com/office/drawing/2014/main" id="{8A553BF3-86C9-4B0F-ACE7-FA82500914BE}"/>
                </a:ext>
              </a:extLst>
            </p:cNvPr>
            <p:cNvSpPr>
              <a:spLocks noChangeShapeType="1"/>
            </p:cNvSpPr>
            <p:nvPr/>
          </p:nvSpPr>
          <p:spPr bwMode="auto">
            <a:xfrm>
              <a:off x="477" y="2314"/>
              <a:ext cx="33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6" name="Line 21">
              <a:extLst>
                <a:ext uri="{FF2B5EF4-FFF2-40B4-BE49-F238E27FC236}">
                  <a16:creationId xmlns:a16="http://schemas.microsoft.com/office/drawing/2014/main" id="{F2341BA7-71FE-4C85-9AD5-5CF0EB22910B}"/>
                </a:ext>
              </a:extLst>
            </p:cNvPr>
            <p:cNvSpPr>
              <a:spLocks noChangeShapeType="1"/>
            </p:cNvSpPr>
            <p:nvPr/>
          </p:nvSpPr>
          <p:spPr bwMode="auto">
            <a:xfrm>
              <a:off x="477" y="2314"/>
              <a:ext cx="0" cy="8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87" name="Text Box 22">
              <a:extLst>
                <a:ext uri="{FF2B5EF4-FFF2-40B4-BE49-F238E27FC236}">
                  <a16:creationId xmlns:a16="http://schemas.microsoft.com/office/drawing/2014/main" id="{969A1CE8-CD59-4612-8126-F1B98290157B}"/>
                </a:ext>
              </a:extLst>
            </p:cNvPr>
            <p:cNvSpPr txBox="1">
              <a:spLocks noChangeArrowheads="1"/>
            </p:cNvSpPr>
            <p:nvPr/>
          </p:nvSpPr>
          <p:spPr bwMode="auto">
            <a:xfrm>
              <a:off x="1611" y="2632"/>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p>
          </p:txBody>
        </p:sp>
        <p:grpSp>
          <p:nvGrpSpPr>
            <p:cNvPr id="36888" name="Group 23">
              <a:extLst>
                <a:ext uri="{FF2B5EF4-FFF2-40B4-BE49-F238E27FC236}">
                  <a16:creationId xmlns:a16="http://schemas.microsoft.com/office/drawing/2014/main" id="{FBE5471F-E19C-4580-8B4B-10E74B978152}"/>
                </a:ext>
              </a:extLst>
            </p:cNvPr>
            <p:cNvGrpSpPr>
              <a:grpSpLocks/>
            </p:cNvGrpSpPr>
            <p:nvPr/>
          </p:nvGrpSpPr>
          <p:grpSpPr bwMode="auto">
            <a:xfrm>
              <a:off x="2197" y="2385"/>
              <a:ext cx="352" cy="726"/>
              <a:chOff x="1955" y="706"/>
              <a:chExt cx="356" cy="701"/>
            </a:xfrm>
          </p:grpSpPr>
          <p:grpSp>
            <p:nvGrpSpPr>
              <p:cNvPr id="36900" name="Group 24">
                <a:extLst>
                  <a:ext uri="{FF2B5EF4-FFF2-40B4-BE49-F238E27FC236}">
                    <a16:creationId xmlns:a16="http://schemas.microsoft.com/office/drawing/2014/main" id="{7FFE74B1-4017-434D-8456-DA4FBB24C181}"/>
                  </a:ext>
                </a:extLst>
              </p:cNvPr>
              <p:cNvGrpSpPr>
                <a:grpSpLocks/>
              </p:cNvGrpSpPr>
              <p:nvPr/>
            </p:nvGrpSpPr>
            <p:grpSpPr bwMode="auto">
              <a:xfrm>
                <a:off x="2053" y="706"/>
                <a:ext cx="248" cy="701"/>
                <a:chOff x="1621" y="1234"/>
                <a:chExt cx="248" cy="701"/>
              </a:xfrm>
            </p:grpSpPr>
            <p:sp>
              <p:nvSpPr>
                <p:cNvPr id="36902" name="Text Box 25">
                  <a:extLst>
                    <a:ext uri="{FF2B5EF4-FFF2-40B4-BE49-F238E27FC236}">
                      <a16:creationId xmlns:a16="http://schemas.microsoft.com/office/drawing/2014/main" id="{87A4B663-A567-4CB3-A73F-714ED2ECD6A1}"/>
                    </a:ext>
                  </a:extLst>
                </p:cNvPr>
                <p:cNvSpPr txBox="1">
                  <a:spLocks noChangeArrowheads="1"/>
                </p:cNvSpPr>
                <p:nvPr/>
              </p:nvSpPr>
              <p:spPr bwMode="auto">
                <a:xfrm>
                  <a:off x="1621" y="1234"/>
                  <a:ext cx="248"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6903" name="Text Box 26">
                  <a:extLst>
                    <a:ext uri="{FF2B5EF4-FFF2-40B4-BE49-F238E27FC236}">
                      <a16:creationId xmlns:a16="http://schemas.microsoft.com/office/drawing/2014/main" id="{77F07160-7D14-44F3-91C5-5403D18C826E}"/>
                    </a:ext>
                  </a:extLst>
                </p:cNvPr>
                <p:cNvSpPr txBox="1">
                  <a:spLocks noChangeArrowheads="1"/>
                </p:cNvSpPr>
                <p:nvPr/>
              </p:nvSpPr>
              <p:spPr bwMode="auto">
                <a:xfrm>
                  <a:off x="1622" y="1617"/>
                  <a:ext cx="232"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6901" name="Text Box 27">
                <a:extLst>
                  <a:ext uri="{FF2B5EF4-FFF2-40B4-BE49-F238E27FC236}">
                    <a16:creationId xmlns:a16="http://schemas.microsoft.com/office/drawing/2014/main" id="{73833445-D4FB-41BE-BB09-F177F72A6D16}"/>
                  </a:ext>
                </a:extLst>
              </p:cNvPr>
              <p:cNvSpPr txBox="1">
                <a:spLocks noChangeArrowheads="1"/>
              </p:cNvSpPr>
              <p:nvPr/>
            </p:nvSpPr>
            <p:spPr bwMode="auto">
              <a:xfrm>
                <a:off x="1955" y="886"/>
                <a:ext cx="356" cy="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6889" name="Group 28">
              <a:extLst>
                <a:ext uri="{FF2B5EF4-FFF2-40B4-BE49-F238E27FC236}">
                  <a16:creationId xmlns:a16="http://schemas.microsoft.com/office/drawing/2014/main" id="{86F4355A-4D7A-47B9-9545-4B4B05983A2E}"/>
                </a:ext>
              </a:extLst>
            </p:cNvPr>
            <p:cNvGrpSpPr>
              <a:grpSpLocks/>
            </p:cNvGrpSpPr>
            <p:nvPr/>
          </p:nvGrpSpPr>
          <p:grpSpPr bwMode="auto">
            <a:xfrm>
              <a:off x="1883" y="2722"/>
              <a:ext cx="318" cy="91"/>
              <a:chOff x="1824" y="1680"/>
              <a:chExt cx="192" cy="96"/>
            </a:xfrm>
          </p:grpSpPr>
          <p:sp>
            <p:nvSpPr>
              <p:cNvPr id="36898" name="Line 29">
                <a:extLst>
                  <a:ext uri="{FF2B5EF4-FFF2-40B4-BE49-F238E27FC236}">
                    <a16:creationId xmlns:a16="http://schemas.microsoft.com/office/drawing/2014/main" id="{63D31504-69E8-40B9-A1C1-96FB4271E769}"/>
                  </a:ext>
                </a:extLst>
              </p:cNvPr>
              <p:cNvSpPr>
                <a:spLocks noChangeShapeType="1"/>
              </p:cNvSpPr>
              <p:nvPr/>
            </p:nvSpPr>
            <p:spPr bwMode="auto">
              <a:xfrm>
                <a:off x="1824" y="1680"/>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9" name="Line 30">
                <a:extLst>
                  <a:ext uri="{FF2B5EF4-FFF2-40B4-BE49-F238E27FC236}">
                    <a16:creationId xmlns:a16="http://schemas.microsoft.com/office/drawing/2014/main" id="{0BF37D12-7C50-49A4-ABF3-900FF87D2852}"/>
                  </a:ext>
                </a:extLst>
              </p:cNvPr>
              <p:cNvSpPr>
                <a:spLocks noChangeShapeType="1"/>
              </p:cNvSpPr>
              <p:nvPr/>
            </p:nvSpPr>
            <p:spPr bwMode="auto">
              <a:xfrm>
                <a:off x="1824" y="1776"/>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36890" name="Line 31">
              <a:extLst>
                <a:ext uri="{FF2B5EF4-FFF2-40B4-BE49-F238E27FC236}">
                  <a16:creationId xmlns:a16="http://schemas.microsoft.com/office/drawing/2014/main" id="{2C3D1169-9A84-46BE-A507-A6F0591E8D05}"/>
                </a:ext>
              </a:extLst>
            </p:cNvPr>
            <p:cNvSpPr>
              <a:spLocks noChangeShapeType="1"/>
            </p:cNvSpPr>
            <p:nvPr/>
          </p:nvSpPr>
          <p:spPr bwMode="auto">
            <a:xfrm flipV="1">
              <a:off x="2019" y="2314"/>
              <a:ext cx="0" cy="40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1" name="Line 32">
              <a:extLst>
                <a:ext uri="{FF2B5EF4-FFF2-40B4-BE49-F238E27FC236}">
                  <a16:creationId xmlns:a16="http://schemas.microsoft.com/office/drawing/2014/main" id="{57A8151D-C416-4222-8C6B-7B9557F1F37C}"/>
                </a:ext>
              </a:extLst>
            </p:cNvPr>
            <p:cNvSpPr>
              <a:spLocks noChangeShapeType="1"/>
            </p:cNvSpPr>
            <p:nvPr/>
          </p:nvSpPr>
          <p:spPr bwMode="auto">
            <a:xfrm flipH="1">
              <a:off x="793" y="2314"/>
              <a:ext cx="228" cy="7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2" name="Line 33">
              <a:extLst>
                <a:ext uri="{FF2B5EF4-FFF2-40B4-BE49-F238E27FC236}">
                  <a16:creationId xmlns:a16="http://schemas.microsoft.com/office/drawing/2014/main" id="{42418B32-1502-4C14-BD2B-1F4DE4A1C24D}"/>
                </a:ext>
              </a:extLst>
            </p:cNvPr>
            <p:cNvSpPr>
              <a:spLocks noChangeShapeType="1"/>
            </p:cNvSpPr>
            <p:nvPr/>
          </p:nvSpPr>
          <p:spPr bwMode="auto">
            <a:xfrm>
              <a:off x="477" y="3176"/>
              <a:ext cx="156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93" name="Text Box 34">
              <a:extLst>
                <a:ext uri="{FF2B5EF4-FFF2-40B4-BE49-F238E27FC236}">
                  <a16:creationId xmlns:a16="http://schemas.microsoft.com/office/drawing/2014/main" id="{D8FBDD50-73F4-44E2-95B4-7D79962625C2}"/>
                </a:ext>
              </a:extLst>
            </p:cNvPr>
            <p:cNvSpPr txBox="1">
              <a:spLocks noChangeArrowheads="1"/>
            </p:cNvSpPr>
            <p:nvPr/>
          </p:nvSpPr>
          <p:spPr bwMode="auto">
            <a:xfrm>
              <a:off x="1419" y="1978"/>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894" name="Rectangle 35">
              <a:extLst>
                <a:ext uri="{FF2B5EF4-FFF2-40B4-BE49-F238E27FC236}">
                  <a16:creationId xmlns:a16="http://schemas.microsoft.com/office/drawing/2014/main" id="{EC37657D-8686-477B-827C-7D00465D2266}"/>
                </a:ext>
              </a:extLst>
            </p:cNvPr>
            <p:cNvSpPr>
              <a:spLocks noChangeArrowheads="1"/>
            </p:cNvSpPr>
            <p:nvPr/>
          </p:nvSpPr>
          <p:spPr bwMode="auto">
            <a:xfrm>
              <a:off x="1384" y="2248"/>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448551" name="Text Box 39">
            <a:extLst>
              <a:ext uri="{FF2B5EF4-FFF2-40B4-BE49-F238E27FC236}">
                <a16:creationId xmlns:a16="http://schemas.microsoft.com/office/drawing/2014/main" id="{DEA57404-96D5-4F42-8313-4E6683C10DB8}"/>
              </a:ext>
            </a:extLst>
          </p:cNvPr>
          <p:cNvSpPr txBox="1">
            <a:spLocks noChangeArrowheads="1"/>
          </p:cNvSpPr>
          <p:nvPr/>
        </p:nvSpPr>
        <p:spPr bwMode="auto">
          <a:xfrm>
            <a:off x="468863" y="640563"/>
            <a:ext cx="8675137" cy="8620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先用三要素法求解：</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三要素公式是由一阶微分方程求解过程推导出来的求解公式，可直接应用</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48552" name="Group 40">
            <a:extLst>
              <a:ext uri="{FF2B5EF4-FFF2-40B4-BE49-F238E27FC236}">
                <a16:creationId xmlns:a16="http://schemas.microsoft.com/office/drawing/2014/main" id="{44FA082B-B723-4667-A9C7-5AEBA4E7E789}"/>
              </a:ext>
            </a:extLst>
          </p:cNvPr>
          <p:cNvGrpSpPr>
            <a:grpSpLocks/>
          </p:cNvGrpSpPr>
          <p:nvPr/>
        </p:nvGrpSpPr>
        <p:grpSpPr bwMode="auto">
          <a:xfrm>
            <a:off x="7955334" y="2176017"/>
            <a:ext cx="509588" cy="615950"/>
            <a:chOff x="2018" y="2458"/>
            <a:chExt cx="321" cy="388"/>
          </a:xfrm>
        </p:grpSpPr>
        <p:sp>
          <p:nvSpPr>
            <p:cNvPr id="36876" name="Line 41">
              <a:extLst>
                <a:ext uri="{FF2B5EF4-FFF2-40B4-BE49-F238E27FC236}">
                  <a16:creationId xmlns:a16="http://schemas.microsoft.com/office/drawing/2014/main" id="{283282E0-66C0-4AC8-B575-A470D45ADA46}"/>
                </a:ext>
              </a:extLst>
            </p:cNvPr>
            <p:cNvSpPr>
              <a:spLocks noChangeShapeType="1"/>
            </p:cNvSpPr>
            <p:nvPr/>
          </p:nvSpPr>
          <p:spPr bwMode="auto">
            <a:xfrm>
              <a:off x="2018" y="2574"/>
              <a:ext cx="0" cy="27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877" name="Text Box 42">
              <a:extLst>
                <a:ext uri="{FF2B5EF4-FFF2-40B4-BE49-F238E27FC236}">
                  <a16:creationId xmlns:a16="http://schemas.microsoft.com/office/drawing/2014/main" id="{90840082-25F1-48CA-9950-FBD8D3D4F66C}"/>
                </a:ext>
              </a:extLst>
            </p:cNvPr>
            <p:cNvSpPr txBox="1">
              <a:spLocks noChangeArrowheads="1"/>
            </p:cNvSpPr>
            <p:nvPr/>
          </p:nvSpPr>
          <p:spPr bwMode="auto">
            <a:xfrm>
              <a:off x="2051" y="2458"/>
              <a:ext cx="28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43" name="Object 21">
            <a:extLst>
              <a:ext uri="{FF2B5EF4-FFF2-40B4-BE49-F238E27FC236}">
                <a16:creationId xmlns:a16="http://schemas.microsoft.com/office/drawing/2014/main" id="{D1E27139-57C1-497D-8A45-76BD1357B11C}"/>
              </a:ext>
            </a:extLst>
          </p:cNvPr>
          <p:cNvGraphicFramePr>
            <a:graphicFrameLocks noChangeAspect="1"/>
          </p:cNvGraphicFramePr>
          <p:nvPr>
            <p:extLst/>
          </p:nvPr>
        </p:nvGraphicFramePr>
        <p:xfrm>
          <a:off x="2091907" y="1695651"/>
          <a:ext cx="2913820" cy="425193"/>
        </p:xfrm>
        <a:graphic>
          <a:graphicData uri="http://schemas.openxmlformats.org/presentationml/2006/ole">
            <mc:AlternateContent xmlns:mc="http://schemas.openxmlformats.org/markup-compatibility/2006">
              <mc:Choice xmlns:v="urn:schemas-microsoft-com:vml" Requires="v">
                <p:oleObj spid="_x0000_s202904" name="Equation" r:id="rId3" imgW="2958840" imgH="431640" progId="Equation.DSMT4">
                  <p:embed/>
                </p:oleObj>
              </mc:Choice>
              <mc:Fallback>
                <p:oleObj name="Equation" r:id="rId3" imgW="2958840" imgH="431640" progId="Equation.DSMT4">
                  <p:embed/>
                  <p:pic>
                    <p:nvPicPr>
                      <p:cNvPr id="43" name="Object 21">
                        <a:extLst>
                          <a:ext uri="{FF2B5EF4-FFF2-40B4-BE49-F238E27FC236}">
                            <a16:creationId xmlns:a16="http://schemas.microsoft.com/office/drawing/2014/main" id="{D1E27139-57C1-497D-8A45-76BD1357B11C}"/>
                          </a:ext>
                        </a:extLst>
                      </p:cNvPr>
                      <p:cNvPicPr>
                        <a:picLocks noChangeAspect="1" noChangeArrowheads="1"/>
                      </p:cNvPicPr>
                      <p:nvPr/>
                    </p:nvPicPr>
                    <p:blipFill>
                      <a:blip r:embed="rId4"/>
                      <a:srcRect/>
                      <a:stretch>
                        <a:fillRect/>
                      </a:stretch>
                    </p:blipFill>
                    <p:spPr bwMode="auto">
                      <a:xfrm>
                        <a:off x="2091907" y="1695651"/>
                        <a:ext cx="2913820" cy="425193"/>
                      </a:xfrm>
                      <a:prstGeom prst="rect">
                        <a:avLst/>
                      </a:prstGeom>
                      <a:noFill/>
                      <a:ln>
                        <a:noFill/>
                      </a:ln>
                      <a:effectLst/>
                      <a:extLst/>
                    </p:spPr>
                  </p:pic>
                </p:oleObj>
              </mc:Fallback>
            </mc:AlternateContent>
          </a:graphicData>
        </a:graphic>
      </p:graphicFrame>
      <p:graphicFrame>
        <p:nvGraphicFramePr>
          <p:cNvPr id="44" name="Object 21">
            <a:extLst>
              <a:ext uri="{FF2B5EF4-FFF2-40B4-BE49-F238E27FC236}">
                <a16:creationId xmlns:a16="http://schemas.microsoft.com/office/drawing/2014/main" id="{0E8C01C2-D70A-4785-8B57-86DFEFA19620}"/>
              </a:ext>
            </a:extLst>
          </p:cNvPr>
          <p:cNvGraphicFramePr>
            <a:graphicFrameLocks noChangeAspect="1"/>
          </p:cNvGraphicFramePr>
          <p:nvPr>
            <p:extLst/>
          </p:nvPr>
        </p:nvGraphicFramePr>
        <p:xfrm>
          <a:off x="2508969" y="2185826"/>
          <a:ext cx="1911907" cy="517028"/>
        </p:xfrm>
        <a:graphic>
          <a:graphicData uri="http://schemas.openxmlformats.org/presentationml/2006/ole">
            <mc:AlternateContent xmlns:mc="http://schemas.openxmlformats.org/markup-compatibility/2006">
              <mc:Choice xmlns:v="urn:schemas-microsoft-com:vml" Requires="v">
                <p:oleObj spid="_x0000_s202905" name="Equation" r:id="rId5" imgW="1600200" imgH="431640" progId="Equation.DSMT4">
                  <p:embed/>
                </p:oleObj>
              </mc:Choice>
              <mc:Fallback>
                <p:oleObj name="Equation" r:id="rId5" imgW="1600200" imgH="431640" progId="Equation.DSMT4">
                  <p:embed/>
                  <p:pic>
                    <p:nvPicPr>
                      <p:cNvPr id="44" name="Object 21">
                        <a:extLst>
                          <a:ext uri="{FF2B5EF4-FFF2-40B4-BE49-F238E27FC236}">
                            <a16:creationId xmlns:a16="http://schemas.microsoft.com/office/drawing/2014/main" id="{0E8C01C2-D70A-4785-8B57-86DFEFA19620}"/>
                          </a:ext>
                        </a:extLst>
                      </p:cNvPr>
                      <p:cNvPicPr>
                        <a:picLocks noChangeAspect="1" noChangeArrowheads="1"/>
                      </p:cNvPicPr>
                      <p:nvPr/>
                    </p:nvPicPr>
                    <p:blipFill>
                      <a:blip r:embed="rId6"/>
                      <a:srcRect/>
                      <a:stretch>
                        <a:fillRect/>
                      </a:stretch>
                    </p:blipFill>
                    <p:spPr bwMode="auto">
                      <a:xfrm>
                        <a:off x="2508969" y="2185826"/>
                        <a:ext cx="1911907" cy="517028"/>
                      </a:xfrm>
                      <a:prstGeom prst="rect">
                        <a:avLst/>
                      </a:prstGeom>
                      <a:noFill/>
                      <a:ln>
                        <a:noFill/>
                      </a:ln>
                      <a:effectLst/>
                      <a:extLst/>
                    </p:spPr>
                  </p:pic>
                </p:oleObj>
              </mc:Fallback>
            </mc:AlternateContent>
          </a:graphicData>
        </a:graphic>
      </p:graphicFrame>
      <p:graphicFrame>
        <p:nvGraphicFramePr>
          <p:cNvPr id="45" name="Object 15">
            <a:extLst>
              <a:ext uri="{FF2B5EF4-FFF2-40B4-BE49-F238E27FC236}">
                <a16:creationId xmlns:a16="http://schemas.microsoft.com/office/drawing/2014/main" id="{86A29784-F84E-44DE-8AF9-CB101591CF21}"/>
              </a:ext>
            </a:extLst>
          </p:cNvPr>
          <p:cNvGraphicFramePr>
            <a:graphicFrameLocks noChangeAspect="1"/>
          </p:cNvGraphicFramePr>
          <p:nvPr>
            <p:extLst/>
          </p:nvPr>
        </p:nvGraphicFramePr>
        <p:xfrm>
          <a:off x="2493207" y="2724724"/>
          <a:ext cx="1054100" cy="317500"/>
        </p:xfrm>
        <a:graphic>
          <a:graphicData uri="http://schemas.openxmlformats.org/presentationml/2006/ole">
            <mc:AlternateContent xmlns:mc="http://schemas.openxmlformats.org/markup-compatibility/2006">
              <mc:Choice xmlns:v="urn:schemas-microsoft-com:vml" Requires="v">
                <p:oleObj spid="_x0000_s202906" name="Equation" r:id="rId7" imgW="1054080" imgH="317160" progId="Equation.DSMT4">
                  <p:embed/>
                </p:oleObj>
              </mc:Choice>
              <mc:Fallback>
                <p:oleObj name="Equation" r:id="rId7" imgW="1054080" imgH="317160" progId="Equation.DSMT4">
                  <p:embed/>
                  <p:pic>
                    <p:nvPicPr>
                      <p:cNvPr id="45" name="Object 15">
                        <a:extLst>
                          <a:ext uri="{FF2B5EF4-FFF2-40B4-BE49-F238E27FC236}">
                            <a16:creationId xmlns:a16="http://schemas.microsoft.com/office/drawing/2014/main" id="{86A29784-F84E-44DE-8AF9-CB101591CF21}"/>
                          </a:ext>
                        </a:extLst>
                      </p:cNvPr>
                      <p:cNvPicPr>
                        <a:picLocks noChangeAspect="1" noChangeArrowheads="1"/>
                      </p:cNvPicPr>
                      <p:nvPr/>
                    </p:nvPicPr>
                    <p:blipFill>
                      <a:blip r:embed="rId8"/>
                      <a:srcRect/>
                      <a:stretch>
                        <a:fillRect/>
                      </a:stretch>
                    </p:blipFill>
                    <p:spPr bwMode="auto">
                      <a:xfrm>
                        <a:off x="2493207" y="2724724"/>
                        <a:ext cx="10541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6">
            <a:extLst>
              <a:ext uri="{FF2B5EF4-FFF2-40B4-BE49-F238E27FC236}">
                <a16:creationId xmlns:a16="http://schemas.microsoft.com/office/drawing/2014/main" id="{8662377F-B3B8-4DF2-B34A-5FC4870F65A9}"/>
              </a:ext>
            </a:extLst>
          </p:cNvPr>
          <p:cNvGraphicFramePr>
            <a:graphicFrameLocks noChangeAspect="1"/>
          </p:cNvGraphicFramePr>
          <p:nvPr>
            <p:extLst/>
          </p:nvPr>
        </p:nvGraphicFramePr>
        <p:xfrm>
          <a:off x="427115" y="3933946"/>
          <a:ext cx="4535520" cy="1295254"/>
        </p:xfrm>
        <a:graphic>
          <a:graphicData uri="http://schemas.openxmlformats.org/presentationml/2006/ole">
            <mc:AlternateContent xmlns:mc="http://schemas.openxmlformats.org/markup-compatibility/2006">
              <mc:Choice xmlns:v="urn:schemas-microsoft-com:vml" Requires="v">
                <p:oleObj spid="_x0000_s202907" name="Equation" r:id="rId9" imgW="3733560" imgH="1066680" progId="Equation.DSMT4">
                  <p:embed/>
                </p:oleObj>
              </mc:Choice>
              <mc:Fallback>
                <p:oleObj name="Equation" r:id="rId9" imgW="3733560" imgH="1066680" progId="Equation.DSMT4">
                  <p:embed/>
                  <p:pic>
                    <p:nvPicPr>
                      <p:cNvPr id="46" name="Object 6">
                        <a:extLst>
                          <a:ext uri="{FF2B5EF4-FFF2-40B4-BE49-F238E27FC236}">
                            <a16:creationId xmlns:a16="http://schemas.microsoft.com/office/drawing/2014/main" id="{8662377F-B3B8-4DF2-B34A-5FC4870F65A9}"/>
                          </a:ext>
                        </a:extLst>
                      </p:cNvPr>
                      <p:cNvPicPr>
                        <a:picLocks noChangeAspect="1" noChangeArrowheads="1"/>
                      </p:cNvPicPr>
                      <p:nvPr/>
                    </p:nvPicPr>
                    <p:blipFill>
                      <a:blip r:embed="rId10"/>
                      <a:srcRect/>
                      <a:stretch>
                        <a:fillRect/>
                      </a:stretch>
                    </p:blipFill>
                    <p:spPr bwMode="auto">
                      <a:xfrm>
                        <a:off x="427115" y="3933946"/>
                        <a:ext cx="4535520" cy="1295254"/>
                      </a:xfrm>
                      <a:prstGeom prst="rect">
                        <a:avLst/>
                      </a:prstGeom>
                      <a:noFill/>
                      <a:ln>
                        <a:noFill/>
                      </a:ln>
                      <a:effectLst/>
                      <a:extLst/>
                    </p:spPr>
                  </p:pic>
                </p:oleObj>
              </mc:Fallback>
            </mc:AlternateContent>
          </a:graphicData>
        </a:graphic>
      </p:graphicFrame>
      <p:sp>
        <p:nvSpPr>
          <p:cNvPr id="47" name="Text Box 6">
            <a:extLst>
              <a:ext uri="{FF2B5EF4-FFF2-40B4-BE49-F238E27FC236}">
                <a16:creationId xmlns:a16="http://schemas.microsoft.com/office/drawing/2014/main" id="{6E0447D6-9069-4C44-B0CE-9BE2B3A27152}"/>
              </a:ext>
            </a:extLst>
          </p:cNvPr>
          <p:cNvSpPr txBox="1">
            <a:spLocks noChangeArrowheads="1"/>
          </p:cNvSpPr>
          <p:nvPr/>
        </p:nvSpPr>
        <p:spPr bwMode="auto">
          <a:xfrm>
            <a:off x="695403" y="3244866"/>
            <a:ext cx="2913820" cy="523220"/>
          </a:xfrm>
          <a:prstGeom prst="rect">
            <a:avLst/>
          </a:prstGeom>
          <a:noFill/>
          <a:ln w="2857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由三要素公式得：</a:t>
            </a:r>
          </a:p>
        </p:txBody>
      </p:sp>
      <p:sp>
        <p:nvSpPr>
          <p:cNvPr id="48" name="Text Box 6">
            <a:extLst>
              <a:ext uri="{FF2B5EF4-FFF2-40B4-BE49-F238E27FC236}">
                <a16:creationId xmlns:a16="http://schemas.microsoft.com/office/drawing/2014/main" id="{FF31A71E-C5D5-4480-AF56-5E687A87B665}"/>
              </a:ext>
            </a:extLst>
          </p:cNvPr>
          <p:cNvSpPr txBox="1">
            <a:spLocks noChangeArrowheads="1"/>
          </p:cNvSpPr>
          <p:nvPr/>
        </p:nvSpPr>
        <p:spPr bwMode="auto">
          <a:xfrm>
            <a:off x="5381684" y="3695636"/>
            <a:ext cx="2913820" cy="523220"/>
          </a:xfrm>
          <a:prstGeom prst="rect">
            <a:avLst/>
          </a:prstGeom>
          <a:noFill/>
          <a:ln w="2857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由电容的</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得：</a:t>
            </a:r>
          </a:p>
        </p:txBody>
      </p:sp>
      <p:graphicFrame>
        <p:nvGraphicFramePr>
          <p:cNvPr id="49" name="Object 6">
            <a:extLst>
              <a:ext uri="{FF2B5EF4-FFF2-40B4-BE49-F238E27FC236}">
                <a16:creationId xmlns:a16="http://schemas.microsoft.com/office/drawing/2014/main" id="{A3402E0B-9F60-40A6-97DD-B291A4BE3157}"/>
              </a:ext>
            </a:extLst>
          </p:cNvPr>
          <p:cNvGraphicFramePr>
            <a:graphicFrameLocks noChangeAspect="1"/>
          </p:cNvGraphicFramePr>
          <p:nvPr>
            <p:extLst/>
          </p:nvPr>
        </p:nvGraphicFramePr>
        <p:xfrm>
          <a:off x="5222453" y="4225742"/>
          <a:ext cx="3563938" cy="1631950"/>
        </p:xfrm>
        <a:graphic>
          <a:graphicData uri="http://schemas.openxmlformats.org/presentationml/2006/ole">
            <mc:AlternateContent xmlns:mc="http://schemas.openxmlformats.org/markup-compatibility/2006">
              <mc:Choice xmlns:v="urn:schemas-microsoft-com:vml" Requires="v">
                <p:oleObj spid="_x0000_s202908" name="Equation" r:id="rId11" imgW="3936960" imgH="1803240" progId="Equation.DSMT4">
                  <p:embed/>
                </p:oleObj>
              </mc:Choice>
              <mc:Fallback>
                <p:oleObj name="Equation" r:id="rId11" imgW="3936960" imgH="1803240" progId="Equation.DSMT4">
                  <p:embed/>
                  <p:pic>
                    <p:nvPicPr>
                      <p:cNvPr id="49" name="Object 6">
                        <a:extLst>
                          <a:ext uri="{FF2B5EF4-FFF2-40B4-BE49-F238E27FC236}">
                            <a16:creationId xmlns:a16="http://schemas.microsoft.com/office/drawing/2014/main" id="{A3402E0B-9F60-40A6-97DD-B291A4BE3157}"/>
                          </a:ext>
                        </a:extLst>
                      </p:cNvPr>
                      <p:cNvPicPr>
                        <a:picLocks noChangeAspect="1" noChangeArrowheads="1"/>
                      </p:cNvPicPr>
                      <p:nvPr/>
                    </p:nvPicPr>
                    <p:blipFill>
                      <a:blip r:embed="rId12"/>
                      <a:srcRect/>
                      <a:stretch>
                        <a:fillRect/>
                      </a:stretch>
                    </p:blipFill>
                    <p:spPr bwMode="auto">
                      <a:xfrm>
                        <a:off x="5222453" y="4225742"/>
                        <a:ext cx="3563938" cy="1631950"/>
                      </a:xfrm>
                      <a:prstGeom prst="rect">
                        <a:avLst/>
                      </a:prstGeom>
                      <a:noFill/>
                      <a:ln>
                        <a:noFill/>
                      </a:ln>
                      <a:effectLst/>
                      <a:extLst/>
                    </p:spPr>
                  </p:pic>
                </p:oleObj>
              </mc:Fallback>
            </mc:AlternateContent>
          </a:graphicData>
        </a:graphic>
      </p:graphicFrame>
      <p:sp>
        <p:nvSpPr>
          <p:cNvPr id="50" name="Text Box 8">
            <a:extLst>
              <a:ext uri="{FF2B5EF4-FFF2-40B4-BE49-F238E27FC236}">
                <a16:creationId xmlns:a16="http://schemas.microsoft.com/office/drawing/2014/main" id="{9F1D65EC-E494-442A-BC20-0BFEE30825DF}"/>
              </a:ext>
            </a:extLst>
          </p:cNvPr>
          <p:cNvSpPr txBox="1">
            <a:spLocks noChangeArrowheads="1"/>
          </p:cNvSpPr>
          <p:nvPr/>
        </p:nvSpPr>
        <p:spPr bwMode="auto">
          <a:xfrm>
            <a:off x="695404" y="5747708"/>
            <a:ext cx="5532360" cy="57349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同样的方法可分析</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一阶电路的全响应</a:t>
            </a:r>
          </a:p>
        </p:txBody>
      </p:sp>
      <p:sp>
        <p:nvSpPr>
          <p:cNvPr id="51" name="Text Box 39">
            <a:extLst>
              <a:ext uri="{FF2B5EF4-FFF2-40B4-BE49-F238E27FC236}">
                <a16:creationId xmlns:a16="http://schemas.microsoft.com/office/drawing/2014/main" id="{50F00E64-D8B1-4428-8090-620AF95DFA35}"/>
              </a:ext>
            </a:extLst>
          </p:cNvPr>
          <p:cNvSpPr txBox="1">
            <a:spLocks noChangeArrowheads="1"/>
          </p:cNvSpPr>
          <p:nvPr/>
        </p:nvSpPr>
        <p:spPr bwMode="auto">
          <a:xfrm>
            <a:off x="540082" y="1713102"/>
            <a:ext cx="1440855" cy="4773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初始值：</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Text Box 39">
            <a:extLst>
              <a:ext uri="{FF2B5EF4-FFF2-40B4-BE49-F238E27FC236}">
                <a16:creationId xmlns:a16="http://schemas.microsoft.com/office/drawing/2014/main" id="{74ABD42A-F1A4-4C05-9F66-484111FF9E0C}"/>
              </a:ext>
            </a:extLst>
          </p:cNvPr>
          <p:cNvSpPr txBox="1">
            <a:spLocks noChangeArrowheads="1"/>
          </p:cNvSpPr>
          <p:nvPr/>
        </p:nvSpPr>
        <p:spPr bwMode="auto">
          <a:xfrm>
            <a:off x="478460" y="2231610"/>
            <a:ext cx="1613447" cy="4773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稳态值值：</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3" name="Text Box 39">
            <a:extLst>
              <a:ext uri="{FF2B5EF4-FFF2-40B4-BE49-F238E27FC236}">
                <a16:creationId xmlns:a16="http://schemas.microsoft.com/office/drawing/2014/main" id="{5AC07638-C664-4AB6-B6C0-F04553E83111}"/>
              </a:ext>
            </a:extLst>
          </p:cNvPr>
          <p:cNvSpPr txBox="1">
            <a:spLocks noChangeArrowheads="1"/>
          </p:cNvSpPr>
          <p:nvPr/>
        </p:nvSpPr>
        <p:spPr bwMode="auto">
          <a:xfrm>
            <a:off x="462522" y="2653795"/>
            <a:ext cx="1771924" cy="4773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时间常数：</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89821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p:bldP spid="47" grpId="0" animBg="1"/>
      <p:bldP spid="48" grpId="0" animBg="1"/>
      <p:bldP spid="50" grpId="0" animBg="1"/>
      <p:bldP spid="51" grpId="0"/>
      <p:bldP spid="52" grpId="0"/>
      <p:bldP spid="5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49538" name="Object 2">
            <a:extLst>
              <a:ext uri="{FF2B5EF4-FFF2-40B4-BE49-F238E27FC236}">
                <a16:creationId xmlns:a16="http://schemas.microsoft.com/office/drawing/2014/main" id="{32B6BFDC-3E30-4A90-873B-FBE7F570AD8E}"/>
              </a:ext>
            </a:extLst>
          </p:cNvPr>
          <p:cNvGraphicFramePr>
            <a:graphicFrameLocks noChangeAspect="1"/>
          </p:cNvGraphicFramePr>
          <p:nvPr>
            <p:extLst/>
          </p:nvPr>
        </p:nvGraphicFramePr>
        <p:xfrm>
          <a:off x="323528" y="620688"/>
          <a:ext cx="2374901" cy="815371"/>
        </p:xfrm>
        <a:graphic>
          <a:graphicData uri="http://schemas.openxmlformats.org/presentationml/2006/ole">
            <mc:AlternateContent xmlns:mc="http://schemas.openxmlformats.org/markup-compatibility/2006">
              <mc:Choice xmlns:v="urn:schemas-microsoft-com:vml" Requires="v">
                <p:oleObj spid="_x0000_s204288" name="公式" r:id="rId4" imgW="1247567" imgH="437974" progId="Equation.3">
                  <p:embed/>
                </p:oleObj>
              </mc:Choice>
              <mc:Fallback>
                <p:oleObj name="公式" r:id="rId4" imgW="1247567" imgH="437974" progId="Equation.3">
                  <p:embed/>
                  <p:pic>
                    <p:nvPicPr>
                      <p:cNvPr id="449538" name="Object 2">
                        <a:extLst>
                          <a:ext uri="{FF2B5EF4-FFF2-40B4-BE49-F238E27FC236}">
                            <a16:creationId xmlns:a16="http://schemas.microsoft.com/office/drawing/2014/main" id="{32B6BFDC-3E30-4A90-873B-FBE7F570AD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620688"/>
                        <a:ext cx="2374901" cy="815371"/>
                      </a:xfrm>
                      <a:prstGeom prst="rect">
                        <a:avLst/>
                      </a:prstGeom>
                      <a:noFill/>
                      <a:ln>
                        <a:noFill/>
                      </a:ln>
                      <a:effectLst/>
                      <a:extLst/>
                    </p:spPr>
                  </p:pic>
                </p:oleObj>
              </mc:Fallback>
            </mc:AlternateContent>
          </a:graphicData>
        </a:graphic>
      </p:graphicFrame>
      <p:sp>
        <p:nvSpPr>
          <p:cNvPr id="449539" name="Text Box 3">
            <a:extLst>
              <a:ext uri="{FF2B5EF4-FFF2-40B4-BE49-F238E27FC236}">
                <a16:creationId xmlns:a16="http://schemas.microsoft.com/office/drawing/2014/main" id="{E86A246D-9207-4946-9C0C-D898DEEF5E26}"/>
              </a:ext>
            </a:extLst>
          </p:cNvPr>
          <p:cNvSpPr txBox="1">
            <a:spLocks noChangeArrowheads="1"/>
          </p:cNvSpPr>
          <p:nvPr/>
        </p:nvSpPr>
        <p:spPr bwMode="auto">
          <a:xfrm>
            <a:off x="25129" y="59409"/>
            <a:ext cx="69600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98000" rIns="19800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再用解微分方程法求解：换路后电路微分方程：</a:t>
            </a:r>
          </a:p>
        </p:txBody>
      </p:sp>
      <p:grpSp>
        <p:nvGrpSpPr>
          <p:cNvPr id="449540" name="Group 4">
            <a:extLst>
              <a:ext uri="{FF2B5EF4-FFF2-40B4-BE49-F238E27FC236}">
                <a16:creationId xmlns:a16="http://schemas.microsoft.com/office/drawing/2014/main" id="{694DBE9A-2721-4231-86F7-AD92BD0C58C0}"/>
              </a:ext>
            </a:extLst>
          </p:cNvPr>
          <p:cNvGrpSpPr>
            <a:grpSpLocks/>
          </p:cNvGrpSpPr>
          <p:nvPr/>
        </p:nvGrpSpPr>
        <p:grpSpPr bwMode="auto">
          <a:xfrm>
            <a:off x="5292080" y="331515"/>
            <a:ext cx="3540125" cy="1873250"/>
            <a:chOff x="295" y="1996"/>
            <a:chExt cx="2230" cy="1180"/>
          </a:xfrm>
        </p:grpSpPr>
        <p:sp>
          <p:nvSpPr>
            <p:cNvPr id="37906" name="Line 5">
              <a:extLst>
                <a:ext uri="{FF2B5EF4-FFF2-40B4-BE49-F238E27FC236}">
                  <a16:creationId xmlns:a16="http://schemas.microsoft.com/office/drawing/2014/main" id="{E4EACBF3-E3D1-42C7-83F5-5DCB415CA878}"/>
                </a:ext>
              </a:extLst>
            </p:cNvPr>
            <p:cNvSpPr>
              <a:spLocks noChangeShapeType="1"/>
            </p:cNvSpPr>
            <p:nvPr/>
          </p:nvSpPr>
          <p:spPr bwMode="auto">
            <a:xfrm flipV="1">
              <a:off x="2019" y="2813"/>
              <a:ext cx="0" cy="3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07" name="Oval 6">
              <a:extLst>
                <a:ext uri="{FF2B5EF4-FFF2-40B4-BE49-F238E27FC236}">
                  <a16:creationId xmlns:a16="http://schemas.microsoft.com/office/drawing/2014/main" id="{A61A0C28-9F7F-43DF-9A06-663A7BD389FB}"/>
                </a:ext>
              </a:extLst>
            </p:cNvPr>
            <p:cNvSpPr>
              <a:spLocks noChangeArrowheads="1"/>
            </p:cNvSpPr>
            <p:nvPr/>
          </p:nvSpPr>
          <p:spPr bwMode="auto">
            <a:xfrm>
              <a:off x="295" y="2541"/>
              <a:ext cx="363" cy="363"/>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908" name="Line 7">
              <a:extLst>
                <a:ext uri="{FF2B5EF4-FFF2-40B4-BE49-F238E27FC236}">
                  <a16:creationId xmlns:a16="http://schemas.microsoft.com/office/drawing/2014/main" id="{2B592007-0AC2-478B-9CD9-48B36689F126}"/>
                </a:ext>
              </a:extLst>
            </p:cNvPr>
            <p:cNvSpPr>
              <a:spLocks noChangeShapeType="1"/>
            </p:cNvSpPr>
            <p:nvPr/>
          </p:nvSpPr>
          <p:spPr bwMode="auto">
            <a:xfrm flipH="1" flipV="1">
              <a:off x="839" y="2251"/>
              <a:ext cx="187" cy="181"/>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09" name="Text Box 8">
              <a:extLst>
                <a:ext uri="{FF2B5EF4-FFF2-40B4-BE49-F238E27FC236}">
                  <a16:creationId xmlns:a16="http://schemas.microsoft.com/office/drawing/2014/main" id="{CB089CC8-BD23-4D22-A4BF-D87BAC067CF9}"/>
                </a:ext>
              </a:extLst>
            </p:cNvPr>
            <p:cNvSpPr txBox="1">
              <a:spLocks noChangeArrowheads="1"/>
            </p:cNvSpPr>
            <p:nvPr/>
          </p:nvSpPr>
          <p:spPr bwMode="auto">
            <a:xfrm>
              <a:off x="742" y="2401"/>
              <a:ext cx="61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37910" name="Text Box 9">
              <a:extLst>
                <a:ext uri="{FF2B5EF4-FFF2-40B4-BE49-F238E27FC236}">
                  <a16:creationId xmlns:a16="http://schemas.microsoft.com/office/drawing/2014/main" id="{19A3595B-4ACF-478A-A460-98A361B08D1A}"/>
                </a:ext>
              </a:extLst>
            </p:cNvPr>
            <p:cNvSpPr txBox="1">
              <a:spLocks noChangeArrowheads="1"/>
            </p:cNvSpPr>
            <p:nvPr/>
          </p:nvSpPr>
          <p:spPr bwMode="auto">
            <a:xfrm>
              <a:off x="657" y="2585"/>
              <a:ext cx="328"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7911" name="Group 10">
              <a:extLst>
                <a:ext uri="{FF2B5EF4-FFF2-40B4-BE49-F238E27FC236}">
                  <a16:creationId xmlns:a16="http://schemas.microsoft.com/office/drawing/2014/main" id="{83CB3903-1485-4B4E-9AE7-B4D7B1F9CC96}"/>
                </a:ext>
              </a:extLst>
            </p:cNvPr>
            <p:cNvGrpSpPr>
              <a:grpSpLocks/>
            </p:cNvGrpSpPr>
            <p:nvPr/>
          </p:nvGrpSpPr>
          <p:grpSpPr bwMode="auto">
            <a:xfrm>
              <a:off x="1248" y="2312"/>
              <a:ext cx="591" cy="330"/>
              <a:chOff x="815" y="773"/>
              <a:chExt cx="598" cy="319"/>
            </a:xfrm>
          </p:grpSpPr>
          <p:grpSp>
            <p:nvGrpSpPr>
              <p:cNvPr id="37932" name="Group 11">
                <a:extLst>
                  <a:ext uri="{FF2B5EF4-FFF2-40B4-BE49-F238E27FC236}">
                    <a16:creationId xmlns:a16="http://schemas.microsoft.com/office/drawing/2014/main" id="{46F99606-C36B-416C-AEAE-C61CC8E1744B}"/>
                  </a:ext>
                </a:extLst>
              </p:cNvPr>
              <p:cNvGrpSpPr>
                <a:grpSpLocks/>
              </p:cNvGrpSpPr>
              <p:nvPr/>
            </p:nvGrpSpPr>
            <p:grpSpPr bwMode="auto">
              <a:xfrm>
                <a:off x="815" y="773"/>
                <a:ext cx="598" cy="281"/>
                <a:chOff x="815" y="773"/>
                <a:chExt cx="598" cy="281"/>
              </a:xfrm>
            </p:grpSpPr>
            <p:sp>
              <p:nvSpPr>
                <p:cNvPr id="37934" name="Text Box 12">
                  <a:extLst>
                    <a:ext uri="{FF2B5EF4-FFF2-40B4-BE49-F238E27FC236}">
                      <a16:creationId xmlns:a16="http://schemas.microsoft.com/office/drawing/2014/main" id="{9DCD6F74-1083-4BD5-B140-4DC970547F85}"/>
                    </a:ext>
                  </a:extLst>
                </p:cNvPr>
                <p:cNvSpPr txBox="1">
                  <a:spLocks noChangeArrowheads="1"/>
                </p:cNvSpPr>
                <p:nvPr/>
              </p:nvSpPr>
              <p:spPr bwMode="auto">
                <a:xfrm>
                  <a:off x="815" y="773"/>
                  <a:ext cx="229"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7935" name="Text Box 13">
                  <a:extLst>
                    <a:ext uri="{FF2B5EF4-FFF2-40B4-BE49-F238E27FC236}">
                      <a16:creationId xmlns:a16="http://schemas.microsoft.com/office/drawing/2014/main" id="{0C3CFBD6-A128-493B-A9F3-F648F19EACFA}"/>
                    </a:ext>
                  </a:extLst>
                </p:cNvPr>
                <p:cNvSpPr txBox="1">
                  <a:spLocks noChangeArrowheads="1"/>
                </p:cNvSpPr>
                <p:nvPr/>
              </p:nvSpPr>
              <p:spPr bwMode="auto">
                <a:xfrm>
                  <a:off x="1197" y="773"/>
                  <a:ext cx="216"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7933" name="Text Box 14">
                <a:extLst>
                  <a:ext uri="{FF2B5EF4-FFF2-40B4-BE49-F238E27FC236}">
                    <a16:creationId xmlns:a16="http://schemas.microsoft.com/office/drawing/2014/main" id="{9EC2CDC7-81B7-4E50-8B07-C69AC019DA10}"/>
                  </a:ext>
                </a:extLst>
              </p:cNvPr>
              <p:cNvSpPr txBox="1">
                <a:spLocks noChangeArrowheads="1"/>
              </p:cNvSpPr>
              <p:nvPr/>
            </p:nvSpPr>
            <p:spPr bwMode="auto">
              <a:xfrm>
                <a:off x="967" y="811"/>
                <a:ext cx="314"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37912" name="Line 15">
              <a:extLst>
                <a:ext uri="{FF2B5EF4-FFF2-40B4-BE49-F238E27FC236}">
                  <a16:creationId xmlns:a16="http://schemas.microsoft.com/office/drawing/2014/main" id="{05018C6C-0FCF-49D7-B41E-01D75D8BE90A}"/>
                </a:ext>
              </a:extLst>
            </p:cNvPr>
            <p:cNvSpPr>
              <a:spLocks noChangeShapeType="1"/>
            </p:cNvSpPr>
            <p:nvPr/>
          </p:nvSpPr>
          <p:spPr bwMode="auto">
            <a:xfrm>
              <a:off x="1021" y="2314"/>
              <a:ext cx="99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13" name="Line 16">
              <a:extLst>
                <a:ext uri="{FF2B5EF4-FFF2-40B4-BE49-F238E27FC236}">
                  <a16:creationId xmlns:a16="http://schemas.microsoft.com/office/drawing/2014/main" id="{DBB0E542-8FC9-4D1B-B3BD-6D9E129504C2}"/>
                </a:ext>
              </a:extLst>
            </p:cNvPr>
            <p:cNvSpPr>
              <a:spLocks noChangeShapeType="1"/>
            </p:cNvSpPr>
            <p:nvPr/>
          </p:nvSpPr>
          <p:spPr bwMode="auto">
            <a:xfrm>
              <a:off x="477" y="2314"/>
              <a:ext cx="33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14" name="Line 17">
              <a:extLst>
                <a:ext uri="{FF2B5EF4-FFF2-40B4-BE49-F238E27FC236}">
                  <a16:creationId xmlns:a16="http://schemas.microsoft.com/office/drawing/2014/main" id="{A31513A7-5DBD-4096-8D77-A97487689DBF}"/>
                </a:ext>
              </a:extLst>
            </p:cNvPr>
            <p:cNvSpPr>
              <a:spLocks noChangeShapeType="1"/>
            </p:cNvSpPr>
            <p:nvPr/>
          </p:nvSpPr>
          <p:spPr bwMode="auto">
            <a:xfrm>
              <a:off x="477" y="2314"/>
              <a:ext cx="0" cy="8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15" name="Text Box 18">
              <a:extLst>
                <a:ext uri="{FF2B5EF4-FFF2-40B4-BE49-F238E27FC236}">
                  <a16:creationId xmlns:a16="http://schemas.microsoft.com/office/drawing/2014/main" id="{EAAAC256-62D3-4411-9A04-967AD60C2AE6}"/>
                </a:ext>
              </a:extLst>
            </p:cNvPr>
            <p:cNvSpPr txBox="1">
              <a:spLocks noChangeArrowheads="1"/>
            </p:cNvSpPr>
            <p:nvPr/>
          </p:nvSpPr>
          <p:spPr bwMode="auto">
            <a:xfrm>
              <a:off x="1621" y="2650"/>
              <a:ext cx="24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p>
          </p:txBody>
        </p:sp>
        <p:grpSp>
          <p:nvGrpSpPr>
            <p:cNvPr id="37916" name="Group 19">
              <a:extLst>
                <a:ext uri="{FF2B5EF4-FFF2-40B4-BE49-F238E27FC236}">
                  <a16:creationId xmlns:a16="http://schemas.microsoft.com/office/drawing/2014/main" id="{2D4FDEBA-9C35-4F3D-8BE1-4C0FC2476096}"/>
                </a:ext>
              </a:extLst>
            </p:cNvPr>
            <p:cNvGrpSpPr>
              <a:grpSpLocks/>
            </p:cNvGrpSpPr>
            <p:nvPr/>
          </p:nvGrpSpPr>
          <p:grpSpPr bwMode="auto">
            <a:xfrm>
              <a:off x="2214" y="2404"/>
              <a:ext cx="311" cy="687"/>
              <a:chOff x="1976" y="725"/>
              <a:chExt cx="315" cy="664"/>
            </a:xfrm>
          </p:grpSpPr>
          <p:grpSp>
            <p:nvGrpSpPr>
              <p:cNvPr id="37928" name="Group 20">
                <a:extLst>
                  <a:ext uri="{FF2B5EF4-FFF2-40B4-BE49-F238E27FC236}">
                    <a16:creationId xmlns:a16="http://schemas.microsoft.com/office/drawing/2014/main" id="{AE29878E-9A9C-436D-B8DE-0FCD6B06026D}"/>
                  </a:ext>
                </a:extLst>
              </p:cNvPr>
              <p:cNvGrpSpPr>
                <a:grpSpLocks/>
              </p:cNvGrpSpPr>
              <p:nvPr/>
            </p:nvGrpSpPr>
            <p:grpSpPr bwMode="auto">
              <a:xfrm>
                <a:off x="2062" y="725"/>
                <a:ext cx="229" cy="664"/>
                <a:chOff x="1630" y="1253"/>
                <a:chExt cx="229" cy="664"/>
              </a:xfrm>
            </p:grpSpPr>
            <p:sp>
              <p:nvSpPr>
                <p:cNvPr id="37930" name="Text Box 21">
                  <a:extLst>
                    <a:ext uri="{FF2B5EF4-FFF2-40B4-BE49-F238E27FC236}">
                      <a16:creationId xmlns:a16="http://schemas.microsoft.com/office/drawing/2014/main" id="{F88B2881-9A6A-4770-8B0E-5C4BE0E4DFC8}"/>
                    </a:ext>
                  </a:extLst>
                </p:cNvPr>
                <p:cNvSpPr txBox="1">
                  <a:spLocks noChangeArrowheads="1"/>
                </p:cNvSpPr>
                <p:nvPr/>
              </p:nvSpPr>
              <p:spPr bwMode="auto">
                <a:xfrm>
                  <a:off x="1630" y="1253"/>
                  <a:ext cx="229"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7931" name="Text Box 22">
                  <a:extLst>
                    <a:ext uri="{FF2B5EF4-FFF2-40B4-BE49-F238E27FC236}">
                      <a16:creationId xmlns:a16="http://schemas.microsoft.com/office/drawing/2014/main" id="{B2E83D7D-8298-4CF0-9A41-CF3169BA7DD0}"/>
                    </a:ext>
                  </a:extLst>
                </p:cNvPr>
                <p:cNvSpPr txBox="1">
                  <a:spLocks noChangeArrowheads="1"/>
                </p:cNvSpPr>
                <p:nvPr/>
              </p:nvSpPr>
              <p:spPr bwMode="auto">
                <a:xfrm>
                  <a:off x="1630" y="1636"/>
                  <a:ext cx="216"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37929" name="Text Box 23">
                <a:extLst>
                  <a:ext uri="{FF2B5EF4-FFF2-40B4-BE49-F238E27FC236}">
                    <a16:creationId xmlns:a16="http://schemas.microsoft.com/office/drawing/2014/main" id="{42625F4E-BCCF-4E2B-84A7-C78F03A3CBE2}"/>
                  </a:ext>
                </a:extLst>
              </p:cNvPr>
              <p:cNvSpPr txBox="1">
                <a:spLocks noChangeArrowheads="1"/>
              </p:cNvSpPr>
              <p:nvPr/>
            </p:nvSpPr>
            <p:spPr bwMode="auto">
              <a:xfrm>
                <a:off x="1976" y="904"/>
                <a:ext cx="314" cy="2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7917" name="Group 24">
              <a:extLst>
                <a:ext uri="{FF2B5EF4-FFF2-40B4-BE49-F238E27FC236}">
                  <a16:creationId xmlns:a16="http://schemas.microsoft.com/office/drawing/2014/main" id="{00C8C1EF-4304-4F1B-8A3E-3E86F858C50A}"/>
                </a:ext>
              </a:extLst>
            </p:cNvPr>
            <p:cNvGrpSpPr>
              <a:grpSpLocks/>
            </p:cNvGrpSpPr>
            <p:nvPr/>
          </p:nvGrpSpPr>
          <p:grpSpPr bwMode="auto">
            <a:xfrm>
              <a:off x="1883" y="2722"/>
              <a:ext cx="318" cy="91"/>
              <a:chOff x="1824" y="1680"/>
              <a:chExt cx="192" cy="96"/>
            </a:xfrm>
          </p:grpSpPr>
          <p:sp>
            <p:nvSpPr>
              <p:cNvPr id="37926" name="Line 25">
                <a:extLst>
                  <a:ext uri="{FF2B5EF4-FFF2-40B4-BE49-F238E27FC236}">
                    <a16:creationId xmlns:a16="http://schemas.microsoft.com/office/drawing/2014/main" id="{AFE0D74C-1B4B-4121-B861-79A218DECCFF}"/>
                  </a:ext>
                </a:extLst>
              </p:cNvPr>
              <p:cNvSpPr>
                <a:spLocks noChangeShapeType="1"/>
              </p:cNvSpPr>
              <p:nvPr/>
            </p:nvSpPr>
            <p:spPr bwMode="auto">
              <a:xfrm>
                <a:off x="1824" y="1680"/>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27" name="Line 26">
                <a:extLst>
                  <a:ext uri="{FF2B5EF4-FFF2-40B4-BE49-F238E27FC236}">
                    <a16:creationId xmlns:a16="http://schemas.microsoft.com/office/drawing/2014/main" id="{BC8EEA92-CA83-4656-BB9E-AE8959E5E111}"/>
                  </a:ext>
                </a:extLst>
              </p:cNvPr>
              <p:cNvSpPr>
                <a:spLocks noChangeShapeType="1"/>
              </p:cNvSpPr>
              <p:nvPr/>
            </p:nvSpPr>
            <p:spPr bwMode="auto">
              <a:xfrm>
                <a:off x="1824" y="1776"/>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37918" name="Line 27">
              <a:extLst>
                <a:ext uri="{FF2B5EF4-FFF2-40B4-BE49-F238E27FC236}">
                  <a16:creationId xmlns:a16="http://schemas.microsoft.com/office/drawing/2014/main" id="{AC278120-37AD-40B6-B9B6-9EA145423379}"/>
                </a:ext>
              </a:extLst>
            </p:cNvPr>
            <p:cNvSpPr>
              <a:spLocks noChangeShapeType="1"/>
            </p:cNvSpPr>
            <p:nvPr/>
          </p:nvSpPr>
          <p:spPr bwMode="auto">
            <a:xfrm flipV="1">
              <a:off x="2019" y="2314"/>
              <a:ext cx="0" cy="40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19" name="Line 28">
              <a:extLst>
                <a:ext uri="{FF2B5EF4-FFF2-40B4-BE49-F238E27FC236}">
                  <a16:creationId xmlns:a16="http://schemas.microsoft.com/office/drawing/2014/main" id="{30873181-A5AC-4FE4-A868-E56D674A1764}"/>
                </a:ext>
              </a:extLst>
            </p:cNvPr>
            <p:cNvSpPr>
              <a:spLocks noChangeShapeType="1"/>
            </p:cNvSpPr>
            <p:nvPr/>
          </p:nvSpPr>
          <p:spPr bwMode="auto">
            <a:xfrm flipH="1">
              <a:off x="793" y="2314"/>
              <a:ext cx="228" cy="7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20" name="Line 29">
              <a:extLst>
                <a:ext uri="{FF2B5EF4-FFF2-40B4-BE49-F238E27FC236}">
                  <a16:creationId xmlns:a16="http://schemas.microsoft.com/office/drawing/2014/main" id="{AB97E3FA-399A-40B8-95C2-6485C4D933F1}"/>
                </a:ext>
              </a:extLst>
            </p:cNvPr>
            <p:cNvSpPr>
              <a:spLocks noChangeShapeType="1"/>
            </p:cNvSpPr>
            <p:nvPr/>
          </p:nvSpPr>
          <p:spPr bwMode="auto">
            <a:xfrm>
              <a:off x="477" y="3176"/>
              <a:ext cx="156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21" name="Text Box 30">
              <a:extLst>
                <a:ext uri="{FF2B5EF4-FFF2-40B4-BE49-F238E27FC236}">
                  <a16:creationId xmlns:a16="http://schemas.microsoft.com/office/drawing/2014/main" id="{5E48B79A-61B1-4878-8841-539F7DD06B10}"/>
                </a:ext>
              </a:extLst>
            </p:cNvPr>
            <p:cNvSpPr txBox="1">
              <a:spLocks noChangeArrowheads="1"/>
            </p:cNvSpPr>
            <p:nvPr/>
          </p:nvSpPr>
          <p:spPr bwMode="auto">
            <a:xfrm>
              <a:off x="1429" y="1996"/>
              <a:ext cx="24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922" name="Rectangle 31">
              <a:extLst>
                <a:ext uri="{FF2B5EF4-FFF2-40B4-BE49-F238E27FC236}">
                  <a16:creationId xmlns:a16="http://schemas.microsoft.com/office/drawing/2014/main" id="{201B5906-AA82-4317-A348-24C73D5C393B}"/>
                </a:ext>
              </a:extLst>
            </p:cNvPr>
            <p:cNvSpPr>
              <a:spLocks noChangeArrowheads="1"/>
            </p:cNvSpPr>
            <p:nvPr/>
          </p:nvSpPr>
          <p:spPr bwMode="auto">
            <a:xfrm>
              <a:off x="1384" y="2248"/>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7923" name="Group 32">
              <a:extLst>
                <a:ext uri="{FF2B5EF4-FFF2-40B4-BE49-F238E27FC236}">
                  <a16:creationId xmlns:a16="http://schemas.microsoft.com/office/drawing/2014/main" id="{7653092B-2588-4E86-92AC-A38CF10C0841}"/>
                </a:ext>
              </a:extLst>
            </p:cNvPr>
            <p:cNvGrpSpPr>
              <a:grpSpLocks/>
            </p:cNvGrpSpPr>
            <p:nvPr/>
          </p:nvGrpSpPr>
          <p:grpSpPr bwMode="auto">
            <a:xfrm>
              <a:off x="1066" y="2868"/>
              <a:ext cx="237" cy="303"/>
              <a:chOff x="1872" y="474"/>
              <a:chExt cx="240" cy="294"/>
            </a:xfrm>
          </p:grpSpPr>
          <p:sp>
            <p:nvSpPr>
              <p:cNvPr id="37924" name="Line 33">
                <a:extLst>
                  <a:ext uri="{FF2B5EF4-FFF2-40B4-BE49-F238E27FC236}">
                    <a16:creationId xmlns:a16="http://schemas.microsoft.com/office/drawing/2014/main" id="{2C1007BD-DA43-4398-B710-EC5EAC653FAF}"/>
                  </a:ext>
                </a:extLst>
              </p:cNvPr>
              <p:cNvSpPr>
                <a:spLocks noChangeShapeType="1"/>
              </p:cNvSpPr>
              <p:nvPr/>
            </p:nvSpPr>
            <p:spPr bwMode="auto">
              <a:xfrm>
                <a:off x="1872" y="768"/>
                <a:ext cx="240" cy="0"/>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25" name="Text Box 34">
                <a:extLst>
                  <a:ext uri="{FF2B5EF4-FFF2-40B4-BE49-F238E27FC236}">
                    <a16:creationId xmlns:a16="http://schemas.microsoft.com/office/drawing/2014/main" id="{128A875B-DE87-4A0D-BCB4-3805F4AF7538}"/>
                  </a:ext>
                </a:extLst>
              </p:cNvPr>
              <p:cNvSpPr txBox="1">
                <a:spLocks noChangeArrowheads="1"/>
              </p:cNvSpPr>
              <p:nvPr/>
            </p:nvSpPr>
            <p:spPr bwMode="auto">
              <a:xfrm>
                <a:off x="1880" y="474"/>
                <a:ext cx="172" cy="28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sp>
        <p:nvSpPr>
          <p:cNvPr id="449571" name="Text Box 35">
            <a:extLst>
              <a:ext uri="{FF2B5EF4-FFF2-40B4-BE49-F238E27FC236}">
                <a16:creationId xmlns:a16="http://schemas.microsoft.com/office/drawing/2014/main" id="{F4BB0F88-EEDD-4188-8114-D3CFDC73D23E}"/>
              </a:ext>
            </a:extLst>
          </p:cNvPr>
          <p:cNvSpPr txBox="1">
            <a:spLocks noChangeArrowheads="1"/>
          </p:cNvSpPr>
          <p:nvPr/>
        </p:nvSpPr>
        <p:spPr bwMode="auto">
          <a:xfrm>
            <a:off x="2703315" y="1412776"/>
            <a:ext cx="1584325" cy="764779"/>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15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齐次通解</a:t>
            </a:r>
          </a:p>
        </p:txBody>
      </p:sp>
      <p:sp>
        <p:nvSpPr>
          <p:cNvPr id="449572" name="Text Box 36">
            <a:extLst>
              <a:ext uri="{FF2B5EF4-FFF2-40B4-BE49-F238E27FC236}">
                <a16:creationId xmlns:a16="http://schemas.microsoft.com/office/drawing/2014/main" id="{8FAE3722-F06C-4BF7-BCBF-8D0366259F33}"/>
              </a:ext>
            </a:extLst>
          </p:cNvPr>
          <p:cNvSpPr txBox="1">
            <a:spLocks noChangeArrowheads="1"/>
          </p:cNvSpPr>
          <p:nvPr/>
        </p:nvSpPr>
        <p:spPr bwMode="auto">
          <a:xfrm>
            <a:off x="1615994" y="1398566"/>
            <a:ext cx="935037" cy="778629"/>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20000"/>
              </a:lnSpc>
              <a:spcBef>
                <a:spcPct val="10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a:t>
            </a:r>
          </a:p>
        </p:txBody>
      </p:sp>
      <p:sp>
        <p:nvSpPr>
          <p:cNvPr id="449573" name="Text Box 37">
            <a:extLst>
              <a:ext uri="{FF2B5EF4-FFF2-40B4-BE49-F238E27FC236}">
                <a16:creationId xmlns:a16="http://schemas.microsoft.com/office/drawing/2014/main" id="{CDFE88B0-B25E-4148-833C-5C5779DD7303}"/>
              </a:ext>
            </a:extLst>
          </p:cNvPr>
          <p:cNvSpPr txBox="1">
            <a:spLocks noChangeArrowheads="1"/>
          </p:cNvSpPr>
          <p:nvPr/>
        </p:nvSpPr>
        <p:spPr bwMode="auto">
          <a:xfrm>
            <a:off x="2746054" y="772466"/>
            <a:ext cx="1748738"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其解的结构：</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49574" name="Object 38">
            <a:extLst>
              <a:ext uri="{FF2B5EF4-FFF2-40B4-BE49-F238E27FC236}">
                <a16:creationId xmlns:a16="http://schemas.microsoft.com/office/drawing/2014/main" id="{14A31DAD-BB4A-47E1-9302-3AC1C8BF1678}"/>
              </a:ext>
            </a:extLst>
          </p:cNvPr>
          <p:cNvGraphicFramePr>
            <a:graphicFrameLocks noChangeAspect="1"/>
          </p:cNvGraphicFramePr>
          <p:nvPr>
            <p:extLst/>
          </p:nvPr>
        </p:nvGraphicFramePr>
        <p:xfrm>
          <a:off x="539552" y="1419150"/>
          <a:ext cx="3086100" cy="469900"/>
        </p:xfrm>
        <a:graphic>
          <a:graphicData uri="http://schemas.openxmlformats.org/presentationml/2006/ole">
            <mc:AlternateContent xmlns:mc="http://schemas.openxmlformats.org/markup-compatibility/2006">
              <mc:Choice xmlns:v="urn:schemas-microsoft-com:vml" Requires="v">
                <p:oleObj spid="_x0000_s204289" name="Equation" r:id="rId6" imgW="3085920" imgH="469800" progId="Equation.DSMT4">
                  <p:embed/>
                </p:oleObj>
              </mc:Choice>
              <mc:Fallback>
                <p:oleObj name="Equation" r:id="rId6" imgW="3085920" imgH="469800" progId="Equation.DSMT4">
                  <p:embed/>
                  <p:pic>
                    <p:nvPicPr>
                      <p:cNvPr id="449574" name="Object 38">
                        <a:extLst>
                          <a:ext uri="{FF2B5EF4-FFF2-40B4-BE49-F238E27FC236}">
                            <a16:creationId xmlns:a16="http://schemas.microsoft.com/office/drawing/2014/main" id="{14A31DAD-BB4A-47E1-9302-3AC1C8BF1678}"/>
                          </a:ext>
                        </a:extLst>
                      </p:cNvPr>
                      <p:cNvPicPr>
                        <a:picLocks noChangeAspect="1" noChangeArrowheads="1"/>
                      </p:cNvPicPr>
                      <p:nvPr/>
                    </p:nvPicPr>
                    <p:blipFill>
                      <a:blip r:embed="rId7"/>
                      <a:srcRect/>
                      <a:stretch>
                        <a:fillRect/>
                      </a:stretch>
                    </p:blipFill>
                    <p:spPr bwMode="auto">
                      <a:xfrm>
                        <a:off x="539552" y="1419150"/>
                        <a:ext cx="30861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9575" name="Object 39">
            <a:extLst>
              <a:ext uri="{FF2B5EF4-FFF2-40B4-BE49-F238E27FC236}">
                <a16:creationId xmlns:a16="http://schemas.microsoft.com/office/drawing/2014/main" id="{39A24D12-5D57-4C69-B5ED-FAEF7B28FF92}"/>
              </a:ext>
            </a:extLst>
          </p:cNvPr>
          <p:cNvGraphicFramePr>
            <a:graphicFrameLocks noChangeAspect="1"/>
          </p:cNvGraphicFramePr>
          <p:nvPr>
            <p:extLst/>
          </p:nvPr>
        </p:nvGraphicFramePr>
        <p:xfrm>
          <a:off x="1790174" y="2655536"/>
          <a:ext cx="1574800" cy="469900"/>
        </p:xfrm>
        <a:graphic>
          <a:graphicData uri="http://schemas.openxmlformats.org/presentationml/2006/ole">
            <mc:AlternateContent xmlns:mc="http://schemas.openxmlformats.org/markup-compatibility/2006">
              <mc:Choice xmlns:v="urn:schemas-microsoft-com:vml" Requires="v">
                <p:oleObj spid="_x0000_s204290" name="Equation" r:id="rId8" imgW="1574640" imgH="469800" progId="Equation.DSMT4">
                  <p:embed/>
                </p:oleObj>
              </mc:Choice>
              <mc:Fallback>
                <p:oleObj name="Equation" r:id="rId8" imgW="1574640" imgH="469800" progId="Equation.DSMT4">
                  <p:embed/>
                  <p:pic>
                    <p:nvPicPr>
                      <p:cNvPr id="449575" name="Object 39">
                        <a:extLst>
                          <a:ext uri="{FF2B5EF4-FFF2-40B4-BE49-F238E27FC236}">
                            <a16:creationId xmlns:a16="http://schemas.microsoft.com/office/drawing/2014/main" id="{39A24D12-5D57-4C69-B5ED-FAEF7B28FF92}"/>
                          </a:ext>
                        </a:extLst>
                      </p:cNvPr>
                      <p:cNvPicPr>
                        <a:picLocks noChangeAspect="1" noChangeArrowheads="1"/>
                      </p:cNvPicPr>
                      <p:nvPr/>
                    </p:nvPicPr>
                    <p:blipFill>
                      <a:blip r:embed="rId9"/>
                      <a:srcRect/>
                      <a:stretch>
                        <a:fillRect/>
                      </a:stretch>
                    </p:blipFill>
                    <p:spPr bwMode="auto">
                      <a:xfrm>
                        <a:off x="1790174" y="2655536"/>
                        <a:ext cx="15748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9576" name="Text Box 40">
            <a:extLst>
              <a:ext uri="{FF2B5EF4-FFF2-40B4-BE49-F238E27FC236}">
                <a16:creationId xmlns:a16="http://schemas.microsoft.com/office/drawing/2014/main" id="{E1A512BA-12D7-42F2-ADE5-390155DC7BCA}"/>
              </a:ext>
            </a:extLst>
          </p:cNvPr>
          <p:cNvSpPr txBox="1">
            <a:spLocks noChangeArrowheads="1"/>
          </p:cNvSpPr>
          <p:nvPr/>
        </p:nvSpPr>
        <p:spPr bwMode="auto">
          <a:xfrm>
            <a:off x="2926760" y="3184578"/>
            <a:ext cx="177306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需满足方程</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49577" name="Object 41">
            <a:extLst>
              <a:ext uri="{FF2B5EF4-FFF2-40B4-BE49-F238E27FC236}">
                <a16:creationId xmlns:a16="http://schemas.microsoft.com/office/drawing/2014/main" id="{5A1B74FF-BCCE-467D-9826-442E0EB507AB}"/>
              </a:ext>
            </a:extLst>
          </p:cNvPr>
          <p:cNvGraphicFramePr>
            <a:graphicFrameLocks noChangeAspect="1"/>
          </p:cNvGraphicFramePr>
          <p:nvPr>
            <p:extLst/>
          </p:nvPr>
        </p:nvGraphicFramePr>
        <p:xfrm>
          <a:off x="1239224" y="3688309"/>
          <a:ext cx="2160588" cy="769938"/>
        </p:xfrm>
        <a:graphic>
          <a:graphicData uri="http://schemas.openxmlformats.org/presentationml/2006/ole">
            <mc:AlternateContent xmlns:mc="http://schemas.openxmlformats.org/markup-compatibility/2006">
              <mc:Choice xmlns:v="urn:schemas-microsoft-com:vml" Requires="v">
                <p:oleObj spid="_x0000_s204291" name="Equation" r:id="rId10" imgW="2565360" imgH="914400" progId="Equation.DSMT4">
                  <p:embed/>
                </p:oleObj>
              </mc:Choice>
              <mc:Fallback>
                <p:oleObj name="Equation" r:id="rId10" imgW="2565360" imgH="914400" progId="Equation.DSMT4">
                  <p:embed/>
                  <p:pic>
                    <p:nvPicPr>
                      <p:cNvPr id="449577" name="Object 41">
                        <a:extLst>
                          <a:ext uri="{FF2B5EF4-FFF2-40B4-BE49-F238E27FC236}">
                            <a16:creationId xmlns:a16="http://schemas.microsoft.com/office/drawing/2014/main" id="{5A1B74FF-BCCE-467D-9826-442E0EB507AB}"/>
                          </a:ext>
                        </a:extLst>
                      </p:cNvPr>
                      <p:cNvPicPr>
                        <a:picLocks noChangeAspect="1" noChangeArrowheads="1"/>
                      </p:cNvPicPr>
                      <p:nvPr/>
                    </p:nvPicPr>
                    <p:blipFill>
                      <a:blip r:embed="rId11"/>
                      <a:srcRect/>
                      <a:stretch>
                        <a:fillRect/>
                      </a:stretch>
                    </p:blipFill>
                    <p:spPr bwMode="auto">
                      <a:xfrm>
                        <a:off x="1239224" y="3688309"/>
                        <a:ext cx="2160588" cy="769938"/>
                      </a:xfrm>
                      <a:prstGeom prst="rect">
                        <a:avLst/>
                      </a:prstGeom>
                      <a:noFill/>
                      <a:ln>
                        <a:noFill/>
                      </a:ln>
                      <a:effectLst/>
                      <a:extLst/>
                    </p:spPr>
                  </p:pic>
                </p:oleObj>
              </mc:Fallback>
            </mc:AlternateContent>
          </a:graphicData>
        </a:graphic>
      </p:graphicFrame>
      <p:grpSp>
        <p:nvGrpSpPr>
          <p:cNvPr id="449579" name="Group 43">
            <a:extLst>
              <a:ext uri="{FF2B5EF4-FFF2-40B4-BE49-F238E27FC236}">
                <a16:creationId xmlns:a16="http://schemas.microsoft.com/office/drawing/2014/main" id="{F2145215-DFEB-47B9-BC43-8937E6D62A52}"/>
              </a:ext>
            </a:extLst>
          </p:cNvPr>
          <p:cNvGrpSpPr>
            <a:grpSpLocks/>
          </p:cNvGrpSpPr>
          <p:nvPr/>
        </p:nvGrpSpPr>
        <p:grpSpPr bwMode="auto">
          <a:xfrm>
            <a:off x="8032108" y="736326"/>
            <a:ext cx="469900" cy="615950"/>
            <a:chOff x="2018" y="2458"/>
            <a:chExt cx="296" cy="388"/>
          </a:xfrm>
        </p:grpSpPr>
        <p:sp>
          <p:nvSpPr>
            <p:cNvPr id="37904" name="Line 44">
              <a:extLst>
                <a:ext uri="{FF2B5EF4-FFF2-40B4-BE49-F238E27FC236}">
                  <a16:creationId xmlns:a16="http://schemas.microsoft.com/office/drawing/2014/main" id="{DABE1031-FCF2-4DA5-80A7-5F46F0A69812}"/>
                </a:ext>
              </a:extLst>
            </p:cNvPr>
            <p:cNvSpPr>
              <a:spLocks noChangeShapeType="1"/>
            </p:cNvSpPr>
            <p:nvPr/>
          </p:nvSpPr>
          <p:spPr bwMode="auto">
            <a:xfrm>
              <a:off x="2018" y="2574"/>
              <a:ext cx="0" cy="27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7905" name="Text Box 45">
              <a:extLst>
                <a:ext uri="{FF2B5EF4-FFF2-40B4-BE49-F238E27FC236}">
                  <a16:creationId xmlns:a16="http://schemas.microsoft.com/office/drawing/2014/main" id="{3D2C093F-2507-4B29-83EA-3A850F9C0FCF}"/>
                </a:ext>
              </a:extLst>
            </p:cNvPr>
            <p:cNvSpPr txBox="1">
              <a:spLocks noChangeArrowheads="1"/>
            </p:cNvSpPr>
            <p:nvPr/>
          </p:nvSpPr>
          <p:spPr bwMode="auto">
            <a:xfrm>
              <a:off x="2051" y="2458"/>
              <a:ext cx="2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0"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p>
          </p:txBody>
        </p:sp>
      </p:grpSp>
      <p:graphicFrame>
        <p:nvGraphicFramePr>
          <p:cNvPr id="49" name="Object 11">
            <a:extLst>
              <a:ext uri="{FF2B5EF4-FFF2-40B4-BE49-F238E27FC236}">
                <a16:creationId xmlns:a16="http://schemas.microsoft.com/office/drawing/2014/main" id="{7CBC3B1E-45EB-4F1F-B6A3-798C0F06BBD7}"/>
              </a:ext>
            </a:extLst>
          </p:cNvPr>
          <p:cNvGraphicFramePr>
            <a:graphicFrameLocks noChangeAspect="1"/>
          </p:cNvGraphicFramePr>
          <p:nvPr>
            <p:extLst/>
          </p:nvPr>
        </p:nvGraphicFramePr>
        <p:xfrm>
          <a:off x="754898" y="4492617"/>
          <a:ext cx="3136900" cy="381000"/>
        </p:xfrm>
        <a:graphic>
          <a:graphicData uri="http://schemas.openxmlformats.org/presentationml/2006/ole">
            <mc:AlternateContent xmlns:mc="http://schemas.openxmlformats.org/markup-compatibility/2006">
              <mc:Choice xmlns:v="urn:schemas-microsoft-com:vml" Requires="v">
                <p:oleObj spid="_x0000_s204292" name="Equation" r:id="rId12" imgW="3136680" imgH="380880" progId="Equation.DSMT4">
                  <p:embed/>
                </p:oleObj>
              </mc:Choice>
              <mc:Fallback>
                <p:oleObj name="Equation" r:id="rId12" imgW="3136680" imgH="380880" progId="Equation.DSMT4">
                  <p:embed/>
                  <p:pic>
                    <p:nvPicPr>
                      <p:cNvPr id="49" name="Object 11">
                        <a:extLst>
                          <a:ext uri="{FF2B5EF4-FFF2-40B4-BE49-F238E27FC236}">
                            <a16:creationId xmlns:a16="http://schemas.microsoft.com/office/drawing/2014/main" id="{7CBC3B1E-45EB-4F1F-B6A3-798C0F06BBD7}"/>
                          </a:ext>
                        </a:extLst>
                      </p:cNvPr>
                      <p:cNvPicPr>
                        <a:picLocks noChangeAspect="1" noChangeArrowheads="1"/>
                      </p:cNvPicPr>
                      <p:nvPr/>
                    </p:nvPicPr>
                    <p:blipFill>
                      <a:blip r:embed="rId13"/>
                      <a:srcRect/>
                      <a:stretch>
                        <a:fillRect/>
                      </a:stretch>
                    </p:blipFill>
                    <p:spPr bwMode="auto">
                      <a:xfrm>
                        <a:off x="754898" y="4492617"/>
                        <a:ext cx="3136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15">
            <a:extLst>
              <a:ext uri="{FF2B5EF4-FFF2-40B4-BE49-F238E27FC236}">
                <a16:creationId xmlns:a16="http://schemas.microsoft.com/office/drawing/2014/main" id="{3FB781CF-E131-4D52-9F44-7D1CE5372A32}"/>
              </a:ext>
            </a:extLst>
          </p:cNvPr>
          <p:cNvGraphicFramePr>
            <a:graphicFrameLocks noChangeAspect="1"/>
          </p:cNvGraphicFramePr>
          <p:nvPr>
            <p:extLst/>
          </p:nvPr>
        </p:nvGraphicFramePr>
        <p:xfrm>
          <a:off x="1701557" y="5493964"/>
          <a:ext cx="2451100" cy="749300"/>
        </p:xfrm>
        <a:graphic>
          <a:graphicData uri="http://schemas.openxmlformats.org/presentationml/2006/ole">
            <mc:AlternateContent xmlns:mc="http://schemas.openxmlformats.org/markup-compatibility/2006">
              <mc:Choice xmlns:v="urn:schemas-microsoft-com:vml" Requires="v">
                <p:oleObj spid="_x0000_s204293" name="Equation" r:id="rId14" imgW="2450880" imgH="749160" progId="Equation.DSMT4">
                  <p:embed/>
                </p:oleObj>
              </mc:Choice>
              <mc:Fallback>
                <p:oleObj name="Equation" r:id="rId14" imgW="2450880" imgH="749160" progId="Equation.DSMT4">
                  <p:embed/>
                  <p:pic>
                    <p:nvPicPr>
                      <p:cNvPr id="56" name="Object 15">
                        <a:extLst>
                          <a:ext uri="{FF2B5EF4-FFF2-40B4-BE49-F238E27FC236}">
                            <a16:creationId xmlns:a16="http://schemas.microsoft.com/office/drawing/2014/main" id="{3FB781CF-E131-4D52-9F44-7D1CE5372A32}"/>
                          </a:ext>
                        </a:extLst>
                      </p:cNvPr>
                      <p:cNvPicPr>
                        <a:picLocks noChangeAspect="1" noChangeArrowheads="1"/>
                      </p:cNvPicPr>
                      <p:nvPr/>
                    </p:nvPicPr>
                    <p:blipFill>
                      <a:blip r:embed="rId15"/>
                      <a:srcRect/>
                      <a:stretch>
                        <a:fillRect/>
                      </a:stretch>
                    </p:blipFill>
                    <p:spPr bwMode="auto">
                      <a:xfrm>
                        <a:off x="1701557" y="5493964"/>
                        <a:ext cx="24511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38">
            <a:extLst>
              <a:ext uri="{FF2B5EF4-FFF2-40B4-BE49-F238E27FC236}">
                <a16:creationId xmlns:a16="http://schemas.microsoft.com/office/drawing/2014/main" id="{3CF824C9-7B07-4A70-AD20-9311A34FE8A5}"/>
              </a:ext>
            </a:extLst>
          </p:cNvPr>
          <p:cNvGraphicFramePr>
            <a:graphicFrameLocks noChangeAspect="1"/>
          </p:cNvGraphicFramePr>
          <p:nvPr>
            <p:extLst/>
          </p:nvPr>
        </p:nvGraphicFramePr>
        <p:xfrm>
          <a:off x="1509631" y="2165447"/>
          <a:ext cx="2082800" cy="508000"/>
        </p:xfrm>
        <a:graphic>
          <a:graphicData uri="http://schemas.openxmlformats.org/presentationml/2006/ole">
            <mc:AlternateContent xmlns:mc="http://schemas.openxmlformats.org/markup-compatibility/2006">
              <mc:Choice xmlns:v="urn:schemas-microsoft-com:vml" Requires="v">
                <p:oleObj spid="_x0000_s204294" name="Equation" r:id="rId16" imgW="2082600" imgH="507960" progId="Equation.DSMT4">
                  <p:embed/>
                </p:oleObj>
              </mc:Choice>
              <mc:Fallback>
                <p:oleObj name="Equation" r:id="rId16" imgW="2082600" imgH="507960" progId="Equation.DSMT4">
                  <p:embed/>
                  <p:pic>
                    <p:nvPicPr>
                      <p:cNvPr id="57" name="Object 38">
                        <a:extLst>
                          <a:ext uri="{FF2B5EF4-FFF2-40B4-BE49-F238E27FC236}">
                            <a16:creationId xmlns:a16="http://schemas.microsoft.com/office/drawing/2014/main" id="{3CF824C9-7B07-4A70-AD20-9311A34FE8A5}"/>
                          </a:ext>
                        </a:extLst>
                      </p:cNvPr>
                      <p:cNvPicPr>
                        <a:picLocks noChangeAspect="1" noChangeArrowheads="1"/>
                      </p:cNvPicPr>
                      <p:nvPr/>
                    </p:nvPicPr>
                    <p:blipFill>
                      <a:blip r:embed="rId17"/>
                      <a:srcRect/>
                      <a:stretch>
                        <a:fillRect/>
                      </a:stretch>
                    </p:blipFill>
                    <p:spPr bwMode="auto">
                      <a:xfrm>
                        <a:off x="1509631" y="2165447"/>
                        <a:ext cx="20828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38">
            <a:extLst>
              <a:ext uri="{FF2B5EF4-FFF2-40B4-BE49-F238E27FC236}">
                <a16:creationId xmlns:a16="http://schemas.microsoft.com/office/drawing/2014/main" id="{F1F0B4EF-568B-459C-9EB4-9AE2BAEFEFF1}"/>
              </a:ext>
            </a:extLst>
          </p:cNvPr>
          <p:cNvGraphicFramePr>
            <a:graphicFrameLocks noChangeAspect="1"/>
          </p:cNvGraphicFramePr>
          <p:nvPr>
            <p:extLst/>
          </p:nvPr>
        </p:nvGraphicFramePr>
        <p:xfrm>
          <a:off x="1278932" y="3157756"/>
          <a:ext cx="1676400" cy="469900"/>
        </p:xfrm>
        <a:graphic>
          <a:graphicData uri="http://schemas.openxmlformats.org/presentationml/2006/ole">
            <mc:AlternateContent xmlns:mc="http://schemas.openxmlformats.org/markup-compatibility/2006">
              <mc:Choice xmlns:v="urn:schemas-microsoft-com:vml" Requires="v">
                <p:oleObj spid="_x0000_s204295" name="Equation" r:id="rId18" imgW="1676160" imgH="469800" progId="Equation.DSMT4">
                  <p:embed/>
                </p:oleObj>
              </mc:Choice>
              <mc:Fallback>
                <p:oleObj name="Equation" r:id="rId18" imgW="1676160" imgH="469800" progId="Equation.DSMT4">
                  <p:embed/>
                  <p:pic>
                    <p:nvPicPr>
                      <p:cNvPr id="58" name="Object 38">
                        <a:extLst>
                          <a:ext uri="{FF2B5EF4-FFF2-40B4-BE49-F238E27FC236}">
                            <a16:creationId xmlns:a16="http://schemas.microsoft.com/office/drawing/2014/main" id="{F1F0B4EF-568B-459C-9EB4-9AE2BAEFEFF1}"/>
                          </a:ext>
                        </a:extLst>
                      </p:cNvPr>
                      <p:cNvPicPr>
                        <a:picLocks noChangeAspect="1" noChangeArrowheads="1"/>
                      </p:cNvPicPr>
                      <p:nvPr/>
                    </p:nvPicPr>
                    <p:blipFill>
                      <a:blip r:embed="rId19"/>
                      <a:srcRect/>
                      <a:stretch>
                        <a:fillRect/>
                      </a:stretch>
                    </p:blipFill>
                    <p:spPr bwMode="auto">
                      <a:xfrm>
                        <a:off x="1278932" y="3157756"/>
                        <a:ext cx="1676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Line 2">
            <a:extLst>
              <a:ext uri="{FF2B5EF4-FFF2-40B4-BE49-F238E27FC236}">
                <a16:creationId xmlns:a16="http://schemas.microsoft.com/office/drawing/2014/main" id="{BA0E0DE7-C018-4E9E-A96B-6208D96AF5FD}"/>
              </a:ext>
            </a:extLst>
          </p:cNvPr>
          <p:cNvSpPr>
            <a:spLocks noChangeShapeType="1"/>
          </p:cNvSpPr>
          <p:nvPr/>
        </p:nvSpPr>
        <p:spPr bwMode="auto">
          <a:xfrm>
            <a:off x="4647663" y="403498"/>
            <a:ext cx="0" cy="6265862"/>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60" name="Object 5">
            <a:extLst>
              <a:ext uri="{FF2B5EF4-FFF2-40B4-BE49-F238E27FC236}">
                <a16:creationId xmlns:a16="http://schemas.microsoft.com/office/drawing/2014/main" id="{DD905A55-CAF0-44F3-9DF5-1798123C2540}"/>
              </a:ext>
            </a:extLst>
          </p:cNvPr>
          <p:cNvGraphicFramePr>
            <a:graphicFrameLocks noChangeAspect="1"/>
          </p:cNvGraphicFramePr>
          <p:nvPr>
            <p:extLst/>
          </p:nvPr>
        </p:nvGraphicFramePr>
        <p:xfrm>
          <a:off x="5349875" y="2703513"/>
          <a:ext cx="3086100" cy="469900"/>
        </p:xfrm>
        <a:graphic>
          <a:graphicData uri="http://schemas.openxmlformats.org/presentationml/2006/ole">
            <mc:AlternateContent xmlns:mc="http://schemas.openxmlformats.org/markup-compatibility/2006">
              <mc:Choice xmlns:v="urn:schemas-microsoft-com:vml" Requires="v">
                <p:oleObj spid="_x0000_s204296" name="Equation" r:id="rId20" imgW="3085920" imgH="469800" progId="Equation.DSMT4">
                  <p:embed/>
                </p:oleObj>
              </mc:Choice>
              <mc:Fallback>
                <p:oleObj name="Equation" r:id="rId20" imgW="3085920" imgH="469800" progId="Equation.DSMT4">
                  <p:embed/>
                  <p:pic>
                    <p:nvPicPr>
                      <p:cNvPr id="60" name="Object 5">
                        <a:extLst>
                          <a:ext uri="{FF2B5EF4-FFF2-40B4-BE49-F238E27FC236}">
                            <a16:creationId xmlns:a16="http://schemas.microsoft.com/office/drawing/2014/main" id="{DD905A55-CAF0-44F3-9DF5-1798123C2540}"/>
                          </a:ext>
                        </a:extLst>
                      </p:cNvPr>
                      <p:cNvPicPr>
                        <a:picLocks noChangeAspect="1" noChangeArrowheads="1"/>
                      </p:cNvPicPr>
                      <p:nvPr/>
                    </p:nvPicPr>
                    <p:blipFill>
                      <a:blip r:embed="rId21"/>
                      <a:srcRect/>
                      <a:stretch>
                        <a:fillRect/>
                      </a:stretch>
                    </p:blipFill>
                    <p:spPr bwMode="auto">
                      <a:xfrm>
                        <a:off x="5349875" y="2703513"/>
                        <a:ext cx="30861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 name="Text Box 17">
            <a:extLst>
              <a:ext uri="{FF2B5EF4-FFF2-40B4-BE49-F238E27FC236}">
                <a16:creationId xmlns:a16="http://schemas.microsoft.com/office/drawing/2014/main" id="{8C60838B-3221-406D-9232-59FC53889C4B}"/>
              </a:ext>
            </a:extLst>
          </p:cNvPr>
          <p:cNvSpPr txBox="1">
            <a:spLocks noChangeArrowheads="1"/>
          </p:cNvSpPr>
          <p:nvPr/>
        </p:nvSpPr>
        <p:spPr bwMode="auto">
          <a:xfrm>
            <a:off x="5163119" y="2212255"/>
            <a:ext cx="3636779"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故</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12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的全响应可表示为为</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62" name="Object 18">
            <a:extLst>
              <a:ext uri="{FF2B5EF4-FFF2-40B4-BE49-F238E27FC236}">
                <a16:creationId xmlns:a16="http://schemas.microsoft.com/office/drawing/2014/main" id="{474FCC04-F942-41C9-A0FE-115ACA166AFB}"/>
              </a:ext>
            </a:extLst>
          </p:cNvPr>
          <p:cNvGraphicFramePr>
            <a:graphicFrameLocks noChangeAspect="1"/>
          </p:cNvGraphicFramePr>
          <p:nvPr>
            <p:extLst/>
          </p:nvPr>
        </p:nvGraphicFramePr>
        <p:xfrm>
          <a:off x="6108055" y="3056668"/>
          <a:ext cx="2327919" cy="590497"/>
        </p:xfrm>
        <a:graphic>
          <a:graphicData uri="http://schemas.openxmlformats.org/presentationml/2006/ole">
            <mc:AlternateContent xmlns:mc="http://schemas.openxmlformats.org/markup-compatibility/2006">
              <mc:Choice xmlns:v="urn:schemas-microsoft-com:vml" Requires="v">
                <p:oleObj spid="_x0000_s204297" name="Equation" r:id="rId22" imgW="2603160" imgH="660240" progId="Equation.DSMT4">
                  <p:embed/>
                </p:oleObj>
              </mc:Choice>
              <mc:Fallback>
                <p:oleObj name="Equation" r:id="rId22" imgW="2603160" imgH="660240" progId="Equation.DSMT4">
                  <p:embed/>
                  <p:pic>
                    <p:nvPicPr>
                      <p:cNvPr id="62" name="Object 18">
                        <a:extLst>
                          <a:ext uri="{FF2B5EF4-FFF2-40B4-BE49-F238E27FC236}">
                            <a16:creationId xmlns:a16="http://schemas.microsoft.com/office/drawing/2014/main" id="{474FCC04-F942-41C9-A0FE-115ACA166AFB}"/>
                          </a:ext>
                        </a:extLst>
                      </p:cNvPr>
                      <p:cNvPicPr>
                        <a:picLocks noChangeAspect="1" noChangeArrowheads="1"/>
                      </p:cNvPicPr>
                      <p:nvPr/>
                    </p:nvPicPr>
                    <p:blipFill>
                      <a:blip r:embed="rId23"/>
                      <a:srcRect/>
                      <a:stretch>
                        <a:fillRect/>
                      </a:stretch>
                    </p:blipFill>
                    <p:spPr bwMode="auto">
                      <a:xfrm>
                        <a:off x="6108055" y="3056668"/>
                        <a:ext cx="2327919" cy="590497"/>
                      </a:xfrm>
                      <a:prstGeom prst="rect">
                        <a:avLst/>
                      </a:prstGeom>
                      <a:noFill/>
                      <a:ln>
                        <a:noFill/>
                      </a:ln>
                      <a:effectLst/>
                      <a:extLst/>
                    </p:spPr>
                  </p:pic>
                </p:oleObj>
              </mc:Fallback>
            </mc:AlternateContent>
          </a:graphicData>
        </a:graphic>
      </p:graphicFrame>
      <p:graphicFrame>
        <p:nvGraphicFramePr>
          <p:cNvPr id="63" name="Object 19">
            <a:extLst>
              <a:ext uri="{FF2B5EF4-FFF2-40B4-BE49-F238E27FC236}">
                <a16:creationId xmlns:a16="http://schemas.microsoft.com/office/drawing/2014/main" id="{FCC915DB-C934-49D6-99CF-E7401FBADF4A}"/>
              </a:ext>
            </a:extLst>
          </p:cNvPr>
          <p:cNvGraphicFramePr>
            <a:graphicFrameLocks noChangeAspect="1"/>
          </p:cNvGraphicFramePr>
          <p:nvPr>
            <p:extLst/>
          </p:nvPr>
        </p:nvGraphicFramePr>
        <p:xfrm>
          <a:off x="4946199" y="4821261"/>
          <a:ext cx="3562350" cy="585788"/>
        </p:xfrm>
        <a:graphic>
          <a:graphicData uri="http://schemas.openxmlformats.org/presentationml/2006/ole">
            <mc:AlternateContent xmlns:mc="http://schemas.openxmlformats.org/markup-compatibility/2006">
              <mc:Choice xmlns:v="urn:schemas-microsoft-com:vml" Requires="v">
                <p:oleObj spid="_x0000_s204298" name="Equation" r:id="rId24" imgW="4012920" imgH="660240" progId="Equation.DSMT4">
                  <p:embed/>
                </p:oleObj>
              </mc:Choice>
              <mc:Fallback>
                <p:oleObj name="Equation" r:id="rId24" imgW="4012920" imgH="660240" progId="Equation.DSMT4">
                  <p:embed/>
                  <p:pic>
                    <p:nvPicPr>
                      <p:cNvPr id="63" name="Object 19">
                        <a:extLst>
                          <a:ext uri="{FF2B5EF4-FFF2-40B4-BE49-F238E27FC236}">
                            <a16:creationId xmlns:a16="http://schemas.microsoft.com/office/drawing/2014/main" id="{FCC915DB-C934-49D6-99CF-E7401FBADF4A}"/>
                          </a:ext>
                        </a:extLst>
                      </p:cNvPr>
                      <p:cNvPicPr>
                        <a:picLocks noChangeAspect="1" noChangeArrowheads="1"/>
                      </p:cNvPicPr>
                      <p:nvPr/>
                    </p:nvPicPr>
                    <p:blipFill>
                      <a:blip r:embed="rId25"/>
                      <a:srcRect/>
                      <a:stretch>
                        <a:fillRect/>
                      </a:stretch>
                    </p:blipFill>
                    <p:spPr bwMode="auto">
                      <a:xfrm>
                        <a:off x="4946199" y="4821261"/>
                        <a:ext cx="3562350" cy="585788"/>
                      </a:xfrm>
                      <a:prstGeom prst="rect">
                        <a:avLst/>
                      </a:prstGeom>
                      <a:noFill/>
                      <a:ln>
                        <a:noFill/>
                      </a:ln>
                      <a:effectLst/>
                      <a:extLst/>
                    </p:spPr>
                  </p:pic>
                </p:oleObj>
              </mc:Fallback>
            </mc:AlternateContent>
          </a:graphicData>
        </a:graphic>
      </p:graphicFrame>
      <p:sp>
        <p:nvSpPr>
          <p:cNvPr id="64" name="Text Box 20">
            <a:extLst>
              <a:ext uri="{FF2B5EF4-FFF2-40B4-BE49-F238E27FC236}">
                <a16:creationId xmlns:a16="http://schemas.microsoft.com/office/drawing/2014/main" id="{E14E81C2-A06B-45AB-956B-BFED8B824D68}"/>
              </a:ext>
            </a:extLst>
          </p:cNvPr>
          <p:cNvSpPr txBox="1">
            <a:spLocks noChangeArrowheads="1"/>
          </p:cNvSpPr>
          <p:nvPr/>
        </p:nvSpPr>
        <p:spPr bwMode="auto">
          <a:xfrm>
            <a:off x="5115809" y="3669930"/>
            <a:ext cx="3636782" cy="83099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由初始值确定系数</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。根据换路定则：</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65" name="Object 21">
            <a:extLst>
              <a:ext uri="{FF2B5EF4-FFF2-40B4-BE49-F238E27FC236}">
                <a16:creationId xmlns:a16="http://schemas.microsoft.com/office/drawing/2014/main" id="{57C04A90-D966-4726-B47B-AD40E21B7A11}"/>
              </a:ext>
            </a:extLst>
          </p:cNvPr>
          <p:cNvGraphicFramePr>
            <a:graphicFrameLocks noChangeAspect="1"/>
          </p:cNvGraphicFramePr>
          <p:nvPr>
            <p:extLst/>
          </p:nvPr>
        </p:nvGraphicFramePr>
        <p:xfrm>
          <a:off x="5259761" y="4522802"/>
          <a:ext cx="2553269" cy="372580"/>
        </p:xfrm>
        <a:graphic>
          <a:graphicData uri="http://schemas.openxmlformats.org/presentationml/2006/ole">
            <mc:AlternateContent xmlns:mc="http://schemas.openxmlformats.org/markup-compatibility/2006">
              <mc:Choice xmlns:v="urn:schemas-microsoft-com:vml" Requires="v">
                <p:oleObj spid="_x0000_s204299" name="Equation" r:id="rId26" imgW="2958840" imgH="431640" progId="Equation.DSMT4">
                  <p:embed/>
                </p:oleObj>
              </mc:Choice>
              <mc:Fallback>
                <p:oleObj name="Equation" r:id="rId26" imgW="2958840" imgH="431640" progId="Equation.DSMT4">
                  <p:embed/>
                  <p:pic>
                    <p:nvPicPr>
                      <p:cNvPr id="65" name="Object 21">
                        <a:extLst>
                          <a:ext uri="{FF2B5EF4-FFF2-40B4-BE49-F238E27FC236}">
                            <a16:creationId xmlns:a16="http://schemas.microsoft.com/office/drawing/2014/main" id="{57C04A90-D966-4726-B47B-AD40E21B7A11}"/>
                          </a:ext>
                        </a:extLst>
                      </p:cNvPr>
                      <p:cNvPicPr>
                        <a:picLocks noChangeAspect="1" noChangeArrowheads="1"/>
                      </p:cNvPicPr>
                      <p:nvPr/>
                    </p:nvPicPr>
                    <p:blipFill>
                      <a:blip r:embed="rId27"/>
                      <a:srcRect/>
                      <a:stretch>
                        <a:fillRect/>
                      </a:stretch>
                    </p:blipFill>
                    <p:spPr bwMode="auto">
                      <a:xfrm>
                        <a:off x="5259761" y="4522802"/>
                        <a:ext cx="2553269" cy="372580"/>
                      </a:xfrm>
                      <a:prstGeom prst="rect">
                        <a:avLst/>
                      </a:prstGeom>
                      <a:noFill/>
                      <a:ln>
                        <a:noFill/>
                      </a:ln>
                      <a:effectLst/>
                      <a:extLst/>
                    </p:spPr>
                  </p:pic>
                </p:oleObj>
              </mc:Fallback>
            </mc:AlternateContent>
          </a:graphicData>
        </a:graphic>
      </p:graphicFrame>
      <p:graphicFrame>
        <p:nvGraphicFramePr>
          <p:cNvPr id="66" name="Object 4">
            <a:extLst>
              <a:ext uri="{FF2B5EF4-FFF2-40B4-BE49-F238E27FC236}">
                <a16:creationId xmlns:a16="http://schemas.microsoft.com/office/drawing/2014/main" id="{9B002337-A6EB-4939-8B99-450B360A7410}"/>
              </a:ext>
            </a:extLst>
          </p:cNvPr>
          <p:cNvGraphicFramePr>
            <a:graphicFrameLocks noChangeAspect="1"/>
          </p:cNvGraphicFramePr>
          <p:nvPr>
            <p:extLst/>
          </p:nvPr>
        </p:nvGraphicFramePr>
        <p:xfrm>
          <a:off x="5070053" y="5539487"/>
          <a:ext cx="3469829" cy="373336"/>
        </p:xfrm>
        <a:graphic>
          <a:graphicData uri="http://schemas.openxmlformats.org/presentationml/2006/ole">
            <mc:AlternateContent xmlns:mc="http://schemas.openxmlformats.org/markup-compatibility/2006">
              <mc:Choice xmlns:v="urn:schemas-microsoft-com:vml" Requires="v">
                <p:oleObj spid="_x0000_s204300" name="Equation" r:id="rId28" imgW="4012920" imgH="431640" progId="Equation.DSMT4">
                  <p:embed/>
                </p:oleObj>
              </mc:Choice>
              <mc:Fallback>
                <p:oleObj name="Equation" r:id="rId28" imgW="4012920" imgH="431640" progId="Equation.DSMT4">
                  <p:embed/>
                  <p:pic>
                    <p:nvPicPr>
                      <p:cNvPr id="66" name="Object 4">
                        <a:extLst>
                          <a:ext uri="{FF2B5EF4-FFF2-40B4-BE49-F238E27FC236}">
                            <a16:creationId xmlns:a16="http://schemas.microsoft.com/office/drawing/2014/main" id="{9B002337-A6EB-4939-8B99-450B360A7410}"/>
                          </a:ext>
                        </a:extLst>
                      </p:cNvPr>
                      <p:cNvPicPr>
                        <a:picLocks noChangeAspect="1" noChangeArrowheads="1"/>
                      </p:cNvPicPr>
                      <p:nvPr/>
                    </p:nvPicPr>
                    <p:blipFill>
                      <a:blip r:embed="rId29"/>
                      <a:srcRect/>
                      <a:stretch>
                        <a:fillRect/>
                      </a:stretch>
                    </p:blipFill>
                    <p:spPr bwMode="auto">
                      <a:xfrm>
                        <a:off x="5070053" y="5539487"/>
                        <a:ext cx="3469829" cy="373336"/>
                      </a:xfrm>
                      <a:prstGeom prst="rect">
                        <a:avLst/>
                      </a:prstGeom>
                      <a:noFill/>
                      <a:ln>
                        <a:noFill/>
                      </a:ln>
                      <a:effectLst/>
                      <a:extLst/>
                    </p:spPr>
                  </p:pic>
                </p:oleObj>
              </mc:Fallback>
            </mc:AlternateContent>
          </a:graphicData>
        </a:graphic>
      </p:graphicFrame>
      <p:graphicFrame>
        <p:nvGraphicFramePr>
          <p:cNvPr id="67" name="Object 6">
            <a:extLst>
              <a:ext uri="{FF2B5EF4-FFF2-40B4-BE49-F238E27FC236}">
                <a16:creationId xmlns:a16="http://schemas.microsoft.com/office/drawing/2014/main" id="{2A95CF2E-A6E4-47D6-9042-CD7F260AFF0E}"/>
              </a:ext>
            </a:extLst>
          </p:cNvPr>
          <p:cNvGraphicFramePr>
            <a:graphicFrameLocks noChangeAspect="1"/>
          </p:cNvGraphicFramePr>
          <p:nvPr>
            <p:extLst/>
          </p:nvPr>
        </p:nvGraphicFramePr>
        <p:xfrm>
          <a:off x="5036874" y="5962430"/>
          <a:ext cx="4045081" cy="597569"/>
        </p:xfrm>
        <a:graphic>
          <a:graphicData uri="http://schemas.openxmlformats.org/presentationml/2006/ole">
            <mc:AlternateContent xmlns:mc="http://schemas.openxmlformats.org/markup-compatibility/2006">
              <mc:Choice xmlns:v="urn:schemas-microsoft-com:vml" Requires="v">
                <p:oleObj spid="_x0000_s204301" name="Equation" r:id="rId30" imgW="4470120" imgH="660240" progId="Equation.DSMT4">
                  <p:embed/>
                </p:oleObj>
              </mc:Choice>
              <mc:Fallback>
                <p:oleObj name="Equation" r:id="rId30" imgW="4470120" imgH="660240" progId="Equation.DSMT4">
                  <p:embed/>
                  <p:pic>
                    <p:nvPicPr>
                      <p:cNvPr id="67" name="Object 6">
                        <a:extLst>
                          <a:ext uri="{FF2B5EF4-FFF2-40B4-BE49-F238E27FC236}">
                            <a16:creationId xmlns:a16="http://schemas.microsoft.com/office/drawing/2014/main" id="{2A95CF2E-A6E4-47D6-9042-CD7F260AFF0E}"/>
                          </a:ext>
                        </a:extLst>
                      </p:cNvPr>
                      <p:cNvPicPr>
                        <a:picLocks noChangeAspect="1" noChangeArrowheads="1"/>
                      </p:cNvPicPr>
                      <p:nvPr/>
                    </p:nvPicPr>
                    <p:blipFill>
                      <a:blip r:embed="rId31"/>
                      <a:srcRect/>
                      <a:stretch>
                        <a:fillRect/>
                      </a:stretch>
                    </p:blipFill>
                    <p:spPr bwMode="auto">
                      <a:xfrm>
                        <a:off x="5036874" y="5962430"/>
                        <a:ext cx="4045081" cy="597569"/>
                      </a:xfrm>
                      <a:prstGeom prst="rect">
                        <a:avLst/>
                      </a:prstGeom>
                      <a:solidFill>
                        <a:srgbClr val="99FF99"/>
                      </a:solidFill>
                      <a:ln>
                        <a:noFill/>
                      </a:ln>
                      <a:effectLst/>
                      <a:extLst/>
                    </p:spPr>
                  </p:pic>
                </p:oleObj>
              </mc:Fallback>
            </mc:AlternateContent>
          </a:graphicData>
        </a:graphic>
      </p:graphicFrame>
      <p:sp>
        <p:nvSpPr>
          <p:cNvPr id="68" name="Text Box 20">
            <a:extLst>
              <a:ext uri="{FF2B5EF4-FFF2-40B4-BE49-F238E27FC236}">
                <a16:creationId xmlns:a16="http://schemas.microsoft.com/office/drawing/2014/main" id="{8CFAD786-E9AF-412D-A650-24F87055E476}"/>
              </a:ext>
            </a:extLst>
          </p:cNvPr>
          <p:cNvSpPr txBox="1">
            <a:spLocks noChangeArrowheads="1"/>
          </p:cNvSpPr>
          <p:nvPr/>
        </p:nvSpPr>
        <p:spPr bwMode="auto">
          <a:xfrm>
            <a:off x="253525" y="5460178"/>
            <a:ext cx="1418020"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特征根</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λ</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为</a:t>
            </a:r>
            <a:endPar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固有频率）</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69" name="Object 11">
            <a:extLst>
              <a:ext uri="{FF2B5EF4-FFF2-40B4-BE49-F238E27FC236}">
                <a16:creationId xmlns:a16="http://schemas.microsoft.com/office/drawing/2014/main" id="{D2BB0A94-27A2-4F56-B31D-C029DE311250}"/>
              </a:ext>
            </a:extLst>
          </p:cNvPr>
          <p:cNvGraphicFramePr>
            <a:graphicFrameLocks noChangeAspect="1"/>
          </p:cNvGraphicFramePr>
          <p:nvPr>
            <p:extLst/>
          </p:nvPr>
        </p:nvGraphicFramePr>
        <p:xfrm>
          <a:off x="2054366" y="5037192"/>
          <a:ext cx="1981200" cy="317500"/>
        </p:xfrm>
        <a:graphic>
          <a:graphicData uri="http://schemas.openxmlformats.org/presentationml/2006/ole">
            <mc:AlternateContent xmlns:mc="http://schemas.openxmlformats.org/markup-compatibility/2006">
              <mc:Choice xmlns:v="urn:schemas-microsoft-com:vml" Requires="v">
                <p:oleObj spid="_x0000_s204302" name="Equation" r:id="rId32" imgW="1981080" imgH="317160" progId="Equation.DSMT4">
                  <p:embed/>
                </p:oleObj>
              </mc:Choice>
              <mc:Fallback>
                <p:oleObj name="Equation" r:id="rId32" imgW="1981080" imgH="317160" progId="Equation.DSMT4">
                  <p:embed/>
                  <p:pic>
                    <p:nvPicPr>
                      <p:cNvPr id="69" name="Object 11">
                        <a:extLst>
                          <a:ext uri="{FF2B5EF4-FFF2-40B4-BE49-F238E27FC236}">
                            <a16:creationId xmlns:a16="http://schemas.microsoft.com/office/drawing/2014/main" id="{D2BB0A94-27A2-4F56-B31D-C029DE311250}"/>
                          </a:ext>
                        </a:extLst>
                      </p:cNvPr>
                      <p:cNvPicPr>
                        <a:picLocks noChangeAspect="1" noChangeArrowheads="1"/>
                      </p:cNvPicPr>
                      <p:nvPr/>
                    </p:nvPicPr>
                    <p:blipFill>
                      <a:blip r:embed="rId33"/>
                      <a:srcRect/>
                      <a:stretch>
                        <a:fillRect/>
                      </a:stretch>
                    </p:blipFill>
                    <p:spPr bwMode="auto">
                      <a:xfrm>
                        <a:off x="2054366" y="5037192"/>
                        <a:ext cx="1981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 name="Text Box 40">
            <a:extLst>
              <a:ext uri="{FF2B5EF4-FFF2-40B4-BE49-F238E27FC236}">
                <a16:creationId xmlns:a16="http://schemas.microsoft.com/office/drawing/2014/main" id="{DFFAA382-F2CD-433E-A25A-849FECDC6943}"/>
              </a:ext>
            </a:extLst>
          </p:cNvPr>
          <p:cNvSpPr txBox="1">
            <a:spLocks noChangeArrowheads="1"/>
          </p:cNvSpPr>
          <p:nvPr/>
        </p:nvSpPr>
        <p:spPr bwMode="auto">
          <a:xfrm>
            <a:off x="391796" y="2629829"/>
            <a:ext cx="208280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特解为：</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 name="Text Box 40">
            <a:extLst>
              <a:ext uri="{FF2B5EF4-FFF2-40B4-BE49-F238E27FC236}">
                <a16:creationId xmlns:a16="http://schemas.microsoft.com/office/drawing/2014/main" id="{030F0CB8-8AF3-4FE9-8AB3-1BE052BC81A4}"/>
              </a:ext>
            </a:extLst>
          </p:cNvPr>
          <p:cNvSpPr txBox="1">
            <a:spLocks noChangeArrowheads="1"/>
          </p:cNvSpPr>
          <p:nvPr/>
        </p:nvSpPr>
        <p:spPr bwMode="auto">
          <a:xfrm>
            <a:off x="145947" y="3184578"/>
            <a:ext cx="135496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通解为：</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 name="Text Box 40">
            <a:extLst>
              <a:ext uri="{FF2B5EF4-FFF2-40B4-BE49-F238E27FC236}">
                <a16:creationId xmlns:a16="http://schemas.microsoft.com/office/drawing/2014/main" id="{DA009651-9D2D-4ECA-92FB-A2C7C20151B7}"/>
              </a:ext>
            </a:extLst>
          </p:cNvPr>
          <p:cNvSpPr txBox="1">
            <a:spLocks noChangeArrowheads="1"/>
          </p:cNvSpPr>
          <p:nvPr/>
        </p:nvSpPr>
        <p:spPr bwMode="auto">
          <a:xfrm>
            <a:off x="180175" y="4997769"/>
            <a:ext cx="2118097"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特征方程为：</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3" name="直接连接符 2">
            <a:extLst>
              <a:ext uri="{FF2B5EF4-FFF2-40B4-BE49-F238E27FC236}">
                <a16:creationId xmlns:a16="http://schemas.microsoft.com/office/drawing/2014/main" id="{31743E0E-6763-48C2-B9B5-2D10C8DACB6C}"/>
              </a:ext>
            </a:extLst>
          </p:cNvPr>
          <p:cNvCxnSpPr/>
          <p:nvPr/>
        </p:nvCxnSpPr>
        <p:spPr bwMode="auto">
          <a:xfrm>
            <a:off x="145947" y="620688"/>
            <a:ext cx="5578181" cy="26725"/>
          </a:xfrm>
          <a:prstGeom prst="line">
            <a:avLst/>
          </a:prstGeom>
          <a:solidFill>
            <a:schemeClr val="accent1"/>
          </a:solidFill>
          <a:ln w="28575" cap="flat" cmpd="sng" algn="ctr">
            <a:solidFill>
              <a:srgbClr val="0000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8">
            <a:extLst>
              <a:ext uri="{FF2B5EF4-FFF2-40B4-BE49-F238E27FC236}">
                <a16:creationId xmlns:a16="http://schemas.microsoft.com/office/drawing/2014/main" id="{E70D21F5-A94B-4F1D-BEB0-C582856D6FC3}"/>
              </a:ext>
            </a:extLst>
          </p:cNvPr>
          <p:cNvSpPr txBox="1">
            <a:spLocks noChangeArrowheads="1"/>
          </p:cNvSpPr>
          <p:nvPr/>
        </p:nvSpPr>
        <p:spPr bwMode="auto">
          <a:xfrm>
            <a:off x="88359" y="6265623"/>
            <a:ext cx="4753910" cy="545919"/>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同样的方法可分析</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一阶电路的全响应</a:t>
            </a:r>
          </a:p>
        </p:txBody>
      </p:sp>
    </p:spTree>
    <p:extLst>
      <p:ext uri="{BB962C8B-B14F-4D97-AF65-F5344CB8AC3E}">
        <p14:creationId xmlns:p14="http://schemas.microsoft.com/office/powerpoint/2010/main" val="3720924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49540"/>
                                        </p:tgtEl>
                                        <p:attrNameLst>
                                          <p:attrName>style.visibility</p:attrName>
                                        </p:attrNameLst>
                                      </p:cBhvr>
                                      <p:to>
                                        <p:strVal val="visible"/>
                                      </p:to>
                                    </p:set>
                                    <p:animEffect transition="in" filter="blinds(horizontal)">
                                      <p:cBhvr>
                                        <p:cTn id="7" dur="500"/>
                                        <p:tgtEl>
                                          <p:spTgt spid="449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4957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49539">
                                            <p:txEl>
                                              <p:pRg st="0" end="0"/>
                                            </p:txEl>
                                          </p:spTgt>
                                        </p:tgtEl>
                                        <p:attrNameLst>
                                          <p:attrName>style.visibility</p:attrName>
                                        </p:attrNameLst>
                                      </p:cBhvr>
                                      <p:to>
                                        <p:strVal val="visible"/>
                                      </p:to>
                                    </p:set>
                                    <p:animEffect transition="in" filter="wipe(left)">
                                      <p:cBhvr>
                                        <p:cTn id="16" dur="2000"/>
                                        <p:tgtEl>
                                          <p:spTgt spid="449539">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49538"/>
                                        </p:tgtEl>
                                        <p:attrNameLst>
                                          <p:attrName>style.visibility</p:attrName>
                                        </p:attrNameLst>
                                      </p:cBhvr>
                                      <p:to>
                                        <p:strVal val="visible"/>
                                      </p:to>
                                    </p:set>
                                    <p:animEffect transition="in" filter="wipe(left)">
                                      <p:cBhvr>
                                        <p:cTn id="21" dur="3000"/>
                                        <p:tgtEl>
                                          <p:spTgt spid="4495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49573"/>
                                        </p:tgtEl>
                                        <p:attrNameLst>
                                          <p:attrName>style.visibility</p:attrName>
                                        </p:attrNameLst>
                                      </p:cBhvr>
                                      <p:to>
                                        <p:strVal val="visible"/>
                                      </p:to>
                                    </p:set>
                                    <p:animEffect transition="in" filter="wipe(left)">
                                      <p:cBhvr>
                                        <p:cTn id="26" dur="2000"/>
                                        <p:tgtEl>
                                          <p:spTgt spid="4495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49574"/>
                                        </p:tgtEl>
                                        <p:attrNameLst>
                                          <p:attrName>style.visibility</p:attrName>
                                        </p:attrNameLst>
                                      </p:cBhvr>
                                      <p:to>
                                        <p:strVal val="visible"/>
                                      </p:to>
                                    </p:set>
                                    <p:animEffect transition="in" filter="wipe(left)">
                                      <p:cBhvr>
                                        <p:cTn id="31" dur="3000"/>
                                        <p:tgtEl>
                                          <p:spTgt spid="4495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449572"/>
                                        </p:tgtEl>
                                        <p:attrNameLst>
                                          <p:attrName>style.visibility</p:attrName>
                                        </p:attrNameLst>
                                      </p:cBhvr>
                                      <p:to>
                                        <p:strVal val="visible"/>
                                      </p:to>
                                    </p:set>
                                    <p:animEffect transition="in" filter="box(in)">
                                      <p:cBhvr>
                                        <p:cTn id="36" dur="1000"/>
                                        <p:tgtEl>
                                          <p:spTgt spid="44957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449571"/>
                                        </p:tgtEl>
                                        <p:attrNameLst>
                                          <p:attrName>style.visibility</p:attrName>
                                        </p:attrNameLst>
                                      </p:cBhvr>
                                      <p:to>
                                        <p:strVal val="visible"/>
                                      </p:to>
                                    </p:set>
                                    <p:animEffect transition="in" filter="box(in)">
                                      <p:cBhvr>
                                        <p:cTn id="41" dur="1000"/>
                                        <p:tgtEl>
                                          <p:spTgt spid="44957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wipe(left)">
                                      <p:cBhvr>
                                        <p:cTn id="46" dur="3000"/>
                                        <p:tgtEl>
                                          <p:spTgt spid="5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left)">
                                      <p:cBhvr>
                                        <p:cTn id="51" dur="1000"/>
                                        <p:tgtEl>
                                          <p:spTgt spid="7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49575"/>
                                        </p:tgtEl>
                                        <p:attrNameLst>
                                          <p:attrName>style.visibility</p:attrName>
                                        </p:attrNameLst>
                                      </p:cBhvr>
                                      <p:to>
                                        <p:strVal val="visible"/>
                                      </p:to>
                                    </p:set>
                                    <p:animEffect transition="in" filter="wipe(left)">
                                      <p:cBhvr>
                                        <p:cTn id="56" dur="2000"/>
                                        <p:tgtEl>
                                          <p:spTgt spid="44957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71"/>
                                        </p:tgtEl>
                                        <p:attrNameLst>
                                          <p:attrName>style.visibility</p:attrName>
                                        </p:attrNameLst>
                                      </p:cBhvr>
                                      <p:to>
                                        <p:strVal val="visible"/>
                                      </p:to>
                                    </p:set>
                                    <p:animEffect transition="in" filter="wipe(left)">
                                      <p:cBhvr>
                                        <p:cTn id="61" dur="1000"/>
                                        <p:tgtEl>
                                          <p:spTgt spid="7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wipe(left)">
                                      <p:cBhvr>
                                        <p:cTn id="66" dur="3000"/>
                                        <p:tgtEl>
                                          <p:spTgt spid="5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49576"/>
                                        </p:tgtEl>
                                        <p:attrNameLst>
                                          <p:attrName>style.visibility</p:attrName>
                                        </p:attrNameLst>
                                      </p:cBhvr>
                                      <p:to>
                                        <p:strVal val="visible"/>
                                      </p:to>
                                    </p:set>
                                    <p:animEffect transition="in" filter="wipe(left)">
                                      <p:cBhvr>
                                        <p:cTn id="71" dur="1000"/>
                                        <p:tgtEl>
                                          <p:spTgt spid="44957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449577"/>
                                        </p:tgtEl>
                                        <p:attrNameLst>
                                          <p:attrName>style.visibility</p:attrName>
                                        </p:attrNameLst>
                                      </p:cBhvr>
                                      <p:to>
                                        <p:strVal val="visible"/>
                                      </p:to>
                                    </p:set>
                                    <p:animEffect transition="in" filter="wipe(left)">
                                      <p:cBhvr>
                                        <p:cTn id="76" dur="2000"/>
                                        <p:tgtEl>
                                          <p:spTgt spid="44957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wipe(left)">
                                      <p:cBhvr>
                                        <p:cTn id="81" dur="2000"/>
                                        <p:tgtEl>
                                          <p:spTgt spid="4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72"/>
                                        </p:tgtEl>
                                        <p:attrNameLst>
                                          <p:attrName>style.visibility</p:attrName>
                                        </p:attrNameLst>
                                      </p:cBhvr>
                                      <p:to>
                                        <p:strVal val="visible"/>
                                      </p:to>
                                    </p:set>
                                    <p:animEffect transition="in" filter="wipe(left)">
                                      <p:cBhvr>
                                        <p:cTn id="86" dur="1000"/>
                                        <p:tgtEl>
                                          <p:spTgt spid="7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wipe(left)">
                                      <p:cBhvr>
                                        <p:cTn id="91" dur="2000"/>
                                        <p:tgtEl>
                                          <p:spTgt spid="6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8"/>
                                        </p:tgtEl>
                                        <p:attrNameLst>
                                          <p:attrName>style.visibility</p:attrName>
                                        </p:attrNameLst>
                                      </p:cBhvr>
                                      <p:to>
                                        <p:strVal val="visible"/>
                                      </p:to>
                                    </p:set>
                                    <p:animEffect transition="in" filter="wipe(left)">
                                      <p:cBhvr>
                                        <p:cTn id="96" dur="2000"/>
                                        <p:tgtEl>
                                          <p:spTgt spid="6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56"/>
                                        </p:tgtEl>
                                        <p:attrNameLst>
                                          <p:attrName>style.visibility</p:attrName>
                                        </p:attrNameLst>
                                      </p:cBhvr>
                                      <p:to>
                                        <p:strVal val="visible"/>
                                      </p:to>
                                    </p:set>
                                    <p:animEffect transition="in" filter="wipe(left)">
                                      <p:cBhvr>
                                        <p:cTn id="101" dur="2000"/>
                                        <p:tgtEl>
                                          <p:spTgt spid="56"/>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wipe(left)">
                                      <p:cBhvr>
                                        <p:cTn id="106" dur="1000"/>
                                        <p:tgtEl>
                                          <p:spTgt spid="6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left)">
                                      <p:cBhvr>
                                        <p:cTn id="111" dur="2000"/>
                                        <p:tgtEl>
                                          <p:spTgt spid="6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62"/>
                                        </p:tgtEl>
                                        <p:attrNameLst>
                                          <p:attrName>style.visibility</p:attrName>
                                        </p:attrNameLst>
                                      </p:cBhvr>
                                      <p:to>
                                        <p:strVal val="visible"/>
                                      </p:to>
                                    </p:set>
                                    <p:animEffect transition="in" filter="wipe(left)">
                                      <p:cBhvr>
                                        <p:cTn id="116" dur="2000"/>
                                        <p:tgtEl>
                                          <p:spTgt spid="6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64"/>
                                        </p:tgtEl>
                                        <p:attrNameLst>
                                          <p:attrName>style.visibility</p:attrName>
                                        </p:attrNameLst>
                                      </p:cBhvr>
                                      <p:to>
                                        <p:strVal val="visible"/>
                                      </p:to>
                                    </p:set>
                                    <p:animEffect transition="in" filter="wipe(left)">
                                      <p:cBhvr>
                                        <p:cTn id="121" dur="2000"/>
                                        <p:tgtEl>
                                          <p:spTgt spid="64"/>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65"/>
                                        </p:tgtEl>
                                        <p:attrNameLst>
                                          <p:attrName>style.visibility</p:attrName>
                                        </p:attrNameLst>
                                      </p:cBhvr>
                                      <p:to>
                                        <p:strVal val="visible"/>
                                      </p:to>
                                    </p:set>
                                    <p:animEffect transition="in" filter="wipe(left)">
                                      <p:cBhvr>
                                        <p:cTn id="126" dur="2000"/>
                                        <p:tgtEl>
                                          <p:spTgt spid="65"/>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63"/>
                                        </p:tgtEl>
                                        <p:attrNameLst>
                                          <p:attrName>style.visibility</p:attrName>
                                        </p:attrNameLst>
                                      </p:cBhvr>
                                      <p:to>
                                        <p:strVal val="visible"/>
                                      </p:to>
                                    </p:set>
                                    <p:animEffect transition="in" filter="wipe(left)">
                                      <p:cBhvr>
                                        <p:cTn id="131" dur="2000"/>
                                        <p:tgtEl>
                                          <p:spTgt spid="6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66"/>
                                        </p:tgtEl>
                                        <p:attrNameLst>
                                          <p:attrName>style.visibility</p:attrName>
                                        </p:attrNameLst>
                                      </p:cBhvr>
                                      <p:to>
                                        <p:strVal val="visible"/>
                                      </p:to>
                                    </p:set>
                                    <p:animEffect transition="in" filter="wipe(left)">
                                      <p:cBhvr>
                                        <p:cTn id="136" dur="2000"/>
                                        <p:tgtEl>
                                          <p:spTgt spid="6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wipe(left)">
                                      <p:cBhvr>
                                        <p:cTn id="141" dur="20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4" presetClass="entr" presetSubtype="16" fill="hold" grpId="0" nodeType="clickEffect">
                                  <p:stCondLst>
                                    <p:cond delay="0"/>
                                  </p:stCondLst>
                                  <p:childTnLst>
                                    <p:set>
                                      <p:cBhvr>
                                        <p:cTn id="145" dur="1" fill="hold">
                                          <p:stCondLst>
                                            <p:cond delay="0"/>
                                          </p:stCondLst>
                                        </p:cTn>
                                        <p:tgtEl>
                                          <p:spTgt spid="73"/>
                                        </p:tgtEl>
                                        <p:attrNameLst>
                                          <p:attrName>style.visibility</p:attrName>
                                        </p:attrNameLst>
                                      </p:cBhvr>
                                      <p:to>
                                        <p:strVal val="visible"/>
                                      </p:to>
                                    </p:set>
                                    <p:animEffect transition="in" filter="box(in)">
                                      <p:cBhvr>
                                        <p:cTn id="146"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build="p" autoUpdateAnimBg="0" advAuto="1000"/>
      <p:bldP spid="449571" grpId="0" animBg="1"/>
      <p:bldP spid="449572" grpId="0" animBg="1"/>
      <p:bldP spid="449573" grpId="0"/>
      <p:bldP spid="449576" grpId="0"/>
      <p:bldP spid="61" grpId="0"/>
      <p:bldP spid="64" grpId="0"/>
      <p:bldP spid="68" grpId="0"/>
      <p:bldP spid="70" grpId="0"/>
      <p:bldP spid="71" grpId="0"/>
      <p:bldP spid="72" grpId="0"/>
      <p:bldP spid="7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Text Box 2">
            <a:extLst>
              <a:ext uri="{FF2B5EF4-FFF2-40B4-BE49-F238E27FC236}">
                <a16:creationId xmlns:a16="http://schemas.microsoft.com/office/drawing/2014/main" id="{66FED7C8-965A-4F28-B7E4-67598DA3866C}"/>
              </a:ext>
            </a:extLst>
          </p:cNvPr>
          <p:cNvSpPr txBox="1">
            <a:spLocks noChangeArrowheads="1"/>
          </p:cNvSpPr>
          <p:nvPr/>
        </p:nvSpPr>
        <p:spPr bwMode="auto">
          <a:xfrm>
            <a:off x="538163" y="765175"/>
            <a:ext cx="5905500"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en-US" altLang="zh-CN"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a:t>
            </a:r>
            <a:r>
              <a:rPr kumimoji="1" lang="en-US" altLang="zh-CN" sz="2800" b="1" i="1" u="none" strike="noStrike" kern="1200" cap="none" spc="0" normalizeH="0" baseline="0" noProof="0" dirty="0" err="1">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12000" noProof="0" dirty="0" err="1">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err="1">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i="0" u="none" strike="noStrike" kern="1200" cap="none" spc="0" normalizeH="0" baseline="-12000" noProof="0" dirty="0" err="1">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变化规律</a:t>
            </a:r>
            <a:endParaRPr kumimoji="0" lang="zh-CN" altLang="en-US" sz="28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2611" name="Line 3">
            <a:extLst>
              <a:ext uri="{FF2B5EF4-FFF2-40B4-BE49-F238E27FC236}">
                <a16:creationId xmlns:a16="http://schemas.microsoft.com/office/drawing/2014/main" id="{BB3465D6-903D-4557-AD7E-6D8DC5859664}"/>
              </a:ext>
            </a:extLst>
          </p:cNvPr>
          <p:cNvSpPr>
            <a:spLocks noChangeShapeType="1"/>
          </p:cNvSpPr>
          <p:nvPr/>
        </p:nvSpPr>
        <p:spPr bwMode="auto">
          <a:xfrm>
            <a:off x="900113" y="4006850"/>
            <a:ext cx="2952750" cy="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12" name="Line 4">
            <a:extLst>
              <a:ext uri="{FF2B5EF4-FFF2-40B4-BE49-F238E27FC236}">
                <a16:creationId xmlns:a16="http://schemas.microsoft.com/office/drawing/2014/main" id="{F75725CE-4AD1-468E-A2D8-C2D7D9BB9AEA}"/>
              </a:ext>
            </a:extLst>
          </p:cNvPr>
          <p:cNvSpPr>
            <a:spLocks noChangeShapeType="1"/>
          </p:cNvSpPr>
          <p:nvPr/>
        </p:nvSpPr>
        <p:spPr bwMode="auto">
          <a:xfrm flipH="1" flipV="1">
            <a:off x="1258888" y="1485900"/>
            <a:ext cx="1587" cy="2808288"/>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13" name="Line 5">
            <a:extLst>
              <a:ext uri="{FF2B5EF4-FFF2-40B4-BE49-F238E27FC236}">
                <a16:creationId xmlns:a16="http://schemas.microsoft.com/office/drawing/2014/main" id="{9F550296-9E78-4CE7-AE9C-B8761AC8B037}"/>
              </a:ext>
            </a:extLst>
          </p:cNvPr>
          <p:cNvSpPr>
            <a:spLocks noChangeShapeType="1"/>
          </p:cNvSpPr>
          <p:nvPr/>
        </p:nvSpPr>
        <p:spPr bwMode="auto">
          <a:xfrm>
            <a:off x="1260475" y="2997200"/>
            <a:ext cx="2089150" cy="0"/>
          </a:xfrm>
          <a:prstGeom prst="line">
            <a:avLst/>
          </a:prstGeom>
          <a:noFill/>
          <a:ln w="28575">
            <a:solidFill>
              <a:srgbClr val="FF000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14" name="Object 6">
            <a:extLst>
              <a:ext uri="{FF2B5EF4-FFF2-40B4-BE49-F238E27FC236}">
                <a16:creationId xmlns:a16="http://schemas.microsoft.com/office/drawing/2014/main" id="{BDD5C051-3B11-489B-A331-BCCFC410D1B5}"/>
              </a:ext>
            </a:extLst>
          </p:cNvPr>
          <p:cNvGraphicFramePr>
            <a:graphicFrameLocks noChangeAspect="1"/>
          </p:cNvGraphicFramePr>
          <p:nvPr/>
        </p:nvGraphicFramePr>
        <p:xfrm>
          <a:off x="1331913" y="1341438"/>
          <a:ext cx="774700" cy="431800"/>
        </p:xfrm>
        <a:graphic>
          <a:graphicData uri="http://schemas.openxmlformats.org/presentationml/2006/ole">
            <mc:AlternateContent xmlns:mc="http://schemas.openxmlformats.org/markup-compatibility/2006">
              <mc:Choice xmlns:v="urn:schemas-microsoft-com:vml" Requires="v">
                <p:oleObj spid="_x0000_s213227" name="Equation" r:id="rId4" imgW="774364" imgH="431613" progId="Equation.DSMT4">
                  <p:embed/>
                </p:oleObj>
              </mc:Choice>
              <mc:Fallback>
                <p:oleObj name="Equation" r:id="rId4" imgW="774364" imgH="431613" progId="Equation.DSMT4">
                  <p:embed/>
                  <p:pic>
                    <p:nvPicPr>
                      <p:cNvPr id="452614" name="Object 6">
                        <a:extLst>
                          <a:ext uri="{FF2B5EF4-FFF2-40B4-BE49-F238E27FC236}">
                            <a16:creationId xmlns:a16="http://schemas.microsoft.com/office/drawing/2014/main" id="{BDD5C051-3B11-489B-A331-BCCFC410D1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1341438"/>
                        <a:ext cx="774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15" name="Object 7">
            <a:extLst>
              <a:ext uri="{FF2B5EF4-FFF2-40B4-BE49-F238E27FC236}">
                <a16:creationId xmlns:a16="http://schemas.microsoft.com/office/drawing/2014/main" id="{2F139875-6B43-4235-892C-4C419662F47A}"/>
              </a:ext>
            </a:extLst>
          </p:cNvPr>
          <p:cNvGraphicFramePr>
            <a:graphicFrameLocks noChangeAspect="1"/>
          </p:cNvGraphicFramePr>
          <p:nvPr/>
        </p:nvGraphicFramePr>
        <p:xfrm>
          <a:off x="3903663" y="3789363"/>
          <a:ext cx="165100" cy="279400"/>
        </p:xfrm>
        <a:graphic>
          <a:graphicData uri="http://schemas.openxmlformats.org/presentationml/2006/ole">
            <mc:AlternateContent xmlns:mc="http://schemas.openxmlformats.org/markup-compatibility/2006">
              <mc:Choice xmlns:v="urn:schemas-microsoft-com:vml" Requires="v">
                <p:oleObj spid="_x0000_s213228" name="Equation" r:id="rId6" imgW="165028" imgH="279279" progId="Equation.DSMT4">
                  <p:embed/>
                </p:oleObj>
              </mc:Choice>
              <mc:Fallback>
                <p:oleObj name="Equation" r:id="rId6" imgW="165028" imgH="279279" progId="Equation.DSMT4">
                  <p:embed/>
                  <p:pic>
                    <p:nvPicPr>
                      <p:cNvPr id="452615" name="Object 7">
                        <a:extLst>
                          <a:ext uri="{FF2B5EF4-FFF2-40B4-BE49-F238E27FC236}">
                            <a16:creationId xmlns:a16="http://schemas.microsoft.com/office/drawing/2014/main" id="{2F139875-6B43-4235-892C-4C419662F4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3663" y="3789363"/>
                        <a:ext cx="1651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16" name="Line 8">
            <a:extLst>
              <a:ext uri="{FF2B5EF4-FFF2-40B4-BE49-F238E27FC236}">
                <a16:creationId xmlns:a16="http://schemas.microsoft.com/office/drawing/2014/main" id="{8FC2D63F-5A1B-43CB-BB9B-CF0BBC938ED4}"/>
              </a:ext>
            </a:extLst>
          </p:cNvPr>
          <p:cNvSpPr>
            <a:spLocks noChangeShapeType="1"/>
          </p:cNvSpPr>
          <p:nvPr/>
        </p:nvSpPr>
        <p:spPr bwMode="auto">
          <a:xfrm>
            <a:off x="4500563" y="908050"/>
            <a:ext cx="0" cy="3384550"/>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17" name="Object 9">
            <a:extLst>
              <a:ext uri="{FF2B5EF4-FFF2-40B4-BE49-F238E27FC236}">
                <a16:creationId xmlns:a16="http://schemas.microsoft.com/office/drawing/2014/main" id="{C788E116-54E5-4EE1-9031-B4A377183970}"/>
              </a:ext>
            </a:extLst>
          </p:cNvPr>
          <p:cNvGraphicFramePr>
            <a:graphicFrameLocks noChangeAspect="1"/>
          </p:cNvGraphicFramePr>
          <p:nvPr/>
        </p:nvGraphicFramePr>
        <p:xfrm>
          <a:off x="831850" y="3527425"/>
          <a:ext cx="355600" cy="381000"/>
        </p:xfrm>
        <a:graphic>
          <a:graphicData uri="http://schemas.openxmlformats.org/presentationml/2006/ole">
            <mc:AlternateContent xmlns:mc="http://schemas.openxmlformats.org/markup-compatibility/2006">
              <mc:Choice xmlns:v="urn:schemas-microsoft-com:vml" Requires="v">
                <p:oleObj spid="_x0000_s213229" name="Equation" r:id="rId8" imgW="355446" imgH="380835" progId="Equation.DSMT4">
                  <p:embed/>
                </p:oleObj>
              </mc:Choice>
              <mc:Fallback>
                <p:oleObj name="Equation" r:id="rId8" imgW="355446" imgH="380835" progId="Equation.DSMT4">
                  <p:embed/>
                  <p:pic>
                    <p:nvPicPr>
                      <p:cNvPr id="452617" name="Object 9">
                        <a:extLst>
                          <a:ext uri="{FF2B5EF4-FFF2-40B4-BE49-F238E27FC236}">
                            <a16:creationId xmlns:a16="http://schemas.microsoft.com/office/drawing/2014/main" id="{C788E116-54E5-4EE1-9031-B4A3771839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850" y="3527425"/>
                        <a:ext cx="35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18" name="Object 10">
            <a:extLst>
              <a:ext uri="{FF2B5EF4-FFF2-40B4-BE49-F238E27FC236}">
                <a16:creationId xmlns:a16="http://schemas.microsoft.com/office/drawing/2014/main" id="{EA9BBEE9-A071-4974-B8EF-4FB588968610}"/>
              </a:ext>
            </a:extLst>
          </p:cNvPr>
          <p:cNvGraphicFramePr>
            <a:graphicFrameLocks noChangeAspect="1"/>
          </p:cNvGraphicFramePr>
          <p:nvPr/>
        </p:nvGraphicFramePr>
        <p:xfrm>
          <a:off x="1230313" y="3646488"/>
          <a:ext cx="101600" cy="177800"/>
        </p:xfrm>
        <a:graphic>
          <a:graphicData uri="http://schemas.openxmlformats.org/presentationml/2006/ole">
            <mc:AlternateContent xmlns:mc="http://schemas.openxmlformats.org/markup-compatibility/2006">
              <mc:Choice xmlns:v="urn:schemas-microsoft-com:vml" Requires="v">
                <p:oleObj spid="_x0000_s213230" name="Equation" r:id="rId10" imgW="101468" imgH="177569" progId="Equation.DSMT4">
                  <p:embed/>
                </p:oleObj>
              </mc:Choice>
              <mc:Fallback>
                <p:oleObj name="Equation" r:id="rId10" imgW="101468" imgH="177569" progId="Equation.DSMT4">
                  <p:embed/>
                  <p:pic>
                    <p:nvPicPr>
                      <p:cNvPr id="452618" name="Object 10">
                        <a:extLst>
                          <a:ext uri="{FF2B5EF4-FFF2-40B4-BE49-F238E27FC236}">
                            <a16:creationId xmlns:a16="http://schemas.microsoft.com/office/drawing/2014/main" id="{EA9BBEE9-A071-4974-B8EF-4FB5889686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30313" y="3646488"/>
                        <a:ext cx="101600"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19" name="Object 11">
            <a:extLst>
              <a:ext uri="{FF2B5EF4-FFF2-40B4-BE49-F238E27FC236}">
                <a16:creationId xmlns:a16="http://schemas.microsoft.com/office/drawing/2014/main" id="{739439DB-A11D-4229-BD70-0C04ABBD5E03}"/>
              </a:ext>
            </a:extLst>
          </p:cNvPr>
          <p:cNvGraphicFramePr>
            <a:graphicFrameLocks noChangeAspect="1"/>
          </p:cNvGraphicFramePr>
          <p:nvPr/>
        </p:nvGraphicFramePr>
        <p:xfrm>
          <a:off x="831850" y="2806700"/>
          <a:ext cx="355600" cy="381000"/>
        </p:xfrm>
        <a:graphic>
          <a:graphicData uri="http://schemas.openxmlformats.org/presentationml/2006/ole">
            <mc:AlternateContent xmlns:mc="http://schemas.openxmlformats.org/markup-compatibility/2006">
              <mc:Choice xmlns:v="urn:schemas-microsoft-com:vml" Requires="v">
                <p:oleObj spid="_x0000_s213231" name="Equation" r:id="rId12" imgW="355446" imgH="380835" progId="Equation.DSMT4">
                  <p:embed/>
                </p:oleObj>
              </mc:Choice>
              <mc:Fallback>
                <p:oleObj name="Equation" r:id="rId12" imgW="355446" imgH="380835" progId="Equation.DSMT4">
                  <p:embed/>
                  <p:pic>
                    <p:nvPicPr>
                      <p:cNvPr id="452619" name="Object 11">
                        <a:extLst>
                          <a:ext uri="{FF2B5EF4-FFF2-40B4-BE49-F238E27FC236}">
                            <a16:creationId xmlns:a16="http://schemas.microsoft.com/office/drawing/2014/main" id="{739439DB-A11D-4229-BD70-0C04ABBD5E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1850" y="2806700"/>
                        <a:ext cx="35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20" name="Object 12">
            <a:extLst>
              <a:ext uri="{FF2B5EF4-FFF2-40B4-BE49-F238E27FC236}">
                <a16:creationId xmlns:a16="http://schemas.microsoft.com/office/drawing/2014/main" id="{49DED075-2E44-4E68-985E-FE5721040705}"/>
              </a:ext>
            </a:extLst>
          </p:cNvPr>
          <p:cNvGraphicFramePr>
            <a:graphicFrameLocks noChangeAspect="1"/>
          </p:cNvGraphicFramePr>
          <p:nvPr/>
        </p:nvGraphicFramePr>
        <p:xfrm>
          <a:off x="1230313" y="2244725"/>
          <a:ext cx="101600" cy="177800"/>
        </p:xfrm>
        <a:graphic>
          <a:graphicData uri="http://schemas.openxmlformats.org/presentationml/2006/ole">
            <mc:AlternateContent xmlns:mc="http://schemas.openxmlformats.org/markup-compatibility/2006">
              <mc:Choice xmlns:v="urn:schemas-microsoft-com:vml" Requires="v">
                <p:oleObj spid="_x0000_s213232" name="Equation" r:id="rId14" imgW="101468" imgH="177569" progId="Equation.DSMT4">
                  <p:embed/>
                </p:oleObj>
              </mc:Choice>
              <mc:Fallback>
                <p:oleObj name="Equation" r:id="rId14" imgW="101468" imgH="177569" progId="Equation.DSMT4">
                  <p:embed/>
                  <p:pic>
                    <p:nvPicPr>
                      <p:cNvPr id="452620" name="Object 12">
                        <a:extLst>
                          <a:ext uri="{FF2B5EF4-FFF2-40B4-BE49-F238E27FC236}">
                            <a16:creationId xmlns:a16="http://schemas.microsoft.com/office/drawing/2014/main" id="{49DED075-2E44-4E68-985E-FE572104070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30313" y="2244725"/>
                        <a:ext cx="101600"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21" name="Freeform 13">
            <a:extLst>
              <a:ext uri="{FF2B5EF4-FFF2-40B4-BE49-F238E27FC236}">
                <a16:creationId xmlns:a16="http://schemas.microsoft.com/office/drawing/2014/main" id="{A937FD36-B4D4-4F8D-B932-75BE0A7A8F06}"/>
              </a:ext>
            </a:extLst>
          </p:cNvPr>
          <p:cNvSpPr>
            <a:spLocks/>
          </p:cNvSpPr>
          <p:nvPr/>
        </p:nvSpPr>
        <p:spPr bwMode="auto">
          <a:xfrm>
            <a:off x="1258888" y="2278063"/>
            <a:ext cx="2089150" cy="647700"/>
          </a:xfrm>
          <a:custGeom>
            <a:avLst/>
            <a:gdLst>
              <a:gd name="T0" fmla="*/ 0 w 1179"/>
              <a:gd name="T1" fmla="*/ 0 h 408"/>
              <a:gd name="T2" fmla="*/ 854044166 w 1179"/>
              <a:gd name="T3" fmla="*/ 685482500 h 408"/>
              <a:gd name="T4" fmla="*/ 1852523196 w 1179"/>
              <a:gd name="T5" fmla="*/ 914817513 h 408"/>
              <a:gd name="T6" fmla="*/ 2147483646 w 1179"/>
              <a:gd name="T7" fmla="*/ 10282237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FFCC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22" name="Freeform 14">
            <a:extLst>
              <a:ext uri="{FF2B5EF4-FFF2-40B4-BE49-F238E27FC236}">
                <a16:creationId xmlns:a16="http://schemas.microsoft.com/office/drawing/2014/main" id="{35A27053-1A5E-4665-A8A0-8FE3369ECC06}"/>
              </a:ext>
            </a:extLst>
          </p:cNvPr>
          <p:cNvSpPr>
            <a:spLocks/>
          </p:cNvSpPr>
          <p:nvPr/>
        </p:nvSpPr>
        <p:spPr bwMode="auto">
          <a:xfrm>
            <a:off x="1258888" y="3070225"/>
            <a:ext cx="2016125" cy="647700"/>
          </a:xfrm>
          <a:custGeom>
            <a:avLst/>
            <a:gdLst>
              <a:gd name="T0" fmla="*/ 0 w 1270"/>
              <a:gd name="T1" fmla="*/ 1028223750 h 408"/>
              <a:gd name="T2" fmla="*/ 456149075 w 1270"/>
              <a:gd name="T3" fmla="*/ 342741250 h 408"/>
              <a:gd name="T4" fmla="*/ 1141631575 w 1270"/>
              <a:gd name="T5" fmla="*/ 113407825 h 408"/>
              <a:gd name="T6" fmla="*/ 2147483646 w 1270"/>
              <a:gd name="T7" fmla="*/ 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70" h="408">
                <a:moveTo>
                  <a:pt x="0" y="408"/>
                </a:moveTo>
                <a:cubicBezTo>
                  <a:pt x="53" y="302"/>
                  <a:pt x="106" y="196"/>
                  <a:pt x="181" y="136"/>
                </a:cubicBezTo>
                <a:cubicBezTo>
                  <a:pt x="256" y="76"/>
                  <a:pt x="272" y="68"/>
                  <a:pt x="453" y="45"/>
                </a:cubicBezTo>
                <a:cubicBezTo>
                  <a:pt x="634" y="22"/>
                  <a:pt x="952" y="11"/>
                  <a:pt x="1270" y="0"/>
                </a:cubicBezTo>
              </a:path>
            </a:pathLst>
          </a:custGeom>
          <a:noFill/>
          <a:ln w="28575"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23" name="Object 15">
            <a:extLst>
              <a:ext uri="{FF2B5EF4-FFF2-40B4-BE49-F238E27FC236}">
                <a16:creationId xmlns:a16="http://schemas.microsoft.com/office/drawing/2014/main" id="{307EE5D9-9A03-4402-B202-A9C6821E3583}"/>
              </a:ext>
            </a:extLst>
          </p:cNvPr>
          <p:cNvGraphicFramePr>
            <a:graphicFrameLocks noChangeAspect="1"/>
          </p:cNvGraphicFramePr>
          <p:nvPr/>
        </p:nvGraphicFramePr>
        <p:xfrm>
          <a:off x="857250" y="2078038"/>
          <a:ext cx="355600" cy="381000"/>
        </p:xfrm>
        <a:graphic>
          <a:graphicData uri="http://schemas.openxmlformats.org/presentationml/2006/ole">
            <mc:AlternateContent xmlns:mc="http://schemas.openxmlformats.org/markup-compatibility/2006">
              <mc:Choice xmlns:v="urn:schemas-microsoft-com:vml" Requires="v">
                <p:oleObj spid="_x0000_s213233" name="Equation" r:id="rId16" imgW="355446" imgH="380835" progId="Equation.DSMT4">
                  <p:embed/>
                </p:oleObj>
              </mc:Choice>
              <mc:Fallback>
                <p:oleObj name="Equation" r:id="rId16" imgW="355446" imgH="380835" progId="Equation.DSMT4">
                  <p:embed/>
                  <p:pic>
                    <p:nvPicPr>
                      <p:cNvPr id="452623" name="Object 15">
                        <a:extLst>
                          <a:ext uri="{FF2B5EF4-FFF2-40B4-BE49-F238E27FC236}">
                            <a16:creationId xmlns:a16="http://schemas.microsoft.com/office/drawing/2014/main" id="{307EE5D9-9A03-4402-B202-A9C6821E358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7250" y="2078038"/>
                        <a:ext cx="35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24" name="Object 16">
            <a:extLst>
              <a:ext uri="{FF2B5EF4-FFF2-40B4-BE49-F238E27FC236}">
                <a16:creationId xmlns:a16="http://schemas.microsoft.com/office/drawing/2014/main" id="{2863AF05-97D6-4CCA-9FF7-2A77858B621B}"/>
              </a:ext>
            </a:extLst>
          </p:cNvPr>
          <p:cNvGraphicFramePr>
            <a:graphicFrameLocks noChangeAspect="1"/>
          </p:cNvGraphicFramePr>
          <p:nvPr/>
        </p:nvGraphicFramePr>
        <p:xfrm>
          <a:off x="1023938" y="4059238"/>
          <a:ext cx="203200" cy="317500"/>
        </p:xfrm>
        <a:graphic>
          <a:graphicData uri="http://schemas.openxmlformats.org/presentationml/2006/ole">
            <mc:AlternateContent xmlns:mc="http://schemas.openxmlformats.org/markup-compatibility/2006">
              <mc:Choice xmlns:v="urn:schemas-microsoft-com:vml" Requires="v">
                <p:oleObj spid="_x0000_s213234" name="Equation" r:id="rId18" imgW="203024" imgH="317225" progId="Equation.DSMT4">
                  <p:embed/>
                </p:oleObj>
              </mc:Choice>
              <mc:Fallback>
                <p:oleObj name="Equation" r:id="rId18" imgW="203024" imgH="317225" progId="Equation.DSMT4">
                  <p:embed/>
                  <p:pic>
                    <p:nvPicPr>
                      <p:cNvPr id="452624" name="Object 16">
                        <a:extLst>
                          <a:ext uri="{FF2B5EF4-FFF2-40B4-BE49-F238E27FC236}">
                            <a16:creationId xmlns:a16="http://schemas.microsoft.com/office/drawing/2014/main" id="{2863AF05-97D6-4CCA-9FF7-2A77858B621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23938" y="4059238"/>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25" name="Object 17">
            <a:extLst>
              <a:ext uri="{FF2B5EF4-FFF2-40B4-BE49-F238E27FC236}">
                <a16:creationId xmlns:a16="http://schemas.microsoft.com/office/drawing/2014/main" id="{411E51EE-F1E2-4733-BDC6-F88F7D2A62A6}"/>
              </a:ext>
            </a:extLst>
          </p:cNvPr>
          <p:cNvGraphicFramePr>
            <a:graphicFrameLocks noChangeAspect="1"/>
          </p:cNvGraphicFramePr>
          <p:nvPr/>
        </p:nvGraphicFramePr>
        <p:xfrm>
          <a:off x="1692275" y="2073275"/>
          <a:ext cx="850900" cy="330200"/>
        </p:xfrm>
        <a:graphic>
          <a:graphicData uri="http://schemas.openxmlformats.org/presentationml/2006/ole">
            <mc:AlternateContent xmlns:mc="http://schemas.openxmlformats.org/markup-compatibility/2006">
              <mc:Choice xmlns:v="urn:schemas-microsoft-com:vml" Requires="v">
                <p:oleObj spid="_x0000_s213235" name="Equation" r:id="rId20" imgW="850531" imgH="330057" progId="Equation.DSMT4">
                  <p:embed/>
                </p:oleObj>
              </mc:Choice>
              <mc:Fallback>
                <p:oleObj name="Equation" r:id="rId20" imgW="850531" imgH="330057" progId="Equation.DSMT4">
                  <p:embed/>
                  <p:pic>
                    <p:nvPicPr>
                      <p:cNvPr id="452625" name="Object 17">
                        <a:extLst>
                          <a:ext uri="{FF2B5EF4-FFF2-40B4-BE49-F238E27FC236}">
                            <a16:creationId xmlns:a16="http://schemas.microsoft.com/office/drawing/2014/main" id="{411E51EE-F1E2-4733-BDC6-F88F7D2A62A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92275" y="2073275"/>
                        <a:ext cx="850900" cy="330200"/>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26" name="Object 18">
            <a:extLst>
              <a:ext uri="{FF2B5EF4-FFF2-40B4-BE49-F238E27FC236}">
                <a16:creationId xmlns:a16="http://schemas.microsoft.com/office/drawing/2014/main" id="{CC0D8033-4DD1-442D-B918-C3511ADF26F8}"/>
              </a:ext>
            </a:extLst>
          </p:cNvPr>
          <p:cNvGraphicFramePr>
            <a:graphicFrameLocks noChangeAspect="1"/>
          </p:cNvGraphicFramePr>
          <p:nvPr/>
        </p:nvGraphicFramePr>
        <p:xfrm>
          <a:off x="1692275" y="3614738"/>
          <a:ext cx="850900" cy="330200"/>
        </p:xfrm>
        <a:graphic>
          <a:graphicData uri="http://schemas.openxmlformats.org/presentationml/2006/ole">
            <mc:AlternateContent xmlns:mc="http://schemas.openxmlformats.org/markup-compatibility/2006">
              <mc:Choice xmlns:v="urn:schemas-microsoft-com:vml" Requires="v">
                <p:oleObj spid="_x0000_s213236" name="Equation" r:id="rId22" imgW="850531" imgH="330057" progId="Equation.DSMT4">
                  <p:embed/>
                </p:oleObj>
              </mc:Choice>
              <mc:Fallback>
                <p:oleObj name="Equation" r:id="rId22" imgW="850531" imgH="330057" progId="Equation.DSMT4">
                  <p:embed/>
                  <p:pic>
                    <p:nvPicPr>
                      <p:cNvPr id="452626" name="Object 18">
                        <a:extLst>
                          <a:ext uri="{FF2B5EF4-FFF2-40B4-BE49-F238E27FC236}">
                            <a16:creationId xmlns:a16="http://schemas.microsoft.com/office/drawing/2014/main" id="{CC0D8033-4DD1-442D-B918-C3511ADF26F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92275" y="3614738"/>
                        <a:ext cx="850900" cy="33020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27" name="Object 19">
            <a:extLst>
              <a:ext uri="{FF2B5EF4-FFF2-40B4-BE49-F238E27FC236}">
                <a16:creationId xmlns:a16="http://schemas.microsoft.com/office/drawing/2014/main" id="{76B57B66-0D39-402B-B7E3-152FF5C6D80F}"/>
              </a:ext>
            </a:extLst>
          </p:cNvPr>
          <p:cNvGraphicFramePr>
            <a:graphicFrameLocks noChangeAspect="1"/>
          </p:cNvGraphicFramePr>
          <p:nvPr/>
        </p:nvGraphicFramePr>
        <p:xfrm>
          <a:off x="3348038" y="3368675"/>
          <a:ext cx="850900" cy="330200"/>
        </p:xfrm>
        <a:graphic>
          <a:graphicData uri="http://schemas.openxmlformats.org/presentationml/2006/ole">
            <mc:AlternateContent xmlns:mc="http://schemas.openxmlformats.org/markup-compatibility/2006">
              <mc:Choice xmlns:v="urn:schemas-microsoft-com:vml" Requires="v">
                <p:oleObj spid="_x0000_s213237" name="Equation" r:id="rId24" imgW="850531" imgH="330057" progId="Equation.DSMT4">
                  <p:embed/>
                </p:oleObj>
              </mc:Choice>
              <mc:Fallback>
                <p:oleObj name="Equation" r:id="rId24" imgW="850531" imgH="330057" progId="Equation.DSMT4">
                  <p:embed/>
                  <p:pic>
                    <p:nvPicPr>
                      <p:cNvPr id="452627" name="Object 19">
                        <a:extLst>
                          <a:ext uri="{FF2B5EF4-FFF2-40B4-BE49-F238E27FC236}">
                            <a16:creationId xmlns:a16="http://schemas.microsoft.com/office/drawing/2014/main" id="{76B57B66-0D39-402B-B7E3-152FF5C6D80F}"/>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48038" y="3368675"/>
                        <a:ext cx="850900" cy="330200"/>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28" name="Line 20">
            <a:extLst>
              <a:ext uri="{FF2B5EF4-FFF2-40B4-BE49-F238E27FC236}">
                <a16:creationId xmlns:a16="http://schemas.microsoft.com/office/drawing/2014/main" id="{AD9C19A2-B802-42F4-82D9-C29A1ADE2AE8}"/>
              </a:ext>
            </a:extLst>
          </p:cNvPr>
          <p:cNvSpPr>
            <a:spLocks noChangeShapeType="1"/>
          </p:cNvSpPr>
          <p:nvPr/>
        </p:nvSpPr>
        <p:spPr bwMode="auto">
          <a:xfrm flipH="1">
            <a:off x="1835150" y="2360613"/>
            <a:ext cx="360363"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29" name="Line 21">
            <a:extLst>
              <a:ext uri="{FF2B5EF4-FFF2-40B4-BE49-F238E27FC236}">
                <a16:creationId xmlns:a16="http://schemas.microsoft.com/office/drawing/2014/main" id="{B55A9012-5DA6-49AA-8257-80B225074305}"/>
              </a:ext>
            </a:extLst>
          </p:cNvPr>
          <p:cNvSpPr>
            <a:spLocks noChangeShapeType="1"/>
          </p:cNvSpPr>
          <p:nvPr/>
        </p:nvSpPr>
        <p:spPr bwMode="auto">
          <a:xfrm flipH="1" flipV="1">
            <a:off x="1763713" y="3224213"/>
            <a:ext cx="287337"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30" name="Line 22">
            <a:extLst>
              <a:ext uri="{FF2B5EF4-FFF2-40B4-BE49-F238E27FC236}">
                <a16:creationId xmlns:a16="http://schemas.microsoft.com/office/drawing/2014/main" id="{37B93400-0175-46BC-B263-7EB5C5876A82}"/>
              </a:ext>
            </a:extLst>
          </p:cNvPr>
          <p:cNvSpPr>
            <a:spLocks noChangeShapeType="1"/>
          </p:cNvSpPr>
          <p:nvPr/>
        </p:nvSpPr>
        <p:spPr bwMode="auto">
          <a:xfrm flipH="1" flipV="1">
            <a:off x="3348038" y="3008313"/>
            <a:ext cx="287337"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31" name="Line 23">
            <a:extLst>
              <a:ext uri="{FF2B5EF4-FFF2-40B4-BE49-F238E27FC236}">
                <a16:creationId xmlns:a16="http://schemas.microsoft.com/office/drawing/2014/main" id="{A8C654F3-1199-410B-BC27-97EF87DCCECE}"/>
              </a:ext>
            </a:extLst>
          </p:cNvPr>
          <p:cNvSpPr>
            <a:spLocks noChangeShapeType="1"/>
          </p:cNvSpPr>
          <p:nvPr/>
        </p:nvSpPr>
        <p:spPr bwMode="auto">
          <a:xfrm>
            <a:off x="5160963" y="2936875"/>
            <a:ext cx="2952750" cy="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32" name="Line 24">
            <a:extLst>
              <a:ext uri="{FF2B5EF4-FFF2-40B4-BE49-F238E27FC236}">
                <a16:creationId xmlns:a16="http://schemas.microsoft.com/office/drawing/2014/main" id="{66097277-FC85-44EE-A8D6-21CDF8D6AA6A}"/>
              </a:ext>
            </a:extLst>
          </p:cNvPr>
          <p:cNvSpPr>
            <a:spLocks noChangeShapeType="1"/>
          </p:cNvSpPr>
          <p:nvPr/>
        </p:nvSpPr>
        <p:spPr bwMode="auto">
          <a:xfrm flipH="1" flipV="1">
            <a:off x="5519738" y="1412875"/>
            <a:ext cx="1587" cy="2808288"/>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33" name="Line 25">
            <a:extLst>
              <a:ext uri="{FF2B5EF4-FFF2-40B4-BE49-F238E27FC236}">
                <a16:creationId xmlns:a16="http://schemas.microsoft.com/office/drawing/2014/main" id="{B9B03482-DE11-4522-AF72-F057F2E7AA4B}"/>
              </a:ext>
            </a:extLst>
          </p:cNvPr>
          <p:cNvSpPr>
            <a:spLocks noChangeShapeType="1"/>
          </p:cNvSpPr>
          <p:nvPr/>
        </p:nvSpPr>
        <p:spPr bwMode="auto">
          <a:xfrm>
            <a:off x="5521325" y="2924175"/>
            <a:ext cx="2089150" cy="0"/>
          </a:xfrm>
          <a:prstGeom prst="line">
            <a:avLst/>
          </a:prstGeom>
          <a:noFill/>
          <a:ln w="28575">
            <a:solidFill>
              <a:srgbClr val="FF000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34" name="Object 26">
            <a:extLst>
              <a:ext uri="{FF2B5EF4-FFF2-40B4-BE49-F238E27FC236}">
                <a16:creationId xmlns:a16="http://schemas.microsoft.com/office/drawing/2014/main" id="{F39CE50A-2AD7-49C4-8C33-0B3D3964B5DE}"/>
              </a:ext>
            </a:extLst>
          </p:cNvPr>
          <p:cNvGraphicFramePr>
            <a:graphicFrameLocks noChangeAspect="1"/>
          </p:cNvGraphicFramePr>
          <p:nvPr/>
        </p:nvGraphicFramePr>
        <p:xfrm>
          <a:off x="5637213" y="1268413"/>
          <a:ext cx="685800" cy="431800"/>
        </p:xfrm>
        <a:graphic>
          <a:graphicData uri="http://schemas.openxmlformats.org/presentationml/2006/ole">
            <mc:AlternateContent xmlns:mc="http://schemas.openxmlformats.org/markup-compatibility/2006">
              <mc:Choice xmlns:v="urn:schemas-microsoft-com:vml" Requires="v">
                <p:oleObj spid="_x0000_s213238" name="Equation" r:id="rId26" imgW="685800" imgH="431800" progId="Equation.DSMT4">
                  <p:embed/>
                </p:oleObj>
              </mc:Choice>
              <mc:Fallback>
                <p:oleObj name="Equation" r:id="rId26" imgW="685800" imgH="431800" progId="Equation.DSMT4">
                  <p:embed/>
                  <p:pic>
                    <p:nvPicPr>
                      <p:cNvPr id="452634" name="Object 26">
                        <a:extLst>
                          <a:ext uri="{FF2B5EF4-FFF2-40B4-BE49-F238E27FC236}">
                            <a16:creationId xmlns:a16="http://schemas.microsoft.com/office/drawing/2014/main" id="{F39CE50A-2AD7-49C4-8C33-0B3D3964B5D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637213" y="1268413"/>
                        <a:ext cx="685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35" name="Object 27">
            <a:extLst>
              <a:ext uri="{FF2B5EF4-FFF2-40B4-BE49-F238E27FC236}">
                <a16:creationId xmlns:a16="http://schemas.microsoft.com/office/drawing/2014/main" id="{3C87F67C-BD20-489F-A8EA-09234871BBAF}"/>
              </a:ext>
            </a:extLst>
          </p:cNvPr>
          <p:cNvGraphicFramePr>
            <a:graphicFrameLocks noChangeAspect="1"/>
          </p:cNvGraphicFramePr>
          <p:nvPr/>
        </p:nvGraphicFramePr>
        <p:xfrm>
          <a:off x="8164513" y="2792413"/>
          <a:ext cx="165100" cy="279400"/>
        </p:xfrm>
        <a:graphic>
          <a:graphicData uri="http://schemas.openxmlformats.org/presentationml/2006/ole">
            <mc:AlternateContent xmlns:mc="http://schemas.openxmlformats.org/markup-compatibility/2006">
              <mc:Choice xmlns:v="urn:schemas-microsoft-com:vml" Requires="v">
                <p:oleObj spid="_x0000_s213239" name="Equation" r:id="rId28" imgW="165028" imgH="279279" progId="Equation.DSMT4">
                  <p:embed/>
                </p:oleObj>
              </mc:Choice>
              <mc:Fallback>
                <p:oleObj name="Equation" r:id="rId28" imgW="165028" imgH="279279" progId="Equation.DSMT4">
                  <p:embed/>
                  <p:pic>
                    <p:nvPicPr>
                      <p:cNvPr id="452635" name="Object 27">
                        <a:extLst>
                          <a:ext uri="{FF2B5EF4-FFF2-40B4-BE49-F238E27FC236}">
                            <a16:creationId xmlns:a16="http://schemas.microsoft.com/office/drawing/2014/main" id="{3C87F67C-BD20-489F-A8EA-09234871BB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4513" y="2792413"/>
                        <a:ext cx="1651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36" name="Object 28">
            <a:extLst>
              <a:ext uri="{FF2B5EF4-FFF2-40B4-BE49-F238E27FC236}">
                <a16:creationId xmlns:a16="http://schemas.microsoft.com/office/drawing/2014/main" id="{6085FE9C-F3DD-432C-BE2F-A16B126D4763}"/>
              </a:ext>
            </a:extLst>
          </p:cNvPr>
          <p:cNvGraphicFramePr>
            <a:graphicFrameLocks noChangeAspect="1"/>
          </p:cNvGraphicFramePr>
          <p:nvPr/>
        </p:nvGraphicFramePr>
        <p:xfrm>
          <a:off x="5491163" y="3573463"/>
          <a:ext cx="101600" cy="177800"/>
        </p:xfrm>
        <a:graphic>
          <a:graphicData uri="http://schemas.openxmlformats.org/presentationml/2006/ole">
            <mc:AlternateContent xmlns:mc="http://schemas.openxmlformats.org/markup-compatibility/2006">
              <mc:Choice xmlns:v="urn:schemas-microsoft-com:vml" Requires="v">
                <p:oleObj spid="_x0000_s213240" name="Equation" r:id="rId29" imgW="101468" imgH="177569" progId="Equation.DSMT4">
                  <p:embed/>
                </p:oleObj>
              </mc:Choice>
              <mc:Fallback>
                <p:oleObj name="Equation" r:id="rId29" imgW="101468" imgH="177569" progId="Equation.DSMT4">
                  <p:embed/>
                  <p:pic>
                    <p:nvPicPr>
                      <p:cNvPr id="452636" name="Object 28">
                        <a:extLst>
                          <a:ext uri="{FF2B5EF4-FFF2-40B4-BE49-F238E27FC236}">
                            <a16:creationId xmlns:a16="http://schemas.microsoft.com/office/drawing/2014/main" id="{6085FE9C-F3DD-432C-BE2F-A16B126D476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91163" y="3573463"/>
                        <a:ext cx="101600"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37" name="Object 29">
            <a:extLst>
              <a:ext uri="{FF2B5EF4-FFF2-40B4-BE49-F238E27FC236}">
                <a16:creationId xmlns:a16="http://schemas.microsoft.com/office/drawing/2014/main" id="{84C8CD56-A481-4847-A5FE-A5F4585D7EC3}"/>
              </a:ext>
            </a:extLst>
          </p:cNvPr>
          <p:cNvGraphicFramePr>
            <a:graphicFrameLocks noChangeAspect="1"/>
          </p:cNvGraphicFramePr>
          <p:nvPr/>
        </p:nvGraphicFramePr>
        <p:xfrm>
          <a:off x="5491163" y="2171700"/>
          <a:ext cx="101600" cy="177800"/>
        </p:xfrm>
        <a:graphic>
          <a:graphicData uri="http://schemas.openxmlformats.org/presentationml/2006/ole">
            <mc:AlternateContent xmlns:mc="http://schemas.openxmlformats.org/markup-compatibility/2006">
              <mc:Choice xmlns:v="urn:schemas-microsoft-com:vml" Requires="v">
                <p:oleObj spid="_x0000_s213241" name="Equation" r:id="rId30" imgW="101468" imgH="177569" progId="Equation.DSMT4">
                  <p:embed/>
                </p:oleObj>
              </mc:Choice>
              <mc:Fallback>
                <p:oleObj name="Equation" r:id="rId30" imgW="101468" imgH="177569" progId="Equation.DSMT4">
                  <p:embed/>
                  <p:pic>
                    <p:nvPicPr>
                      <p:cNvPr id="452637" name="Object 29">
                        <a:extLst>
                          <a:ext uri="{FF2B5EF4-FFF2-40B4-BE49-F238E27FC236}">
                            <a16:creationId xmlns:a16="http://schemas.microsoft.com/office/drawing/2014/main" id="{84C8CD56-A481-4847-A5FE-A5F4585D7EC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91163" y="2171700"/>
                        <a:ext cx="101600"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38" name="Freeform 30">
            <a:extLst>
              <a:ext uri="{FF2B5EF4-FFF2-40B4-BE49-F238E27FC236}">
                <a16:creationId xmlns:a16="http://schemas.microsoft.com/office/drawing/2014/main" id="{E27230FD-A099-48FC-BDD9-A62183B82355}"/>
              </a:ext>
            </a:extLst>
          </p:cNvPr>
          <p:cNvSpPr>
            <a:spLocks/>
          </p:cNvSpPr>
          <p:nvPr/>
        </p:nvSpPr>
        <p:spPr bwMode="auto">
          <a:xfrm>
            <a:off x="5519738" y="2205038"/>
            <a:ext cx="2089150" cy="647700"/>
          </a:xfrm>
          <a:custGeom>
            <a:avLst/>
            <a:gdLst>
              <a:gd name="T0" fmla="*/ 0 w 1179"/>
              <a:gd name="T1" fmla="*/ 0 h 408"/>
              <a:gd name="T2" fmla="*/ 854044166 w 1179"/>
              <a:gd name="T3" fmla="*/ 685482500 h 408"/>
              <a:gd name="T4" fmla="*/ 1852523196 w 1179"/>
              <a:gd name="T5" fmla="*/ 914817513 h 408"/>
              <a:gd name="T6" fmla="*/ 2147483646 w 1179"/>
              <a:gd name="T7" fmla="*/ 10282237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39" name="Freeform 31">
            <a:extLst>
              <a:ext uri="{FF2B5EF4-FFF2-40B4-BE49-F238E27FC236}">
                <a16:creationId xmlns:a16="http://schemas.microsoft.com/office/drawing/2014/main" id="{0E805E4F-98B9-4857-9DDD-CED8A82B9B1F}"/>
              </a:ext>
            </a:extLst>
          </p:cNvPr>
          <p:cNvSpPr>
            <a:spLocks/>
          </p:cNvSpPr>
          <p:nvPr/>
        </p:nvSpPr>
        <p:spPr bwMode="auto">
          <a:xfrm>
            <a:off x="5519738" y="2997200"/>
            <a:ext cx="2016125" cy="647700"/>
          </a:xfrm>
          <a:custGeom>
            <a:avLst/>
            <a:gdLst>
              <a:gd name="T0" fmla="*/ 0 w 1270"/>
              <a:gd name="T1" fmla="*/ 1028223750 h 408"/>
              <a:gd name="T2" fmla="*/ 456149075 w 1270"/>
              <a:gd name="T3" fmla="*/ 342741250 h 408"/>
              <a:gd name="T4" fmla="*/ 1141631575 w 1270"/>
              <a:gd name="T5" fmla="*/ 113407825 h 408"/>
              <a:gd name="T6" fmla="*/ 2147483646 w 1270"/>
              <a:gd name="T7" fmla="*/ 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70" h="408">
                <a:moveTo>
                  <a:pt x="0" y="408"/>
                </a:moveTo>
                <a:cubicBezTo>
                  <a:pt x="53" y="302"/>
                  <a:pt x="106" y="196"/>
                  <a:pt x="181" y="136"/>
                </a:cubicBezTo>
                <a:cubicBezTo>
                  <a:pt x="256" y="76"/>
                  <a:pt x="272" y="68"/>
                  <a:pt x="453" y="45"/>
                </a:cubicBezTo>
                <a:cubicBezTo>
                  <a:pt x="634" y="22"/>
                  <a:pt x="952" y="11"/>
                  <a:pt x="1270" y="0"/>
                </a:cubicBezTo>
              </a:path>
            </a:pathLst>
          </a:custGeom>
          <a:noFill/>
          <a:ln w="28575" cmpd="sng">
            <a:solidFill>
              <a:srgbClr val="FFCC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40" name="Object 32">
            <a:extLst>
              <a:ext uri="{FF2B5EF4-FFF2-40B4-BE49-F238E27FC236}">
                <a16:creationId xmlns:a16="http://schemas.microsoft.com/office/drawing/2014/main" id="{4BA5A749-4127-4C81-9317-D2505206E334}"/>
              </a:ext>
            </a:extLst>
          </p:cNvPr>
          <p:cNvGraphicFramePr>
            <a:graphicFrameLocks noChangeAspect="1"/>
          </p:cNvGraphicFramePr>
          <p:nvPr/>
        </p:nvGraphicFramePr>
        <p:xfrm>
          <a:off x="4584700" y="1881188"/>
          <a:ext cx="863600" cy="622300"/>
        </p:xfrm>
        <a:graphic>
          <a:graphicData uri="http://schemas.openxmlformats.org/presentationml/2006/ole">
            <mc:AlternateContent xmlns:mc="http://schemas.openxmlformats.org/markup-compatibility/2006">
              <mc:Choice xmlns:v="urn:schemas-microsoft-com:vml" Requires="v">
                <p:oleObj spid="_x0000_s213242" name="Equation" r:id="rId31" imgW="863225" imgH="622030" progId="Equation.DSMT4">
                  <p:embed/>
                </p:oleObj>
              </mc:Choice>
              <mc:Fallback>
                <p:oleObj name="Equation" r:id="rId31" imgW="863225" imgH="622030" progId="Equation.DSMT4">
                  <p:embed/>
                  <p:pic>
                    <p:nvPicPr>
                      <p:cNvPr id="452640" name="Object 32">
                        <a:extLst>
                          <a:ext uri="{FF2B5EF4-FFF2-40B4-BE49-F238E27FC236}">
                            <a16:creationId xmlns:a16="http://schemas.microsoft.com/office/drawing/2014/main" id="{4BA5A749-4127-4C81-9317-D2505206E334}"/>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584700" y="1881188"/>
                        <a:ext cx="8636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41" name="Object 33">
            <a:extLst>
              <a:ext uri="{FF2B5EF4-FFF2-40B4-BE49-F238E27FC236}">
                <a16:creationId xmlns:a16="http://schemas.microsoft.com/office/drawing/2014/main" id="{50E91DD3-377A-41CE-97F0-DDBB0845DC6D}"/>
              </a:ext>
            </a:extLst>
          </p:cNvPr>
          <p:cNvGraphicFramePr>
            <a:graphicFrameLocks noChangeAspect="1"/>
          </p:cNvGraphicFramePr>
          <p:nvPr/>
        </p:nvGraphicFramePr>
        <p:xfrm>
          <a:off x="5245100" y="2978150"/>
          <a:ext cx="203200" cy="317500"/>
        </p:xfrm>
        <a:graphic>
          <a:graphicData uri="http://schemas.openxmlformats.org/presentationml/2006/ole">
            <mc:AlternateContent xmlns:mc="http://schemas.openxmlformats.org/markup-compatibility/2006">
              <mc:Choice xmlns:v="urn:schemas-microsoft-com:vml" Requires="v">
                <p:oleObj spid="_x0000_s213243" name="Equation" r:id="rId33" imgW="203024" imgH="317225" progId="Equation.DSMT4">
                  <p:embed/>
                </p:oleObj>
              </mc:Choice>
              <mc:Fallback>
                <p:oleObj name="Equation" r:id="rId33" imgW="203024" imgH="317225" progId="Equation.DSMT4">
                  <p:embed/>
                  <p:pic>
                    <p:nvPicPr>
                      <p:cNvPr id="452641" name="Object 33">
                        <a:extLst>
                          <a:ext uri="{FF2B5EF4-FFF2-40B4-BE49-F238E27FC236}">
                            <a16:creationId xmlns:a16="http://schemas.microsoft.com/office/drawing/2014/main" id="{50E91DD3-377A-41CE-97F0-DDBB0845DC6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45100" y="2978150"/>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42" name="Object 34">
            <a:extLst>
              <a:ext uri="{FF2B5EF4-FFF2-40B4-BE49-F238E27FC236}">
                <a16:creationId xmlns:a16="http://schemas.microsoft.com/office/drawing/2014/main" id="{5F4F011B-A5DC-4FD9-A7D7-C28C156802FB}"/>
              </a:ext>
            </a:extLst>
          </p:cNvPr>
          <p:cNvGraphicFramePr>
            <a:graphicFrameLocks noChangeAspect="1"/>
          </p:cNvGraphicFramePr>
          <p:nvPr/>
        </p:nvGraphicFramePr>
        <p:xfrm>
          <a:off x="6024563" y="3511550"/>
          <a:ext cx="850900" cy="330200"/>
        </p:xfrm>
        <a:graphic>
          <a:graphicData uri="http://schemas.openxmlformats.org/presentationml/2006/ole">
            <mc:AlternateContent xmlns:mc="http://schemas.openxmlformats.org/markup-compatibility/2006">
              <mc:Choice xmlns:v="urn:schemas-microsoft-com:vml" Requires="v">
                <p:oleObj spid="_x0000_s213244" name="Equation" r:id="rId34" imgW="850531" imgH="330057" progId="Equation.DSMT4">
                  <p:embed/>
                </p:oleObj>
              </mc:Choice>
              <mc:Fallback>
                <p:oleObj name="Equation" r:id="rId34" imgW="850531" imgH="330057" progId="Equation.DSMT4">
                  <p:embed/>
                  <p:pic>
                    <p:nvPicPr>
                      <p:cNvPr id="452642" name="Object 34">
                        <a:extLst>
                          <a:ext uri="{FF2B5EF4-FFF2-40B4-BE49-F238E27FC236}">
                            <a16:creationId xmlns:a16="http://schemas.microsoft.com/office/drawing/2014/main" id="{5F4F011B-A5DC-4FD9-A7D7-C28C156802F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24563" y="3511550"/>
                        <a:ext cx="850900" cy="330200"/>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43" name="Object 35">
            <a:extLst>
              <a:ext uri="{FF2B5EF4-FFF2-40B4-BE49-F238E27FC236}">
                <a16:creationId xmlns:a16="http://schemas.microsoft.com/office/drawing/2014/main" id="{776D8BF7-13B6-4DFD-A3F8-F21CEC2BDC8E}"/>
              </a:ext>
            </a:extLst>
          </p:cNvPr>
          <p:cNvGraphicFramePr>
            <a:graphicFrameLocks noChangeAspect="1"/>
          </p:cNvGraphicFramePr>
          <p:nvPr/>
        </p:nvGraphicFramePr>
        <p:xfrm>
          <a:off x="6096000" y="1927225"/>
          <a:ext cx="850900" cy="330200"/>
        </p:xfrm>
        <a:graphic>
          <a:graphicData uri="http://schemas.openxmlformats.org/presentationml/2006/ole">
            <mc:AlternateContent xmlns:mc="http://schemas.openxmlformats.org/markup-compatibility/2006">
              <mc:Choice xmlns:v="urn:schemas-microsoft-com:vml" Requires="v">
                <p:oleObj spid="_x0000_s213245" name="Equation" r:id="rId35" imgW="850531" imgH="330057" progId="Equation.DSMT4">
                  <p:embed/>
                </p:oleObj>
              </mc:Choice>
              <mc:Fallback>
                <p:oleObj name="Equation" r:id="rId35" imgW="850531" imgH="330057" progId="Equation.DSMT4">
                  <p:embed/>
                  <p:pic>
                    <p:nvPicPr>
                      <p:cNvPr id="452643" name="Object 35">
                        <a:extLst>
                          <a:ext uri="{FF2B5EF4-FFF2-40B4-BE49-F238E27FC236}">
                            <a16:creationId xmlns:a16="http://schemas.microsoft.com/office/drawing/2014/main" id="{776D8BF7-13B6-4DFD-A3F8-F21CEC2BDC8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96000" y="1927225"/>
                        <a:ext cx="850900" cy="33020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44" name="Object 36">
            <a:extLst>
              <a:ext uri="{FF2B5EF4-FFF2-40B4-BE49-F238E27FC236}">
                <a16:creationId xmlns:a16="http://schemas.microsoft.com/office/drawing/2014/main" id="{C8FC0DCB-4F8B-414D-9145-0BD51773FD56}"/>
              </a:ext>
            </a:extLst>
          </p:cNvPr>
          <p:cNvGraphicFramePr>
            <a:graphicFrameLocks noChangeAspect="1"/>
          </p:cNvGraphicFramePr>
          <p:nvPr/>
        </p:nvGraphicFramePr>
        <p:xfrm>
          <a:off x="7608888" y="3295650"/>
          <a:ext cx="850900" cy="330200"/>
        </p:xfrm>
        <a:graphic>
          <a:graphicData uri="http://schemas.openxmlformats.org/presentationml/2006/ole">
            <mc:AlternateContent xmlns:mc="http://schemas.openxmlformats.org/markup-compatibility/2006">
              <mc:Choice xmlns:v="urn:schemas-microsoft-com:vml" Requires="v">
                <p:oleObj spid="_x0000_s213246" name="Equation" r:id="rId36" imgW="850531" imgH="330057" progId="Equation.DSMT4">
                  <p:embed/>
                </p:oleObj>
              </mc:Choice>
              <mc:Fallback>
                <p:oleObj name="Equation" r:id="rId36" imgW="850531" imgH="330057" progId="Equation.DSMT4">
                  <p:embed/>
                  <p:pic>
                    <p:nvPicPr>
                      <p:cNvPr id="452644" name="Object 36">
                        <a:extLst>
                          <a:ext uri="{FF2B5EF4-FFF2-40B4-BE49-F238E27FC236}">
                            <a16:creationId xmlns:a16="http://schemas.microsoft.com/office/drawing/2014/main" id="{C8FC0DCB-4F8B-414D-9145-0BD51773FD5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608888" y="3295650"/>
                        <a:ext cx="850900" cy="330200"/>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45" name="Line 37">
            <a:extLst>
              <a:ext uri="{FF2B5EF4-FFF2-40B4-BE49-F238E27FC236}">
                <a16:creationId xmlns:a16="http://schemas.microsoft.com/office/drawing/2014/main" id="{E87ED0A2-289F-4493-B5CE-A6AA222CA03D}"/>
              </a:ext>
            </a:extLst>
          </p:cNvPr>
          <p:cNvSpPr>
            <a:spLocks noChangeShapeType="1"/>
          </p:cNvSpPr>
          <p:nvPr/>
        </p:nvSpPr>
        <p:spPr bwMode="auto">
          <a:xfrm flipH="1">
            <a:off x="6096000" y="2287588"/>
            <a:ext cx="360363"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46" name="Line 38">
            <a:extLst>
              <a:ext uri="{FF2B5EF4-FFF2-40B4-BE49-F238E27FC236}">
                <a16:creationId xmlns:a16="http://schemas.microsoft.com/office/drawing/2014/main" id="{61ACA937-3136-4668-BDD5-B12DAB298AEF}"/>
              </a:ext>
            </a:extLst>
          </p:cNvPr>
          <p:cNvSpPr>
            <a:spLocks noChangeShapeType="1"/>
          </p:cNvSpPr>
          <p:nvPr/>
        </p:nvSpPr>
        <p:spPr bwMode="auto">
          <a:xfrm flipH="1" flipV="1">
            <a:off x="6024563" y="3151188"/>
            <a:ext cx="287337"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2647" name="Line 39">
            <a:extLst>
              <a:ext uri="{FF2B5EF4-FFF2-40B4-BE49-F238E27FC236}">
                <a16:creationId xmlns:a16="http://schemas.microsoft.com/office/drawing/2014/main" id="{C11EAB61-6B70-438A-BC3E-3D5BF5BF516E}"/>
              </a:ext>
            </a:extLst>
          </p:cNvPr>
          <p:cNvSpPr>
            <a:spLocks noChangeShapeType="1"/>
          </p:cNvSpPr>
          <p:nvPr/>
        </p:nvSpPr>
        <p:spPr bwMode="auto">
          <a:xfrm flipH="1" flipV="1">
            <a:off x="7608888" y="2935288"/>
            <a:ext cx="287337"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2648" name="Object 40">
            <a:extLst>
              <a:ext uri="{FF2B5EF4-FFF2-40B4-BE49-F238E27FC236}">
                <a16:creationId xmlns:a16="http://schemas.microsoft.com/office/drawing/2014/main" id="{E3B3A3B8-5359-4137-A415-865B3B2717B5}"/>
              </a:ext>
            </a:extLst>
          </p:cNvPr>
          <p:cNvGraphicFramePr>
            <a:graphicFrameLocks noChangeAspect="1"/>
          </p:cNvGraphicFramePr>
          <p:nvPr/>
        </p:nvGraphicFramePr>
        <p:xfrm>
          <a:off x="4584700" y="3368675"/>
          <a:ext cx="863600" cy="622300"/>
        </p:xfrm>
        <a:graphic>
          <a:graphicData uri="http://schemas.openxmlformats.org/presentationml/2006/ole">
            <mc:AlternateContent xmlns:mc="http://schemas.openxmlformats.org/markup-compatibility/2006">
              <mc:Choice xmlns:v="urn:schemas-microsoft-com:vml" Requires="v">
                <p:oleObj spid="_x0000_s213247" name="Equation" r:id="rId37" imgW="863225" imgH="622030" progId="Equation.DSMT4">
                  <p:embed/>
                </p:oleObj>
              </mc:Choice>
              <mc:Fallback>
                <p:oleObj name="Equation" r:id="rId37" imgW="863225" imgH="622030" progId="Equation.DSMT4">
                  <p:embed/>
                  <p:pic>
                    <p:nvPicPr>
                      <p:cNvPr id="452648" name="Object 40">
                        <a:extLst>
                          <a:ext uri="{FF2B5EF4-FFF2-40B4-BE49-F238E27FC236}">
                            <a16:creationId xmlns:a16="http://schemas.microsoft.com/office/drawing/2014/main" id="{E3B3A3B8-5359-4137-A415-865B3B2717B5}"/>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584700" y="3368675"/>
                        <a:ext cx="8636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49" name="Object 41">
            <a:extLst>
              <a:ext uri="{FF2B5EF4-FFF2-40B4-BE49-F238E27FC236}">
                <a16:creationId xmlns:a16="http://schemas.microsoft.com/office/drawing/2014/main" id="{3E4D1544-051E-46AC-9D1C-E6D5BD9F04F2}"/>
              </a:ext>
            </a:extLst>
          </p:cNvPr>
          <p:cNvGraphicFramePr>
            <a:graphicFrameLocks noChangeAspect="1"/>
          </p:cNvGraphicFramePr>
          <p:nvPr/>
        </p:nvGraphicFramePr>
        <p:xfrm>
          <a:off x="684213" y="4279900"/>
          <a:ext cx="2763837" cy="2101850"/>
        </p:xfrm>
        <a:graphic>
          <a:graphicData uri="http://schemas.openxmlformats.org/presentationml/2006/ole">
            <mc:AlternateContent xmlns:mc="http://schemas.openxmlformats.org/markup-compatibility/2006">
              <mc:Choice xmlns:v="urn:schemas-microsoft-com:vml" Requires="v">
                <p:oleObj spid="_x0000_s213248" name="Visio" r:id="rId39" imgW="1443838" imgH="1164393" progId="Visio.Drawing.11">
                  <p:embed/>
                </p:oleObj>
              </mc:Choice>
              <mc:Fallback>
                <p:oleObj name="Visio" r:id="rId39" imgW="1443838" imgH="1164393" progId="Visio.Drawing.11">
                  <p:embed/>
                  <p:pic>
                    <p:nvPicPr>
                      <p:cNvPr id="452649" name="Object 41">
                        <a:extLst>
                          <a:ext uri="{FF2B5EF4-FFF2-40B4-BE49-F238E27FC236}">
                            <a16:creationId xmlns:a16="http://schemas.microsoft.com/office/drawing/2014/main" id="{3E4D1544-051E-46AC-9D1C-E6D5BD9F04F2}"/>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84213" y="4279900"/>
                        <a:ext cx="2763837"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0" name="Object 42">
            <a:extLst>
              <a:ext uri="{FF2B5EF4-FFF2-40B4-BE49-F238E27FC236}">
                <a16:creationId xmlns:a16="http://schemas.microsoft.com/office/drawing/2014/main" id="{E979A6B9-63B4-4119-BF5F-4448FE455674}"/>
              </a:ext>
            </a:extLst>
          </p:cNvPr>
          <p:cNvGraphicFramePr>
            <a:graphicFrameLocks noChangeAspect="1"/>
          </p:cNvGraphicFramePr>
          <p:nvPr/>
        </p:nvGraphicFramePr>
        <p:xfrm>
          <a:off x="3392488" y="4221163"/>
          <a:ext cx="2763837" cy="2101850"/>
        </p:xfrm>
        <a:graphic>
          <a:graphicData uri="http://schemas.openxmlformats.org/presentationml/2006/ole">
            <mc:AlternateContent xmlns:mc="http://schemas.openxmlformats.org/markup-compatibility/2006">
              <mc:Choice xmlns:v="urn:schemas-microsoft-com:vml" Requires="v">
                <p:oleObj spid="_x0000_s213249" name="Visio" r:id="rId41" imgW="1443838" imgH="1164393" progId="Visio.Drawing.11">
                  <p:embed/>
                </p:oleObj>
              </mc:Choice>
              <mc:Fallback>
                <p:oleObj name="Visio" r:id="rId41" imgW="1443838" imgH="1164393" progId="Visio.Drawing.11">
                  <p:embed/>
                  <p:pic>
                    <p:nvPicPr>
                      <p:cNvPr id="452650" name="Object 42">
                        <a:extLst>
                          <a:ext uri="{FF2B5EF4-FFF2-40B4-BE49-F238E27FC236}">
                            <a16:creationId xmlns:a16="http://schemas.microsoft.com/office/drawing/2014/main" id="{E979A6B9-63B4-4119-BF5F-4448FE455674}"/>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392488" y="4221163"/>
                        <a:ext cx="2763837"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1" name="Object 43">
            <a:extLst>
              <a:ext uri="{FF2B5EF4-FFF2-40B4-BE49-F238E27FC236}">
                <a16:creationId xmlns:a16="http://schemas.microsoft.com/office/drawing/2014/main" id="{67EBDB74-C488-441B-B1E9-5FCDF8F422C7}"/>
              </a:ext>
            </a:extLst>
          </p:cNvPr>
          <p:cNvGraphicFramePr>
            <a:graphicFrameLocks noChangeAspect="1"/>
          </p:cNvGraphicFramePr>
          <p:nvPr/>
        </p:nvGraphicFramePr>
        <p:xfrm>
          <a:off x="5984875" y="4149725"/>
          <a:ext cx="2763838" cy="2101850"/>
        </p:xfrm>
        <a:graphic>
          <a:graphicData uri="http://schemas.openxmlformats.org/presentationml/2006/ole">
            <mc:AlternateContent xmlns:mc="http://schemas.openxmlformats.org/markup-compatibility/2006">
              <mc:Choice xmlns:v="urn:schemas-microsoft-com:vml" Requires="v">
                <p:oleObj spid="_x0000_s213250" name="Visio" r:id="rId43" imgW="1443838" imgH="1164393" progId="Visio.Drawing.11">
                  <p:embed/>
                </p:oleObj>
              </mc:Choice>
              <mc:Fallback>
                <p:oleObj name="Visio" r:id="rId43" imgW="1443838" imgH="1164393" progId="Visio.Drawing.11">
                  <p:embed/>
                  <p:pic>
                    <p:nvPicPr>
                      <p:cNvPr id="452651" name="Object 43">
                        <a:extLst>
                          <a:ext uri="{FF2B5EF4-FFF2-40B4-BE49-F238E27FC236}">
                            <a16:creationId xmlns:a16="http://schemas.microsoft.com/office/drawing/2014/main" id="{67EBDB74-C488-441B-B1E9-5FCDF8F422C7}"/>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984875" y="4149725"/>
                        <a:ext cx="2763838" cy="210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2" name="Object 44">
            <a:extLst>
              <a:ext uri="{FF2B5EF4-FFF2-40B4-BE49-F238E27FC236}">
                <a16:creationId xmlns:a16="http://schemas.microsoft.com/office/drawing/2014/main" id="{8C976AED-77CE-4B18-AB98-984577491932}"/>
              </a:ext>
            </a:extLst>
          </p:cNvPr>
          <p:cNvGraphicFramePr>
            <a:graphicFrameLocks noChangeAspect="1"/>
          </p:cNvGraphicFramePr>
          <p:nvPr/>
        </p:nvGraphicFramePr>
        <p:xfrm>
          <a:off x="2555875" y="4868863"/>
          <a:ext cx="158750" cy="449262"/>
        </p:xfrm>
        <a:graphic>
          <a:graphicData uri="http://schemas.openxmlformats.org/presentationml/2006/ole">
            <mc:AlternateContent xmlns:mc="http://schemas.openxmlformats.org/markup-compatibility/2006">
              <mc:Choice xmlns:v="urn:schemas-microsoft-com:vml" Requires="v">
                <p:oleObj spid="_x0000_s213251" name="Visio" r:id="rId44" imgW="80010" imgH="223710" progId="Visio.Drawing.11">
                  <p:embed/>
                </p:oleObj>
              </mc:Choice>
              <mc:Fallback>
                <p:oleObj name="Visio" r:id="rId44" imgW="80010" imgH="223710" progId="Visio.Drawing.11">
                  <p:embed/>
                  <p:pic>
                    <p:nvPicPr>
                      <p:cNvPr id="452652" name="Object 44">
                        <a:extLst>
                          <a:ext uri="{FF2B5EF4-FFF2-40B4-BE49-F238E27FC236}">
                            <a16:creationId xmlns:a16="http://schemas.microsoft.com/office/drawing/2014/main" id="{8C976AED-77CE-4B18-AB98-984577491932}"/>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555875" y="4868863"/>
                        <a:ext cx="15875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3" name="Object 45">
            <a:extLst>
              <a:ext uri="{FF2B5EF4-FFF2-40B4-BE49-F238E27FC236}">
                <a16:creationId xmlns:a16="http://schemas.microsoft.com/office/drawing/2014/main" id="{875F1CF0-4581-4186-9D1F-D644434AD36C}"/>
              </a:ext>
            </a:extLst>
          </p:cNvPr>
          <p:cNvGraphicFramePr>
            <a:graphicFrameLocks noChangeAspect="1"/>
          </p:cNvGraphicFramePr>
          <p:nvPr/>
        </p:nvGraphicFramePr>
        <p:xfrm>
          <a:off x="2771775" y="5013325"/>
          <a:ext cx="212725" cy="1101725"/>
        </p:xfrm>
        <a:graphic>
          <a:graphicData uri="http://schemas.openxmlformats.org/presentationml/2006/ole">
            <mc:AlternateContent xmlns:mc="http://schemas.openxmlformats.org/markup-compatibility/2006">
              <mc:Choice xmlns:v="urn:schemas-microsoft-com:vml" Requires="v">
                <p:oleObj spid="_x0000_s213252" name="Visio" r:id="rId46" imgW="105613" imgH="551024" progId="Visio.Drawing.11">
                  <p:embed/>
                </p:oleObj>
              </mc:Choice>
              <mc:Fallback>
                <p:oleObj name="Visio" r:id="rId46" imgW="105613" imgH="551024" progId="Visio.Drawing.11">
                  <p:embed/>
                  <p:pic>
                    <p:nvPicPr>
                      <p:cNvPr id="452653" name="Object 45">
                        <a:extLst>
                          <a:ext uri="{FF2B5EF4-FFF2-40B4-BE49-F238E27FC236}">
                            <a16:creationId xmlns:a16="http://schemas.microsoft.com/office/drawing/2014/main" id="{875F1CF0-4581-4186-9D1F-D644434AD36C}"/>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771775" y="5013325"/>
                        <a:ext cx="2127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4" name="Object 46">
            <a:extLst>
              <a:ext uri="{FF2B5EF4-FFF2-40B4-BE49-F238E27FC236}">
                <a16:creationId xmlns:a16="http://schemas.microsoft.com/office/drawing/2014/main" id="{306F95E4-F594-4F92-9C6E-16E85793D1FE}"/>
              </a:ext>
            </a:extLst>
          </p:cNvPr>
          <p:cNvGraphicFramePr>
            <a:graphicFrameLocks noChangeAspect="1"/>
          </p:cNvGraphicFramePr>
          <p:nvPr/>
        </p:nvGraphicFramePr>
        <p:xfrm>
          <a:off x="5438775" y="4941888"/>
          <a:ext cx="212725" cy="1101725"/>
        </p:xfrm>
        <a:graphic>
          <a:graphicData uri="http://schemas.openxmlformats.org/presentationml/2006/ole">
            <mc:AlternateContent xmlns:mc="http://schemas.openxmlformats.org/markup-compatibility/2006">
              <mc:Choice xmlns:v="urn:schemas-microsoft-com:vml" Requires="v">
                <p:oleObj spid="_x0000_s213253" name="Visio" r:id="rId48" imgW="105613" imgH="551024" progId="Visio.Drawing.11">
                  <p:embed/>
                </p:oleObj>
              </mc:Choice>
              <mc:Fallback>
                <p:oleObj name="Visio" r:id="rId48" imgW="105613" imgH="551024" progId="Visio.Drawing.11">
                  <p:embed/>
                  <p:pic>
                    <p:nvPicPr>
                      <p:cNvPr id="452654" name="Object 46">
                        <a:extLst>
                          <a:ext uri="{FF2B5EF4-FFF2-40B4-BE49-F238E27FC236}">
                            <a16:creationId xmlns:a16="http://schemas.microsoft.com/office/drawing/2014/main" id="{306F95E4-F594-4F92-9C6E-16E85793D1FE}"/>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5438775" y="4941888"/>
                        <a:ext cx="2127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5" name="Object 47">
            <a:extLst>
              <a:ext uri="{FF2B5EF4-FFF2-40B4-BE49-F238E27FC236}">
                <a16:creationId xmlns:a16="http://schemas.microsoft.com/office/drawing/2014/main" id="{B0E4DF30-5F8C-431B-9436-E2F4583E94F8}"/>
              </a:ext>
            </a:extLst>
          </p:cNvPr>
          <p:cNvGraphicFramePr>
            <a:graphicFrameLocks noChangeAspect="1"/>
          </p:cNvGraphicFramePr>
          <p:nvPr/>
        </p:nvGraphicFramePr>
        <p:xfrm>
          <a:off x="5205413" y="4868863"/>
          <a:ext cx="158750" cy="446087"/>
        </p:xfrm>
        <a:graphic>
          <a:graphicData uri="http://schemas.openxmlformats.org/presentationml/2006/ole">
            <mc:AlternateContent xmlns:mc="http://schemas.openxmlformats.org/markup-compatibility/2006">
              <mc:Choice xmlns:v="urn:schemas-microsoft-com:vml" Requires="v">
                <p:oleObj spid="_x0000_s213254" name="Visio" r:id="rId50" imgW="80010" imgH="223710" progId="Visio.Drawing.11">
                  <p:embed/>
                </p:oleObj>
              </mc:Choice>
              <mc:Fallback>
                <p:oleObj name="Visio" r:id="rId50" imgW="80010" imgH="223710" progId="Visio.Drawing.11">
                  <p:embed/>
                  <p:pic>
                    <p:nvPicPr>
                      <p:cNvPr id="452655" name="Object 47">
                        <a:extLst>
                          <a:ext uri="{FF2B5EF4-FFF2-40B4-BE49-F238E27FC236}">
                            <a16:creationId xmlns:a16="http://schemas.microsoft.com/office/drawing/2014/main" id="{B0E4DF30-5F8C-431B-9436-E2F4583E94F8}"/>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205413" y="4868863"/>
                        <a:ext cx="158750"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6" name="Object 48">
            <a:extLst>
              <a:ext uri="{FF2B5EF4-FFF2-40B4-BE49-F238E27FC236}">
                <a16:creationId xmlns:a16="http://schemas.microsoft.com/office/drawing/2014/main" id="{BD951077-60CE-43C1-8266-EF9F6F7F7DC1}"/>
              </a:ext>
            </a:extLst>
          </p:cNvPr>
          <p:cNvGraphicFramePr>
            <a:graphicFrameLocks noChangeAspect="1"/>
          </p:cNvGraphicFramePr>
          <p:nvPr/>
        </p:nvGraphicFramePr>
        <p:xfrm>
          <a:off x="8027988" y="4868863"/>
          <a:ext cx="212725" cy="1101725"/>
        </p:xfrm>
        <a:graphic>
          <a:graphicData uri="http://schemas.openxmlformats.org/presentationml/2006/ole">
            <mc:AlternateContent xmlns:mc="http://schemas.openxmlformats.org/markup-compatibility/2006">
              <mc:Choice xmlns:v="urn:schemas-microsoft-com:vml" Requires="v">
                <p:oleObj spid="_x0000_s213255" name="Visio" r:id="rId52" imgW="105613" imgH="551024" progId="Visio.Drawing.11">
                  <p:embed/>
                </p:oleObj>
              </mc:Choice>
              <mc:Fallback>
                <p:oleObj name="Visio" r:id="rId52" imgW="105613" imgH="551024" progId="Visio.Drawing.11">
                  <p:embed/>
                  <p:pic>
                    <p:nvPicPr>
                      <p:cNvPr id="452656" name="Object 48">
                        <a:extLst>
                          <a:ext uri="{FF2B5EF4-FFF2-40B4-BE49-F238E27FC236}">
                            <a16:creationId xmlns:a16="http://schemas.microsoft.com/office/drawing/2014/main" id="{BD951077-60CE-43C1-8266-EF9F6F7F7DC1}"/>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8027988" y="4868863"/>
                        <a:ext cx="212725"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7" name="Object 49">
            <a:extLst>
              <a:ext uri="{FF2B5EF4-FFF2-40B4-BE49-F238E27FC236}">
                <a16:creationId xmlns:a16="http://schemas.microsoft.com/office/drawing/2014/main" id="{8E292F5F-E6EE-4C1F-9649-EBC80FBFAF10}"/>
              </a:ext>
            </a:extLst>
          </p:cNvPr>
          <p:cNvGraphicFramePr>
            <a:graphicFrameLocks noChangeAspect="1"/>
          </p:cNvGraphicFramePr>
          <p:nvPr/>
        </p:nvGraphicFramePr>
        <p:xfrm>
          <a:off x="7956550" y="4941888"/>
          <a:ext cx="136525" cy="280987"/>
        </p:xfrm>
        <a:graphic>
          <a:graphicData uri="http://schemas.openxmlformats.org/presentationml/2006/ole">
            <mc:AlternateContent xmlns:mc="http://schemas.openxmlformats.org/markup-compatibility/2006">
              <mc:Choice xmlns:v="urn:schemas-microsoft-com:vml" Requires="v">
                <p:oleObj spid="_x0000_s213256" name="Visio" r:id="rId54" imgW="67666" imgH="139819" progId="Visio.Drawing.11">
                  <p:embed/>
                </p:oleObj>
              </mc:Choice>
              <mc:Fallback>
                <p:oleObj name="Visio" r:id="rId54" imgW="67666" imgH="139819" progId="Visio.Drawing.11">
                  <p:embed/>
                  <p:pic>
                    <p:nvPicPr>
                      <p:cNvPr id="452657" name="Object 49">
                        <a:extLst>
                          <a:ext uri="{FF2B5EF4-FFF2-40B4-BE49-F238E27FC236}">
                            <a16:creationId xmlns:a16="http://schemas.microsoft.com/office/drawing/2014/main" id="{8E292F5F-E6EE-4C1F-9649-EBC80FBFAF10}"/>
                          </a:ext>
                        </a:extLst>
                      </p:cNvPr>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7956550" y="4941888"/>
                        <a:ext cx="136525" cy="28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8" name="Object 50">
            <a:extLst>
              <a:ext uri="{FF2B5EF4-FFF2-40B4-BE49-F238E27FC236}">
                <a16:creationId xmlns:a16="http://schemas.microsoft.com/office/drawing/2014/main" id="{6363CDE3-DF00-49EA-BE22-4A180658999D}"/>
              </a:ext>
            </a:extLst>
          </p:cNvPr>
          <p:cNvGraphicFramePr>
            <a:graphicFrameLocks noChangeAspect="1"/>
          </p:cNvGraphicFramePr>
          <p:nvPr/>
        </p:nvGraphicFramePr>
        <p:xfrm>
          <a:off x="1619250" y="5084763"/>
          <a:ext cx="639763" cy="439737"/>
        </p:xfrm>
        <a:graphic>
          <a:graphicData uri="http://schemas.openxmlformats.org/presentationml/2006/ole">
            <mc:AlternateContent xmlns:mc="http://schemas.openxmlformats.org/markup-compatibility/2006">
              <mc:Choice xmlns:v="urn:schemas-microsoft-com:vml" Requires="v">
                <p:oleObj spid="_x0000_s213257" name="Visio" r:id="rId56" imgW="640537" imgH="440086" progId="Visio.Drawing.11">
                  <p:embed/>
                </p:oleObj>
              </mc:Choice>
              <mc:Fallback>
                <p:oleObj name="Visio" r:id="rId56" imgW="640537" imgH="440086" progId="Visio.Drawing.11">
                  <p:embed/>
                  <p:pic>
                    <p:nvPicPr>
                      <p:cNvPr id="452658" name="Object 50">
                        <a:extLst>
                          <a:ext uri="{FF2B5EF4-FFF2-40B4-BE49-F238E27FC236}">
                            <a16:creationId xmlns:a16="http://schemas.microsoft.com/office/drawing/2014/main" id="{6363CDE3-DF00-49EA-BE22-4A180658999D}"/>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1619250" y="5084763"/>
                        <a:ext cx="639763"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59" name="Object 51">
            <a:extLst>
              <a:ext uri="{FF2B5EF4-FFF2-40B4-BE49-F238E27FC236}">
                <a16:creationId xmlns:a16="http://schemas.microsoft.com/office/drawing/2014/main" id="{3CB87A1D-019E-4930-8E25-CB36223101EE}"/>
              </a:ext>
            </a:extLst>
          </p:cNvPr>
          <p:cNvGraphicFramePr>
            <a:graphicFrameLocks noChangeAspect="1"/>
          </p:cNvGraphicFramePr>
          <p:nvPr/>
        </p:nvGraphicFramePr>
        <p:xfrm>
          <a:off x="4356100" y="5084763"/>
          <a:ext cx="639763" cy="439737"/>
        </p:xfrm>
        <a:graphic>
          <a:graphicData uri="http://schemas.openxmlformats.org/presentationml/2006/ole">
            <mc:AlternateContent xmlns:mc="http://schemas.openxmlformats.org/markup-compatibility/2006">
              <mc:Choice xmlns:v="urn:schemas-microsoft-com:vml" Requires="v">
                <p:oleObj spid="_x0000_s213258" name="Visio" r:id="rId58" imgW="640537" imgH="440086" progId="Visio.Drawing.11">
                  <p:embed/>
                </p:oleObj>
              </mc:Choice>
              <mc:Fallback>
                <p:oleObj name="Visio" r:id="rId58" imgW="640537" imgH="440086" progId="Visio.Drawing.11">
                  <p:embed/>
                  <p:pic>
                    <p:nvPicPr>
                      <p:cNvPr id="452659" name="Object 51">
                        <a:extLst>
                          <a:ext uri="{FF2B5EF4-FFF2-40B4-BE49-F238E27FC236}">
                            <a16:creationId xmlns:a16="http://schemas.microsoft.com/office/drawing/2014/main" id="{3CB87A1D-019E-4930-8E25-CB36223101EE}"/>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4356100" y="5084763"/>
                        <a:ext cx="639763"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60" name="Object 52">
            <a:extLst>
              <a:ext uri="{FF2B5EF4-FFF2-40B4-BE49-F238E27FC236}">
                <a16:creationId xmlns:a16="http://schemas.microsoft.com/office/drawing/2014/main" id="{DCEAE451-DB1E-4AA5-B002-76B629D52B01}"/>
              </a:ext>
            </a:extLst>
          </p:cNvPr>
          <p:cNvGraphicFramePr>
            <a:graphicFrameLocks noChangeAspect="1"/>
          </p:cNvGraphicFramePr>
          <p:nvPr/>
        </p:nvGraphicFramePr>
        <p:xfrm>
          <a:off x="6877050" y="5013325"/>
          <a:ext cx="639763" cy="439738"/>
        </p:xfrm>
        <a:graphic>
          <a:graphicData uri="http://schemas.openxmlformats.org/presentationml/2006/ole">
            <mc:AlternateContent xmlns:mc="http://schemas.openxmlformats.org/markup-compatibility/2006">
              <mc:Choice xmlns:v="urn:schemas-microsoft-com:vml" Requires="v">
                <p:oleObj spid="_x0000_s213259" name="Visio" r:id="rId60" imgW="640537" imgH="440086" progId="Visio.Drawing.11">
                  <p:embed/>
                </p:oleObj>
              </mc:Choice>
              <mc:Fallback>
                <p:oleObj name="Visio" r:id="rId60" imgW="640537" imgH="440086" progId="Visio.Drawing.11">
                  <p:embed/>
                  <p:pic>
                    <p:nvPicPr>
                      <p:cNvPr id="452660" name="Object 52">
                        <a:extLst>
                          <a:ext uri="{FF2B5EF4-FFF2-40B4-BE49-F238E27FC236}">
                            <a16:creationId xmlns:a16="http://schemas.microsoft.com/office/drawing/2014/main" id="{DCEAE451-DB1E-4AA5-B002-76B629D52B01}"/>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6877050" y="5013325"/>
                        <a:ext cx="639763"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61" name="Object 53">
            <a:extLst>
              <a:ext uri="{FF2B5EF4-FFF2-40B4-BE49-F238E27FC236}">
                <a16:creationId xmlns:a16="http://schemas.microsoft.com/office/drawing/2014/main" id="{3B7D0843-2D15-41D9-8332-1A855DC93573}"/>
              </a:ext>
            </a:extLst>
          </p:cNvPr>
          <p:cNvGraphicFramePr>
            <a:graphicFrameLocks noChangeAspect="1"/>
          </p:cNvGraphicFramePr>
          <p:nvPr/>
        </p:nvGraphicFramePr>
        <p:xfrm>
          <a:off x="1230313" y="2924175"/>
          <a:ext cx="101600" cy="177800"/>
        </p:xfrm>
        <a:graphic>
          <a:graphicData uri="http://schemas.openxmlformats.org/presentationml/2006/ole">
            <mc:AlternateContent xmlns:mc="http://schemas.openxmlformats.org/markup-compatibility/2006">
              <mc:Choice xmlns:v="urn:schemas-microsoft-com:vml" Requires="v">
                <p:oleObj spid="_x0000_s213260" name="Equation" r:id="rId62" imgW="101468" imgH="177569" progId="Equation.DSMT4">
                  <p:embed/>
                </p:oleObj>
              </mc:Choice>
              <mc:Fallback>
                <p:oleObj name="Equation" r:id="rId62" imgW="101468" imgH="177569" progId="Equation.DSMT4">
                  <p:embed/>
                  <p:pic>
                    <p:nvPicPr>
                      <p:cNvPr id="452661" name="Object 53">
                        <a:extLst>
                          <a:ext uri="{FF2B5EF4-FFF2-40B4-BE49-F238E27FC236}">
                            <a16:creationId xmlns:a16="http://schemas.microsoft.com/office/drawing/2014/main" id="{3B7D0843-2D15-41D9-8332-1A855DC935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30313" y="2924175"/>
                        <a:ext cx="101600"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2662" name="Line 54">
            <a:extLst>
              <a:ext uri="{FF2B5EF4-FFF2-40B4-BE49-F238E27FC236}">
                <a16:creationId xmlns:a16="http://schemas.microsoft.com/office/drawing/2014/main" id="{37FCA31D-C731-4C8D-BF73-0E754F0742CD}"/>
              </a:ext>
            </a:extLst>
          </p:cNvPr>
          <p:cNvSpPr>
            <a:spLocks noChangeShapeType="1"/>
          </p:cNvSpPr>
          <p:nvPr/>
        </p:nvSpPr>
        <p:spPr bwMode="auto">
          <a:xfrm flipH="1" flipV="1">
            <a:off x="1258888" y="2997200"/>
            <a:ext cx="2808287" cy="0"/>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1015" name="Object 55">
            <a:extLst>
              <a:ext uri="{FF2B5EF4-FFF2-40B4-BE49-F238E27FC236}">
                <a16:creationId xmlns:a16="http://schemas.microsoft.com/office/drawing/2014/main" id="{CF6F4BAF-7549-48E3-9EB5-0865FA2B3FF7}"/>
              </a:ext>
            </a:extLst>
          </p:cNvPr>
          <p:cNvGraphicFramePr>
            <a:graphicFrameLocks noChangeAspect="1"/>
          </p:cNvGraphicFramePr>
          <p:nvPr/>
        </p:nvGraphicFramePr>
        <p:xfrm>
          <a:off x="5003800" y="0"/>
          <a:ext cx="4140200" cy="763588"/>
        </p:xfrm>
        <a:graphic>
          <a:graphicData uri="http://schemas.openxmlformats.org/presentationml/2006/ole">
            <mc:AlternateContent xmlns:mc="http://schemas.openxmlformats.org/markup-compatibility/2006">
              <mc:Choice xmlns:v="urn:schemas-microsoft-com:vml" Requires="v">
                <p:oleObj spid="_x0000_s213261" name="Equation" r:id="rId63" imgW="1930400" imgH="355600" progId="Equation.DSMT4">
                  <p:embed/>
                </p:oleObj>
              </mc:Choice>
              <mc:Fallback>
                <p:oleObj name="Equation" r:id="rId63" imgW="1930400" imgH="355600" progId="Equation.DSMT4">
                  <p:embed/>
                  <p:pic>
                    <p:nvPicPr>
                      <p:cNvPr id="41015" name="Object 55">
                        <a:extLst>
                          <a:ext uri="{FF2B5EF4-FFF2-40B4-BE49-F238E27FC236}">
                            <a16:creationId xmlns:a16="http://schemas.microsoft.com/office/drawing/2014/main" id="{CF6F4BAF-7549-48E3-9EB5-0865FA2B3FF7}"/>
                          </a:ext>
                        </a:extLst>
                      </p:cNvPr>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5003800" y="0"/>
                        <a:ext cx="4140200" cy="76358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16" name="Object 56">
            <a:extLst>
              <a:ext uri="{FF2B5EF4-FFF2-40B4-BE49-F238E27FC236}">
                <a16:creationId xmlns:a16="http://schemas.microsoft.com/office/drawing/2014/main" id="{372C2517-E25F-47EA-9DF7-D805129A0704}"/>
              </a:ext>
            </a:extLst>
          </p:cNvPr>
          <p:cNvGraphicFramePr>
            <a:graphicFrameLocks noChangeAspect="1"/>
          </p:cNvGraphicFramePr>
          <p:nvPr/>
        </p:nvGraphicFramePr>
        <p:xfrm>
          <a:off x="6804025" y="765175"/>
          <a:ext cx="2271713" cy="725488"/>
        </p:xfrm>
        <a:graphic>
          <a:graphicData uri="http://schemas.openxmlformats.org/presentationml/2006/ole">
            <mc:AlternateContent xmlns:mc="http://schemas.openxmlformats.org/markup-compatibility/2006">
              <mc:Choice xmlns:v="urn:schemas-microsoft-com:vml" Requires="v">
                <p:oleObj spid="_x0000_s213262" name="Equation" r:id="rId65" imgW="2667000" imgH="850900" progId="Equation.DSMT4">
                  <p:embed/>
                </p:oleObj>
              </mc:Choice>
              <mc:Fallback>
                <p:oleObj name="Equation" r:id="rId65" imgW="2667000" imgH="850900" progId="Equation.DSMT4">
                  <p:embed/>
                  <p:pic>
                    <p:nvPicPr>
                      <p:cNvPr id="41016" name="Object 56">
                        <a:extLst>
                          <a:ext uri="{FF2B5EF4-FFF2-40B4-BE49-F238E27FC236}">
                            <a16:creationId xmlns:a16="http://schemas.microsoft.com/office/drawing/2014/main" id="{372C2517-E25F-47EA-9DF7-D805129A0704}"/>
                          </a:ext>
                        </a:extLst>
                      </p:cNvPr>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6804025" y="765175"/>
                        <a:ext cx="2271713" cy="72548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65" name="Object 57">
            <a:extLst>
              <a:ext uri="{FF2B5EF4-FFF2-40B4-BE49-F238E27FC236}">
                <a16:creationId xmlns:a16="http://schemas.microsoft.com/office/drawing/2014/main" id="{00D0FA88-B4D3-4AF0-B0BA-3A99AE415304}"/>
              </a:ext>
            </a:extLst>
          </p:cNvPr>
          <p:cNvGraphicFramePr>
            <a:graphicFrameLocks noChangeAspect="1"/>
          </p:cNvGraphicFramePr>
          <p:nvPr/>
        </p:nvGraphicFramePr>
        <p:xfrm>
          <a:off x="1619250" y="5661025"/>
          <a:ext cx="850900" cy="330200"/>
        </p:xfrm>
        <a:graphic>
          <a:graphicData uri="http://schemas.openxmlformats.org/presentationml/2006/ole">
            <mc:AlternateContent xmlns:mc="http://schemas.openxmlformats.org/markup-compatibility/2006">
              <mc:Choice xmlns:v="urn:schemas-microsoft-com:vml" Requires="v">
                <p:oleObj spid="_x0000_s213263" name="Equation" r:id="rId67" imgW="850531" imgH="330057" progId="Equation.DSMT4">
                  <p:embed/>
                </p:oleObj>
              </mc:Choice>
              <mc:Fallback>
                <p:oleObj name="Equation" r:id="rId67" imgW="850531" imgH="330057" progId="Equation.DSMT4">
                  <p:embed/>
                  <p:pic>
                    <p:nvPicPr>
                      <p:cNvPr id="452665" name="Object 57">
                        <a:extLst>
                          <a:ext uri="{FF2B5EF4-FFF2-40B4-BE49-F238E27FC236}">
                            <a16:creationId xmlns:a16="http://schemas.microsoft.com/office/drawing/2014/main" id="{00D0FA88-B4D3-4AF0-B0BA-3A99AE41530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19250" y="5661025"/>
                        <a:ext cx="850900" cy="33020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66" name="Object 58">
            <a:extLst>
              <a:ext uri="{FF2B5EF4-FFF2-40B4-BE49-F238E27FC236}">
                <a16:creationId xmlns:a16="http://schemas.microsoft.com/office/drawing/2014/main" id="{56065EEF-1AD7-4BEF-B038-832AAB0DE8B8}"/>
              </a:ext>
            </a:extLst>
          </p:cNvPr>
          <p:cNvGraphicFramePr>
            <a:graphicFrameLocks noChangeAspect="1"/>
          </p:cNvGraphicFramePr>
          <p:nvPr/>
        </p:nvGraphicFramePr>
        <p:xfrm>
          <a:off x="4356100" y="5661025"/>
          <a:ext cx="850900" cy="330200"/>
        </p:xfrm>
        <a:graphic>
          <a:graphicData uri="http://schemas.openxmlformats.org/presentationml/2006/ole">
            <mc:AlternateContent xmlns:mc="http://schemas.openxmlformats.org/markup-compatibility/2006">
              <mc:Choice xmlns:v="urn:schemas-microsoft-com:vml" Requires="v">
                <p:oleObj spid="_x0000_s213264" name="Equation" r:id="rId68" imgW="850531" imgH="330057" progId="Equation.DSMT4">
                  <p:embed/>
                </p:oleObj>
              </mc:Choice>
              <mc:Fallback>
                <p:oleObj name="Equation" r:id="rId68" imgW="850531" imgH="330057" progId="Equation.DSMT4">
                  <p:embed/>
                  <p:pic>
                    <p:nvPicPr>
                      <p:cNvPr id="452666" name="Object 58">
                        <a:extLst>
                          <a:ext uri="{FF2B5EF4-FFF2-40B4-BE49-F238E27FC236}">
                            <a16:creationId xmlns:a16="http://schemas.microsoft.com/office/drawing/2014/main" id="{56065EEF-1AD7-4BEF-B038-832AAB0DE8B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56100" y="5661025"/>
                        <a:ext cx="850900" cy="330200"/>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2667" name="Object 59">
            <a:extLst>
              <a:ext uri="{FF2B5EF4-FFF2-40B4-BE49-F238E27FC236}">
                <a16:creationId xmlns:a16="http://schemas.microsoft.com/office/drawing/2014/main" id="{B345791F-C040-4C58-AEA2-6A253EA7FAFF}"/>
              </a:ext>
            </a:extLst>
          </p:cNvPr>
          <p:cNvGraphicFramePr>
            <a:graphicFrameLocks noChangeAspect="1"/>
          </p:cNvGraphicFramePr>
          <p:nvPr/>
        </p:nvGraphicFramePr>
        <p:xfrm>
          <a:off x="6877050" y="5589588"/>
          <a:ext cx="850900" cy="330200"/>
        </p:xfrm>
        <a:graphic>
          <a:graphicData uri="http://schemas.openxmlformats.org/presentationml/2006/ole">
            <mc:AlternateContent xmlns:mc="http://schemas.openxmlformats.org/markup-compatibility/2006">
              <mc:Choice xmlns:v="urn:schemas-microsoft-com:vml" Requires="v">
                <p:oleObj spid="_x0000_s213265" name="Equation" r:id="rId69" imgW="850531" imgH="330057" progId="Equation.DSMT4">
                  <p:embed/>
                </p:oleObj>
              </mc:Choice>
              <mc:Fallback>
                <p:oleObj name="Equation" r:id="rId69" imgW="850531" imgH="330057" progId="Equation.DSMT4">
                  <p:embed/>
                  <p:pic>
                    <p:nvPicPr>
                      <p:cNvPr id="452667" name="Object 59">
                        <a:extLst>
                          <a:ext uri="{FF2B5EF4-FFF2-40B4-BE49-F238E27FC236}">
                            <a16:creationId xmlns:a16="http://schemas.microsoft.com/office/drawing/2014/main" id="{B345791F-C040-4C58-AEA2-6A253EA7FAFF}"/>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77050" y="5589588"/>
                        <a:ext cx="850900" cy="330200"/>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365662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2610"/>
                                        </p:tgtEl>
                                        <p:attrNameLst>
                                          <p:attrName>style.visibility</p:attrName>
                                        </p:attrNameLst>
                                      </p:cBhvr>
                                      <p:to>
                                        <p:strVal val="visible"/>
                                      </p:to>
                                    </p:set>
                                    <p:animEffect transition="in" filter="wipe(left)">
                                      <p:cBhvr>
                                        <p:cTn id="7" dur="2000"/>
                                        <p:tgtEl>
                                          <p:spTgt spid="452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2611"/>
                                        </p:tgtEl>
                                        <p:attrNameLst>
                                          <p:attrName>style.visibility</p:attrName>
                                        </p:attrNameLst>
                                      </p:cBhvr>
                                      <p:to>
                                        <p:strVal val="visible"/>
                                      </p:to>
                                    </p:set>
                                    <p:animEffect transition="in" filter="wipe(left)">
                                      <p:cBhvr>
                                        <p:cTn id="12" dur="1000"/>
                                        <p:tgtEl>
                                          <p:spTgt spid="452611"/>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452612"/>
                                        </p:tgtEl>
                                        <p:attrNameLst>
                                          <p:attrName>style.visibility</p:attrName>
                                        </p:attrNameLst>
                                      </p:cBhvr>
                                      <p:to>
                                        <p:strVal val="visible"/>
                                      </p:to>
                                    </p:set>
                                    <p:animEffect transition="in" filter="wipe(up)">
                                      <p:cBhvr>
                                        <p:cTn id="16" dur="1000"/>
                                        <p:tgtEl>
                                          <p:spTgt spid="452612"/>
                                        </p:tgtEl>
                                      </p:cBhvr>
                                    </p:animEffect>
                                  </p:childTnLst>
                                </p:cTn>
                              </p:par>
                            </p:childTnLst>
                          </p:cTn>
                        </p:par>
                        <p:par>
                          <p:cTn id="17" fill="hold" nodeType="afterGroup">
                            <p:stCondLst>
                              <p:cond delay="2000"/>
                            </p:stCondLst>
                            <p:childTnLst>
                              <p:par>
                                <p:cTn id="18" presetID="4" presetClass="entr" presetSubtype="16" fill="hold" nodeType="afterEffect">
                                  <p:stCondLst>
                                    <p:cond delay="0"/>
                                  </p:stCondLst>
                                  <p:childTnLst>
                                    <p:set>
                                      <p:cBhvr>
                                        <p:cTn id="19" dur="1" fill="hold">
                                          <p:stCondLst>
                                            <p:cond delay="0"/>
                                          </p:stCondLst>
                                        </p:cTn>
                                        <p:tgtEl>
                                          <p:spTgt spid="452614"/>
                                        </p:tgtEl>
                                        <p:attrNameLst>
                                          <p:attrName>style.visibility</p:attrName>
                                        </p:attrNameLst>
                                      </p:cBhvr>
                                      <p:to>
                                        <p:strVal val="visible"/>
                                      </p:to>
                                    </p:set>
                                    <p:animEffect transition="in" filter="box(in)">
                                      <p:cBhvr>
                                        <p:cTn id="20" dur="500"/>
                                        <p:tgtEl>
                                          <p:spTgt spid="452614"/>
                                        </p:tgtEl>
                                      </p:cBhvr>
                                    </p:animEffect>
                                  </p:childTnLst>
                                </p:cTn>
                              </p:par>
                            </p:childTnLst>
                          </p:cTn>
                        </p:par>
                        <p:par>
                          <p:cTn id="21" fill="hold" nodeType="afterGroup">
                            <p:stCondLst>
                              <p:cond delay="2500"/>
                            </p:stCondLst>
                            <p:childTnLst>
                              <p:par>
                                <p:cTn id="22" presetID="4" presetClass="entr" presetSubtype="16" fill="hold" nodeType="afterEffect">
                                  <p:stCondLst>
                                    <p:cond delay="0"/>
                                  </p:stCondLst>
                                  <p:childTnLst>
                                    <p:set>
                                      <p:cBhvr>
                                        <p:cTn id="23" dur="1" fill="hold">
                                          <p:stCondLst>
                                            <p:cond delay="0"/>
                                          </p:stCondLst>
                                        </p:cTn>
                                        <p:tgtEl>
                                          <p:spTgt spid="452615"/>
                                        </p:tgtEl>
                                        <p:attrNameLst>
                                          <p:attrName>style.visibility</p:attrName>
                                        </p:attrNameLst>
                                      </p:cBhvr>
                                      <p:to>
                                        <p:strVal val="visible"/>
                                      </p:to>
                                    </p:set>
                                    <p:animEffect transition="in" filter="box(in)">
                                      <p:cBhvr>
                                        <p:cTn id="24" dur="500"/>
                                        <p:tgtEl>
                                          <p:spTgt spid="452615"/>
                                        </p:tgtEl>
                                      </p:cBhvr>
                                    </p:animEffect>
                                  </p:childTnLst>
                                </p:cTn>
                              </p:par>
                            </p:childTnLst>
                          </p:cTn>
                        </p:par>
                        <p:par>
                          <p:cTn id="25" fill="hold" nodeType="afterGroup">
                            <p:stCondLst>
                              <p:cond delay="3000"/>
                            </p:stCondLst>
                            <p:childTnLst>
                              <p:par>
                                <p:cTn id="26" presetID="4" presetClass="entr" presetSubtype="16" fill="hold" nodeType="afterEffect">
                                  <p:stCondLst>
                                    <p:cond delay="0"/>
                                  </p:stCondLst>
                                  <p:childTnLst>
                                    <p:set>
                                      <p:cBhvr>
                                        <p:cTn id="27" dur="1" fill="hold">
                                          <p:stCondLst>
                                            <p:cond delay="0"/>
                                          </p:stCondLst>
                                        </p:cTn>
                                        <p:tgtEl>
                                          <p:spTgt spid="452618"/>
                                        </p:tgtEl>
                                        <p:attrNameLst>
                                          <p:attrName>style.visibility</p:attrName>
                                        </p:attrNameLst>
                                      </p:cBhvr>
                                      <p:to>
                                        <p:strVal val="visible"/>
                                      </p:to>
                                    </p:set>
                                    <p:animEffect transition="in" filter="box(in)">
                                      <p:cBhvr>
                                        <p:cTn id="28" dur="500"/>
                                        <p:tgtEl>
                                          <p:spTgt spid="452618"/>
                                        </p:tgtEl>
                                      </p:cBhvr>
                                    </p:animEffect>
                                  </p:childTnLst>
                                </p:cTn>
                              </p:par>
                            </p:childTnLst>
                          </p:cTn>
                        </p:par>
                        <p:par>
                          <p:cTn id="29" fill="hold" nodeType="afterGroup">
                            <p:stCondLst>
                              <p:cond delay="3500"/>
                            </p:stCondLst>
                            <p:childTnLst>
                              <p:par>
                                <p:cTn id="30" presetID="4" presetClass="entr" presetSubtype="16" fill="hold" nodeType="afterEffect">
                                  <p:stCondLst>
                                    <p:cond delay="0"/>
                                  </p:stCondLst>
                                  <p:childTnLst>
                                    <p:set>
                                      <p:cBhvr>
                                        <p:cTn id="31" dur="1" fill="hold">
                                          <p:stCondLst>
                                            <p:cond delay="0"/>
                                          </p:stCondLst>
                                        </p:cTn>
                                        <p:tgtEl>
                                          <p:spTgt spid="452620"/>
                                        </p:tgtEl>
                                        <p:attrNameLst>
                                          <p:attrName>style.visibility</p:attrName>
                                        </p:attrNameLst>
                                      </p:cBhvr>
                                      <p:to>
                                        <p:strVal val="visible"/>
                                      </p:to>
                                    </p:set>
                                    <p:animEffect transition="in" filter="box(in)">
                                      <p:cBhvr>
                                        <p:cTn id="32" dur="500"/>
                                        <p:tgtEl>
                                          <p:spTgt spid="452620"/>
                                        </p:tgtEl>
                                      </p:cBhvr>
                                    </p:animEffect>
                                  </p:childTnLst>
                                </p:cTn>
                              </p:par>
                            </p:childTnLst>
                          </p:cTn>
                        </p:par>
                        <p:par>
                          <p:cTn id="33" fill="hold" nodeType="afterGroup">
                            <p:stCondLst>
                              <p:cond delay="4000"/>
                            </p:stCondLst>
                            <p:childTnLst>
                              <p:par>
                                <p:cTn id="34" presetID="4" presetClass="entr" presetSubtype="16" fill="hold" nodeType="afterEffect">
                                  <p:stCondLst>
                                    <p:cond delay="0"/>
                                  </p:stCondLst>
                                  <p:childTnLst>
                                    <p:set>
                                      <p:cBhvr>
                                        <p:cTn id="35" dur="1" fill="hold">
                                          <p:stCondLst>
                                            <p:cond delay="0"/>
                                          </p:stCondLst>
                                        </p:cTn>
                                        <p:tgtEl>
                                          <p:spTgt spid="452661"/>
                                        </p:tgtEl>
                                        <p:attrNameLst>
                                          <p:attrName>style.visibility</p:attrName>
                                        </p:attrNameLst>
                                      </p:cBhvr>
                                      <p:to>
                                        <p:strVal val="visible"/>
                                      </p:to>
                                    </p:set>
                                    <p:animEffect transition="in" filter="box(in)">
                                      <p:cBhvr>
                                        <p:cTn id="36" dur="500"/>
                                        <p:tgtEl>
                                          <p:spTgt spid="452661"/>
                                        </p:tgtEl>
                                      </p:cBhvr>
                                    </p:animEffect>
                                  </p:childTnLst>
                                </p:cTn>
                              </p:par>
                            </p:childTnLst>
                          </p:cTn>
                        </p:par>
                        <p:par>
                          <p:cTn id="37" fill="hold" nodeType="afterGroup">
                            <p:stCondLst>
                              <p:cond delay="4500"/>
                            </p:stCondLst>
                            <p:childTnLst>
                              <p:par>
                                <p:cTn id="38" presetID="4" presetClass="entr" presetSubtype="16" fill="hold" nodeType="afterEffect">
                                  <p:stCondLst>
                                    <p:cond delay="0"/>
                                  </p:stCondLst>
                                  <p:childTnLst>
                                    <p:set>
                                      <p:cBhvr>
                                        <p:cTn id="39" dur="1" fill="hold">
                                          <p:stCondLst>
                                            <p:cond delay="0"/>
                                          </p:stCondLst>
                                        </p:cTn>
                                        <p:tgtEl>
                                          <p:spTgt spid="452624"/>
                                        </p:tgtEl>
                                        <p:attrNameLst>
                                          <p:attrName>style.visibility</p:attrName>
                                        </p:attrNameLst>
                                      </p:cBhvr>
                                      <p:to>
                                        <p:strVal val="visible"/>
                                      </p:to>
                                    </p:set>
                                    <p:animEffect transition="in" filter="box(in)">
                                      <p:cBhvr>
                                        <p:cTn id="40" dur="500"/>
                                        <p:tgtEl>
                                          <p:spTgt spid="452624"/>
                                        </p:tgtEl>
                                      </p:cBhvr>
                                    </p:animEffect>
                                  </p:childTnLst>
                                </p:cTn>
                              </p:par>
                            </p:childTnLst>
                          </p:cTn>
                        </p:par>
                        <p:par>
                          <p:cTn id="41" fill="hold" nodeType="afterGroup">
                            <p:stCondLst>
                              <p:cond delay="5000"/>
                            </p:stCondLst>
                            <p:childTnLst>
                              <p:par>
                                <p:cTn id="42" presetID="4" presetClass="entr" presetSubtype="16" fill="hold" nodeType="afterEffect">
                                  <p:stCondLst>
                                    <p:cond delay="0"/>
                                  </p:stCondLst>
                                  <p:childTnLst>
                                    <p:set>
                                      <p:cBhvr>
                                        <p:cTn id="43" dur="1" fill="hold">
                                          <p:stCondLst>
                                            <p:cond delay="0"/>
                                          </p:stCondLst>
                                        </p:cTn>
                                        <p:tgtEl>
                                          <p:spTgt spid="452623"/>
                                        </p:tgtEl>
                                        <p:attrNameLst>
                                          <p:attrName>style.visibility</p:attrName>
                                        </p:attrNameLst>
                                      </p:cBhvr>
                                      <p:to>
                                        <p:strVal val="visible"/>
                                      </p:to>
                                    </p:set>
                                    <p:animEffect transition="in" filter="box(in)">
                                      <p:cBhvr>
                                        <p:cTn id="44" dur="500"/>
                                        <p:tgtEl>
                                          <p:spTgt spid="452623"/>
                                        </p:tgtEl>
                                      </p:cBhvr>
                                    </p:animEffect>
                                  </p:childTnLst>
                                </p:cTn>
                              </p:par>
                            </p:childTnLst>
                          </p:cTn>
                        </p:par>
                        <p:par>
                          <p:cTn id="45" fill="hold" nodeType="afterGroup">
                            <p:stCondLst>
                              <p:cond delay="5500"/>
                            </p:stCondLst>
                            <p:childTnLst>
                              <p:par>
                                <p:cTn id="46" presetID="4" presetClass="entr" presetSubtype="16" fill="hold" nodeType="afterEffect">
                                  <p:stCondLst>
                                    <p:cond delay="0"/>
                                  </p:stCondLst>
                                  <p:childTnLst>
                                    <p:set>
                                      <p:cBhvr>
                                        <p:cTn id="47" dur="1" fill="hold">
                                          <p:stCondLst>
                                            <p:cond delay="0"/>
                                          </p:stCondLst>
                                        </p:cTn>
                                        <p:tgtEl>
                                          <p:spTgt spid="452619"/>
                                        </p:tgtEl>
                                        <p:attrNameLst>
                                          <p:attrName>style.visibility</p:attrName>
                                        </p:attrNameLst>
                                      </p:cBhvr>
                                      <p:to>
                                        <p:strVal val="visible"/>
                                      </p:to>
                                    </p:set>
                                    <p:animEffect transition="in" filter="box(in)">
                                      <p:cBhvr>
                                        <p:cTn id="48" dur="500"/>
                                        <p:tgtEl>
                                          <p:spTgt spid="452619"/>
                                        </p:tgtEl>
                                      </p:cBhvr>
                                    </p:animEffect>
                                  </p:childTnLst>
                                </p:cTn>
                              </p:par>
                            </p:childTnLst>
                          </p:cTn>
                        </p:par>
                        <p:par>
                          <p:cTn id="49" fill="hold" nodeType="afterGroup">
                            <p:stCondLst>
                              <p:cond delay="6000"/>
                            </p:stCondLst>
                            <p:childTnLst>
                              <p:par>
                                <p:cTn id="50" presetID="22" presetClass="entr" presetSubtype="8" fill="hold" nodeType="afterEffect">
                                  <p:stCondLst>
                                    <p:cond delay="0"/>
                                  </p:stCondLst>
                                  <p:childTnLst>
                                    <p:set>
                                      <p:cBhvr>
                                        <p:cTn id="51" dur="1" fill="hold">
                                          <p:stCondLst>
                                            <p:cond delay="0"/>
                                          </p:stCondLst>
                                        </p:cTn>
                                        <p:tgtEl>
                                          <p:spTgt spid="452662"/>
                                        </p:tgtEl>
                                        <p:attrNameLst>
                                          <p:attrName>style.visibility</p:attrName>
                                        </p:attrNameLst>
                                      </p:cBhvr>
                                      <p:to>
                                        <p:strVal val="visible"/>
                                      </p:to>
                                    </p:set>
                                    <p:animEffect transition="in" filter="wipe(left)">
                                      <p:cBhvr>
                                        <p:cTn id="52" dur="500"/>
                                        <p:tgtEl>
                                          <p:spTgt spid="452662"/>
                                        </p:tgtEl>
                                      </p:cBhvr>
                                    </p:animEffect>
                                  </p:childTnLst>
                                </p:cTn>
                              </p:par>
                            </p:childTnLst>
                          </p:cTn>
                        </p:par>
                        <p:par>
                          <p:cTn id="53" fill="hold" nodeType="afterGroup">
                            <p:stCondLst>
                              <p:cond delay="6500"/>
                            </p:stCondLst>
                            <p:childTnLst>
                              <p:par>
                                <p:cTn id="54" presetID="4" presetClass="entr" presetSubtype="16" fill="hold" nodeType="afterEffect">
                                  <p:stCondLst>
                                    <p:cond delay="0"/>
                                  </p:stCondLst>
                                  <p:childTnLst>
                                    <p:set>
                                      <p:cBhvr>
                                        <p:cTn id="55" dur="1" fill="hold">
                                          <p:stCondLst>
                                            <p:cond delay="0"/>
                                          </p:stCondLst>
                                        </p:cTn>
                                        <p:tgtEl>
                                          <p:spTgt spid="452617"/>
                                        </p:tgtEl>
                                        <p:attrNameLst>
                                          <p:attrName>style.visibility</p:attrName>
                                        </p:attrNameLst>
                                      </p:cBhvr>
                                      <p:to>
                                        <p:strVal val="visible"/>
                                      </p:to>
                                    </p:set>
                                    <p:animEffect transition="in" filter="box(in)">
                                      <p:cBhvr>
                                        <p:cTn id="56" dur="500"/>
                                        <p:tgtEl>
                                          <p:spTgt spid="452617"/>
                                        </p:tgtEl>
                                      </p:cBhvr>
                                    </p:animEffect>
                                  </p:childTnLst>
                                </p:cTn>
                              </p:par>
                            </p:childTnLst>
                          </p:cTn>
                        </p:par>
                        <p:par>
                          <p:cTn id="57" fill="hold" nodeType="afterGroup">
                            <p:stCondLst>
                              <p:cond delay="7000"/>
                            </p:stCondLst>
                            <p:childTnLst>
                              <p:par>
                                <p:cTn id="58" presetID="22" presetClass="entr" presetSubtype="1" fill="hold" nodeType="afterEffect">
                                  <p:stCondLst>
                                    <p:cond delay="0"/>
                                  </p:stCondLst>
                                  <p:childTnLst>
                                    <p:set>
                                      <p:cBhvr>
                                        <p:cTn id="59" dur="1" fill="hold">
                                          <p:stCondLst>
                                            <p:cond delay="0"/>
                                          </p:stCondLst>
                                        </p:cTn>
                                        <p:tgtEl>
                                          <p:spTgt spid="452616"/>
                                        </p:tgtEl>
                                        <p:attrNameLst>
                                          <p:attrName>style.visibility</p:attrName>
                                        </p:attrNameLst>
                                      </p:cBhvr>
                                      <p:to>
                                        <p:strVal val="visible"/>
                                      </p:to>
                                    </p:set>
                                    <p:animEffect transition="in" filter="wipe(up)">
                                      <p:cBhvr>
                                        <p:cTn id="60" dur="500"/>
                                        <p:tgtEl>
                                          <p:spTgt spid="452616"/>
                                        </p:tgtEl>
                                      </p:cBhvr>
                                    </p:animEffect>
                                  </p:childTnLst>
                                </p:cTn>
                              </p:par>
                            </p:childTnLst>
                          </p:cTn>
                        </p:par>
                        <p:par>
                          <p:cTn id="61" fill="hold" nodeType="afterGroup">
                            <p:stCondLst>
                              <p:cond delay="7500"/>
                            </p:stCondLst>
                            <p:childTnLst>
                              <p:par>
                                <p:cTn id="62" presetID="22" presetClass="entr" presetSubtype="8" fill="hold" nodeType="afterEffect">
                                  <p:stCondLst>
                                    <p:cond delay="0"/>
                                  </p:stCondLst>
                                  <p:childTnLst>
                                    <p:set>
                                      <p:cBhvr>
                                        <p:cTn id="63" dur="1" fill="hold">
                                          <p:stCondLst>
                                            <p:cond delay="0"/>
                                          </p:stCondLst>
                                        </p:cTn>
                                        <p:tgtEl>
                                          <p:spTgt spid="452631"/>
                                        </p:tgtEl>
                                        <p:attrNameLst>
                                          <p:attrName>style.visibility</p:attrName>
                                        </p:attrNameLst>
                                      </p:cBhvr>
                                      <p:to>
                                        <p:strVal val="visible"/>
                                      </p:to>
                                    </p:set>
                                    <p:animEffect transition="in" filter="wipe(left)">
                                      <p:cBhvr>
                                        <p:cTn id="64" dur="1000"/>
                                        <p:tgtEl>
                                          <p:spTgt spid="452631"/>
                                        </p:tgtEl>
                                      </p:cBhvr>
                                    </p:animEffect>
                                  </p:childTnLst>
                                </p:cTn>
                              </p:par>
                            </p:childTnLst>
                          </p:cTn>
                        </p:par>
                        <p:par>
                          <p:cTn id="65" fill="hold" nodeType="afterGroup">
                            <p:stCondLst>
                              <p:cond delay="8500"/>
                            </p:stCondLst>
                            <p:childTnLst>
                              <p:par>
                                <p:cTn id="66" presetID="22" presetClass="entr" presetSubtype="1" fill="hold" nodeType="afterEffect">
                                  <p:stCondLst>
                                    <p:cond delay="0"/>
                                  </p:stCondLst>
                                  <p:childTnLst>
                                    <p:set>
                                      <p:cBhvr>
                                        <p:cTn id="67" dur="1" fill="hold">
                                          <p:stCondLst>
                                            <p:cond delay="0"/>
                                          </p:stCondLst>
                                        </p:cTn>
                                        <p:tgtEl>
                                          <p:spTgt spid="452632"/>
                                        </p:tgtEl>
                                        <p:attrNameLst>
                                          <p:attrName>style.visibility</p:attrName>
                                        </p:attrNameLst>
                                      </p:cBhvr>
                                      <p:to>
                                        <p:strVal val="visible"/>
                                      </p:to>
                                    </p:set>
                                    <p:animEffect transition="in" filter="wipe(up)">
                                      <p:cBhvr>
                                        <p:cTn id="68" dur="1000"/>
                                        <p:tgtEl>
                                          <p:spTgt spid="452632"/>
                                        </p:tgtEl>
                                      </p:cBhvr>
                                    </p:animEffect>
                                  </p:childTnLst>
                                </p:cTn>
                              </p:par>
                            </p:childTnLst>
                          </p:cTn>
                        </p:par>
                        <p:par>
                          <p:cTn id="69" fill="hold" nodeType="afterGroup">
                            <p:stCondLst>
                              <p:cond delay="9500"/>
                            </p:stCondLst>
                            <p:childTnLst>
                              <p:par>
                                <p:cTn id="70" presetID="4" presetClass="entr" presetSubtype="16" fill="hold" nodeType="afterEffect">
                                  <p:stCondLst>
                                    <p:cond delay="0"/>
                                  </p:stCondLst>
                                  <p:childTnLst>
                                    <p:set>
                                      <p:cBhvr>
                                        <p:cTn id="71" dur="1" fill="hold">
                                          <p:stCondLst>
                                            <p:cond delay="0"/>
                                          </p:stCondLst>
                                        </p:cTn>
                                        <p:tgtEl>
                                          <p:spTgt spid="452634"/>
                                        </p:tgtEl>
                                        <p:attrNameLst>
                                          <p:attrName>style.visibility</p:attrName>
                                        </p:attrNameLst>
                                      </p:cBhvr>
                                      <p:to>
                                        <p:strVal val="visible"/>
                                      </p:to>
                                    </p:set>
                                    <p:animEffect transition="in" filter="box(in)">
                                      <p:cBhvr>
                                        <p:cTn id="72" dur="500"/>
                                        <p:tgtEl>
                                          <p:spTgt spid="452634"/>
                                        </p:tgtEl>
                                      </p:cBhvr>
                                    </p:animEffect>
                                  </p:childTnLst>
                                </p:cTn>
                              </p:par>
                            </p:childTnLst>
                          </p:cTn>
                        </p:par>
                        <p:par>
                          <p:cTn id="73" fill="hold" nodeType="afterGroup">
                            <p:stCondLst>
                              <p:cond delay="10000"/>
                            </p:stCondLst>
                            <p:childTnLst>
                              <p:par>
                                <p:cTn id="74" presetID="4" presetClass="entr" presetSubtype="16" fill="hold" nodeType="afterEffect">
                                  <p:stCondLst>
                                    <p:cond delay="0"/>
                                  </p:stCondLst>
                                  <p:childTnLst>
                                    <p:set>
                                      <p:cBhvr>
                                        <p:cTn id="75" dur="1" fill="hold">
                                          <p:stCondLst>
                                            <p:cond delay="0"/>
                                          </p:stCondLst>
                                        </p:cTn>
                                        <p:tgtEl>
                                          <p:spTgt spid="452635"/>
                                        </p:tgtEl>
                                        <p:attrNameLst>
                                          <p:attrName>style.visibility</p:attrName>
                                        </p:attrNameLst>
                                      </p:cBhvr>
                                      <p:to>
                                        <p:strVal val="visible"/>
                                      </p:to>
                                    </p:set>
                                    <p:animEffect transition="in" filter="box(in)">
                                      <p:cBhvr>
                                        <p:cTn id="76" dur="500"/>
                                        <p:tgtEl>
                                          <p:spTgt spid="452635"/>
                                        </p:tgtEl>
                                      </p:cBhvr>
                                    </p:animEffect>
                                  </p:childTnLst>
                                </p:cTn>
                              </p:par>
                            </p:childTnLst>
                          </p:cTn>
                        </p:par>
                        <p:par>
                          <p:cTn id="77" fill="hold" nodeType="afterGroup">
                            <p:stCondLst>
                              <p:cond delay="10500"/>
                            </p:stCondLst>
                            <p:childTnLst>
                              <p:par>
                                <p:cTn id="78" presetID="4" presetClass="entr" presetSubtype="16" fill="hold" nodeType="afterEffect">
                                  <p:stCondLst>
                                    <p:cond delay="0"/>
                                  </p:stCondLst>
                                  <p:childTnLst>
                                    <p:set>
                                      <p:cBhvr>
                                        <p:cTn id="79" dur="1" fill="hold">
                                          <p:stCondLst>
                                            <p:cond delay="0"/>
                                          </p:stCondLst>
                                        </p:cTn>
                                        <p:tgtEl>
                                          <p:spTgt spid="452636"/>
                                        </p:tgtEl>
                                        <p:attrNameLst>
                                          <p:attrName>style.visibility</p:attrName>
                                        </p:attrNameLst>
                                      </p:cBhvr>
                                      <p:to>
                                        <p:strVal val="visible"/>
                                      </p:to>
                                    </p:set>
                                    <p:animEffect transition="in" filter="box(in)">
                                      <p:cBhvr>
                                        <p:cTn id="80" dur="500"/>
                                        <p:tgtEl>
                                          <p:spTgt spid="452636"/>
                                        </p:tgtEl>
                                      </p:cBhvr>
                                    </p:animEffect>
                                  </p:childTnLst>
                                </p:cTn>
                              </p:par>
                            </p:childTnLst>
                          </p:cTn>
                        </p:par>
                        <p:par>
                          <p:cTn id="81" fill="hold" nodeType="afterGroup">
                            <p:stCondLst>
                              <p:cond delay="11000"/>
                            </p:stCondLst>
                            <p:childTnLst>
                              <p:par>
                                <p:cTn id="82" presetID="4" presetClass="entr" presetSubtype="16" fill="hold" nodeType="afterEffect">
                                  <p:stCondLst>
                                    <p:cond delay="0"/>
                                  </p:stCondLst>
                                  <p:childTnLst>
                                    <p:set>
                                      <p:cBhvr>
                                        <p:cTn id="83" dur="1" fill="hold">
                                          <p:stCondLst>
                                            <p:cond delay="0"/>
                                          </p:stCondLst>
                                        </p:cTn>
                                        <p:tgtEl>
                                          <p:spTgt spid="452641"/>
                                        </p:tgtEl>
                                        <p:attrNameLst>
                                          <p:attrName>style.visibility</p:attrName>
                                        </p:attrNameLst>
                                      </p:cBhvr>
                                      <p:to>
                                        <p:strVal val="visible"/>
                                      </p:to>
                                    </p:set>
                                    <p:animEffect transition="in" filter="box(in)">
                                      <p:cBhvr>
                                        <p:cTn id="84" dur="500"/>
                                        <p:tgtEl>
                                          <p:spTgt spid="452641"/>
                                        </p:tgtEl>
                                      </p:cBhvr>
                                    </p:animEffect>
                                  </p:childTnLst>
                                </p:cTn>
                              </p:par>
                            </p:childTnLst>
                          </p:cTn>
                        </p:par>
                        <p:par>
                          <p:cTn id="85" fill="hold" nodeType="afterGroup">
                            <p:stCondLst>
                              <p:cond delay="11500"/>
                            </p:stCondLst>
                            <p:childTnLst>
                              <p:par>
                                <p:cTn id="86" presetID="4" presetClass="entr" presetSubtype="16" fill="hold" nodeType="afterEffect">
                                  <p:stCondLst>
                                    <p:cond delay="0"/>
                                  </p:stCondLst>
                                  <p:childTnLst>
                                    <p:set>
                                      <p:cBhvr>
                                        <p:cTn id="87" dur="1" fill="hold">
                                          <p:stCondLst>
                                            <p:cond delay="0"/>
                                          </p:stCondLst>
                                        </p:cTn>
                                        <p:tgtEl>
                                          <p:spTgt spid="452637"/>
                                        </p:tgtEl>
                                        <p:attrNameLst>
                                          <p:attrName>style.visibility</p:attrName>
                                        </p:attrNameLst>
                                      </p:cBhvr>
                                      <p:to>
                                        <p:strVal val="visible"/>
                                      </p:to>
                                    </p:set>
                                    <p:animEffect transition="in" filter="box(in)">
                                      <p:cBhvr>
                                        <p:cTn id="88" dur="500"/>
                                        <p:tgtEl>
                                          <p:spTgt spid="452637"/>
                                        </p:tgtEl>
                                      </p:cBhvr>
                                    </p:animEffect>
                                  </p:childTnLst>
                                </p:cTn>
                              </p:par>
                            </p:childTnLst>
                          </p:cTn>
                        </p:par>
                        <p:par>
                          <p:cTn id="89" fill="hold" nodeType="afterGroup">
                            <p:stCondLst>
                              <p:cond delay="12000"/>
                            </p:stCondLst>
                            <p:childTnLst>
                              <p:par>
                                <p:cTn id="90" presetID="4" presetClass="entr" presetSubtype="16" fill="hold" nodeType="afterEffect">
                                  <p:stCondLst>
                                    <p:cond delay="0"/>
                                  </p:stCondLst>
                                  <p:childTnLst>
                                    <p:set>
                                      <p:cBhvr>
                                        <p:cTn id="91" dur="1" fill="hold">
                                          <p:stCondLst>
                                            <p:cond delay="0"/>
                                          </p:stCondLst>
                                        </p:cTn>
                                        <p:tgtEl>
                                          <p:spTgt spid="452640"/>
                                        </p:tgtEl>
                                        <p:attrNameLst>
                                          <p:attrName>style.visibility</p:attrName>
                                        </p:attrNameLst>
                                      </p:cBhvr>
                                      <p:to>
                                        <p:strVal val="visible"/>
                                      </p:to>
                                    </p:set>
                                    <p:animEffect transition="in" filter="box(in)">
                                      <p:cBhvr>
                                        <p:cTn id="92" dur="500"/>
                                        <p:tgtEl>
                                          <p:spTgt spid="452640"/>
                                        </p:tgtEl>
                                      </p:cBhvr>
                                    </p:animEffect>
                                  </p:childTnLst>
                                </p:cTn>
                              </p:par>
                            </p:childTnLst>
                          </p:cTn>
                        </p:par>
                        <p:par>
                          <p:cTn id="93" fill="hold" nodeType="afterGroup">
                            <p:stCondLst>
                              <p:cond delay="12500"/>
                            </p:stCondLst>
                            <p:childTnLst>
                              <p:par>
                                <p:cTn id="94" presetID="4" presetClass="entr" presetSubtype="16" fill="hold" nodeType="afterEffect">
                                  <p:stCondLst>
                                    <p:cond delay="0"/>
                                  </p:stCondLst>
                                  <p:childTnLst>
                                    <p:set>
                                      <p:cBhvr>
                                        <p:cTn id="95" dur="1" fill="hold">
                                          <p:stCondLst>
                                            <p:cond delay="0"/>
                                          </p:stCondLst>
                                        </p:cTn>
                                        <p:tgtEl>
                                          <p:spTgt spid="452648"/>
                                        </p:tgtEl>
                                        <p:attrNameLst>
                                          <p:attrName>style.visibility</p:attrName>
                                        </p:attrNameLst>
                                      </p:cBhvr>
                                      <p:to>
                                        <p:strVal val="visible"/>
                                      </p:to>
                                    </p:set>
                                    <p:animEffect transition="in" filter="box(in)">
                                      <p:cBhvr>
                                        <p:cTn id="96" dur="500"/>
                                        <p:tgtEl>
                                          <p:spTgt spid="45264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452622"/>
                                        </p:tgtEl>
                                        <p:attrNameLst>
                                          <p:attrName>style.visibility</p:attrName>
                                        </p:attrNameLst>
                                      </p:cBhvr>
                                      <p:to>
                                        <p:strVal val="visible"/>
                                      </p:to>
                                    </p:set>
                                    <p:animEffect transition="in" filter="wipe(left)">
                                      <p:cBhvr>
                                        <p:cTn id="101" dur="2000"/>
                                        <p:tgtEl>
                                          <p:spTgt spid="452622"/>
                                        </p:tgtEl>
                                      </p:cBhvr>
                                    </p:animEffect>
                                  </p:childTnLst>
                                </p:cTn>
                              </p:par>
                            </p:childTnLst>
                          </p:cTn>
                        </p:par>
                        <p:par>
                          <p:cTn id="102" fill="hold" nodeType="afterGroup">
                            <p:stCondLst>
                              <p:cond delay="2000"/>
                            </p:stCondLst>
                            <p:childTnLst>
                              <p:par>
                                <p:cTn id="103" presetID="4" presetClass="entr" presetSubtype="16" fill="hold" nodeType="afterEffect">
                                  <p:stCondLst>
                                    <p:cond delay="0"/>
                                  </p:stCondLst>
                                  <p:childTnLst>
                                    <p:set>
                                      <p:cBhvr>
                                        <p:cTn id="104" dur="1" fill="hold">
                                          <p:stCondLst>
                                            <p:cond delay="0"/>
                                          </p:stCondLst>
                                        </p:cTn>
                                        <p:tgtEl>
                                          <p:spTgt spid="452629"/>
                                        </p:tgtEl>
                                        <p:attrNameLst>
                                          <p:attrName>style.visibility</p:attrName>
                                        </p:attrNameLst>
                                      </p:cBhvr>
                                      <p:to>
                                        <p:strVal val="visible"/>
                                      </p:to>
                                    </p:set>
                                    <p:animEffect transition="in" filter="box(in)">
                                      <p:cBhvr>
                                        <p:cTn id="105" dur="500"/>
                                        <p:tgtEl>
                                          <p:spTgt spid="452629"/>
                                        </p:tgtEl>
                                      </p:cBhvr>
                                    </p:animEffect>
                                  </p:childTnLst>
                                </p:cTn>
                              </p:par>
                            </p:childTnLst>
                          </p:cTn>
                        </p:par>
                        <p:par>
                          <p:cTn id="106" fill="hold" nodeType="afterGroup">
                            <p:stCondLst>
                              <p:cond delay="2500"/>
                            </p:stCondLst>
                            <p:childTnLst>
                              <p:par>
                                <p:cTn id="107" presetID="4" presetClass="entr" presetSubtype="16" fill="hold" nodeType="afterEffect">
                                  <p:stCondLst>
                                    <p:cond delay="0"/>
                                  </p:stCondLst>
                                  <p:childTnLst>
                                    <p:set>
                                      <p:cBhvr>
                                        <p:cTn id="108" dur="1" fill="hold">
                                          <p:stCondLst>
                                            <p:cond delay="0"/>
                                          </p:stCondLst>
                                        </p:cTn>
                                        <p:tgtEl>
                                          <p:spTgt spid="452626"/>
                                        </p:tgtEl>
                                        <p:attrNameLst>
                                          <p:attrName>style.visibility</p:attrName>
                                        </p:attrNameLst>
                                      </p:cBhvr>
                                      <p:to>
                                        <p:strVal val="visible"/>
                                      </p:to>
                                    </p:set>
                                    <p:animEffect transition="in" filter="box(in)">
                                      <p:cBhvr>
                                        <p:cTn id="109" dur="500"/>
                                        <p:tgtEl>
                                          <p:spTgt spid="45262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452638"/>
                                        </p:tgtEl>
                                        <p:attrNameLst>
                                          <p:attrName>style.visibility</p:attrName>
                                        </p:attrNameLst>
                                      </p:cBhvr>
                                      <p:to>
                                        <p:strVal val="visible"/>
                                      </p:to>
                                    </p:set>
                                    <p:animEffect transition="in" filter="wipe(left)">
                                      <p:cBhvr>
                                        <p:cTn id="114" dur="2000"/>
                                        <p:tgtEl>
                                          <p:spTgt spid="452638"/>
                                        </p:tgtEl>
                                      </p:cBhvr>
                                    </p:animEffect>
                                  </p:childTnLst>
                                </p:cTn>
                              </p:par>
                            </p:childTnLst>
                          </p:cTn>
                        </p:par>
                        <p:par>
                          <p:cTn id="115" fill="hold" nodeType="afterGroup">
                            <p:stCondLst>
                              <p:cond delay="2000"/>
                            </p:stCondLst>
                            <p:childTnLst>
                              <p:par>
                                <p:cTn id="116" presetID="4" presetClass="entr" presetSubtype="16" fill="hold" nodeType="afterEffect">
                                  <p:stCondLst>
                                    <p:cond delay="0"/>
                                  </p:stCondLst>
                                  <p:childTnLst>
                                    <p:set>
                                      <p:cBhvr>
                                        <p:cTn id="117" dur="1" fill="hold">
                                          <p:stCondLst>
                                            <p:cond delay="0"/>
                                          </p:stCondLst>
                                        </p:cTn>
                                        <p:tgtEl>
                                          <p:spTgt spid="452645"/>
                                        </p:tgtEl>
                                        <p:attrNameLst>
                                          <p:attrName>style.visibility</p:attrName>
                                        </p:attrNameLst>
                                      </p:cBhvr>
                                      <p:to>
                                        <p:strVal val="visible"/>
                                      </p:to>
                                    </p:set>
                                    <p:animEffect transition="in" filter="box(in)">
                                      <p:cBhvr>
                                        <p:cTn id="118" dur="500"/>
                                        <p:tgtEl>
                                          <p:spTgt spid="452645"/>
                                        </p:tgtEl>
                                      </p:cBhvr>
                                    </p:animEffect>
                                  </p:childTnLst>
                                </p:cTn>
                              </p:par>
                            </p:childTnLst>
                          </p:cTn>
                        </p:par>
                        <p:par>
                          <p:cTn id="119" fill="hold" nodeType="afterGroup">
                            <p:stCondLst>
                              <p:cond delay="2500"/>
                            </p:stCondLst>
                            <p:childTnLst>
                              <p:par>
                                <p:cTn id="120" presetID="4" presetClass="entr" presetSubtype="16" fill="hold" nodeType="afterEffect">
                                  <p:stCondLst>
                                    <p:cond delay="0"/>
                                  </p:stCondLst>
                                  <p:childTnLst>
                                    <p:set>
                                      <p:cBhvr>
                                        <p:cTn id="121" dur="1" fill="hold">
                                          <p:stCondLst>
                                            <p:cond delay="0"/>
                                          </p:stCondLst>
                                        </p:cTn>
                                        <p:tgtEl>
                                          <p:spTgt spid="452643"/>
                                        </p:tgtEl>
                                        <p:attrNameLst>
                                          <p:attrName>style.visibility</p:attrName>
                                        </p:attrNameLst>
                                      </p:cBhvr>
                                      <p:to>
                                        <p:strVal val="visible"/>
                                      </p:to>
                                    </p:set>
                                    <p:animEffect transition="in" filter="box(in)">
                                      <p:cBhvr>
                                        <p:cTn id="122" dur="500"/>
                                        <p:tgtEl>
                                          <p:spTgt spid="45264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452621"/>
                                        </p:tgtEl>
                                        <p:attrNameLst>
                                          <p:attrName>style.visibility</p:attrName>
                                        </p:attrNameLst>
                                      </p:cBhvr>
                                      <p:to>
                                        <p:strVal val="visible"/>
                                      </p:to>
                                    </p:set>
                                    <p:animEffect transition="in" filter="wipe(left)">
                                      <p:cBhvr>
                                        <p:cTn id="127" dur="2000"/>
                                        <p:tgtEl>
                                          <p:spTgt spid="452621"/>
                                        </p:tgtEl>
                                      </p:cBhvr>
                                    </p:animEffect>
                                  </p:childTnLst>
                                </p:cTn>
                              </p:par>
                            </p:childTnLst>
                          </p:cTn>
                        </p:par>
                        <p:par>
                          <p:cTn id="128" fill="hold" nodeType="afterGroup">
                            <p:stCondLst>
                              <p:cond delay="2000"/>
                            </p:stCondLst>
                            <p:childTnLst>
                              <p:par>
                                <p:cTn id="129" presetID="4" presetClass="entr" presetSubtype="16" fill="hold" nodeType="afterEffect">
                                  <p:stCondLst>
                                    <p:cond delay="0"/>
                                  </p:stCondLst>
                                  <p:childTnLst>
                                    <p:set>
                                      <p:cBhvr>
                                        <p:cTn id="130" dur="1" fill="hold">
                                          <p:stCondLst>
                                            <p:cond delay="0"/>
                                          </p:stCondLst>
                                        </p:cTn>
                                        <p:tgtEl>
                                          <p:spTgt spid="452628"/>
                                        </p:tgtEl>
                                        <p:attrNameLst>
                                          <p:attrName>style.visibility</p:attrName>
                                        </p:attrNameLst>
                                      </p:cBhvr>
                                      <p:to>
                                        <p:strVal val="visible"/>
                                      </p:to>
                                    </p:set>
                                    <p:animEffect transition="in" filter="box(in)">
                                      <p:cBhvr>
                                        <p:cTn id="131" dur="500"/>
                                        <p:tgtEl>
                                          <p:spTgt spid="452628"/>
                                        </p:tgtEl>
                                      </p:cBhvr>
                                    </p:animEffect>
                                  </p:childTnLst>
                                </p:cTn>
                              </p:par>
                            </p:childTnLst>
                          </p:cTn>
                        </p:par>
                        <p:par>
                          <p:cTn id="132" fill="hold" nodeType="afterGroup">
                            <p:stCondLst>
                              <p:cond delay="2500"/>
                            </p:stCondLst>
                            <p:childTnLst>
                              <p:par>
                                <p:cTn id="133" presetID="4" presetClass="entr" presetSubtype="16" fill="hold" nodeType="afterEffect">
                                  <p:stCondLst>
                                    <p:cond delay="0"/>
                                  </p:stCondLst>
                                  <p:childTnLst>
                                    <p:set>
                                      <p:cBhvr>
                                        <p:cTn id="134" dur="1" fill="hold">
                                          <p:stCondLst>
                                            <p:cond delay="0"/>
                                          </p:stCondLst>
                                        </p:cTn>
                                        <p:tgtEl>
                                          <p:spTgt spid="452625"/>
                                        </p:tgtEl>
                                        <p:attrNameLst>
                                          <p:attrName>style.visibility</p:attrName>
                                        </p:attrNameLst>
                                      </p:cBhvr>
                                      <p:to>
                                        <p:strVal val="visible"/>
                                      </p:to>
                                    </p:set>
                                    <p:animEffect transition="in" filter="box(in)">
                                      <p:cBhvr>
                                        <p:cTn id="135" dur="500"/>
                                        <p:tgtEl>
                                          <p:spTgt spid="45262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452639"/>
                                        </p:tgtEl>
                                        <p:attrNameLst>
                                          <p:attrName>style.visibility</p:attrName>
                                        </p:attrNameLst>
                                      </p:cBhvr>
                                      <p:to>
                                        <p:strVal val="visible"/>
                                      </p:to>
                                    </p:set>
                                    <p:animEffect transition="in" filter="wipe(left)">
                                      <p:cBhvr>
                                        <p:cTn id="140" dur="2000"/>
                                        <p:tgtEl>
                                          <p:spTgt spid="452639"/>
                                        </p:tgtEl>
                                      </p:cBhvr>
                                    </p:animEffect>
                                  </p:childTnLst>
                                </p:cTn>
                              </p:par>
                            </p:childTnLst>
                          </p:cTn>
                        </p:par>
                        <p:par>
                          <p:cTn id="141" fill="hold" nodeType="afterGroup">
                            <p:stCondLst>
                              <p:cond delay="2000"/>
                            </p:stCondLst>
                            <p:childTnLst>
                              <p:par>
                                <p:cTn id="142" presetID="4" presetClass="entr" presetSubtype="16" fill="hold" nodeType="afterEffect">
                                  <p:stCondLst>
                                    <p:cond delay="0"/>
                                  </p:stCondLst>
                                  <p:childTnLst>
                                    <p:set>
                                      <p:cBhvr>
                                        <p:cTn id="143" dur="1" fill="hold">
                                          <p:stCondLst>
                                            <p:cond delay="0"/>
                                          </p:stCondLst>
                                        </p:cTn>
                                        <p:tgtEl>
                                          <p:spTgt spid="452646"/>
                                        </p:tgtEl>
                                        <p:attrNameLst>
                                          <p:attrName>style.visibility</p:attrName>
                                        </p:attrNameLst>
                                      </p:cBhvr>
                                      <p:to>
                                        <p:strVal val="visible"/>
                                      </p:to>
                                    </p:set>
                                    <p:animEffect transition="in" filter="box(in)">
                                      <p:cBhvr>
                                        <p:cTn id="144" dur="500"/>
                                        <p:tgtEl>
                                          <p:spTgt spid="452646"/>
                                        </p:tgtEl>
                                      </p:cBhvr>
                                    </p:animEffect>
                                  </p:childTnLst>
                                </p:cTn>
                              </p:par>
                            </p:childTnLst>
                          </p:cTn>
                        </p:par>
                        <p:par>
                          <p:cTn id="145" fill="hold" nodeType="afterGroup">
                            <p:stCondLst>
                              <p:cond delay="2500"/>
                            </p:stCondLst>
                            <p:childTnLst>
                              <p:par>
                                <p:cTn id="146" presetID="4" presetClass="entr" presetSubtype="16" fill="hold" nodeType="afterEffect">
                                  <p:stCondLst>
                                    <p:cond delay="0"/>
                                  </p:stCondLst>
                                  <p:childTnLst>
                                    <p:set>
                                      <p:cBhvr>
                                        <p:cTn id="147" dur="1" fill="hold">
                                          <p:stCondLst>
                                            <p:cond delay="0"/>
                                          </p:stCondLst>
                                        </p:cTn>
                                        <p:tgtEl>
                                          <p:spTgt spid="452642"/>
                                        </p:tgtEl>
                                        <p:attrNameLst>
                                          <p:attrName>style.visibility</p:attrName>
                                        </p:attrNameLst>
                                      </p:cBhvr>
                                      <p:to>
                                        <p:strVal val="visible"/>
                                      </p:to>
                                    </p:set>
                                    <p:animEffect transition="in" filter="box(in)">
                                      <p:cBhvr>
                                        <p:cTn id="148" dur="500"/>
                                        <p:tgtEl>
                                          <p:spTgt spid="452642"/>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452613"/>
                                        </p:tgtEl>
                                        <p:attrNameLst>
                                          <p:attrName>style.visibility</p:attrName>
                                        </p:attrNameLst>
                                      </p:cBhvr>
                                      <p:to>
                                        <p:strVal val="visible"/>
                                      </p:to>
                                    </p:set>
                                    <p:animEffect transition="in" filter="wipe(left)">
                                      <p:cBhvr>
                                        <p:cTn id="153" dur="2000"/>
                                        <p:tgtEl>
                                          <p:spTgt spid="452613"/>
                                        </p:tgtEl>
                                      </p:cBhvr>
                                    </p:animEffect>
                                  </p:childTnLst>
                                </p:cTn>
                              </p:par>
                            </p:childTnLst>
                          </p:cTn>
                        </p:par>
                        <p:par>
                          <p:cTn id="154" fill="hold" nodeType="afterGroup">
                            <p:stCondLst>
                              <p:cond delay="2000"/>
                            </p:stCondLst>
                            <p:childTnLst>
                              <p:par>
                                <p:cTn id="155" presetID="4" presetClass="entr" presetSubtype="16" fill="hold" nodeType="afterEffect">
                                  <p:stCondLst>
                                    <p:cond delay="0"/>
                                  </p:stCondLst>
                                  <p:childTnLst>
                                    <p:set>
                                      <p:cBhvr>
                                        <p:cTn id="156" dur="1" fill="hold">
                                          <p:stCondLst>
                                            <p:cond delay="0"/>
                                          </p:stCondLst>
                                        </p:cTn>
                                        <p:tgtEl>
                                          <p:spTgt spid="452630"/>
                                        </p:tgtEl>
                                        <p:attrNameLst>
                                          <p:attrName>style.visibility</p:attrName>
                                        </p:attrNameLst>
                                      </p:cBhvr>
                                      <p:to>
                                        <p:strVal val="visible"/>
                                      </p:to>
                                    </p:set>
                                    <p:animEffect transition="in" filter="box(in)">
                                      <p:cBhvr>
                                        <p:cTn id="157" dur="500"/>
                                        <p:tgtEl>
                                          <p:spTgt spid="452630"/>
                                        </p:tgtEl>
                                      </p:cBhvr>
                                    </p:animEffect>
                                  </p:childTnLst>
                                </p:cTn>
                              </p:par>
                            </p:childTnLst>
                          </p:cTn>
                        </p:par>
                        <p:par>
                          <p:cTn id="158" fill="hold" nodeType="afterGroup">
                            <p:stCondLst>
                              <p:cond delay="2500"/>
                            </p:stCondLst>
                            <p:childTnLst>
                              <p:par>
                                <p:cTn id="159" presetID="4" presetClass="entr" presetSubtype="16" fill="hold" nodeType="afterEffect">
                                  <p:stCondLst>
                                    <p:cond delay="0"/>
                                  </p:stCondLst>
                                  <p:childTnLst>
                                    <p:set>
                                      <p:cBhvr>
                                        <p:cTn id="160" dur="1" fill="hold">
                                          <p:stCondLst>
                                            <p:cond delay="0"/>
                                          </p:stCondLst>
                                        </p:cTn>
                                        <p:tgtEl>
                                          <p:spTgt spid="452627"/>
                                        </p:tgtEl>
                                        <p:attrNameLst>
                                          <p:attrName>style.visibility</p:attrName>
                                        </p:attrNameLst>
                                      </p:cBhvr>
                                      <p:to>
                                        <p:strVal val="visible"/>
                                      </p:to>
                                    </p:set>
                                    <p:animEffect transition="in" filter="box(in)">
                                      <p:cBhvr>
                                        <p:cTn id="161" dur="500"/>
                                        <p:tgtEl>
                                          <p:spTgt spid="452627"/>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452633"/>
                                        </p:tgtEl>
                                        <p:attrNameLst>
                                          <p:attrName>style.visibility</p:attrName>
                                        </p:attrNameLst>
                                      </p:cBhvr>
                                      <p:to>
                                        <p:strVal val="visible"/>
                                      </p:to>
                                    </p:set>
                                    <p:animEffect transition="in" filter="wipe(left)">
                                      <p:cBhvr>
                                        <p:cTn id="166" dur="2000"/>
                                        <p:tgtEl>
                                          <p:spTgt spid="452633"/>
                                        </p:tgtEl>
                                      </p:cBhvr>
                                    </p:animEffect>
                                  </p:childTnLst>
                                </p:cTn>
                              </p:par>
                            </p:childTnLst>
                          </p:cTn>
                        </p:par>
                        <p:par>
                          <p:cTn id="167" fill="hold" nodeType="afterGroup">
                            <p:stCondLst>
                              <p:cond delay="2000"/>
                            </p:stCondLst>
                            <p:childTnLst>
                              <p:par>
                                <p:cTn id="168" presetID="4" presetClass="entr" presetSubtype="16" fill="hold" nodeType="afterEffect">
                                  <p:stCondLst>
                                    <p:cond delay="0"/>
                                  </p:stCondLst>
                                  <p:childTnLst>
                                    <p:set>
                                      <p:cBhvr>
                                        <p:cTn id="169" dur="1" fill="hold">
                                          <p:stCondLst>
                                            <p:cond delay="0"/>
                                          </p:stCondLst>
                                        </p:cTn>
                                        <p:tgtEl>
                                          <p:spTgt spid="452647"/>
                                        </p:tgtEl>
                                        <p:attrNameLst>
                                          <p:attrName>style.visibility</p:attrName>
                                        </p:attrNameLst>
                                      </p:cBhvr>
                                      <p:to>
                                        <p:strVal val="visible"/>
                                      </p:to>
                                    </p:set>
                                    <p:animEffect transition="in" filter="box(in)">
                                      <p:cBhvr>
                                        <p:cTn id="170" dur="500"/>
                                        <p:tgtEl>
                                          <p:spTgt spid="452647"/>
                                        </p:tgtEl>
                                      </p:cBhvr>
                                    </p:animEffect>
                                  </p:childTnLst>
                                </p:cTn>
                              </p:par>
                            </p:childTnLst>
                          </p:cTn>
                        </p:par>
                        <p:par>
                          <p:cTn id="171" fill="hold" nodeType="afterGroup">
                            <p:stCondLst>
                              <p:cond delay="2500"/>
                            </p:stCondLst>
                            <p:childTnLst>
                              <p:par>
                                <p:cTn id="172" presetID="4" presetClass="entr" presetSubtype="16" fill="hold" nodeType="afterEffect">
                                  <p:stCondLst>
                                    <p:cond delay="0"/>
                                  </p:stCondLst>
                                  <p:childTnLst>
                                    <p:set>
                                      <p:cBhvr>
                                        <p:cTn id="173" dur="1" fill="hold">
                                          <p:stCondLst>
                                            <p:cond delay="0"/>
                                          </p:stCondLst>
                                        </p:cTn>
                                        <p:tgtEl>
                                          <p:spTgt spid="452644"/>
                                        </p:tgtEl>
                                        <p:attrNameLst>
                                          <p:attrName>style.visibility</p:attrName>
                                        </p:attrNameLst>
                                      </p:cBhvr>
                                      <p:to>
                                        <p:strVal val="visible"/>
                                      </p:to>
                                    </p:set>
                                    <p:animEffect transition="in" filter="box(in)">
                                      <p:cBhvr>
                                        <p:cTn id="174" dur="500"/>
                                        <p:tgtEl>
                                          <p:spTgt spid="452644"/>
                                        </p:tgtEl>
                                      </p:cBhvr>
                                    </p:animEffect>
                                  </p:childTnLst>
                                </p:cTn>
                              </p:par>
                            </p:childTnLst>
                          </p:cTn>
                        </p:par>
                        <p:par>
                          <p:cTn id="175" fill="hold" nodeType="afterGroup">
                            <p:stCondLst>
                              <p:cond delay="3000"/>
                            </p:stCondLst>
                            <p:childTnLst>
                              <p:par>
                                <p:cTn id="176" presetID="4" presetClass="entr" presetSubtype="16" fill="hold" nodeType="afterEffect">
                                  <p:stCondLst>
                                    <p:cond delay="0"/>
                                  </p:stCondLst>
                                  <p:childTnLst>
                                    <p:set>
                                      <p:cBhvr>
                                        <p:cTn id="177" dur="1" fill="hold">
                                          <p:stCondLst>
                                            <p:cond delay="0"/>
                                          </p:stCondLst>
                                        </p:cTn>
                                        <p:tgtEl>
                                          <p:spTgt spid="452661"/>
                                        </p:tgtEl>
                                        <p:attrNameLst>
                                          <p:attrName>style.visibility</p:attrName>
                                        </p:attrNameLst>
                                      </p:cBhvr>
                                      <p:to>
                                        <p:strVal val="visible"/>
                                      </p:to>
                                    </p:set>
                                    <p:animEffect transition="in" filter="box(in)">
                                      <p:cBhvr>
                                        <p:cTn id="178" dur="500"/>
                                        <p:tgtEl>
                                          <p:spTgt spid="452661"/>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4" presetClass="entr" presetSubtype="16" fill="hold" nodeType="clickEffect">
                                  <p:stCondLst>
                                    <p:cond delay="0"/>
                                  </p:stCondLst>
                                  <p:childTnLst>
                                    <p:set>
                                      <p:cBhvr>
                                        <p:cTn id="182" dur="1" fill="hold">
                                          <p:stCondLst>
                                            <p:cond delay="0"/>
                                          </p:stCondLst>
                                        </p:cTn>
                                        <p:tgtEl>
                                          <p:spTgt spid="452649"/>
                                        </p:tgtEl>
                                        <p:attrNameLst>
                                          <p:attrName>style.visibility</p:attrName>
                                        </p:attrNameLst>
                                      </p:cBhvr>
                                      <p:to>
                                        <p:strVal val="visible"/>
                                      </p:to>
                                    </p:set>
                                    <p:animEffect transition="in" filter="box(in)">
                                      <p:cBhvr>
                                        <p:cTn id="183" dur="1000"/>
                                        <p:tgtEl>
                                          <p:spTgt spid="452649"/>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47" presetClass="entr" presetSubtype="0" fill="hold" nodeType="clickEffect">
                                  <p:stCondLst>
                                    <p:cond delay="0"/>
                                  </p:stCondLst>
                                  <p:childTnLst>
                                    <p:set>
                                      <p:cBhvr>
                                        <p:cTn id="187" dur="1" fill="hold">
                                          <p:stCondLst>
                                            <p:cond delay="0"/>
                                          </p:stCondLst>
                                        </p:cTn>
                                        <p:tgtEl>
                                          <p:spTgt spid="452652"/>
                                        </p:tgtEl>
                                        <p:attrNameLst>
                                          <p:attrName>style.visibility</p:attrName>
                                        </p:attrNameLst>
                                      </p:cBhvr>
                                      <p:to>
                                        <p:strVal val="visible"/>
                                      </p:to>
                                    </p:set>
                                    <p:animEffect transition="in" filter="fade">
                                      <p:cBhvr>
                                        <p:cTn id="188" dur="1000"/>
                                        <p:tgtEl>
                                          <p:spTgt spid="452652"/>
                                        </p:tgtEl>
                                      </p:cBhvr>
                                    </p:animEffect>
                                    <p:anim calcmode="lin" valueType="num">
                                      <p:cBhvr>
                                        <p:cTn id="189" dur="1000" fill="hold"/>
                                        <p:tgtEl>
                                          <p:spTgt spid="452652"/>
                                        </p:tgtEl>
                                        <p:attrNameLst>
                                          <p:attrName>ppt_x</p:attrName>
                                        </p:attrNameLst>
                                      </p:cBhvr>
                                      <p:tavLst>
                                        <p:tav tm="0">
                                          <p:val>
                                            <p:strVal val="#ppt_x"/>
                                          </p:val>
                                        </p:tav>
                                        <p:tav tm="100000">
                                          <p:val>
                                            <p:strVal val="#ppt_x"/>
                                          </p:val>
                                        </p:tav>
                                      </p:tavLst>
                                    </p:anim>
                                    <p:anim calcmode="lin" valueType="num">
                                      <p:cBhvr>
                                        <p:cTn id="190" dur="1000" fill="hold"/>
                                        <p:tgtEl>
                                          <p:spTgt spid="452652"/>
                                        </p:tgtEl>
                                        <p:attrNameLst>
                                          <p:attrName>ppt_y</p:attrName>
                                        </p:attrNameLst>
                                      </p:cBhvr>
                                      <p:tavLst>
                                        <p:tav tm="0">
                                          <p:val>
                                            <p:strVal val="#ppt_y-.1"/>
                                          </p:val>
                                        </p:tav>
                                        <p:tav tm="100000">
                                          <p:val>
                                            <p:strVal val="#ppt_y"/>
                                          </p:val>
                                        </p:tav>
                                      </p:tavLst>
                                    </p:anim>
                                  </p:childTnLst>
                                </p:cTn>
                              </p:par>
                            </p:childTnLst>
                          </p:cTn>
                        </p:par>
                      </p:childTnLst>
                    </p:cTn>
                  </p:par>
                  <p:par>
                    <p:cTn id="191" fill="hold" nodeType="clickPar">
                      <p:stCondLst>
                        <p:cond delay="indefinite"/>
                      </p:stCondLst>
                      <p:childTnLst>
                        <p:par>
                          <p:cTn id="192" fill="hold" nodeType="withGroup">
                            <p:stCondLst>
                              <p:cond delay="0"/>
                            </p:stCondLst>
                            <p:childTnLst>
                              <p:par>
                                <p:cTn id="193" presetID="47" presetClass="entr" presetSubtype="0" fill="hold" nodeType="clickEffect">
                                  <p:stCondLst>
                                    <p:cond delay="0"/>
                                  </p:stCondLst>
                                  <p:childTnLst>
                                    <p:set>
                                      <p:cBhvr>
                                        <p:cTn id="194" dur="1" fill="hold">
                                          <p:stCondLst>
                                            <p:cond delay="0"/>
                                          </p:stCondLst>
                                        </p:cTn>
                                        <p:tgtEl>
                                          <p:spTgt spid="452653"/>
                                        </p:tgtEl>
                                        <p:attrNameLst>
                                          <p:attrName>style.visibility</p:attrName>
                                        </p:attrNameLst>
                                      </p:cBhvr>
                                      <p:to>
                                        <p:strVal val="visible"/>
                                      </p:to>
                                    </p:set>
                                    <p:animEffect transition="in" filter="fade">
                                      <p:cBhvr>
                                        <p:cTn id="195" dur="1000"/>
                                        <p:tgtEl>
                                          <p:spTgt spid="452653"/>
                                        </p:tgtEl>
                                      </p:cBhvr>
                                    </p:animEffect>
                                    <p:anim calcmode="lin" valueType="num">
                                      <p:cBhvr>
                                        <p:cTn id="196" dur="1000" fill="hold"/>
                                        <p:tgtEl>
                                          <p:spTgt spid="452653"/>
                                        </p:tgtEl>
                                        <p:attrNameLst>
                                          <p:attrName>ppt_x</p:attrName>
                                        </p:attrNameLst>
                                      </p:cBhvr>
                                      <p:tavLst>
                                        <p:tav tm="0">
                                          <p:val>
                                            <p:strVal val="#ppt_x"/>
                                          </p:val>
                                        </p:tav>
                                        <p:tav tm="100000">
                                          <p:val>
                                            <p:strVal val="#ppt_x"/>
                                          </p:val>
                                        </p:tav>
                                      </p:tavLst>
                                    </p:anim>
                                    <p:anim calcmode="lin" valueType="num">
                                      <p:cBhvr>
                                        <p:cTn id="197" dur="1000" fill="hold"/>
                                        <p:tgtEl>
                                          <p:spTgt spid="452653"/>
                                        </p:tgtEl>
                                        <p:attrNameLst>
                                          <p:attrName>ppt_y</p:attrName>
                                        </p:attrNameLst>
                                      </p:cBhvr>
                                      <p:tavLst>
                                        <p:tav tm="0">
                                          <p:val>
                                            <p:strVal val="#ppt_y-.1"/>
                                          </p:val>
                                        </p:tav>
                                        <p:tav tm="100000">
                                          <p:val>
                                            <p:strVal val="#ppt_y"/>
                                          </p:val>
                                        </p:tav>
                                      </p:tavLst>
                                    </p:anim>
                                  </p:childTnLst>
                                </p:cTn>
                              </p:par>
                            </p:childTnLst>
                          </p:cTn>
                        </p:par>
                      </p:childTnLst>
                    </p:cTn>
                  </p:par>
                  <p:par>
                    <p:cTn id="198" fill="hold" nodeType="clickPar">
                      <p:stCondLst>
                        <p:cond delay="indefinite"/>
                      </p:stCondLst>
                      <p:childTnLst>
                        <p:par>
                          <p:cTn id="199" fill="hold" nodeType="withGroup">
                            <p:stCondLst>
                              <p:cond delay="0"/>
                            </p:stCondLst>
                            <p:childTnLst>
                              <p:par>
                                <p:cTn id="200" presetID="4" presetClass="entr" presetSubtype="16" fill="hold" nodeType="clickEffect">
                                  <p:stCondLst>
                                    <p:cond delay="0"/>
                                  </p:stCondLst>
                                  <p:childTnLst>
                                    <p:set>
                                      <p:cBhvr>
                                        <p:cTn id="201" dur="1" fill="hold">
                                          <p:stCondLst>
                                            <p:cond delay="0"/>
                                          </p:stCondLst>
                                        </p:cTn>
                                        <p:tgtEl>
                                          <p:spTgt spid="452665"/>
                                        </p:tgtEl>
                                        <p:attrNameLst>
                                          <p:attrName>style.visibility</p:attrName>
                                        </p:attrNameLst>
                                      </p:cBhvr>
                                      <p:to>
                                        <p:strVal val="visible"/>
                                      </p:to>
                                    </p:set>
                                    <p:animEffect transition="in" filter="box(in)">
                                      <p:cBhvr>
                                        <p:cTn id="202" dur="500"/>
                                        <p:tgtEl>
                                          <p:spTgt spid="452665"/>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4" presetClass="entr" presetSubtype="16" fill="hold" nodeType="clickEffect">
                                  <p:stCondLst>
                                    <p:cond delay="0"/>
                                  </p:stCondLst>
                                  <p:childTnLst>
                                    <p:set>
                                      <p:cBhvr>
                                        <p:cTn id="206" dur="1" fill="hold">
                                          <p:stCondLst>
                                            <p:cond delay="0"/>
                                          </p:stCondLst>
                                        </p:cTn>
                                        <p:tgtEl>
                                          <p:spTgt spid="452658"/>
                                        </p:tgtEl>
                                        <p:attrNameLst>
                                          <p:attrName>style.visibility</p:attrName>
                                        </p:attrNameLst>
                                      </p:cBhvr>
                                      <p:to>
                                        <p:strVal val="visible"/>
                                      </p:to>
                                    </p:set>
                                    <p:animEffect transition="in" filter="box(in)">
                                      <p:cBhvr>
                                        <p:cTn id="207" dur="1000"/>
                                        <p:tgtEl>
                                          <p:spTgt spid="452658"/>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8" fill="hold" nodeType="clickEffect">
                                  <p:stCondLst>
                                    <p:cond delay="0"/>
                                  </p:stCondLst>
                                  <p:childTnLst>
                                    <p:set>
                                      <p:cBhvr>
                                        <p:cTn id="211" dur="1" fill="hold">
                                          <p:stCondLst>
                                            <p:cond delay="0"/>
                                          </p:stCondLst>
                                        </p:cTn>
                                        <p:tgtEl>
                                          <p:spTgt spid="452650"/>
                                        </p:tgtEl>
                                        <p:attrNameLst>
                                          <p:attrName>style.visibility</p:attrName>
                                        </p:attrNameLst>
                                      </p:cBhvr>
                                      <p:to>
                                        <p:strVal val="visible"/>
                                      </p:to>
                                    </p:set>
                                    <p:animEffect transition="in" filter="wipe(left)">
                                      <p:cBhvr>
                                        <p:cTn id="212" dur="1000"/>
                                        <p:tgtEl>
                                          <p:spTgt spid="452650"/>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42" presetClass="entr" presetSubtype="0" fill="hold" nodeType="clickEffect">
                                  <p:stCondLst>
                                    <p:cond delay="0"/>
                                  </p:stCondLst>
                                  <p:childTnLst>
                                    <p:set>
                                      <p:cBhvr>
                                        <p:cTn id="216" dur="1" fill="hold">
                                          <p:stCondLst>
                                            <p:cond delay="0"/>
                                          </p:stCondLst>
                                        </p:cTn>
                                        <p:tgtEl>
                                          <p:spTgt spid="452655"/>
                                        </p:tgtEl>
                                        <p:attrNameLst>
                                          <p:attrName>style.visibility</p:attrName>
                                        </p:attrNameLst>
                                      </p:cBhvr>
                                      <p:to>
                                        <p:strVal val="visible"/>
                                      </p:to>
                                    </p:set>
                                    <p:animEffect transition="in" filter="fade">
                                      <p:cBhvr>
                                        <p:cTn id="217" dur="1000"/>
                                        <p:tgtEl>
                                          <p:spTgt spid="452655"/>
                                        </p:tgtEl>
                                      </p:cBhvr>
                                    </p:animEffect>
                                    <p:anim calcmode="lin" valueType="num">
                                      <p:cBhvr>
                                        <p:cTn id="218" dur="1000" fill="hold"/>
                                        <p:tgtEl>
                                          <p:spTgt spid="452655"/>
                                        </p:tgtEl>
                                        <p:attrNameLst>
                                          <p:attrName>ppt_x</p:attrName>
                                        </p:attrNameLst>
                                      </p:cBhvr>
                                      <p:tavLst>
                                        <p:tav tm="0">
                                          <p:val>
                                            <p:strVal val="#ppt_x"/>
                                          </p:val>
                                        </p:tav>
                                        <p:tav tm="100000">
                                          <p:val>
                                            <p:strVal val="#ppt_x"/>
                                          </p:val>
                                        </p:tav>
                                      </p:tavLst>
                                    </p:anim>
                                    <p:anim calcmode="lin" valueType="num">
                                      <p:cBhvr>
                                        <p:cTn id="219" dur="1000" fill="hold"/>
                                        <p:tgtEl>
                                          <p:spTgt spid="452655"/>
                                        </p:tgtEl>
                                        <p:attrNameLst>
                                          <p:attrName>ppt_y</p:attrName>
                                        </p:attrNameLst>
                                      </p:cBhvr>
                                      <p:tavLst>
                                        <p:tav tm="0">
                                          <p:val>
                                            <p:strVal val="#ppt_y+.1"/>
                                          </p:val>
                                        </p:tav>
                                        <p:tav tm="100000">
                                          <p:val>
                                            <p:strVal val="#ppt_y"/>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47" presetClass="entr" presetSubtype="0" fill="hold" nodeType="clickEffect">
                                  <p:stCondLst>
                                    <p:cond delay="0"/>
                                  </p:stCondLst>
                                  <p:childTnLst>
                                    <p:set>
                                      <p:cBhvr>
                                        <p:cTn id="223" dur="1" fill="hold">
                                          <p:stCondLst>
                                            <p:cond delay="0"/>
                                          </p:stCondLst>
                                        </p:cTn>
                                        <p:tgtEl>
                                          <p:spTgt spid="452654"/>
                                        </p:tgtEl>
                                        <p:attrNameLst>
                                          <p:attrName>style.visibility</p:attrName>
                                        </p:attrNameLst>
                                      </p:cBhvr>
                                      <p:to>
                                        <p:strVal val="visible"/>
                                      </p:to>
                                    </p:set>
                                    <p:animEffect transition="in" filter="fade">
                                      <p:cBhvr>
                                        <p:cTn id="224" dur="1000"/>
                                        <p:tgtEl>
                                          <p:spTgt spid="452654"/>
                                        </p:tgtEl>
                                      </p:cBhvr>
                                    </p:animEffect>
                                    <p:anim calcmode="lin" valueType="num">
                                      <p:cBhvr>
                                        <p:cTn id="225" dur="1000" fill="hold"/>
                                        <p:tgtEl>
                                          <p:spTgt spid="452654"/>
                                        </p:tgtEl>
                                        <p:attrNameLst>
                                          <p:attrName>ppt_x</p:attrName>
                                        </p:attrNameLst>
                                      </p:cBhvr>
                                      <p:tavLst>
                                        <p:tav tm="0">
                                          <p:val>
                                            <p:strVal val="#ppt_x"/>
                                          </p:val>
                                        </p:tav>
                                        <p:tav tm="100000">
                                          <p:val>
                                            <p:strVal val="#ppt_x"/>
                                          </p:val>
                                        </p:tav>
                                      </p:tavLst>
                                    </p:anim>
                                    <p:anim calcmode="lin" valueType="num">
                                      <p:cBhvr>
                                        <p:cTn id="226" dur="1000" fill="hold"/>
                                        <p:tgtEl>
                                          <p:spTgt spid="452654"/>
                                        </p:tgtEl>
                                        <p:attrNameLst>
                                          <p:attrName>ppt_y</p:attrName>
                                        </p:attrNameLst>
                                      </p:cBhvr>
                                      <p:tavLst>
                                        <p:tav tm="0">
                                          <p:val>
                                            <p:strVal val="#ppt_y-.1"/>
                                          </p:val>
                                        </p:tav>
                                        <p:tav tm="100000">
                                          <p:val>
                                            <p:strVal val="#ppt_y"/>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4" presetClass="entr" presetSubtype="16" fill="hold" nodeType="clickEffect">
                                  <p:stCondLst>
                                    <p:cond delay="0"/>
                                  </p:stCondLst>
                                  <p:childTnLst>
                                    <p:set>
                                      <p:cBhvr>
                                        <p:cTn id="230" dur="1" fill="hold">
                                          <p:stCondLst>
                                            <p:cond delay="0"/>
                                          </p:stCondLst>
                                        </p:cTn>
                                        <p:tgtEl>
                                          <p:spTgt spid="452666"/>
                                        </p:tgtEl>
                                        <p:attrNameLst>
                                          <p:attrName>style.visibility</p:attrName>
                                        </p:attrNameLst>
                                      </p:cBhvr>
                                      <p:to>
                                        <p:strVal val="visible"/>
                                      </p:to>
                                    </p:set>
                                    <p:animEffect transition="in" filter="box(in)">
                                      <p:cBhvr>
                                        <p:cTn id="231" dur="500"/>
                                        <p:tgtEl>
                                          <p:spTgt spid="452666"/>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4" presetClass="entr" presetSubtype="16" fill="hold" nodeType="clickEffect">
                                  <p:stCondLst>
                                    <p:cond delay="0"/>
                                  </p:stCondLst>
                                  <p:childTnLst>
                                    <p:set>
                                      <p:cBhvr>
                                        <p:cTn id="235" dur="1" fill="hold">
                                          <p:stCondLst>
                                            <p:cond delay="0"/>
                                          </p:stCondLst>
                                        </p:cTn>
                                        <p:tgtEl>
                                          <p:spTgt spid="452659"/>
                                        </p:tgtEl>
                                        <p:attrNameLst>
                                          <p:attrName>style.visibility</p:attrName>
                                        </p:attrNameLst>
                                      </p:cBhvr>
                                      <p:to>
                                        <p:strVal val="visible"/>
                                      </p:to>
                                    </p:set>
                                    <p:animEffect transition="in" filter="box(in)">
                                      <p:cBhvr>
                                        <p:cTn id="236" dur="1000"/>
                                        <p:tgtEl>
                                          <p:spTgt spid="452659"/>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4" presetClass="entr" presetSubtype="16" fill="hold" nodeType="clickEffect">
                                  <p:stCondLst>
                                    <p:cond delay="0"/>
                                  </p:stCondLst>
                                  <p:childTnLst>
                                    <p:set>
                                      <p:cBhvr>
                                        <p:cTn id="240" dur="1" fill="hold">
                                          <p:stCondLst>
                                            <p:cond delay="0"/>
                                          </p:stCondLst>
                                        </p:cTn>
                                        <p:tgtEl>
                                          <p:spTgt spid="452651"/>
                                        </p:tgtEl>
                                        <p:attrNameLst>
                                          <p:attrName>style.visibility</p:attrName>
                                        </p:attrNameLst>
                                      </p:cBhvr>
                                      <p:to>
                                        <p:strVal val="visible"/>
                                      </p:to>
                                    </p:set>
                                    <p:animEffect transition="in" filter="box(in)">
                                      <p:cBhvr>
                                        <p:cTn id="241" dur="1000"/>
                                        <p:tgtEl>
                                          <p:spTgt spid="452651"/>
                                        </p:tgtEl>
                                      </p:cBhvr>
                                    </p:animEffect>
                                  </p:childTnLst>
                                </p:cTn>
                              </p:par>
                            </p:childTnLst>
                          </p:cTn>
                        </p:par>
                        <p:par>
                          <p:cTn id="242" fill="hold" nodeType="afterGroup">
                            <p:stCondLst>
                              <p:cond delay="1000"/>
                            </p:stCondLst>
                            <p:childTnLst>
                              <p:par>
                                <p:cTn id="243" presetID="4" presetClass="entr" presetSubtype="16" fill="hold" nodeType="afterEffect">
                                  <p:stCondLst>
                                    <p:cond delay="0"/>
                                  </p:stCondLst>
                                  <p:childTnLst>
                                    <p:set>
                                      <p:cBhvr>
                                        <p:cTn id="244" dur="1" fill="hold">
                                          <p:stCondLst>
                                            <p:cond delay="0"/>
                                          </p:stCondLst>
                                        </p:cTn>
                                        <p:tgtEl>
                                          <p:spTgt spid="452657"/>
                                        </p:tgtEl>
                                        <p:attrNameLst>
                                          <p:attrName>style.visibility</p:attrName>
                                        </p:attrNameLst>
                                      </p:cBhvr>
                                      <p:to>
                                        <p:strVal val="visible"/>
                                      </p:to>
                                    </p:set>
                                    <p:animEffect transition="in" filter="box(in)">
                                      <p:cBhvr>
                                        <p:cTn id="245" dur="500"/>
                                        <p:tgtEl>
                                          <p:spTgt spid="452657"/>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4" presetClass="entr" presetSubtype="16" fill="hold" nodeType="clickEffect">
                                  <p:stCondLst>
                                    <p:cond delay="0"/>
                                  </p:stCondLst>
                                  <p:childTnLst>
                                    <p:set>
                                      <p:cBhvr>
                                        <p:cTn id="249" dur="1" fill="hold">
                                          <p:stCondLst>
                                            <p:cond delay="0"/>
                                          </p:stCondLst>
                                        </p:cTn>
                                        <p:tgtEl>
                                          <p:spTgt spid="452667"/>
                                        </p:tgtEl>
                                        <p:attrNameLst>
                                          <p:attrName>style.visibility</p:attrName>
                                        </p:attrNameLst>
                                      </p:cBhvr>
                                      <p:to>
                                        <p:strVal val="visible"/>
                                      </p:to>
                                    </p:set>
                                    <p:animEffect transition="in" filter="box(in)">
                                      <p:cBhvr>
                                        <p:cTn id="250" dur="500"/>
                                        <p:tgtEl>
                                          <p:spTgt spid="452667"/>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47" presetClass="entr" presetSubtype="0" fill="hold" nodeType="clickEffect">
                                  <p:stCondLst>
                                    <p:cond delay="0"/>
                                  </p:stCondLst>
                                  <p:childTnLst>
                                    <p:set>
                                      <p:cBhvr>
                                        <p:cTn id="254" dur="1" fill="hold">
                                          <p:stCondLst>
                                            <p:cond delay="0"/>
                                          </p:stCondLst>
                                        </p:cTn>
                                        <p:tgtEl>
                                          <p:spTgt spid="452656"/>
                                        </p:tgtEl>
                                        <p:attrNameLst>
                                          <p:attrName>style.visibility</p:attrName>
                                        </p:attrNameLst>
                                      </p:cBhvr>
                                      <p:to>
                                        <p:strVal val="visible"/>
                                      </p:to>
                                    </p:set>
                                    <p:animEffect transition="in" filter="fade">
                                      <p:cBhvr>
                                        <p:cTn id="255" dur="1000"/>
                                        <p:tgtEl>
                                          <p:spTgt spid="452656"/>
                                        </p:tgtEl>
                                      </p:cBhvr>
                                    </p:animEffect>
                                    <p:anim calcmode="lin" valueType="num">
                                      <p:cBhvr>
                                        <p:cTn id="256" dur="1000" fill="hold"/>
                                        <p:tgtEl>
                                          <p:spTgt spid="452656"/>
                                        </p:tgtEl>
                                        <p:attrNameLst>
                                          <p:attrName>ppt_x</p:attrName>
                                        </p:attrNameLst>
                                      </p:cBhvr>
                                      <p:tavLst>
                                        <p:tav tm="0">
                                          <p:val>
                                            <p:strVal val="#ppt_x"/>
                                          </p:val>
                                        </p:tav>
                                        <p:tav tm="100000">
                                          <p:val>
                                            <p:strVal val="#ppt_x"/>
                                          </p:val>
                                        </p:tav>
                                      </p:tavLst>
                                    </p:anim>
                                    <p:anim calcmode="lin" valueType="num">
                                      <p:cBhvr>
                                        <p:cTn id="257" dur="1000" fill="hold"/>
                                        <p:tgtEl>
                                          <p:spTgt spid="452656"/>
                                        </p:tgtEl>
                                        <p:attrNameLst>
                                          <p:attrName>ppt_y</p:attrName>
                                        </p:attrNameLst>
                                      </p:cBhvr>
                                      <p:tavLst>
                                        <p:tav tm="0">
                                          <p:val>
                                            <p:strVal val="#ppt_y-.1"/>
                                          </p:val>
                                        </p:tav>
                                        <p:tav tm="100000">
                                          <p:val>
                                            <p:strVal val="#ppt_y"/>
                                          </p:val>
                                        </p:tav>
                                      </p:tavLst>
                                    </p:anim>
                                  </p:childTnLst>
                                </p:cTn>
                              </p:par>
                            </p:childTnLst>
                          </p:cTn>
                        </p:par>
                        <p:par>
                          <p:cTn id="258" fill="hold" nodeType="afterGroup">
                            <p:stCondLst>
                              <p:cond delay="1000"/>
                            </p:stCondLst>
                            <p:childTnLst>
                              <p:par>
                                <p:cTn id="259" presetID="4" presetClass="entr" presetSubtype="16" fill="hold" nodeType="afterEffect">
                                  <p:stCondLst>
                                    <p:cond delay="0"/>
                                  </p:stCondLst>
                                  <p:childTnLst>
                                    <p:set>
                                      <p:cBhvr>
                                        <p:cTn id="260" dur="1" fill="hold">
                                          <p:stCondLst>
                                            <p:cond delay="0"/>
                                          </p:stCondLst>
                                        </p:cTn>
                                        <p:tgtEl>
                                          <p:spTgt spid="452660"/>
                                        </p:tgtEl>
                                        <p:attrNameLst>
                                          <p:attrName>style.visibility</p:attrName>
                                        </p:attrNameLst>
                                      </p:cBhvr>
                                      <p:to>
                                        <p:strVal val="visible"/>
                                      </p:to>
                                    </p:set>
                                    <p:animEffect transition="in" filter="box(in)">
                                      <p:cBhvr>
                                        <p:cTn id="261" dur="500"/>
                                        <p:tgtEl>
                                          <p:spTgt spid="452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Text Box 3">
            <a:extLst>
              <a:ext uri="{FF2B5EF4-FFF2-40B4-BE49-F238E27FC236}">
                <a16:creationId xmlns:a16="http://schemas.microsoft.com/office/drawing/2014/main" id="{864D17BC-E301-4674-92BE-D7B93B941372}"/>
              </a:ext>
            </a:extLst>
          </p:cNvPr>
          <p:cNvSpPr txBox="1">
            <a:spLocks noChangeArrowheads="1"/>
          </p:cNvSpPr>
          <p:nvPr/>
        </p:nvSpPr>
        <p:spPr bwMode="auto">
          <a:xfrm>
            <a:off x="611188" y="1622871"/>
            <a:ext cx="7921625" cy="138499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）电路内部含有</a:t>
            </a:r>
            <a:r>
              <a:rPr kumimoji="1"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储能元件</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电容</a:t>
            </a:r>
            <a:r>
              <a:rPr kumimoji="1" lang="zh-CN" altLang="en-US" sz="28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（或者电感），</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电路在</a:t>
            </a:r>
            <a:r>
              <a:rPr kumimoji="1"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时能量发生变化，而能量的储存和释放都需要一定的时间来完成。</a:t>
            </a:r>
          </a:p>
        </p:txBody>
      </p:sp>
      <p:sp>
        <p:nvSpPr>
          <p:cNvPr id="8195" name="Text Box 8">
            <a:extLst>
              <a:ext uri="{FF2B5EF4-FFF2-40B4-BE49-F238E27FC236}">
                <a16:creationId xmlns:a16="http://schemas.microsoft.com/office/drawing/2014/main" id="{A2D470C7-96C6-4B73-A14E-A091F0FA7C95}"/>
              </a:ext>
            </a:extLst>
          </p:cNvPr>
          <p:cNvSpPr txBox="1">
            <a:spLocks noChangeArrowheads="1"/>
          </p:cNvSpPr>
          <p:nvPr/>
        </p:nvSpPr>
        <p:spPr bwMode="auto">
          <a:xfrm>
            <a:off x="539750" y="908050"/>
            <a:ext cx="4752975" cy="6000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通过上述例子分析可知：</a:t>
            </a:r>
          </a:p>
        </p:txBody>
      </p:sp>
      <p:sp>
        <p:nvSpPr>
          <p:cNvPr id="126986" name="Text Box 10">
            <a:extLst>
              <a:ext uri="{FF2B5EF4-FFF2-40B4-BE49-F238E27FC236}">
                <a16:creationId xmlns:a16="http://schemas.microsoft.com/office/drawing/2014/main" id="{B07A547E-D98D-4FB2-B713-BE3873425DA9}"/>
              </a:ext>
            </a:extLst>
          </p:cNvPr>
          <p:cNvSpPr txBox="1">
            <a:spLocks noChangeArrowheads="1"/>
          </p:cNvSpPr>
          <p:nvPr/>
        </p:nvSpPr>
        <p:spPr bwMode="auto">
          <a:xfrm>
            <a:off x="395288" y="3141663"/>
            <a:ext cx="8137525" cy="18002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）当动态电路状态发生改变时</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，需要经历一个变化过程才从一稳定工作状态过渡到另一新的稳定工作状态，这个变化过程称为电路的过渡过程，也称</a:t>
            </a:r>
            <a:r>
              <a:rPr kumimoji="1" lang="zh-CN" altLang="en-US" sz="2800" b="1" i="0" u="none" strike="noStrike" kern="1200" cap="none" spc="0" normalizeH="0" baseline="0" noProof="0" dirty="0">
                <a:ln>
                  <a:noFill/>
                </a:ln>
                <a:solidFill>
                  <a:srgbClr val="CC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暂态过程或动态过程</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3455542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9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p:bldP spid="12698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4658" name="Text Box 2">
            <a:extLst>
              <a:ext uri="{FF2B5EF4-FFF2-40B4-BE49-F238E27FC236}">
                <a16:creationId xmlns:a16="http://schemas.microsoft.com/office/drawing/2014/main" id="{BD199BEC-1CCA-4CB9-AF2F-EF227C385A28}"/>
              </a:ext>
            </a:extLst>
          </p:cNvPr>
          <p:cNvSpPr txBox="1">
            <a:spLocks noChangeArrowheads="1"/>
          </p:cNvSpPr>
          <p:nvPr/>
        </p:nvSpPr>
        <p:spPr bwMode="auto">
          <a:xfrm>
            <a:off x="287337" y="46187"/>
            <a:ext cx="396081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时间常数</a:t>
            </a: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的意义</a:t>
            </a:r>
          </a:p>
        </p:txBody>
      </p:sp>
      <p:sp>
        <p:nvSpPr>
          <p:cNvPr id="454659" name="Text Box 3">
            <a:extLst>
              <a:ext uri="{FF2B5EF4-FFF2-40B4-BE49-F238E27FC236}">
                <a16:creationId xmlns:a16="http://schemas.microsoft.com/office/drawing/2014/main" id="{3007A6D5-AF51-42C9-B4F5-E52D750611E9}"/>
              </a:ext>
            </a:extLst>
          </p:cNvPr>
          <p:cNvSpPr txBox="1">
            <a:spLocks noChangeArrowheads="1"/>
          </p:cNvSpPr>
          <p:nvPr/>
        </p:nvSpPr>
        <p:spPr bwMode="auto">
          <a:xfrm>
            <a:off x="2640789" y="1424963"/>
            <a:ext cx="3020116" cy="13773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25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时间常数 </a:t>
            </a:r>
            <a:r>
              <a:rPr kumimoji="1" lang="zh-CN" altLang="en-US"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的大小反映了电路过渡过程时间的长短；在</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有损耗电路中，反映暂态响应衰减快慢；</a:t>
            </a:r>
          </a:p>
        </p:txBody>
      </p:sp>
      <p:graphicFrame>
        <p:nvGraphicFramePr>
          <p:cNvPr id="454660" name="Object 4">
            <a:extLst>
              <a:ext uri="{FF2B5EF4-FFF2-40B4-BE49-F238E27FC236}">
                <a16:creationId xmlns:a16="http://schemas.microsoft.com/office/drawing/2014/main" id="{63361CE1-EE8F-421C-B179-6D100C90933B}"/>
              </a:ext>
            </a:extLst>
          </p:cNvPr>
          <p:cNvGraphicFramePr>
            <a:graphicFrameLocks noChangeAspect="1"/>
          </p:cNvGraphicFramePr>
          <p:nvPr>
            <p:extLst>
              <p:ext uri="{D42A27DB-BD31-4B8C-83A1-F6EECF244321}">
                <p14:modId xmlns:p14="http://schemas.microsoft.com/office/powerpoint/2010/main" val="625430288"/>
              </p:ext>
            </p:extLst>
          </p:nvPr>
        </p:nvGraphicFramePr>
        <p:xfrm>
          <a:off x="1217350" y="701978"/>
          <a:ext cx="4926263" cy="765026"/>
        </p:xfrm>
        <a:graphic>
          <a:graphicData uri="http://schemas.openxmlformats.org/presentationml/2006/ole">
            <mc:AlternateContent xmlns:mc="http://schemas.openxmlformats.org/markup-compatibility/2006">
              <mc:Choice xmlns:v="urn:schemas-microsoft-com:vml" Requires="v">
                <p:oleObj spid="_x0000_s201619" name="Equation" r:id="rId3" imgW="2616120" imgH="406080" progId="Equation.DSMT4">
                  <p:embed/>
                </p:oleObj>
              </mc:Choice>
              <mc:Fallback>
                <p:oleObj name="Equation" r:id="rId3" imgW="2616120" imgH="406080" progId="Equation.DSMT4">
                  <p:embed/>
                  <p:pic>
                    <p:nvPicPr>
                      <p:cNvPr id="454660" name="Object 4">
                        <a:extLst>
                          <a:ext uri="{FF2B5EF4-FFF2-40B4-BE49-F238E27FC236}">
                            <a16:creationId xmlns:a16="http://schemas.microsoft.com/office/drawing/2014/main" id="{63361CE1-EE8F-421C-B179-6D100C90933B}"/>
                          </a:ext>
                        </a:extLst>
                      </p:cNvPr>
                      <p:cNvPicPr>
                        <a:picLocks noChangeAspect="1" noChangeArrowheads="1"/>
                      </p:cNvPicPr>
                      <p:nvPr/>
                    </p:nvPicPr>
                    <p:blipFill>
                      <a:blip r:embed="rId4"/>
                      <a:srcRect/>
                      <a:stretch>
                        <a:fillRect/>
                      </a:stretch>
                    </p:blipFill>
                    <p:spPr bwMode="auto">
                      <a:xfrm>
                        <a:off x="1217350" y="701978"/>
                        <a:ext cx="4926263" cy="765026"/>
                      </a:xfrm>
                      <a:prstGeom prst="rect">
                        <a:avLst/>
                      </a:prstGeom>
                      <a:noFill/>
                      <a:ln>
                        <a:noFill/>
                      </a:ln>
                      <a:effectLst/>
                      <a:extLst/>
                    </p:spPr>
                  </p:pic>
                </p:oleObj>
              </mc:Fallback>
            </mc:AlternateContent>
          </a:graphicData>
        </a:graphic>
      </p:graphicFrame>
      <p:sp>
        <p:nvSpPr>
          <p:cNvPr id="454661" name="Text Box 5">
            <a:extLst>
              <a:ext uri="{FF2B5EF4-FFF2-40B4-BE49-F238E27FC236}">
                <a16:creationId xmlns:a16="http://schemas.microsoft.com/office/drawing/2014/main" id="{A1783DCE-5DEF-453D-B3CF-D55B487D882E}"/>
              </a:ext>
            </a:extLst>
          </p:cNvPr>
          <p:cNvSpPr txBox="1">
            <a:spLocks noChangeArrowheads="1"/>
          </p:cNvSpPr>
          <p:nvPr/>
        </p:nvSpPr>
        <p:spPr bwMode="auto">
          <a:xfrm>
            <a:off x="578296" y="684916"/>
            <a:ext cx="86360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如：</a:t>
            </a:r>
          </a:p>
        </p:txBody>
      </p:sp>
      <p:sp>
        <p:nvSpPr>
          <p:cNvPr id="454662" name="Line 6">
            <a:extLst>
              <a:ext uri="{FF2B5EF4-FFF2-40B4-BE49-F238E27FC236}">
                <a16:creationId xmlns:a16="http://schemas.microsoft.com/office/drawing/2014/main" id="{C49B6EA2-0A66-4116-ADF8-DD0F51D574B3}"/>
              </a:ext>
            </a:extLst>
          </p:cNvPr>
          <p:cNvSpPr>
            <a:spLocks noChangeShapeType="1"/>
          </p:cNvSpPr>
          <p:nvPr/>
        </p:nvSpPr>
        <p:spPr bwMode="auto">
          <a:xfrm>
            <a:off x="312083" y="3299365"/>
            <a:ext cx="2376480" cy="23282"/>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4663" name="Line 7">
            <a:extLst>
              <a:ext uri="{FF2B5EF4-FFF2-40B4-BE49-F238E27FC236}">
                <a16:creationId xmlns:a16="http://schemas.microsoft.com/office/drawing/2014/main" id="{198FA9F4-6252-4586-9E01-19631EB7B20A}"/>
              </a:ext>
            </a:extLst>
          </p:cNvPr>
          <p:cNvSpPr>
            <a:spLocks noChangeShapeType="1"/>
          </p:cNvSpPr>
          <p:nvPr/>
        </p:nvSpPr>
        <p:spPr bwMode="auto">
          <a:xfrm flipH="1" flipV="1">
            <a:off x="543050" y="1467653"/>
            <a:ext cx="0" cy="224155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4664" name="Object 8">
            <a:extLst>
              <a:ext uri="{FF2B5EF4-FFF2-40B4-BE49-F238E27FC236}">
                <a16:creationId xmlns:a16="http://schemas.microsoft.com/office/drawing/2014/main" id="{ACEE8178-B253-4040-BED0-A50599F0B661}"/>
              </a:ext>
            </a:extLst>
          </p:cNvPr>
          <p:cNvGraphicFramePr>
            <a:graphicFrameLocks noChangeAspect="1"/>
          </p:cNvGraphicFramePr>
          <p:nvPr>
            <p:extLst>
              <p:ext uri="{D42A27DB-BD31-4B8C-83A1-F6EECF244321}">
                <p14:modId xmlns:p14="http://schemas.microsoft.com/office/powerpoint/2010/main" val="3492798111"/>
              </p:ext>
            </p:extLst>
          </p:nvPr>
        </p:nvGraphicFramePr>
        <p:xfrm>
          <a:off x="660525" y="1334303"/>
          <a:ext cx="685800" cy="431800"/>
        </p:xfrm>
        <a:graphic>
          <a:graphicData uri="http://schemas.openxmlformats.org/presentationml/2006/ole">
            <mc:AlternateContent xmlns:mc="http://schemas.openxmlformats.org/markup-compatibility/2006">
              <mc:Choice xmlns:v="urn:schemas-microsoft-com:vml" Requires="v">
                <p:oleObj spid="_x0000_s201620" name="Equation" r:id="rId5" imgW="685800" imgH="431800" progId="Equation.DSMT4">
                  <p:embed/>
                </p:oleObj>
              </mc:Choice>
              <mc:Fallback>
                <p:oleObj name="Equation" r:id="rId5" imgW="685800" imgH="431800" progId="Equation.DSMT4">
                  <p:embed/>
                  <p:pic>
                    <p:nvPicPr>
                      <p:cNvPr id="454664" name="Object 8">
                        <a:extLst>
                          <a:ext uri="{FF2B5EF4-FFF2-40B4-BE49-F238E27FC236}">
                            <a16:creationId xmlns:a16="http://schemas.microsoft.com/office/drawing/2014/main" id="{ACEE8178-B253-4040-BED0-A50599F0B6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525" y="1334303"/>
                        <a:ext cx="685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4665" name="Object 9">
            <a:extLst>
              <a:ext uri="{FF2B5EF4-FFF2-40B4-BE49-F238E27FC236}">
                <a16:creationId xmlns:a16="http://schemas.microsoft.com/office/drawing/2014/main" id="{A4BC2E93-2CC1-40DC-A8A8-08629FE3E610}"/>
              </a:ext>
            </a:extLst>
          </p:cNvPr>
          <p:cNvGraphicFramePr>
            <a:graphicFrameLocks noChangeAspect="1"/>
          </p:cNvGraphicFramePr>
          <p:nvPr>
            <p:extLst>
              <p:ext uri="{D42A27DB-BD31-4B8C-83A1-F6EECF244321}">
                <p14:modId xmlns:p14="http://schemas.microsoft.com/office/powerpoint/2010/main" val="3334537081"/>
              </p:ext>
            </p:extLst>
          </p:nvPr>
        </p:nvGraphicFramePr>
        <p:xfrm>
          <a:off x="2750716" y="3149600"/>
          <a:ext cx="165100" cy="279400"/>
        </p:xfrm>
        <a:graphic>
          <a:graphicData uri="http://schemas.openxmlformats.org/presentationml/2006/ole">
            <mc:AlternateContent xmlns:mc="http://schemas.openxmlformats.org/markup-compatibility/2006">
              <mc:Choice xmlns:v="urn:schemas-microsoft-com:vml" Requires="v">
                <p:oleObj spid="_x0000_s201621" name="Equation" r:id="rId7" imgW="165028" imgH="279279" progId="Equation.DSMT4">
                  <p:embed/>
                </p:oleObj>
              </mc:Choice>
              <mc:Fallback>
                <p:oleObj name="Equation" r:id="rId7" imgW="165028" imgH="279279" progId="Equation.DSMT4">
                  <p:embed/>
                  <p:pic>
                    <p:nvPicPr>
                      <p:cNvPr id="454665" name="Object 9">
                        <a:extLst>
                          <a:ext uri="{FF2B5EF4-FFF2-40B4-BE49-F238E27FC236}">
                            <a16:creationId xmlns:a16="http://schemas.microsoft.com/office/drawing/2014/main" id="{A4BC2E93-2CC1-40DC-A8A8-08629FE3E6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0716" y="3149600"/>
                        <a:ext cx="1651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4666" name="Freeform 10">
            <a:extLst>
              <a:ext uri="{FF2B5EF4-FFF2-40B4-BE49-F238E27FC236}">
                <a16:creationId xmlns:a16="http://schemas.microsoft.com/office/drawing/2014/main" id="{0442A88C-9143-464F-AFAA-977D36388818}"/>
              </a:ext>
            </a:extLst>
          </p:cNvPr>
          <p:cNvSpPr>
            <a:spLocks/>
          </p:cNvSpPr>
          <p:nvPr/>
        </p:nvSpPr>
        <p:spPr bwMode="auto">
          <a:xfrm>
            <a:off x="543050" y="1908978"/>
            <a:ext cx="2017712" cy="1295400"/>
          </a:xfrm>
          <a:custGeom>
            <a:avLst/>
            <a:gdLst>
              <a:gd name="T0" fmla="*/ 0 w 1179"/>
              <a:gd name="T1" fmla="*/ 0 h 408"/>
              <a:gd name="T2" fmla="*/ 796635140 w 1179"/>
              <a:gd name="T3" fmla="*/ 2147483646 h 408"/>
              <a:gd name="T4" fmla="*/ 1727996623 w 1179"/>
              <a:gd name="T5" fmla="*/ 2147483646 h 408"/>
              <a:gd name="T6" fmla="*/ 2147483646 w 1179"/>
              <a:gd name="T7" fmla="*/ 2147483646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54667" name="Object 11">
            <a:extLst>
              <a:ext uri="{FF2B5EF4-FFF2-40B4-BE49-F238E27FC236}">
                <a16:creationId xmlns:a16="http://schemas.microsoft.com/office/drawing/2014/main" id="{3F6ED96F-4677-4344-ADCE-3067BF2DB31C}"/>
              </a:ext>
            </a:extLst>
          </p:cNvPr>
          <p:cNvGraphicFramePr>
            <a:graphicFrameLocks noChangeAspect="1"/>
          </p:cNvGraphicFramePr>
          <p:nvPr>
            <p:extLst>
              <p:ext uri="{D42A27DB-BD31-4B8C-83A1-F6EECF244321}">
                <p14:modId xmlns:p14="http://schemas.microsoft.com/office/powerpoint/2010/main" val="282058535"/>
              </p:ext>
            </p:extLst>
          </p:nvPr>
        </p:nvGraphicFramePr>
        <p:xfrm>
          <a:off x="179512" y="1691491"/>
          <a:ext cx="279400" cy="381000"/>
        </p:xfrm>
        <a:graphic>
          <a:graphicData uri="http://schemas.openxmlformats.org/presentationml/2006/ole">
            <mc:AlternateContent xmlns:mc="http://schemas.openxmlformats.org/markup-compatibility/2006">
              <mc:Choice xmlns:v="urn:schemas-microsoft-com:vml" Requires="v">
                <p:oleObj spid="_x0000_s201622" name="Equation" r:id="rId9" imgW="279279" imgH="380835" progId="Equation.DSMT4">
                  <p:embed/>
                </p:oleObj>
              </mc:Choice>
              <mc:Fallback>
                <p:oleObj name="Equation" r:id="rId9" imgW="279279" imgH="380835" progId="Equation.DSMT4">
                  <p:embed/>
                  <p:pic>
                    <p:nvPicPr>
                      <p:cNvPr id="454667" name="Object 11">
                        <a:extLst>
                          <a:ext uri="{FF2B5EF4-FFF2-40B4-BE49-F238E27FC236}">
                            <a16:creationId xmlns:a16="http://schemas.microsoft.com/office/drawing/2014/main" id="{3F6ED96F-4677-4344-ADCE-3067BF2DB3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512" y="1691491"/>
                        <a:ext cx="279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4668" name="Object 12">
            <a:extLst>
              <a:ext uri="{FF2B5EF4-FFF2-40B4-BE49-F238E27FC236}">
                <a16:creationId xmlns:a16="http://schemas.microsoft.com/office/drawing/2014/main" id="{F670409E-511F-4710-A86B-3920F4641696}"/>
              </a:ext>
            </a:extLst>
          </p:cNvPr>
          <p:cNvGraphicFramePr>
            <a:graphicFrameLocks noChangeAspect="1"/>
          </p:cNvGraphicFramePr>
          <p:nvPr>
            <p:extLst>
              <p:ext uri="{D42A27DB-BD31-4B8C-83A1-F6EECF244321}">
                <p14:modId xmlns:p14="http://schemas.microsoft.com/office/powerpoint/2010/main" val="4224426778"/>
              </p:ext>
            </p:extLst>
          </p:nvPr>
        </p:nvGraphicFramePr>
        <p:xfrm>
          <a:off x="255712" y="3350428"/>
          <a:ext cx="203200" cy="317500"/>
        </p:xfrm>
        <a:graphic>
          <a:graphicData uri="http://schemas.openxmlformats.org/presentationml/2006/ole">
            <mc:AlternateContent xmlns:mc="http://schemas.openxmlformats.org/markup-compatibility/2006">
              <mc:Choice xmlns:v="urn:schemas-microsoft-com:vml" Requires="v">
                <p:oleObj spid="_x0000_s201623" name="Equation" r:id="rId11" imgW="203024" imgH="317225" progId="Equation.DSMT4">
                  <p:embed/>
                </p:oleObj>
              </mc:Choice>
              <mc:Fallback>
                <p:oleObj name="Equation" r:id="rId11" imgW="203024" imgH="317225" progId="Equation.DSMT4">
                  <p:embed/>
                  <p:pic>
                    <p:nvPicPr>
                      <p:cNvPr id="454668" name="Object 12">
                        <a:extLst>
                          <a:ext uri="{FF2B5EF4-FFF2-40B4-BE49-F238E27FC236}">
                            <a16:creationId xmlns:a16="http://schemas.microsoft.com/office/drawing/2014/main" id="{F670409E-511F-4710-A86B-3920F464169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712" y="3350428"/>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4669" name="Line 13">
            <a:extLst>
              <a:ext uri="{FF2B5EF4-FFF2-40B4-BE49-F238E27FC236}">
                <a16:creationId xmlns:a16="http://schemas.microsoft.com/office/drawing/2014/main" id="{1098025D-EE9A-4F45-8638-AD45A0F8D45B}"/>
              </a:ext>
            </a:extLst>
          </p:cNvPr>
          <p:cNvSpPr>
            <a:spLocks noChangeShapeType="1"/>
          </p:cNvSpPr>
          <p:nvPr/>
        </p:nvSpPr>
        <p:spPr bwMode="auto">
          <a:xfrm flipH="1">
            <a:off x="901826" y="2027247"/>
            <a:ext cx="574675"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4670" name="Freeform 14">
            <a:extLst>
              <a:ext uri="{FF2B5EF4-FFF2-40B4-BE49-F238E27FC236}">
                <a16:creationId xmlns:a16="http://schemas.microsoft.com/office/drawing/2014/main" id="{F20A9C15-8A94-4EE0-8659-71D813670B79}"/>
              </a:ext>
            </a:extLst>
          </p:cNvPr>
          <p:cNvSpPr>
            <a:spLocks/>
          </p:cNvSpPr>
          <p:nvPr/>
        </p:nvSpPr>
        <p:spPr bwMode="auto">
          <a:xfrm>
            <a:off x="543050" y="1908978"/>
            <a:ext cx="2376487" cy="1079500"/>
          </a:xfrm>
          <a:custGeom>
            <a:avLst/>
            <a:gdLst>
              <a:gd name="T0" fmla="*/ 0 w 1179"/>
              <a:gd name="T1" fmla="*/ 0 h 408"/>
              <a:gd name="T2" fmla="*/ 1105126925 w 1179"/>
              <a:gd name="T3" fmla="*/ 1904118938 h 408"/>
              <a:gd name="T4" fmla="*/ 2147483646 w 1179"/>
              <a:gd name="T5" fmla="*/ 2147483646 h 408"/>
              <a:gd name="T6" fmla="*/ 2147483646 w 1179"/>
              <a:gd name="T7" fmla="*/ 2147483646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4671" name="Line 15">
            <a:extLst>
              <a:ext uri="{FF2B5EF4-FFF2-40B4-BE49-F238E27FC236}">
                <a16:creationId xmlns:a16="http://schemas.microsoft.com/office/drawing/2014/main" id="{A38FDD6D-5714-4EB7-BA17-3B6FC3D1013D}"/>
              </a:ext>
            </a:extLst>
          </p:cNvPr>
          <p:cNvSpPr>
            <a:spLocks noChangeShapeType="1"/>
          </p:cNvSpPr>
          <p:nvPr/>
        </p:nvSpPr>
        <p:spPr bwMode="auto">
          <a:xfrm flipH="1" flipV="1">
            <a:off x="1768600" y="3132941"/>
            <a:ext cx="287337" cy="36036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4672" name="Rectangle 16">
            <a:extLst>
              <a:ext uri="{FF2B5EF4-FFF2-40B4-BE49-F238E27FC236}">
                <a16:creationId xmlns:a16="http://schemas.microsoft.com/office/drawing/2014/main" id="{2179754E-DA49-4AB5-BD5A-99E15638A406}"/>
              </a:ext>
            </a:extLst>
          </p:cNvPr>
          <p:cNvSpPr>
            <a:spLocks noChangeArrowheads="1"/>
          </p:cNvSpPr>
          <p:nvPr/>
        </p:nvSpPr>
        <p:spPr bwMode="auto">
          <a:xfrm>
            <a:off x="1701925" y="3491716"/>
            <a:ext cx="444032" cy="369332"/>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小</a:t>
            </a:r>
          </a:p>
        </p:txBody>
      </p:sp>
      <p:sp>
        <p:nvSpPr>
          <p:cNvPr id="454673" name="Rectangle 17">
            <a:extLst>
              <a:ext uri="{FF2B5EF4-FFF2-40B4-BE49-F238E27FC236}">
                <a16:creationId xmlns:a16="http://schemas.microsoft.com/office/drawing/2014/main" id="{38F8AB8D-9624-42D9-8EA6-61B1B7ED0085}"/>
              </a:ext>
            </a:extLst>
          </p:cNvPr>
          <p:cNvSpPr>
            <a:spLocks noChangeArrowheads="1"/>
          </p:cNvSpPr>
          <p:nvPr/>
        </p:nvSpPr>
        <p:spPr bwMode="auto">
          <a:xfrm>
            <a:off x="1279070" y="2244851"/>
            <a:ext cx="574671" cy="369332"/>
          </a:xfrm>
          <a:prstGeom prst="rect">
            <a:avLst/>
          </a:prstGeom>
          <a:solidFill>
            <a:srgbClr val="FF99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大</a:t>
            </a:r>
          </a:p>
        </p:txBody>
      </p:sp>
      <p:sp>
        <p:nvSpPr>
          <p:cNvPr id="454674" name="Text Box 18">
            <a:extLst>
              <a:ext uri="{FF2B5EF4-FFF2-40B4-BE49-F238E27FC236}">
                <a16:creationId xmlns:a16="http://schemas.microsoft.com/office/drawing/2014/main" id="{EABFC513-AD7F-4800-B409-05C965F14046}"/>
              </a:ext>
            </a:extLst>
          </p:cNvPr>
          <p:cNvSpPr txBox="1">
            <a:spLocks noChangeArrowheads="1"/>
          </p:cNvSpPr>
          <p:nvPr/>
        </p:nvSpPr>
        <p:spPr bwMode="auto">
          <a:xfrm>
            <a:off x="5936433" y="1618905"/>
            <a:ext cx="3276696" cy="101566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）通过改变电路参数调节</a:t>
            </a: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的大小。实际中可通过测量其电容或电阻求</a:t>
            </a: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en-US" altLang="zh-CN" sz="2000" b="0" i="0" u="none" strike="noStrike" kern="1200" cap="none" spc="0" normalizeH="0" baseline="0" noProof="0" dirty="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19" name="Object 37">
            <a:extLst>
              <a:ext uri="{FF2B5EF4-FFF2-40B4-BE49-F238E27FC236}">
                <a16:creationId xmlns:a16="http://schemas.microsoft.com/office/drawing/2014/main" id="{1BB6FF4E-4AD5-4C9F-8D5D-3997EB756107}"/>
              </a:ext>
            </a:extLst>
          </p:cNvPr>
          <p:cNvGraphicFramePr>
            <a:graphicFrameLocks noChangeAspect="1"/>
          </p:cNvGraphicFramePr>
          <p:nvPr>
            <p:extLst>
              <p:ext uri="{D42A27DB-BD31-4B8C-83A1-F6EECF244321}">
                <p14:modId xmlns:p14="http://schemas.microsoft.com/office/powerpoint/2010/main" val="1085316983"/>
              </p:ext>
            </p:extLst>
          </p:nvPr>
        </p:nvGraphicFramePr>
        <p:xfrm>
          <a:off x="3058886" y="2798892"/>
          <a:ext cx="5920195" cy="1455137"/>
        </p:xfrm>
        <a:graphic>
          <a:graphicData uri="http://schemas.openxmlformats.org/presentationml/2006/ole">
            <mc:AlternateContent xmlns:mc="http://schemas.openxmlformats.org/markup-compatibility/2006">
              <mc:Choice xmlns:v="urn:schemas-microsoft-com:vml" Requires="v">
                <p:oleObj spid="_x0000_s201624" name="Visio" r:id="rId13" imgW="4196448" imgH="1214980" progId="Visio.Drawing.11">
                  <p:embed/>
                </p:oleObj>
              </mc:Choice>
              <mc:Fallback>
                <p:oleObj name="Visio" r:id="rId13" imgW="4196448" imgH="1214980" progId="Visio.Drawing.11">
                  <p:embed/>
                  <p:pic>
                    <p:nvPicPr>
                      <p:cNvPr id="455717" name="Object 37">
                        <a:extLst>
                          <a:ext uri="{FF2B5EF4-FFF2-40B4-BE49-F238E27FC236}">
                            <a16:creationId xmlns:a16="http://schemas.microsoft.com/office/drawing/2014/main" id="{DF362303-22F3-4B2D-B0C2-93AF1E8D213D}"/>
                          </a:ext>
                        </a:extLst>
                      </p:cNvPr>
                      <p:cNvPicPr>
                        <a:picLocks noChangeAspect="1" noChangeArrowheads="1"/>
                      </p:cNvPicPr>
                      <p:nvPr/>
                    </p:nvPicPr>
                    <p:blipFill>
                      <a:blip r:embed="rId14"/>
                      <a:srcRect/>
                      <a:stretch>
                        <a:fillRect/>
                      </a:stretch>
                    </p:blipFill>
                    <p:spPr bwMode="auto">
                      <a:xfrm>
                        <a:off x="3058886" y="2798892"/>
                        <a:ext cx="5920195" cy="1455137"/>
                      </a:xfrm>
                      <a:prstGeom prst="rect">
                        <a:avLst/>
                      </a:prstGeom>
                      <a:noFill/>
                      <a:ln>
                        <a:noFill/>
                      </a:ln>
                      <a:effectLst/>
                      <a:extLst/>
                    </p:spPr>
                  </p:pic>
                </p:oleObj>
              </mc:Fallback>
            </mc:AlternateContent>
          </a:graphicData>
        </a:graphic>
      </p:graphicFrame>
      <p:sp>
        <p:nvSpPr>
          <p:cNvPr id="20" name="Line 4">
            <a:extLst>
              <a:ext uri="{FF2B5EF4-FFF2-40B4-BE49-F238E27FC236}">
                <a16:creationId xmlns:a16="http://schemas.microsoft.com/office/drawing/2014/main" id="{F4F98611-E47F-4C65-93A8-39B9BBE8DCFA}"/>
              </a:ext>
            </a:extLst>
          </p:cNvPr>
          <p:cNvSpPr>
            <a:spLocks noChangeShapeType="1"/>
          </p:cNvSpPr>
          <p:nvPr/>
        </p:nvSpPr>
        <p:spPr bwMode="auto">
          <a:xfrm>
            <a:off x="712341" y="6308650"/>
            <a:ext cx="2779539" cy="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1" name="Line 5">
            <a:extLst>
              <a:ext uri="{FF2B5EF4-FFF2-40B4-BE49-F238E27FC236}">
                <a16:creationId xmlns:a16="http://schemas.microsoft.com/office/drawing/2014/main" id="{F6FDF82D-E4A5-4266-BD82-A191C96CF1E3}"/>
              </a:ext>
            </a:extLst>
          </p:cNvPr>
          <p:cNvSpPr>
            <a:spLocks noChangeShapeType="1"/>
          </p:cNvSpPr>
          <p:nvPr/>
        </p:nvSpPr>
        <p:spPr bwMode="auto">
          <a:xfrm flipH="1" flipV="1">
            <a:off x="1121916" y="4354438"/>
            <a:ext cx="0" cy="224155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22" name="Object 6">
            <a:extLst>
              <a:ext uri="{FF2B5EF4-FFF2-40B4-BE49-F238E27FC236}">
                <a16:creationId xmlns:a16="http://schemas.microsoft.com/office/drawing/2014/main" id="{EB4E8375-5E56-4845-BDB1-E702C01B7FAB}"/>
              </a:ext>
            </a:extLst>
          </p:cNvPr>
          <p:cNvGraphicFramePr>
            <a:graphicFrameLocks noChangeAspect="1"/>
          </p:cNvGraphicFramePr>
          <p:nvPr>
            <p:extLst>
              <p:ext uri="{D42A27DB-BD31-4B8C-83A1-F6EECF244321}">
                <p14:modId xmlns:p14="http://schemas.microsoft.com/office/powerpoint/2010/main" val="2638565895"/>
              </p:ext>
            </p:extLst>
          </p:nvPr>
        </p:nvGraphicFramePr>
        <p:xfrm>
          <a:off x="1239391" y="4221088"/>
          <a:ext cx="685800" cy="431800"/>
        </p:xfrm>
        <a:graphic>
          <a:graphicData uri="http://schemas.openxmlformats.org/presentationml/2006/ole">
            <mc:AlternateContent xmlns:mc="http://schemas.openxmlformats.org/markup-compatibility/2006">
              <mc:Choice xmlns:v="urn:schemas-microsoft-com:vml" Requires="v">
                <p:oleObj spid="_x0000_s201625" name="Equation" r:id="rId15" imgW="685800" imgH="431800" progId="Equation.DSMT4">
                  <p:embed/>
                </p:oleObj>
              </mc:Choice>
              <mc:Fallback>
                <p:oleObj name="Equation" r:id="rId15" imgW="685800" imgH="431800" progId="Equation.DSMT4">
                  <p:embed/>
                  <p:pic>
                    <p:nvPicPr>
                      <p:cNvPr id="455686" name="Object 6">
                        <a:extLst>
                          <a:ext uri="{FF2B5EF4-FFF2-40B4-BE49-F238E27FC236}">
                            <a16:creationId xmlns:a16="http://schemas.microsoft.com/office/drawing/2014/main" id="{AC2C0EE8-709F-46BD-9381-3C14130ED5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9391" y="4221088"/>
                        <a:ext cx="685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7">
            <a:extLst>
              <a:ext uri="{FF2B5EF4-FFF2-40B4-BE49-F238E27FC236}">
                <a16:creationId xmlns:a16="http://schemas.microsoft.com/office/drawing/2014/main" id="{1A24D70C-3C8D-46B6-B088-9913C28C83B3}"/>
              </a:ext>
            </a:extLst>
          </p:cNvPr>
          <p:cNvGraphicFramePr>
            <a:graphicFrameLocks noChangeAspect="1"/>
          </p:cNvGraphicFramePr>
          <p:nvPr>
            <p:extLst>
              <p:ext uri="{D42A27DB-BD31-4B8C-83A1-F6EECF244321}">
                <p14:modId xmlns:p14="http://schemas.microsoft.com/office/powerpoint/2010/main" val="3067136823"/>
              </p:ext>
            </p:extLst>
          </p:nvPr>
        </p:nvGraphicFramePr>
        <p:xfrm>
          <a:off x="3542804" y="6165304"/>
          <a:ext cx="165100" cy="279400"/>
        </p:xfrm>
        <a:graphic>
          <a:graphicData uri="http://schemas.openxmlformats.org/presentationml/2006/ole">
            <mc:AlternateContent xmlns:mc="http://schemas.openxmlformats.org/markup-compatibility/2006">
              <mc:Choice xmlns:v="urn:schemas-microsoft-com:vml" Requires="v">
                <p:oleObj spid="_x0000_s201626" name="Equation" r:id="rId16" imgW="165028" imgH="279279" progId="Equation.DSMT4">
                  <p:embed/>
                </p:oleObj>
              </mc:Choice>
              <mc:Fallback>
                <p:oleObj name="Equation" r:id="rId16" imgW="165028" imgH="279279" progId="Equation.DSMT4">
                  <p:embed/>
                  <p:pic>
                    <p:nvPicPr>
                      <p:cNvPr id="455687" name="Object 7">
                        <a:extLst>
                          <a:ext uri="{FF2B5EF4-FFF2-40B4-BE49-F238E27FC236}">
                            <a16:creationId xmlns:a16="http://schemas.microsoft.com/office/drawing/2014/main" id="{B36E1DBC-D146-4EFA-B9D1-99AFEC53F2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2804" y="6165304"/>
                        <a:ext cx="1651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Freeform 8">
            <a:extLst>
              <a:ext uri="{FF2B5EF4-FFF2-40B4-BE49-F238E27FC236}">
                <a16:creationId xmlns:a16="http://schemas.microsoft.com/office/drawing/2014/main" id="{3A1B4017-26CD-4B44-A78E-D6CAD30F16AC}"/>
              </a:ext>
            </a:extLst>
          </p:cNvPr>
          <p:cNvSpPr>
            <a:spLocks/>
          </p:cNvSpPr>
          <p:nvPr/>
        </p:nvSpPr>
        <p:spPr bwMode="auto">
          <a:xfrm>
            <a:off x="1144141" y="4941813"/>
            <a:ext cx="2130820" cy="1150937"/>
          </a:xfrm>
          <a:custGeom>
            <a:avLst/>
            <a:gdLst>
              <a:gd name="T0" fmla="*/ 0 w 1179"/>
              <a:gd name="T1" fmla="*/ 0 h 408"/>
              <a:gd name="T2" fmla="*/ 1105127390 w 1179"/>
              <a:gd name="T3" fmla="*/ 2147483646 h 408"/>
              <a:gd name="T4" fmla="*/ 2147483646 w 1179"/>
              <a:gd name="T5" fmla="*/ 2147483646 h 408"/>
              <a:gd name="T6" fmla="*/ 2147483646 w 1179"/>
              <a:gd name="T7" fmla="*/ 2147483646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25" name="Object 9">
            <a:extLst>
              <a:ext uri="{FF2B5EF4-FFF2-40B4-BE49-F238E27FC236}">
                <a16:creationId xmlns:a16="http://schemas.microsoft.com/office/drawing/2014/main" id="{AE1539EA-37B8-489F-99B0-E0673F8E5FC9}"/>
              </a:ext>
            </a:extLst>
          </p:cNvPr>
          <p:cNvGraphicFramePr>
            <a:graphicFrameLocks noChangeAspect="1"/>
          </p:cNvGraphicFramePr>
          <p:nvPr>
            <p:extLst>
              <p:ext uri="{D42A27DB-BD31-4B8C-83A1-F6EECF244321}">
                <p14:modId xmlns:p14="http://schemas.microsoft.com/office/powerpoint/2010/main" val="3373613035"/>
              </p:ext>
            </p:extLst>
          </p:nvPr>
        </p:nvGraphicFramePr>
        <p:xfrm>
          <a:off x="758379" y="4578275"/>
          <a:ext cx="279400" cy="381000"/>
        </p:xfrm>
        <a:graphic>
          <a:graphicData uri="http://schemas.openxmlformats.org/presentationml/2006/ole">
            <mc:AlternateContent xmlns:mc="http://schemas.openxmlformats.org/markup-compatibility/2006">
              <mc:Choice xmlns:v="urn:schemas-microsoft-com:vml" Requires="v">
                <p:oleObj spid="_x0000_s201627" name="Equation" r:id="rId17" imgW="279279" imgH="380835" progId="Equation.DSMT4">
                  <p:embed/>
                </p:oleObj>
              </mc:Choice>
              <mc:Fallback>
                <p:oleObj name="Equation" r:id="rId17" imgW="279279" imgH="380835" progId="Equation.DSMT4">
                  <p:embed/>
                  <p:pic>
                    <p:nvPicPr>
                      <p:cNvPr id="455689" name="Object 9">
                        <a:extLst>
                          <a:ext uri="{FF2B5EF4-FFF2-40B4-BE49-F238E27FC236}">
                            <a16:creationId xmlns:a16="http://schemas.microsoft.com/office/drawing/2014/main" id="{1F653B3A-D6D6-4A8D-B903-60967CABCA4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8379" y="4578275"/>
                        <a:ext cx="279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0">
            <a:extLst>
              <a:ext uri="{FF2B5EF4-FFF2-40B4-BE49-F238E27FC236}">
                <a16:creationId xmlns:a16="http://schemas.microsoft.com/office/drawing/2014/main" id="{4222DA06-50A3-4909-9DDA-A9CD39E2B84E}"/>
              </a:ext>
            </a:extLst>
          </p:cNvPr>
          <p:cNvGraphicFramePr>
            <a:graphicFrameLocks noChangeAspect="1"/>
          </p:cNvGraphicFramePr>
          <p:nvPr>
            <p:extLst>
              <p:ext uri="{D42A27DB-BD31-4B8C-83A1-F6EECF244321}">
                <p14:modId xmlns:p14="http://schemas.microsoft.com/office/powerpoint/2010/main" val="1509112056"/>
              </p:ext>
            </p:extLst>
          </p:nvPr>
        </p:nvGraphicFramePr>
        <p:xfrm>
          <a:off x="869504" y="6351513"/>
          <a:ext cx="203200" cy="317500"/>
        </p:xfrm>
        <a:graphic>
          <a:graphicData uri="http://schemas.openxmlformats.org/presentationml/2006/ole">
            <mc:AlternateContent xmlns:mc="http://schemas.openxmlformats.org/markup-compatibility/2006">
              <mc:Choice xmlns:v="urn:schemas-microsoft-com:vml" Requires="v">
                <p:oleObj spid="_x0000_s201628" name="Equation" r:id="rId18" imgW="203024" imgH="317225" progId="Equation.DSMT4">
                  <p:embed/>
                </p:oleObj>
              </mc:Choice>
              <mc:Fallback>
                <p:oleObj name="Equation" r:id="rId18" imgW="203024" imgH="317225" progId="Equation.DSMT4">
                  <p:embed/>
                  <p:pic>
                    <p:nvPicPr>
                      <p:cNvPr id="455690" name="Object 10">
                        <a:extLst>
                          <a:ext uri="{FF2B5EF4-FFF2-40B4-BE49-F238E27FC236}">
                            <a16:creationId xmlns:a16="http://schemas.microsoft.com/office/drawing/2014/main" id="{DD1D9DBB-BC73-4214-8388-CB0065E80E4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9504" y="6351513"/>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1">
            <a:extLst>
              <a:ext uri="{FF2B5EF4-FFF2-40B4-BE49-F238E27FC236}">
                <a16:creationId xmlns:a16="http://schemas.microsoft.com/office/drawing/2014/main" id="{BDF476FF-424B-489C-98A8-8B6CCB9391C9}"/>
              </a:ext>
            </a:extLst>
          </p:cNvPr>
          <p:cNvGraphicFramePr>
            <a:graphicFrameLocks noChangeAspect="1"/>
          </p:cNvGraphicFramePr>
          <p:nvPr>
            <p:extLst>
              <p:ext uri="{D42A27DB-BD31-4B8C-83A1-F6EECF244321}">
                <p14:modId xmlns:p14="http://schemas.microsoft.com/office/powerpoint/2010/main" val="38108806"/>
              </p:ext>
            </p:extLst>
          </p:nvPr>
        </p:nvGraphicFramePr>
        <p:xfrm>
          <a:off x="107504" y="5711750"/>
          <a:ext cx="965200" cy="381000"/>
        </p:xfrm>
        <a:graphic>
          <a:graphicData uri="http://schemas.openxmlformats.org/presentationml/2006/ole">
            <mc:AlternateContent xmlns:mc="http://schemas.openxmlformats.org/markup-compatibility/2006">
              <mc:Choice xmlns:v="urn:schemas-microsoft-com:vml" Requires="v">
                <p:oleObj spid="_x0000_s201629" name="Equation" r:id="rId19" imgW="965200" imgH="381000" progId="Equation.DSMT4">
                  <p:embed/>
                </p:oleObj>
              </mc:Choice>
              <mc:Fallback>
                <p:oleObj name="Equation" r:id="rId19" imgW="965200" imgH="381000" progId="Equation.DSMT4">
                  <p:embed/>
                  <p:pic>
                    <p:nvPicPr>
                      <p:cNvPr id="455691" name="Object 11">
                        <a:extLst>
                          <a:ext uri="{FF2B5EF4-FFF2-40B4-BE49-F238E27FC236}">
                            <a16:creationId xmlns:a16="http://schemas.microsoft.com/office/drawing/2014/main" id="{C06AD408-C566-4C25-B88E-E71EB65EAED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504" y="5711750"/>
                        <a:ext cx="965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2">
            <a:extLst>
              <a:ext uri="{FF2B5EF4-FFF2-40B4-BE49-F238E27FC236}">
                <a16:creationId xmlns:a16="http://schemas.microsoft.com/office/drawing/2014/main" id="{E74EE61A-308D-4784-9C34-253BD223971C}"/>
              </a:ext>
            </a:extLst>
          </p:cNvPr>
          <p:cNvGraphicFramePr>
            <a:graphicFrameLocks noChangeAspect="1"/>
          </p:cNvGraphicFramePr>
          <p:nvPr>
            <p:extLst>
              <p:ext uri="{D42A27DB-BD31-4B8C-83A1-F6EECF244321}">
                <p14:modId xmlns:p14="http://schemas.microsoft.com/office/powerpoint/2010/main" val="3721828631"/>
              </p:ext>
            </p:extLst>
          </p:nvPr>
        </p:nvGraphicFramePr>
        <p:xfrm>
          <a:off x="1072704" y="5805413"/>
          <a:ext cx="127000" cy="165100"/>
        </p:xfrm>
        <a:graphic>
          <a:graphicData uri="http://schemas.openxmlformats.org/presentationml/2006/ole">
            <mc:AlternateContent xmlns:mc="http://schemas.openxmlformats.org/markup-compatibility/2006">
              <mc:Choice xmlns:v="urn:schemas-microsoft-com:vml" Requires="v">
                <p:oleObj spid="_x0000_s201630" name="Equation" r:id="rId21" imgW="126780" imgH="164814" progId="Equation.DSMT4">
                  <p:embed/>
                </p:oleObj>
              </mc:Choice>
              <mc:Fallback>
                <p:oleObj name="Equation" r:id="rId21" imgW="126780" imgH="164814" progId="Equation.DSMT4">
                  <p:embed/>
                  <p:pic>
                    <p:nvPicPr>
                      <p:cNvPr id="455692" name="Object 12">
                        <a:extLst>
                          <a:ext uri="{FF2B5EF4-FFF2-40B4-BE49-F238E27FC236}">
                            <a16:creationId xmlns:a16="http://schemas.microsoft.com/office/drawing/2014/main" id="{DE51A7D7-A81A-484D-8140-EEE95768396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2704" y="5805413"/>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Line 13">
            <a:extLst>
              <a:ext uri="{FF2B5EF4-FFF2-40B4-BE49-F238E27FC236}">
                <a16:creationId xmlns:a16="http://schemas.microsoft.com/office/drawing/2014/main" id="{A3509B8C-C9D2-4442-9F66-D8E6678493E1}"/>
              </a:ext>
            </a:extLst>
          </p:cNvPr>
          <p:cNvSpPr>
            <a:spLocks noChangeShapeType="1"/>
          </p:cNvSpPr>
          <p:nvPr/>
        </p:nvSpPr>
        <p:spPr bwMode="auto">
          <a:xfrm>
            <a:off x="1144141" y="5876850"/>
            <a:ext cx="865188" cy="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0" name="Line 14">
            <a:extLst>
              <a:ext uri="{FF2B5EF4-FFF2-40B4-BE49-F238E27FC236}">
                <a16:creationId xmlns:a16="http://schemas.microsoft.com/office/drawing/2014/main" id="{6FA868B1-4EE1-4A64-A835-1A07358EF643}"/>
              </a:ext>
            </a:extLst>
          </p:cNvPr>
          <p:cNvSpPr>
            <a:spLocks noChangeShapeType="1"/>
          </p:cNvSpPr>
          <p:nvPr/>
        </p:nvSpPr>
        <p:spPr bwMode="auto">
          <a:xfrm>
            <a:off x="1864866" y="5445050"/>
            <a:ext cx="0" cy="936625"/>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31" name="Object 15">
            <a:extLst>
              <a:ext uri="{FF2B5EF4-FFF2-40B4-BE49-F238E27FC236}">
                <a16:creationId xmlns:a16="http://schemas.microsoft.com/office/drawing/2014/main" id="{E13E8DE7-B3F2-4859-81B4-82A3E95235D5}"/>
              </a:ext>
            </a:extLst>
          </p:cNvPr>
          <p:cNvGraphicFramePr>
            <a:graphicFrameLocks noChangeAspect="1"/>
          </p:cNvGraphicFramePr>
          <p:nvPr>
            <p:extLst>
              <p:ext uri="{D42A27DB-BD31-4B8C-83A1-F6EECF244321}">
                <p14:modId xmlns:p14="http://schemas.microsoft.com/office/powerpoint/2010/main" val="799340026"/>
              </p:ext>
            </p:extLst>
          </p:nvPr>
        </p:nvGraphicFramePr>
        <p:xfrm>
          <a:off x="1809304" y="6216575"/>
          <a:ext cx="127000" cy="165100"/>
        </p:xfrm>
        <a:graphic>
          <a:graphicData uri="http://schemas.openxmlformats.org/presentationml/2006/ole">
            <mc:AlternateContent xmlns:mc="http://schemas.openxmlformats.org/markup-compatibility/2006">
              <mc:Choice xmlns:v="urn:schemas-microsoft-com:vml" Requires="v">
                <p:oleObj spid="_x0000_s201631" name="Equation" r:id="rId23" imgW="126780" imgH="164814" progId="Equation.DSMT4">
                  <p:embed/>
                </p:oleObj>
              </mc:Choice>
              <mc:Fallback>
                <p:oleObj name="Equation" r:id="rId23" imgW="126780" imgH="164814" progId="Equation.DSMT4">
                  <p:embed/>
                  <p:pic>
                    <p:nvPicPr>
                      <p:cNvPr id="455695" name="Object 15">
                        <a:extLst>
                          <a:ext uri="{FF2B5EF4-FFF2-40B4-BE49-F238E27FC236}">
                            <a16:creationId xmlns:a16="http://schemas.microsoft.com/office/drawing/2014/main" id="{770E6D0D-E509-404A-8449-DA256184945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09304" y="6216575"/>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16">
            <a:extLst>
              <a:ext uri="{FF2B5EF4-FFF2-40B4-BE49-F238E27FC236}">
                <a16:creationId xmlns:a16="http://schemas.microsoft.com/office/drawing/2014/main" id="{D3413E1F-0A78-48B1-B7E9-3E0F0EA18632}"/>
              </a:ext>
            </a:extLst>
          </p:cNvPr>
          <p:cNvGraphicFramePr>
            <a:graphicFrameLocks noChangeAspect="1"/>
          </p:cNvGraphicFramePr>
          <p:nvPr>
            <p:extLst>
              <p:ext uri="{D42A27DB-BD31-4B8C-83A1-F6EECF244321}">
                <p14:modId xmlns:p14="http://schemas.microsoft.com/office/powerpoint/2010/main" val="1337520227"/>
              </p:ext>
            </p:extLst>
          </p:nvPr>
        </p:nvGraphicFramePr>
        <p:xfrm>
          <a:off x="1745804" y="6381675"/>
          <a:ext cx="190500" cy="203200"/>
        </p:xfrm>
        <a:graphic>
          <a:graphicData uri="http://schemas.openxmlformats.org/presentationml/2006/ole">
            <mc:AlternateContent xmlns:mc="http://schemas.openxmlformats.org/markup-compatibility/2006">
              <mc:Choice xmlns:v="urn:schemas-microsoft-com:vml" Requires="v">
                <p:oleObj spid="_x0000_s201632" name="Equation" r:id="rId25" imgW="190417" imgH="203112" progId="Equation.DSMT4">
                  <p:embed/>
                </p:oleObj>
              </mc:Choice>
              <mc:Fallback>
                <p:oleObj name="Equation" r:id="rId25" imgW="190417" imgH="203112" progId="Equation.DSMT4">
                  <p:embed/>
                  <p:pic>
                    <p:nvPicPr>
                      <p:cNvPr id="455696" name="Object 16">
                        <a:extLst>
                          <a:ext uri="{FF2B5EF4-FFF2-40B4-BE49-F238E27FC236}">
                            <a16:creationId xmlns:a16="http://schemas.microsoft.com/office/drawing/2014/main" id="{4DDF10C5-D954-43FA-AC08-59874D11C68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45804" y="6381675"/>
                        <a:ext cx="1905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Line 17">
            <a:extLst>
              <a:ext uri="{FF2B5EF4-FFF2-40B4-BE49-F238E27FC236}">
                <a16:creationId xmlns:a16="http://schemas.microsoft.com/office/drawing/2014/main" id="{5C24F54A-F62D-49A4-90BD-CA1067AF9472}"/>
              </a:ext>
            </a:extLst>
          </p:cNvPr>
          <p:cNvSpPr>
            <a:spLocks noChangeShapeType="1"/>
          </p:cNvSpPr>
          <p:nvPr/>
        </p:nvSpPr>
        <p:spPr bwMode="auto">
          <a:xfrm>
            <a:off x="3952701" y="6308650"/>
            <a:ext cx="2952750" cy="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4" name="Line 18">
            <a:extLst>
              <a:ext uri="{FF2B5EF4-FFF2-40B4-BE49-F238E27FC236}">
                <a16:creationId xmlns:a16="http://schemas.microsoft.com/office/drawing/2014/main" id="{F17A51EC-E512-4FB8-8395-79A8DFB95752}"/>
              </a:ext>
            </a:extLst>
          </p:cNvPr>
          <p:cNvSpPr>
            <a:spLocks noChangeShapeType="1"/>
          </p:cNvSpPr>
          <p:nvPr/>
        </p:nvSpPr>
        <p:spPr bwMode="auto">
          <a:xfrm flipH="1" flipV="1">
            <a:off x="4362276" y="4354438"/>
            <a:ext cx="0" cy="2241550"/>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35" name="Object 19">
            <a:extLst>
              <a:ext uri="{FF2B5EF4-FFF2-40B4-BE49-F238E27FC236}">
                <a16:creationId xmlns:a16="http://schemas.microsoft.com/office/drawing/2014/main" id="{15106F7B-F185-4ECF-AE32-96A4EDE98D69}"/>
              </a:ext>
            </a:extLst>
          </p:cNvPr>
          <p:cNvGraphicFramePr>
            <a:graphicFrameLocks noChangeAspect="1"/>
          </p:cNvGraphicFramePr>
          <p:nvPr>
            <p:extLst>
              <p:ext uri="{D42A27DB-BD31-4B8C-83A1-F6EECF244321}">
                <p14:modId xmlns:p14="http://schemas.microsoft.com/office/powerpoint/2010/main" val="3127492156"/>
              </p:ext>
            </p:extLst>
          </p:nvPr>
        </p:nvGraphicFramePr>
        <p:xfrm>
          <a:off x="4435301" y="4221088"/>
          <a:ext cx="774700" cy="431800"/>
        </p:xfrm>
        <a:graphic>
          <a:graphicData uri="http://schemas.openxmlformats.org/presentationml/2006/ole">
            <mc:AlternateContent xmlns:mc="http://schemas.openxmlformats.org/markup-compatibility/2006">
              <mc:Choice xmlns:v="urn:schemas-microsoft-com:vml" Requires="v">
                <p:oleObj spid="_x0000_s201633" name="Equation" r:id="rId27" imgW="774364" imgH="431613" progId="Equation.DSMT4">
                  <p:embed/>
                </p:oleObj>
              </mc:Choice>
              <mc:Fallback>
                <p:oleObj name="Equation" r:id="rId27" imgW="774364" imgH="431613" progId="Equation.DSMT4">
                  <p:embed/>
                  <p:pic>
                    <p:nvPicPr>
                      <p:cNvPr id="455699" name="Object 19">
                        <a:extLst>
                          <a:ext uri="{FF2B5EF4-FFF2-40B4-BE49-F238E27FC236}">
                            <a16:creationId xmlns:a16="http://schemas.microsoft.com/office/drawing/2014/main" id="{A750E0D7-CA3F-44B5-8EF7-01DA1E0C89D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435301" y="4221088"/>
                        <a:ext cx="774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20">
            <a:extLst>
              <a:ext uri="{FF2B5EF4-FFF2-40B4-BE49-F238E27FC236}">
                <a16:creationId xmlns:a16="http://schemas.microsoft.com/office/drawing/2014/main" id="{2773E18E-1BA1-486D-9D13-2951F5A948DC}"/>
              </a:ext>
            </a:extLst>
          </p:cNvPr>
          <p:cNvGraphicFramePr>
            <a:graphicFrameLocks noChangeAspect="1"/>
          </p:cNvGraphicFramePr>
          <p:nvPr>
            <p:extLst>
              <p:ext uri="{D42A27DB-BD31-4B8C-83A1-F6EECF244321}">
                <p14:modId xmlns:p14="http://schemas.microsoft.com/office/powerpoint/2010/main" val="2494706412"/>
              </p:ext>
            </p:extLst>
          </p:nvPr>
        </p:nvGraphicFramePr>
        <p:xfrm>
          <a:off x="6976889" y="6237213"/>
          <a:ext cx="165100" cy="279400"/>
        </p:xfrm>
        <a:graphic>
          <a:graphicData uri="http://schemas.openxmlformats.org/presentationml/2006/ole">
            <mc:AlternateContent xmlns:mc="http://schemas.openxmlformats.org/markup-compatibility/2006">
              <mc:Choice xmlns:v="urn:schemas-microsoft-com:vml" Requires="v">
                <p:oleObj spid="_x0000_s201634" name="Equation" r:id="rId29" imgW="165028" imgH="279279" progId="Equation.DSMT4">
                  <p:embed/>
                </p:oleObj>
              </mc:Choice>
              <mc:Fallback>
                <p:oleObj name="Equation" r:id="rId29" imgW="165028" imgH="279279" progId="Equation.DSMT4">
                  <p:embed/>
                  <p:pic>
                    <p:nvPicPr>
                      <p:cNvPr id="455700" name="Object 20">
                        <a:extLst>
                          <a:ext uri="{FF2B5EF4-FFF2-40B4-BE49-F238E27FC236}">
                            <a16:creationId xmlns:a16="http://schemas.microsoft.com/office/drawing/2014/main" id="{9EC183F9-5697-4983-A389-E38CD9F6E8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6889" y="6237213"/>
                        <a:ext cx="1651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 name="Freeform 21">
            <a:extLst>
              <a:ext uri="{FF2B5EF4-FFF2-40B4-BE49-F238E27FC236}">
                <a16:creationId xmlns:a16="http://schemas.microsoft.com/office/drawing/2014/main" id="{4620AC0E-ABE4-462F-A273-31CA1BF57349}"/>
              </a:ext>
            </a:extLst>
          </p:cNvPr>
          <p:cNvSpPr>
            <a:spLocks/>
          </p:cNvSpPr>
          <p:nvPr/>
        </p:nvSpPr>
        <p:spPr bwMode="auto">
          <a:xfrm>
            <a:off x="4362276" y="4797350"/>
            <a:ext cx="2298700" cy="1081088"/>
          </a:xfrm>
          <a:custGeom>
            <a:avLst/>
            <a:gdLst>
              <a:gd name="T0" fmla="*/ 0 w 1179"/>
              <a:gd name="T1" fmla="*/ 0 h 408"/>
              <a:gd name="T2" fmla="*/ 1033964619 w 1179"/>
              <a:gd name="T3" fmla="*/ 1909723404 h 408"/>
              <a:gd name="T4" fmla="*/ 2147483646 w 1179"/>
              <a:gd name="T5" fmla="*/ 2147483646 h 408"/>
              <a:gd name="T6" fmla="*/ 2147483646 w 1179"/>
              <a:gd name="T7" fmla="*/ 2147483646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9" h="408">
                <a:moveTo>
                  <a:pt x="0" y="0"/>
                </a:moveTo>
                <a:cubicBezTo>
                  <a:pt x="87" y="106"/>
                  <a:pt x="174" y="212"/>
                  <a:pt x="272" y="272"/>
                </a:cubicBezTo>
                <a:cubicBezTo>
                  <a:pt x="370" y="332"/>
                  <a:pt x="439" y="340"/>
                  <a:pt x="590" y="363"/>
                </a:cubicBezTo>
                <a:cubicBezTo>
                  <a:pt x="741" y="386"/>
                  <a:pt x="960" y="397"/>
                  <a:pt x="1179" y="408"/>
                </a:cubicBezTo>
              </a:path>
            </a:pathLst>
          </a:custGeom>
          <a:noFill/>
          <a:ln w="28575" cmpd="sng">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38" name="Object 22">
            <a:extLst>
              <a:ext uri="{FF2B5EF4-FFF2-40B4-BE49-F238E27FC236}">
                <a16:creationId xmlns:a16="http://schemas.microsoft.com/office/drawing/2014/main" id="{534CD9D8-BC92-4C2A-AECC-46955CA4C7B8}"/>
              </a:ext>
            </a:extLst>
          </p:cNvPr>
          <p:cNvGraphicFramePr>
            <a:graphicFrameLocks noChangeAspect="1"/>
          </p:cNvGraphicFramePr>
          <p:nvPr>
            <p:extLst>
              <p:ext uri="{D42A27DB-BD31-4B8C-83A1-F6EECF244321}">
                <p14:modId xmlns:p14="http://schemas.microsoft.com/office/powerpoint/2010/main" val="2491962712"/>
              </p:ext>
            </p:extLst>
          </p:nvPr>
        </p:nvGraphicFramePr>
        <p:xfrm>
          <a:off x="3960639" y="4578275"/>
          <a:ext cx="355600" cy="381000"/>
        </p:xfrm>
        <a:graphic>
          <a:graphicData uri="http://schemas.openxmlformats.org/presentationml/2006/ole">
            <mc:AlternateContent xmlns:mc="http://schemas.openxmlformats.org/markup-compatibility/2006">
              <mc:Choice xmlns:v="urn:schemas-microsoft-com:vml" Requires="v">
                <p:oleObj spid="_x0000_s201635" name="Equation" r:id="rId30" imgW="355446" imgH="380835" progId="Equation.DSMT4">
                  <p:embed/>
                </p:oleObj>
              </mc:Choice>
              <mc:Fallback>
                <p:oleObj name="Equation" r:id="rId30" imgW="355446" imgH="380835" progId="Equation.DSMT4">
                  <p:embed/>
                  <p:pic>
                    <p:nvPicPr>
                      <p:cNvPr id="455702" name="Object 22">
                        <a:extLst>
                          <a:ext uri="{FF2B5EF4-FFF2-40B4-BE49-F238E27FC236}">
                            <a16:creationId xmlns:a16="http://schemas.microsoft.com/office/drawing/2014/main" id="{5219619C-D02C-4668-B092-F69339728E11}"/>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960639" y="4578275"/>
                        <a:ext cx="35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23">
            <a:extLst>
              <a:ext uri="{FF2B5EF4-FFF2-40B4-BE49-F238E27FC236}">
                <a16:creationId xmlns:a16="http://schemas.microsoft.com/office/drawing/2014/main" id="{4FF7CE22-726E-47A1-B33A-C8020F9CE4F1}"/>
              </a:ext>
            </a:extLst>
          </p:cNvPr>
          <p:cNvGraphicFramePr>
            <a:graphicFrameLocks noChangeAspect="1"/>
          </p:cNvGraphicFramePr>
          <p:nvPr>
            <p:extLst>
              <p:ext uri="{D42A27DB-BD31-4B8C-83A1-F6EECF244321}">
                <p14:modId xmlns:p14="http://schemas.microsoft.com/office/powerpoint/2010/main" val="1246325881"/>
              </p:ext>
            </p:extLst>
          </p:nvPr>
        </p:nvGraphicFramePr>
        <p:xfrm>
          <a:off x="4109864" y="6351513"/>
          <a:ext cx="203200" cy="317500"/>
        </p:xfrm>
        <a:graphic>
          <a:graphicData uri="http://schemas.openxmlformats.org/presentationml/2006/ole">
            <mc:AlternateContent xmlns:mc="http://schemas.openxmlformats.org/markup-compatibility/2006">
              <mc:Choice xmlns:v="urn:schemas-microsoft-com:vml" Requires="v">
                <p:oleObj spid="_x0000_s201636" name="Equation" r:id="rId32" imgW="203024" imgH="317225" progId="Equation.DSMT4">
                  <p:embed/>
                </p:oleObj>
              </mc:Choice>
              <mc:Fallback>
                <p:oleObj name="Equation" r:id="rId32" imgW="203024" imgH="317225" progId="Equation.DSMT4">
                  <p:embed/>
                  <p:pic>
                    <p:nvPicPr>
                      <p:cNvPr id="455703" name="Object 23">
                        <a:extLst>
                          <a:ext uri="{FF2B5EF4-FFF2-40B4-BE49-F238E27FC236}">
                            <a16:creationId xmlns:a16="http://schemas.microsoft.com/office/drawing/2014/main" id="{0FB7E0B8-1BEE-4855-8D59-F5B4AF0363F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09864" y="6351513"/>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24">
            <a:extLst>
              <a:ext uri="{FF2B5EF4-FFF2-40B4-BE49-F238E27FC236}">
                <a16:creationId xmlns:a16="http://schemas.microsoft.com/office/drawing/2014/main" id="{D60926AE-299D-4993-817F-64AB5093447E}"/>
              </a:ext>
            </a:extLst>
          </p:cNvPr>
          <p:cNvGraphicFramePr>
            <a:graphicFrameLocks noChangeAspect="1"/>
          </p:cNvGraphicFramePr>
          <p:nvPr>
            <p:extLst>
              <p:ext uri="{D42A27DB-BD31-4B8C-83A1-F6EECF244321}">
                <p14:modId xmlns:p14="http://schemas.microsoft.com/office/powerpoint/2010/main" val="3286711193"/>
              </p:ext>
            </p:extLst>
          </p:nvPr>
        </p:nvGraphicFramePr>
        <p:xfrm>
          <a:off x="4313064" y="5518075"/>
          <a:ext cx="127000" cy="165100"/>
        </p:xfrm>
        <a:graphic>
          <a:graphicData uri="http://schemas.openxmlformats.org/presentationml/2006/ole">
            <mc:AlternateContent xmlns:mc="http://schemas.openxmlformats.org/markup-compatibility/2006">
              <mc:Choice xmlns:v="urn:schemas-microsoft-com:vml" Requires="v">
                <p:oleObj spid="_x0000_s201637" name="Equation" r:id="rId33" imgW="126780" imgH="164814" progId="Equation.DSMT4">
                  <p:embed/>
                </p:oleObj>
              </mc:Choice>
              <mc:Fallback>
                <p:oleObj name="Equation" r:id="rId33" imgW="126780" imgH="164814" progId="Equation.DSMT4">
                  <p:embed/>
                  <p:pic>
                    <p:nvPicPr>
                      <p:cNvPr id="455704" name="Object 24">
                        <a:extLst>
                          <a:ext uri="{FF2B5EF4-FFF2-40B4-BE49-F238E27FC236}">
                            <a16:creationId xmlns:a16="http://schemas.microsoft.com/office/drawing/2014/main" id="{6EC25506-D093-4AFD-961E-458DA6906A14}"/>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13064" y="5518075"/>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Line 25">
            <a:extLst>
              <a:ext uri="{FF2B5EF4-FFF2-40B4-BE49-F238E27FC236}">
                <a16:creationId xmlns:a16="http://schemas.microsoft.com/office/drawing/2014/main" id="{6516B358-D30C-4EA5-A2D3-6B5FDF5A44E7}"/>
              </a:ext>
            </a:extLst>
          </p:cNvPr>
          <p:cNvSpPr>
            <a:spLocks noChangeShapeType="1"/>
          </p:cNvSpPr>
          <p:nvPr/>
        </p:nvSpPr>
        <p:spPr bwMode="auto">
          <a:xfrm>
            <a:off x="4355926" y="5589513"/>
            <a:ext cx="1296988" cy="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2" name="Line 26">
            <a:extLst>
              <a:ext uri="{FF2B5EF4-FFF2-40B4-BE49-F238E27FC236}">
                <a16:creationId xmlns:a16="http://schemas.microsoft.com/office/drawing/2014/main" id="{E9AF5E26-46E2-4117-A131-F31AA8299D6D}"/>
              </a:ext>
            </a:extLst>
          </p:cNvPr>
          <p:cNvSpPr>
            <a:spLocks noChangeShapeType="1"/>
          </p:cNvSpPr>
          <p:nvPr/>
        </p:nvSpPr>
        <p:spPr bwMode="auto">
          <a:xfrm>
            <a:off x="5005214" y="5373613"/>
            <a:ext cx="0" cy="936625"/>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3" name="Object 27">
            <a:extLst>
              <a:ext uri="{FF2B5EF4-FFF2-40B4-BE49-F238E27FC236}">
                <a16:creationId xmlns:a16="http://schemas.microsoft.com/office/drawing/2014/main" id="{29F77BF9-2CA5-4CE8-8F16-51F9D1FD4395}"/>
              </a:ext>
            </a:extLst>
          </p:cNvPr>
          <p:cNvGraphicFramePr>
            <a:graphicFrameLocks noChangeAspect="1"/>
          </p:cNvGraphicFramePr>
          <p:nvPr>
            <p:extLst>
              <p:ext uri="{D42A27DB-BD31-4B8C-83A1-F6EECF244321}">
                <p14:modId xmlns:p14="http://schemas.microsoft.com/office/powerpoint/2010/main" val="1055297778"/>
              </p:ext>
            </p:extLst>
          </p:nvPr>
        </p:nvGraphicFramePr>
        <p:xfrm>
          <a:off x="4949651" y="6216575"/>
          <a:ext cx="127000" cy="165100"/>
        </p:xfrm>
        <a:graphic>
          <a:graphicData uri="http://schemas.openxmlformats.org/presentationml/2006/ole">
            <mc:AlternateContent xmlns:mc="http://schemas.openxmlformats.org/markup-compatibility/2006">
              <mc:Choice xmlns:v="urn:schemas-microsoft-com:vml" Requires="v">
                <p:oleObj spid="_x0000_s201638" name="Equation" r:id="rId35" imgW="126780" imgH="164814" progId="Equation.DSMT4">
                  <p:embed/>
                </p:oleObj>
              </mc:Choice>
              <mc:Fallback>
                <p:oleObj name="Equation" r:id="rId35" imgW="126780" imgH="164814" progId="Equation.DSMT4">
                  <p:embed/>
                  <p:pic>
                    <p:nvPicPr>
                      <p:cNvPr id="455707" name="Object 27">
                        <a:extLst>
                          <a:ext uri="{FF2B5EF4-FFF2-40B4-BE49-F238E27FC236}">
                            <a16:creationId xmlns:a16="http://schemas.microsoft.com/office/drawing/2014/main" id="{EF525BD8-02D1-429C-9BB3-EB4FC9D45F4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9651" y="6216575"/>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 name="Object 28">
            <a:extLst>
              <a:ext uri="{FF2B5EF4-FFF2-40B4-BE49-F238E27FC236}">
                <a16:creationId xmlns:a16="http://schemas.microsoft.com/office/drawing/2014/main" id="{3DA10FA4-3864-43E6-85DD-7CCC766D7B3D}"/>
              </a:ext>
            </a:extLst>
          </p:cNvPr>
          <p:cNvGraphicFramePr>
            <a:graphicFrameLocks noChangeAspect="1"/>
          </p:cNvGraphicFramePr>
          <p:nvPr>
            <p:extLst>
              <p:ext uri="{D42A27DB-BD31-4B8C-83A1-F6EECF244321}">
                <p14:modId xmlns:p14="http://schemas.microsoft.com/office/powerpoint/2010/main" val="2840382551"/>
              </p:ext>
            </p:extLst>
          </p:nvPr>
        </p:nvGraphicFramePr>
        <p:xfrm>
          <a:off x="4886151" y="6381675"/>
          <a:ext cx="190500" cy="203200"/>
        </p:xfrm>
        <a:graphic>
          <a:graphicData uri="http://schemas.openxmlformats.org/presentationml/2006/ole">
            <mc:AlternateContent xmlns:mc="http://schemas.openxmlformats.org/markup-compatibility/2006">
              <mc:Choice xmlns:v="urn:schemas-microsoft-com:vml" Requires="v">
                <p:oleObj spid="_x0000_s201639" name="Equation" r:id="rId36" imgW="190417" imgH="203112" progId="Equation.DSMT4">
                  <p:embed/>
                </p:oleObj>
              </mc:Choice>
              <mc:Fallback>
                <p:oleObj name="Equation" r:id="rId36" imgW="190417" imgH="203112" progId="Equation.DSMT4">
                  <p:embed/>
                  <p:pic>
                    <p:nvPicPr>
                      <p:cNvPr id="455708" name="Object 28">
                        <a:extLst>
                          <a:ext uri="{FF2B5EF4-FFF2-40B4-BE49-F238E27FC236}">
                            <a16:creationId xmlns:a16="http://schemas.microsoft.com/office/drawing/2014/main" id="{FCADDE50-57B6-4B63-83AF-1247CE7F8F1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86151" y="6381675"/>
                        <a:ext cx="1905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Line 29">
            <a:extLst>
              <a:ext uri="{FF2B5EF4-FFF2-40B4-BE49-F238E27FC236}">
                <a16:creationId xmlns:a16="http://schemas.microsoft.com/office/drawing/2014/main" id="{158EC3DB-6AC3-4BA6-A2D4-80B4ED77FC5A}"/>
              </a:ext>
            </a:extLst>
          </p:cNvPr>
          <p:cNvSpPr>
            <a:spLocks noChangeShapeType="1"/>
          </p:cNvSpPr>
          <p:nvPr/>
        </p:nvSpPr>
        <p:spPr bwMode="auto">
          <a:xfrm>
            <a:off x="4355926" y="6022900"/>
            <a:ext cx="2593975" cy="0"/>
          </a:xfrm>
          <a:prstGeom prst="line">
            <a:avLst/>
          </a:prstGeom>
          <a:noFill/>
          <a:ln w="19050">
            <a:solidFill>
              <a:srgbClr val="0000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46" name="Object 30">
            <a:extLst>
              <a:ext uri="{FF2B5EF4-FFF2-40B4-BE49-F238E27FC236}">
                <a16:creationId xmlns:a16="http://schemas.microsoft.com/office/drawing/2014/main" id="{054E6D7C-7783-4B4A-AEEF-D7587A2BD42A}"/>
              </a:ext>
            </a:extLst>
          </p:cNvPr>
          <p:cNvGraphicFramePr>
            <a:graphicFrameLocks noChangeAspect="1"/>
          </p:cNvGraphicFramePr>
          <p:nvPr>
            <p:extLst>
              <p:ext uri="{D42A27DB-BD31-4B8C-83A1-F6EECF244321}">
                <p14:modId xmlns:p14="http://schemas.microsoft.com/office/powerpoint/2010/main" val="2418347388"/>
              </p:ext>
            </p:extLst>
          </p:nvPr>
        </p:nvGraphicFramePr>
        <p:xfrm>
          <a:off x="3886026" y="5857800"/>
          <a:ext cx="355600" cy="381000"/>
        </p:xfrm>
        <a:graphic>
          <a:graphicData uri="http://schemas.openxmlformats.org/presentationml/2006/ole">
            <mc:AlternateContent xmlns:mc="http://schemas.openxmlformats.org/markup-compatibility/2006">
              <mc:Choice xmlns:v="urn:schemas-microsoft-com:vml" Requires="v">
                <p:oleObj spid="_x0000_s201640" name="Equation" r:id="rId37" imgW="355446" imgH="380835" progId="Equation.DSMT4">
                  <p:embed/>
                </p:oleObj>
              </mc:Choice>
              <mc:Fallback>
                <p:oleObj name="Equation" r:id="rId37" imgW="355446" imgH="380835" progId="Equation.DSMT4">
                  <p:embed/>
                  <p:pic>
                    <p:nvPicPr>
                      <p:cNvPr id="455710" name="Object 30">
                        <a:extLst>
                          <a:ext uri="{FF2B5EF4-FFF2-40B4-BE49-F238E27FC236}">
                            <a16:creationId xmlns:a16="http://schemas.microsoft.com/office/drawing/2014/main" id="{CBFA59EA-4AFD-4A68-AC9A-1F5D42E777C8}"/>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886026" y="5857800"/>
                        <a:ext cx="355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31">
            <a:extLst>
              <a:ext uri="{FF2B5EF4-FFF2-40B4-BE49-F238E27FC236}">
                <a16:creationId xmlns:a16="http://schemas.microsoft.com/office/drawing/2014/main" id="{A9415581-7D28-4071-A565-A20914E53A29}"/>
              </a:ext>
            </a:extLst>
          </p:cNvPr>
          <p:cNvGraphicFramePr>
            <a:graphicFrameLocks noChangeAspect="1"/>
          </p:cNvGraphicFramePr>
          <p:nvPr>
            <p:extLst>
              <p:ext uri="{D42A27DB-BD31-4B8C-83A1-F6EECF244321}">
                <p14:modId xmlns:p14="http://schemas.microsoft.com/office/powerpoint/2010/main" val="3530354640"/>
              </p:ext>
            </p:extLst>
          </p:nvPr>
        </p:nvGraphicFramePr>
        <p:xfrm>
          <a:off x="4301951" y="4725913"/>
          <a:ext cx="127000" cy="165100"/>
        </p:xfrm>
        <a:graphic>
          <a:graphicData uri="http://schemas.openxmlformats.org/presentationml/2006/ole">
            <mc:AlternateContent xmlns:mc="http://schemas.openxmlformats.org/markup-compatibility/2006">
              <mc:Choice xmlns:v="urn:schemas-microsoft-com:vml" Requires="v">
                <p:oleObj spid="_x0000_s201641" name="Equation" r:id="rId39" imgW="126780" imgH="164814" progId="Equation.DSMT4">
                  <p:embed/>
                </p:oleObj>
              </mc:Choice>
              <mc:Fallback>
                <p:oleObj name="Equation" r:id="rId39" imgW="126780" imgH="164814" progId="Equation.DSMT4">
                  <p:embed/>
                  <p:pic>
                    <p:nvPicPr>
                      <p:cNvPr id="455711" name="Object 31">
                        <a:extLst>
                          <a:ext uri="{FF2B5EF4-FFF2-40B4-BE49-F238E27FC236}">
                            <a16:creationId xmlns:a16="http://schemas.microsoft.com/office/drawing/2014/main" id="{638FBB5E-0CB3-443E-8D70-624940598189}"/>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01951" y="4725913"/>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32">
            <a:extLst>
              <a:ext uri="{FF2B5EF4-FFF2-40B4-BE49-F238E27FC236}">
                <a16:creationId xmlns:a16="http://schemas.microsoft.com/office/drawing/2014/main" id="{9D328C7F-0CDF-4ADD-9290-268480A78554}"/>
              </a:ext>
            </a:extLst>
          </p:cNvPr>
          <p:cNvGraphicFramePr>
            <a:graphicFrameLocks noChangeAspect="1"/>
          </p:cNvGraphicFramePr>
          <p:nvPr>
            <p:extLst>
              <p:ext uri="{D42A27DB-BD31-4B8C-83A1-F6EECF244321}">
                <p14:modId xmlns:p14="http://schemas.microsoft.com/office/powerpoint/2010/main" val="4220291768"/>
              </p:ext>
            </p:extLst>
          </p:nvPr>
        </p:nvGraphicFramePr>
        <p:xfrm>
          <a:off x="1072704" y="4868788"/>
          <a:ext cx="127000" cy="165100"/>
        </p:xfrm>
        <a:graphic>
          <a:graphicData uri="http://schemas.openxmlformats.org/presentationml/2006/ole">
            <mc:AlternateContent xmlns:mc="http://schemas.openxmlformats.org/markup-compatibility/2006">
              <mc:Choice xmlns:v="urn:schemas-microsoft-com:vml" Requires="v">
                <p:oleObj spid="_x0000_s201642" name="Equation" r:id="rId40" imgW="126780" imgH="164814" progId="Equation.DSMT4">
                  <p:embed/>
                </p:oleObj>
              </mc:Choice>
              <mc:Fallback>
                <p:oleObj name="Equation" r:id="rId40" imgW="126780" imgH="164814" progId="Equation.DSMT4">
                  <p:embed/>
                  <p:pic>
                    <p:nvPicPr>
                      <p:cNvPr id="455712" name="Object 32">
                        <a:extLst>
                          <a:ext uri="{FF2B5EF4-FFF2-40B4-BE49-F238E27FC236}">
                            <a16:creationId xmlns:a16="http://schemas.microsoft.com/office/drawing/2014/main" id="{72CE837A-DE6A-4D6E-A721-AE14D737D9C8}"/>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072704" y="4868788"/>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33">
            <a:extLst>
              <a:ext uri="{FF2B5EF4-FFF2-40B4-BE49-F238E27FC236}">
                <a16:creationId xmlns:a16="http://schemas.microsoft.com/office/drawing/2014/main" id="{C2080477-245E-4775-8BA2-EED41CEBDB3F}"/>
              </a:ext>
            </a:extLst>
          </p:cNvPr>
          <p:cNvGraphicFramePr>
            <a:graphicFrameLocks noChangeAspect="1"/>
          </p:cNvGraphicFramePr>
          <p:nvPr>
            <p:extLst>
              <p:ext uri="{D42A27DB-BD31-4B8C-83A1-F6EECF244321}">
                <p14:modId xmlns:p14="http://schemas.microsoft.com/office/powerpoint/2010/main" val="3258470195"/>
              </p:ext>
            </p:extLst>
          </p:nvPr>
        </p:nvGraphicFramePr>
        <p:xfrm>
          <a:off x="4301951" y="5949875"/>
          <a:ext cx="127000" cy="165100"/>
        </p:xfrm>
        <a:graphic>
          <a:graphicData uri="http://schemas.openxmlformats.org/presentationml/2006/ole">
            <mc:AlternateContent xmlns:mc="http://schemas.openxmlformats.org/markup-compatibility/2006">
              <mc:Choice xmlns:v="urn:schemas-microsoft-com:vml" Requires="v">
                <p:oleObj spid="_x0000_s201643" name="Equation" r:id="rId41" imgW="126780" imgH="164814" progId="Equation.DSMT4">
                  <p:embed/>
                </p:oleObj>
              </mc:Choice>
              <mc:Fallback>
                <p:oleObj name="Equation" r:id="rId41" imgW="126780" imgH="164814" progId="Equation.DSMT4">
                  <p:embed/>
                  <p:pic>
                    <p:nvPicPr>
                      <p:cNvPr id="455713" name="Object 33">
                        <a:extLst>
                          <a:ext uri="{FF2B5EF4-FFF2-40B4-BE49-F238E27FC236}">
                            <a16:creationId xmlns:a16="http://schemas.microsoft.com/office/drawing/2014/main" id="{31906615-C29F-4945-A629-D1D5A9ED93E1}"/>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01951" y="5949875"/>
                        <a:ext cx="1270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 name="Line 34">
            <a:extLst>
              <a:ext uri="{FF2B5EF4-FFF2-40B4-BE49-F238E27FC236}">
                <a16:creationId xmlns:a16="http://schemas.microsoft.com/office/drawing/2014/main" id="{C53079CE-4CEF-4019-87B4-74CF7678A6EC}"/>
              </a:ext>
            </a:extLst>
          </p:cNvPr>
          <p:cNvSpPr>
            <a:spLocks noChangeShapeType="1"/>
          </p:cNvSpPr>
          <p:nvPr/>
        </p:nvSpPr>
        <p:spPr bwMode="auto">
          <a:xfrm>
            <a:off x="4716289" y="5589513"/>
            <a:ext cx="0" cy="433387"/>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51" name="Object 35">
            <a:extLst>
              <a:ext uri="{FF2B5EF4-FFF2-40B4-BE49-F238E27FC236}">
                <a16:creationId xmlns:a16="http://schemas.microsoft.com/office/drawing/2014/main" id="{17014805-C5E4-487A-A34A-EFD0D6209A15}"/>
              </a:ext>
            </a:extLst>
          </p:cNvPr>
          <p:cNvGraphicFramePr>
            <a:graphicFrameLocks noChangeAspect="1"/>
          </p:cNvGraphicFramePr>
          <p:nvPr>
            <p:extLst>
              <p:ext uri="{D42A27DB-BD31-4B8C-83A1-F6EECF244321}">
                <p14:modId xmlns:p14="http://schemas.microsoft.com/office/powerpoint/2010/main" val="3740141350"/>
              </p:ext>
            </p:extLst>
          </p:nvPr>
        </p:nvGraphicFramePr>
        <p:xfrm>
          <a:off x="5122093" y="4768775"/>
          <a:ext cx="1432521" cy="334875"/>
        </p:xfrm>
        <a:graphic>
          <a:graphicData uri="http://schemas.openxmlformats.org/presentationml/2006/ole">
            <mc:AlternateContent xmlns:mc="http://schemas.openxmlformats.org/markup-compatibility/2006">
              <mc:Choice xmlns:v="urn:schemas-microsoft-com:vml" Requires="v">
                <p:oleObj spid="_x0000_s201644" name="Equation" r:id="rId42" imgW="977760" imgH="228600" progId="Equation.DSMT4">
                  <p:embed/>
                </p:oleObj>
              </mc:Choice>
              <mc:Fallback>
                <p:oleObj name="Equation" r:id="rId42" imgW="977760" imgH="228600" progId="Equation.DSMT4">
                  <p:embed/>
                  <p:pic>
                    <p:nvPicPr>
                      <p:cNvPr id="455715" name="Object 35">
                        <a:extLst>
                          <a:ext uri="{FF2B5EF4-FFF2-40B4-BE49-F238E27FC236}">
                            <a16:creationId xmlns:a16="http://schemas.microsoft.com/office/drawing/2014/main" id="{74D7CE8F-557A-40CF-A12F-B0B6287DFE6E}"/>
                          </a:ext>
                        </a:extLst>
                      </p:cNvPr>
                      <p:cNvPicPr>
                        <a:picLocks noChangeAspect="1" noChangeArrowheads="1"/>
                      </p:cNvPicPr>
                      <p:nvPr/>
                    </p:nvPicPr>
                    <p:blipFill>
                      <a:blip r:embed="rId43"/>
                      <a:srcRect/>
                      <a:stretch>
                        <a:fillRect/>
                      </a:stretch>
                    </p:blipFill>
                    <p:spPr bwMode="auto">
                      <a:xfrm>
                        <a:off x="5122093" y="4768775"/>
                        <a:ext cx="1432521" cy="334875"/>
                      </a:xfrm>
                      <a:prstGeom prst="rect">
                        <a:avLst/>
                      </a:prstGeom>
                      <a:solidFill>
                        <a:srgbClr val="00FF00"/>
                      </a:solidFill>
                      <a:ln>
                        <a:noFill/>
                      </a:ln>
                      <a:effectLst/>
                      <a:extLst/>
                    </p:spPr>
                  </p:pic>
                </p:oleObj>
              </mc:Fallback>
            </mc:AlternateContent>
          </a:graphicData>
        </a:graphic>
      </p:graphicFrame>
      <p:sp>
        <p:nvSpPr>
          <p:cNvPr id="52" name="Line 36">
            <a:extLst>
              <a:ext uri="{FF2B5EF4-FFF2-40B4-BE49-F238E27FC236}">
                <a16:creationId xmlns:a16="http://schemas.microsoft.com/office/drawing/2014/main" id="{BC76A4B8-E94E-428F-827C-5CC239FFE5EE}"/>
              </a:ext>
            </a:extLst>
          </p:cNvPr>
          <p:cNvSpPr>
            <a:spLocks noChangeShapeType="1"/>
          </p:cNvSpPr>
          <p:nvPr/>
        </p:nvSpPr>
        <p:spPr bwMode="auto">
          <a:xfrm flipH="1">
            <a:off x="4716289" y="5157713"/>
            <a:ext cx="1008062" cy="647700"/>
          </a:xfrm>
          <a:prstGeom prst="line">
            <a:avLst/>
          </a:prstGeom>
          <a:noFill/>
          <a:ln w="19050">
            <a:solidFill>
              <a:srgbClr val="00CC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cxnSp>
        <p:nvCxnSpPr>
          <p:cNvPr id="4" name="直接连接符 3">
            <a:extLst>
              <a:ext uri="{FF2B5EF4-FFF2-40B4-BE49-F238E27FC236}">
                <a16:creationId xmlns:a16="http://schemas.microsoft.com/office/drawing/2014/main" id="{A3C80144-3FF9-40B1-898A-A6DD603786B3}"/>
              </a:ext>
            </a:extLst>
          </p:cNvPr>
          <p:cNvCxnSpPr/>
          <p:nvPr/>
        </p:nvCxnSpPr>
        <p:spPr bwMode="auto">
          <a:xfrm>
            <a:off x="35496" y="507852"/>
            <a:ext cx="3711575" cy="0"/>
          </a:xfrm>
          <a:prstGeom prst="line">
            <a:avLst/>
          </a:prstGeom>
          <a:solidFill>
            <a:schemeClr val="accent1"/>
          </a:solidFill>
          <a:ln w="28575" cap="flat" cmpd="sng" algn="ctr">
            <a:solidFill>
              <a:srgbClr val="0000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41">
            <a:extLst>
              <a:ext uri="{FF2B5EF4-FFF2-40B4-BE49-F238E27FC236}">
                <a16:creationId xmlns:a16="http://schemas.microsoft.com/office/drawing/2014/main" id="{7D71EF1A-FAEA-4F55-B1B2-0BC3004E5998}"/>
              </a:ext>
            </a:extLst>
          </p:cNvPr>
          <p:cNvSpPr txBox="1">
            <a:spLocks noChangeArrowheads="1"/>
          </p:cNvSpPr>
          <p:nvPr/>
        </p:nvSpPr>
        <p:spPr bwMode="auto">
          <a:xfrm>
            <a:off x="6578249" y="4418510"/>
            <a:ext cx="2372425" cy="1635961"/>
          </a:xfrm>
          <a:prstGeom prst="rect">
            <a:avLst/>
          </a:prstGeom>
          <a:solidFill>
            <a:schemeClr val="tx1"/>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defTabSz="914400" rtl="0" eaLnBrk="1" fontAlgn="base" latinLnBrk="0" hangingPunct="1">
              <a:lnSpc>
                <a:spcPts val="2000"/>
              </a:lnSpc>
              <a:spcBef>
                <a:spcPts val="0"/>
              </a:spcBef>
              <a:spcAft>
                <a:spcPct val="0"/>
              </a:spcAft>
              <a:buClr>
                <a:srgbClr val="FFFF00"/>
              </a:buClr>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3</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）电容电流衰减到初始值</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36.8%</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所需的时间为</a:t>
            </a:r>
            <a:r>
              <a:rPr kumimoji="1" lang="zh-CN" altLang="en-US" sz="20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单位为秒</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a:t>
            </a:r>
            <a:r>
              <a:rPr kumimoji="1"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。工程上认为</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经过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5</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过渡过程结束。</a:t>
            </a:r>
          </a:p>
        </p:txBody>
      </p:sp>
      <p:sp>
        <p:nvSpPr>
          <p:cNvPr id="60" name="Text Box 25">
            <a:extLst>
              <a:ext uri="{FF2B5EF4-FFF2-40B4-BE49-F238E27FC236}">
                <a16:creationId xmlns:a16="http://schemas.microsoft.com/office/drawing/2014/main" id="{5DD9BC87-99FF-4AE1-B9D7-32457E51210D}"/>
              </a:ext>
            </a:extLst>
          </p:cNvPr>
          <p:cNvSpPr txBox="1">
            <a:spLocks noChangeArrowheads="1"/>
          </p:cNvSpPr>
          <p:nvPr/>
        </p:nvSpPr>
        <p:spPr bwMode="auto">
          <a:xfrm>
            <a:off x="6235215" y="496697"/>
            <a:ext cx="1545778" cy="353558"/>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2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RC</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a:t>
            </a:r>
          </a:p>
        </p:txBody>
      </p:sp>
      <p:sp>
        <p:nvSpPr>
          <p:cNvPr id="61" name="Text Box 26">
            <a:extLst>
              <a:ext uri="{FF2B5EF4-FFF2-40B4-BE49-F238E27FC236}">
                <a16:creationId xmlns:a16="http://schemas.microsoft.com/office/drawing/2014/main" id="{A627BCFE-7043-40D8-8EC1-E1D11E63F50F}"/>
              </a:ext>
            </a:extLst>
          </p:cNvPr>
          <p:cNvSpPr txBox="1">
            <a:spLocks noChangeArrowheads="1"/>
          </p:cNvSpPr>
          <p:nvPr/>
        </p:nvSpPr>
        <p:spPr bwMode="auto">
          <a:xfrm>
            <a:off x="6281590" y="1094140"/>
            <a:ext cx="1635415" cy="353558"/>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2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a:t>
            </a: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a:t>
            </a:r>
          </a:p>
        </p:txBody>
      </p:sp>
      <p:graphicFrame>
        <p:nvGraphicFramePr>
          <p:cNvPr id="62" name="Object 23">
            <a:extLst>
              <a:ext uri="{FF2B5EF4-FFF2-40B4-BE49-F238E27FC236}">
                <a16:creationId xmlns:a16="http://schemas.microsoft.com/office/drawing/2014/main" id="{271AF64B-DF73-442B-8950-8BCF416AD3C7}"/>
              </a:ext>
            </a:extLst>
          </p:cNvPr>
          <p:cNvGraphicFramePr>
            <a:graphicFrameLocks noChangeAspect="1"/>
          </p:cNvGraphicFramePr>
          <p:nvPr>
            <p:extLst>
              <p:ext uri="{D42A27DB-BD31-4B8C-83A1-F6EECF244321}">
                <p14:modId xmlns:p14="http://schemas.microsoft.com/office/powerpoint/2010/main" val="2501130099"/>
              </p:ext>
            </p:extLst>
          </p:nvPr>
        </p:nvGraphicFramePr>
        <p:xfrm>
          <a:off x="7779028" y="443875"/>
          <a:ext cx="1016000" cy="431800"/>
        </p:xfrm>
        <a:graphic>
          <a:graphicData uri="http://schemas.openxmlformats.org/presentationml/2006/ole">
            <mc:AlternateContent xmlns:mc="http://schemas.openxmlformats.org/markup-compatibility/2006">
              <mc:Choice xmlns:v="urn:schemas-microsoft-com:vml" Requires="v">
                <p:oleObj spid="_x0000_s201645" name="Equation" r:id="rId44" imgW="1016000" imgH="431800" progId="Equation.DSMT4">
                  <p:embed/>
                </p:oleObj>
              </mc:Choice>
              <mc:Fallback>
                <p:oleObj name="Equation" r:id="rId44" imgW="1016000" imgH="431800" progId="Equation.DSMT4">
                  <p:embed/>
                  <p:pic>
                    <p:nvPicPr>
                      <p:cNvPr id="456727" name="Object 23">
                        <a:extLst>
                          <a:ext uri="{FF2B5EF4-FFF2-40B4-BE49-F238E27FC236}">
                            <a16:creationId xmlns:a16="http://schemas.microsoft.com/office/drawing/2014/main" id="{56492309-F43B-42E2-9858-5E27211FDD8F}"/>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7779028" y="443875"/>
                        <a:ext cx="1016000" cy="431800"/>
                      </a:xfrm>
                      <a:prstGeom prst="rect">
                        <a:avLst/>
                      </a:prstGeom>
                      <a:noFill/>
                      <a:ln>
                        <a:noFill/>
                      </a:ln>
                      <a:effectLst/>
                      <a:extLst/>
                    </p:spPr>
                  </p:pic>
                </p:oleObj>
              </mc:Fallback>
            </mc:AlternateContent>
          </a:graphicData>
        </a:graphic>
      </p:graphicFrame>
      <p:graphicFrame>
        <p:nvGraphicFramePr>
          <p:cNvPr id="63" name="Object 24">
            <a:extLst>
              <a:ext uri="{FF2B5EF4-FFF2-40B4-BE49-F238E27FC236}">
                <a16:creationId xmlns:a16="http://schemas.microsoft.com/office/drawing/2014/main" id="{5C48377B-C8AD-4260-8344-F69E1BF89263}"/>
              </a:ext>
            </a:extLst>
          </p:cNvPr>
          <p:cNvGraphicFramePr>
            <a:graphicFrameLocks noChangeAspect="1"/>
          </p:cNvGraphicFramePr>
          <p:nvPr>
            <p:extLst>
              <p:ext uri="{D42A27DB-BD31-4B8C-83A1-F6EECF244321}">
                <p14:modId xmlns:p14="http://schemas.microsoft.com/office/powerpoint/2010/main" val="3093984447"/>
              </p:ext>
            </p:extLst>
          </p:nvPr>
        </p:nvGraphicFramePr>
        <p:xfrm>
          <a:off x="7902384" y="921916"/>
          <a:ext cx="876300" cy="850900"/>
        </p:xfrm>
        <a:graphic>
          <a:graphicData uri="http://schemas.openxmlformats.org/presentationml/2006/ole">
            <mc:AlternateContent xmlns:mc="http://schemas.openxmlformats.org/markup-compatibility/2006">
              <mc:Choice xmlns:v="urn:schemas-microsoft-com:vml" Requires="v">
                <p:oleObj spid="_x0000_s201646" name="Equation" r:id="rId46" imgW="876300" imgH="850900" progId="Equation.DSMT4">
                  <p:embed/>
                </p:oleObj>
              </mc:Choice>
              <mc:Fallback>
                <p:oleObj name="Equation" r:id="rId46" imgW="876300" imgH="850900" progId="Equation.DSMT4">
                  <p:embed/>
                  <p:pic>
                    <p:nvPicPr>
                      <p:cNvPr id="456728" name="Object 24">
                        <a:extLst>
                          <a:ext uri="{FF2B5EF4-FFF2-40B4-BE49-F238E27FC236}">
                            <a16:creationId xmlns:a16="http://schemas.microsoft.com/office/drawing/2014/main" id="{188E021F-AD8A-4E6E-AE6D-D9D048318716}"/>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7902384" y="921916"/>
                        <a:ext cx="8763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8596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4658"/>
                                        </p:tgtEl>
                                        <p:attrNameLst>
                                          <p:attrName>style.visibility</p:attrName>
                                        </p:attrNameLst>
                                      </p:cBhvr>
                                      <p:to>
                                        <p:strVal val="visible"/>
                                      </p:to>
                                    </p:set>
                                    <p:animEffect transition="in" filter="wipe(left)">
                                      <p:cBhvr>
                                        <p:cTn id="7" dur="2000"/>
                                        <p:tgtEl>
                                          <p:spTgt spid="4546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4661"/>
                                        </p:tgtEl>
                                        <p:attrNameLst>
                                          <p:attrName>style.visibility</p:attrName>
                                        </p:attrNameLst>
                                      </p:cBhvr>
                                      <p:to>
                                        <p:strVal val="visible"/>
                                      </p:to>
                                    </p:set>
                                    <p:animEffect transition="in" filter="wipe(left)">
                                      <p:cBhvr>
                                        <p:cTn id="12" dur="2000"/>
                                        <p:tgtEl>
                                          <p:spTgt spid="454661"/>
                                        </p:tgtEl>
                                      </p:cBhvr>
                                    </p:animEffect>
                                  </p:childTnLst>
                                </p:cTn>
                              </p:par>
                            </p:childTnLst>
                          </p:cTn>
                        </p:par>
                        <p:par>
                          <p:cTn id="13" fill="hold" nodeType="afterGroup">
                            <p:stCondLst>
                              <p:cond delay="4000"/>
                            </p:stCondLst>
                            <p:childTnLst>
                              <p:par>
                                <p:cTn id="14" presetID="22" presetClass="entr" presetSubtype="8" fill="hold" nodeType="afterEffect">
                                  <p:stCondLst>
                                    <p:cond delay="0"/>
                                  </p:stCondLst>
                                  <p:childTnLst>
                                    <p:set>
                                      <p:cBhvr>
                                        <p:cTn id="15" dur="1" fill="hold">
                                          <p:stCondLst>
                                            <p:cond delay="0"/>
                                          </p:stCondLst>
                                        </p:cTn>
                                        <p:tgtEl>
                                          <p:spTgt spid="454660"/>
                                        </p:tgtEl>
                                        <p:attrNameLst>
                                          <p:attrName>style.visibility</p:attrName>
                                        </p:attrNameLst>
                                      </p:cBhvr>
                                      <p:to>
                                        <p:strVal val="visible"/>
                                      </p:to>
                                    </p:set>
                                    <p:animEffect transition="in" filter="wipe(left)">
                                      <p:cBhvr>
                                        <p:cTn id="16" dur="2000"/>
                                        <p:tgtEl>
                                          <p:spTgt spid="4546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4662"/>
                                        </p:tgtEl>
                                        <p:attrNameLst>
                                          <p:attrName>style.visibility</p:attrName>
                                        </p:attrNameLst>
                                      </p:cBhvr>
                                      <p:to>
                                        <p:strVal val="visible"/>
                                      </p:to>
                                    </p:set>
                                    <p:animEffect transition="in" filter="wipe(left)">
                                      <p:cBhvr>
                                        <p:cTn id="21" dur="1000"/>
                                        <p:tgtEl>
                                          <p:spTgt spid="454662"/>
                                        </p:tgtEl>
                                      </p:cBhvr>
                                    </p:animEffect>
                                  </p:childTnLst>
                                </p:cTn>
                              </p:par>
                            </p:childTnLst>
                          </p:cTn>
                        </p:par>
                        <p:par>
                          <p:cTn id="22" fill="hold" nodeType="afterGroup">
                            <p:stCondLst>
                              <p:cond delay="3000"/>
                            </p:stCondLst>
                            <p:childTnLst>
                              <p:par>
                                <p:cTn id="23" presetID="22" presetClass="entr" presetSubtype="1" fill="hold" nodeType="afterEffect">
                                  <p:stCondLst>
                                    <p:cond delay="0"/>
                                  </p:stCondLst>
                                  <p:childTnLst>
                                    <p:set>
                                      <p:cBhvr>
                                        <p:cTn id="24" dur="1" fill="hold">
                                          <p:stCondLst>
                                            <p:cond delay="0"/>
                                          </p:stCondLst>
                                        </p:cTn>
                                        <p:tgtEl>
                                          <p:spTgt spid="454663"/>
                                        </p:tgtEl>
                                        <p:attrNameLst>
                                          <p:attrName>style.visibility</p:attrName>
                                        </p:attrNameLst>
                                      </p:cBhvr>
                                      <p:to>
                                        <p:strVal val="visible"/>
                                      </p:to>
                                    </p:set>
                                    <p:animEffect transition="in" filter="wipe(up)">
                                      <p:cBhvr>
                                        <p:cTn id="25" dur="1000"/>
                                        <p:tgtEl>
                                          <p:spTgt spid="454663"/>
                                        </p:tgtEl>
                                      </p:cBhvr>
                                    </p:animEffect>
                                  </p:childTnLst>
                                </p:cTn>
                              </p:par>
                            </p:childTnLst>
                          </p:cTn>
                        </p:par>
                        <p:par>
                          <p:cTn id="26" fill="hold" nodeType="afterGroup">
                            <p:stCondLst>
                              <p:cond delay="6000"/>
                            </p:stCondLst>
                            <p:childTnLst>
                              <p:par>
                                <p:cTn id="27" presetID="4" presetClass="entr" presetSubtype="16" fill="hold" nodeType="afterEffect">
                                  <p:stCondLst>
                                    <p:cond delay="0"/>
                                  </p:stCondLst>
                                  <p:childTnLst>
                                    <p:set>
                                      <p:cBhvr>
                                        <p:cTn id="28" dur="1" fill="hold">
                                          <p:stCondLst>
                                            <p:cond delay="0"/>
                                          </p:stCondLst>
                                        </p:cTn>
                                        <p:tgtEl>
                                          <p:spTgt spid="454664"/>
                                        </p:tgtEl>
                                        <p:attrNameLst>
                                          <p:attrName>style.visibility</p:attrName>
                                        </p:attrNameLst>
                                      </p:cBhvr>
                                      <p:to>
                                        <p:strVal val="visible"/>
                                      </p:to>
                                    </p:set>
                                    <p:animEffect transition="in" filter="box(in)">
                                      <p:cBhvr>
                                        <p:cTn id="29" dur="500"/>
                                        <p:tgtEl>
                                          <p:spTgt spid="454664"/>
                                        </p:tgtEl>
                                      </p:cBhvr>
                                    </p:animEffect>
                                  </p:childTnLst>
                                </p:cTn>
                              </p:par>
                            </p:childTnLst>
                          </p:cTn>
                        </p:par>
                        <p:par>
                          <p:cTn id="30" fill="hold" nodeType="afterGroup">
                            <p:stCondLst>
                              <p:cond delay="8500"/>
                            </p:stCondLst>
                            <p:childTnLst>
                              <p:par>
                                <p:cTn id="31" presetID="4" presetClass="entr" presetSubtype="16" fill="hold" nodeType="afterEffect">
                                  <p:stCondLst>
                                    <p:cond delay="0"/>
                                  </p:stCondLst>
                                  <p:childTnLst>
                                    <p:set>
                                      <p:cBhvr>
                                        <p:cTn id="32" dur="1" fill="hold">
                                          <p:stCondLst>
                                            <p:cond delay="0"/>
                                          </p:stCondLst>
                                        </p:cTn>
                                        <p:tgtEl>
                                          <p:spTgt spid="454665"/>
                                        </p:tgtEl>
                                        <p:attrNameLst>
                                          <p:attrName>style.visibility</p:attrName>
                                        </p:attrNameLst>
                                      </p:cBhvr>
                                      <p:to>
                                        <p:strVal val="visible"/>
                                      </p:to>
                                    </p:set>
                                    <p:animEffect transition="in" filter="box(in)">
                                      <p:cBhvr>
                                        <p:cTn id="33" dur="500"/>
                                        <p:tgtEl>
                                          <p:spTgt spid="454665"/>
                                        </p:tgtEl>
                                      </p:cBhvr>
                                    </p:animEffect>
                                  </p:childTnLst>
                                </p:cTn>
                              </p:par>
                            </p:childTnLst>
                          </p:cTn>
                        </p:par>
                        <p:par>
                          <p:cTn id="34" fill="hold" nodeType="afterGroup">
                            <p:stCondLst>
                              <p:cond delay="11000"/>
                            </p:stCondLst>
                            <p:childTnLst>
                              <p:par>
                                <p:cTn id="35" presetID="4" presetClass="entr" presetSubtype="16" fill="hold" nodeType="afterEffect">
                                  <p:stCondLst>
                                    <p:cond delay="0"/>
                                  </p:stCondLst>
                                  <p:childTnLst>
                                    <p:set>
                                      <p:cBhvr>
                                        <p:cTn id="36" dur="1" fill="hold">
                                          <p:stCondLst>
                                            <p:cond delay="0"/>
                                          </p:stCondLst>
                                        </p:cTn>
                                        <p:tgtEl>
                                          <p:spTgt spid="454668"/>
                                        </p:tgtEl>
                                        <p:attrNameLst>
                                          <p:attrName>style.visibility</p:attrName>
                                        </p:attrNameLst>
                                      </p:cBhvr>
                                      <p:to>
                                        <p:strVal val="visible"/>
                                      </p:to>
                                    </p:set>
                                    <p:animEffect transition="in" filter="box(in)">
                                      <p:cBhvr>
                                        <p:cTn id="37" dur="1000"/>
                                        <p:tgtEl>
                                          <p:spTgt spid="4546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54666"/>
                                        </p:tgtEl>
                                        <p:attrNameLst>
                                          <p:attrName>style.visibility</p:attrName>
                                        </p:attrNameLst>
                                      </p:cBhvr>
                                      <p:to>
                                        <p:strVal val="visible"/>
                                      </p:to>
                                    </p:set>
                                    <p:animEffect transition="in" filter="wipe(left)">
                                      <p:cBhvr>
                                        <p:cTn id="42" dur="1000"/>
                                        <p:tgtEl>
                                          <p:spTgt spid="45466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54670"/>
                                        </p:tgtEl>
                                        <p:attrNameLst>
                                          <p:attrName>style.visibility</p:attrName>
                                        </p:attrNameLst>
                                      </p:cBhvr>
                                      <p:to>
                                        <p:strVal val="visible"/>
                                      </p:to>
                                    </p:set>
                                    <p:animEffect transition="in" filter="wipe(left)">
                                      <p:cBhvr>
                                        <p:cTn id="47" dur="1000"/>
                                        <p:tgtEl>
                                          <p:spTgt spid="454670"/>
                                        </p:tgtEl>
                                      </p:cBhvr>
                                    </p:animEffect>
                                  </p:childTnLst>
                                </p:cTn>
                              </p:par>
                            </p:childTnLst>
                          </p:cTn>
                        </p:par>
                        <p:par>
                          <p:cTn id="48" fill="hold" nodeType="afterGroup">
                            <p:stCondLst>
                              <p:cond delay="1000"/>
                            </p:stCondLst>
                            <p:childTnLst>
                              <p:par>
                                <p:cTn id="49" presetID="4" presetClass="entr" presetSubtype="16" fill="hold" nodeType="afterEffect">
                                  <p:stCondLst>
                                    <p:cond delay="0"/>
                                  </p:stCondLst>
                                  <p:childTnLst>
                                    <p:set>
                                      <p:cBhvr>
                                        <p:cTn id="50" dur="1" fill="hold">
                                          <p:stCondLst>
                                            <p:cond delay="0"/>
                                          </p:stCondLst>
                                        </p:cTn>
                                        <p:tgtEl>
                                          <p:spTgt spid="454667"/>
                                        </p:tgtEl>
                                        <p:attrNameLst>
                                          <p:attrName>style.visibility</p:attrName>
                                        </p:attrNameLst>
                                      </p:cBhvr>
                                      <p:to>
                                        <p:strVal val="visible"/>
                                      </p:to>
                                    </p:set>
                                    <p:animEffect transition="in" filter="box(in)">
                                      <p:cBhvr>
                                        <p:cTn id="51" dur="1000"/>
                                        <p:tgtEl>
                                          <p:spTgt spid="454667"/>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454671"/>
                                        </p:tgtEl>
                                        <p:attrNameLst>
                                          <p:attrName>style.visibility</p:attrName>
                                        </p:attrNameLst>
                                      </p:cBhvr>
                                      <p:to>
                                        <p:strVal val="visible"/>
                                      </p:to>
                                    </p:set>
                                    <p:animEffect transition="in" filter="box(in)">
                                      <p:cBhvr>
                                        <p:cTn id="56" dur="500"/>
                                        <p:tgtEl>
                                          <p:spTgt spid="454671"/>
                                        </p:tgtEl>
                                      </p:cBhvr>
                                    </p:animEffect>
                                  </p:childTnLst>
                                </p:cTn>
                              </p:par>
                            </p:childTnLst>
                          </p:cTn>
                        </p:par>
                        <p:par>
                          <p:cTn id="57" fill="hold">
                            <p:stCondLst>
                              <p:cond delay="500"/>
                            </p:stCondLst>
                            <p:childTnLst>
                              <p:par>
                                <p:cTn id="58" presetID="4" presetClass="entr" presetSubtype="16" fill="hold" grpId="0" nodeType="afterEffect">
                                  <p:stCondLst>
                                    <p:cond delay="0"/>
                                  </p:stCondLst>
                                  <p:childTnLst>
                                    <p:set>
                                      <p:cBhvr>
                                        <p:cTn id="59" dur="1" fill="hold">
                                          <p:stCondLst>
                                            <p:cond delay="0"/>
                                          </p:stCondLst>
                                        </p:cTn>
                                        <p:tgtEl>
                                          <p:spTgt spid="454672"/>
                                        </p:tgtEl>
                                        <p:attrNameLst>
                                          <p:attrName>style.visibility</p:attrName>
                                        </p:attrNameLst>
                                      </p:cBhvr>
                                      <p:to>
                                        <p:strVal val="visible"/>
                                      </p:to>
                                    </p:set>
                                    <p:animEffect transition="in" filter="box(in)">
                                      <p:cBhvr>
                                        <p:cTn id="60" dur="500"/>
                                        <p:tgtEl>
                                          <p:spTgt spid="454672"/>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454669"/>
                                        </p:tgtEl>
                                        <p:attrNameLst>
                                          <p:attrName>style.visibility</p:attrName>
                                        </p:attrNameLst>
                                      </p:cBhvr>
                                      <p:to>
                                        <p:strVal val="visible"/>
                                      </p:to>
                                    </p:set>
                                    <p:animEffect transition="in" filter="box(in)">
                                      <p:cBhvr>
                                        <p:cTn id="65" dur="500"/>
                                        <p:tgtEl>
                                          <p:spTgt spid="454669"/>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454673"/>
                                        </p:tgtEl>
                                        <p:attrNameLst>
                                          <p:attrName>style.visibility</p:attrName>
                                        </p:attrNameLst>
                                      </p:cBhvr>
                                      <p:to>
                                        <p:strVal val="visible"/>
                                      </p:to>
                                    </p:set>
                                    <p:animEffect transition="in" filter="box(in)">
                                      <p:cBhvr>
                                        <p:cTn id="70" dur="500"/>
                                        <p:tgtEl>
                                          <p:spTgt spid="454673"/>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54659">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grpId="0" nodeType="clickEffect">
                                  <p:stCondLst>
                                    <p:cond delay="0"/>
                                  </p:stCondLst>
                                  <p:childTnLst>
                                    <p:set>
                                      <p:cBhvr>
                                        <p:cTn id="78" dur="1" fill="hold">
                                          <p:stCondLst>
                                            <p:cond delay="0"/>
                                          </p:stCondLst>
                                        </p:cTn>
                                        <p:tgtEl>
                                          <p:spTgt spid="454674"/>
                                        </p:tgtEl>
                                        <p:attrNameLst>
                                          <p:attrName>style.visibility</p:attrName>
                                        </p:attrNameLst>
                                      </p:cBhvr>
                                      <p:to>
                                        <p:strVal val="visible"/>
                                      </p:to>
                                    </p:set>
                                    <p:animEffect transition="in" filter="box(in)">
                                      <p:cBhvr>
                                        <p:cTn id="79" dur="2000"/>
                                        <p:tgtEl>
                                          <p:spTgt spid="454674"/>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box(in)">
                                      <p:cBhvr>
                                        <p:cTn id="84" dur="2000"/>
                                        <p:tgtEl>
                                          <p:spTgt spid="1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500"/>
                                        <p:tgtEl>
                                          <p:spTgt spid="20"/>
                                        </p:tgtEl>
                                      </p:cBhvr>
                                    </p:animEffect>
                                  </p:childTnLst>
                                </p:cTn>
                              </p:par>
                            </p:childTnLst>
                          </p:cTn>
                        </p:par>
                        <p:par>
                          <p:cTn id="90" fill="hold">
                            <p:stCondLst>
                              <p:cond delay="500"/>
                            </p:stCondLst>
                            <p:childTnLst>
                              <p:par>
                                <p:cTn id="91" presetID="22" presetClass="entr" presetSubtype="1" fill="hold" nodeType="after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wipe(up)">
                                      <p:cBhvr>
                                        <p:cTn id="93" dur="1000"/>
                                        <p:tgtEl>
                                          <p:spTgt spid="21"/>
                                        </p:tgtEl>
                                      </p:cBhvr>
                                    </p:animEffect>
                                  </p:childTnLst>
                                </p:cTn>
                              </p:par>
                            </p:childTnLst>
                          </p:cTn>
                        </p:par>
                        <p:par>
                          <p:cTn id="94" fill="hold">
                            <p:stCondLst>
                              <p:cond delay="1500"/>
                            </p:stCondLst>
                            <p:childTnLst>
                              <p:par>
                                <p:cTn id="95" presetID="4" presetClass="entr" presetSubtype="16" fill="hold" nodeType="after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box(in)">
                                      <p:cBhvr>
                                        <p:cTn id="97" dur="500"/>
                                        <p:tgtEl>
                                          <p:spTgt spid="22"/>
                                        </p:tgtEl>
                                      </p:cBhvr>
                                    </p:animEffect>
                                  </p:childTnLst>
                                </p:cTn>
                              </p:par>
                            </p:childTnLst>
                          </p:cTn>
                        </p:par>
                        <p:par>
                          <p:cTn id="98" fill="hold">
                            <p:stCondLst>
                              <p:cond delay="2000"/>
                            </p:stCondLst>
                            <p:childTnLst>
                              <p:par>
                                <p:cTn id="99" presetID="4" presetClass="entr" presetSubtype="16" fill="hold" nodeType="after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box(in)">
                                      <p:cBhvr>
                                        <p:cTn id="101" dur="500"/>
                                        <p:tgtEl>
                                          <p:spTgt spid="23"/>
                                        </p:tgtEl>
                                      </p:cBhvr>
                                    </p:animEffect>
                                  </p:childTnLst>
                                </p:cTn>
                              </p:par>
                            </p:childTnLst>
                          </p:cTn>
                        </p:par>
                        <p:par>
                          <p:cTn id="102" fill="hold">
                            <p:stCondLst>
                              <p:cond delay="2500"/>
                            </p:stCondLst>
                            <p:childTnLst>
                              <p:par>
                                <p:cTn id="103" presetID="4" presetClass="entr" presetSubtype="16" fill="hold" nodeType="after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box(in)">
                                      <p:cBhvr>
                                        <p:cTn id="105" dur="500"/>
                                        <p:tgtEl>
                                          <p:spTgt spid="26"/>
                                        </p:tgtEl>
                                      </p:cBhvr>
                                    </p:animEffect>
                                  </p:childTnLst>
                                </p:cTn>
                              </p:par>
                            </p:childTnLst>
                          </p:cTn>
                        </p:par>
                        <p:par>
                          <p:cTn id="106" fill="hold">
                            <p:stCondLst>
                              <p:cond delay="3000"/>
                            </p:stCondLst>
                            <p:childTnLst>
                              <p:par>
                                <p:cTn id="107" presetID="22" presetClass="entr" presetSubtype="1" fill="hold" nodeType="after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wipe(up)">
                                      <p:cBhvr>
                                        <p:cTn id="109" dur="2000"/>
                                        <p:tgtEl>
                                          <p:spTgt spid="24"/>
                                        </p:tgtEl>
                                      </p:cBhvr>
                                    </p:animEffect>
                                  </p:childTnLst>
                                </p:cTn>
                              </p:par>
                            </p:childTnLst>
                          </p:cTn>
                        </p:par>
                        <p:par>
                          <p:cTn id="110" fill="hold">
                            <p:stCondLst>
                              <p:cond delay="5000"/>
                            </p:stCondLst>
                            <p:childTnLst>
                              <p:par>
                                <p:cTn id="111" presetID="4" presetClass="entr" presetSubtype="16" fill="hold" nodeType="afterEffect">
                                  <p:stCondLst>
                                    <p:cond delay="0"/>
                                  </p:stCondLst>
                                  <p:childTnLst>
                                    <p:set>
                                      <p:cBhvr>
                                        <p:cTn id="112" dur="1" fill="hold">
                                          <p:stCondLst>
                                            <p:cond delay="0"/>
                                          </p:stCondLst>
                                        </p:cTn>
                                        <p:tgtEl>
                                          <p:spTgt spid="48"/>
                                        </p:tgtEl>
                                        <p:attrNameLst>
                                          <p:attrName>style.visibility</p:attrName>
                                        </p:attrNameLst>
                                      </p:cBhvr>
                                      <p:to>
                                        <p:strVal val="visible"/>
                                      </p:to>
                                    </p:set>
                                    <p:animEffect transition="in" filter="box(in)">
                                      <p:cBhvr>
                                        <p:cTn id="113" dur="500"/>
                                        <p:tgtEl>
                                          <p:spTgt spid="48"/>
                                        </p:tgtEl>
                                      </p:cBhvr>
                                    </p:animEffect>
                                  </p:childTnLst>
                                </p:cTn>
                              </p:par>
                            </p:childTnLst>
                          </p:cTn>
                        </p:par>
                        <p:par>
                          <p:cTn id="114" fill="hold">
                            <p:stCondLst>
                              <p:cond delay="5500"/>
                            </p:stCondLst>
                            <p:childTnLst>
                              <p:par>
                                <p:cTn id="115" presetID="4" presetClass="entr" presetSubtype="16" fill="hold" nodeType="afterEffect">
                                  <p:stCondLst>
                                    <p:cond delay="0"/>
                                  </p:stCondLst>
                                  <p:childTnLst>
                                    <p:set>
                                      <p:cBhvr>
                                        <p:cTn id="116" dur="1" fill="hold">
                                          <p:stCondLst>
                                            <p:cond delay="0"/>
                                          </p:stCondLst>
                                        </p:cTn>
                                        <p:tgtEl>
                                          <p:spTgt spid="25"/>
                                        </p:tgtEl>
                                        <p:attrNameLst>
                                          <p:attrName>style.visibility</p:attrName>
                                        </p:attrNameLst>
                                      </p:cBhvr>
                                      <p:to>
                                        <p:strVal val="visible"/>
                                      </p:to>
                                    </p:set>
                                    <p:animEffect transition="in" filter="box(in)">
                                      <p:cBhvr>
                                        <p:cTn id="117" dur="500"/>
                                        <p:tgtEl>
                                          <p:spTgt spid="25"/>
                                        </p:tgtEl>
                                      </p:cBhvr>
                                    </p:animEffect>
                                  </p:child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nodeType="clickEffect">
                                  <p:stCondLst>
                                    <p:cond delay="0"/>
                                  </p:stCondLst>
                                  <p:childTnLst>
                                    <p:set>
                                      <p:cBhvr>
                                        <p:cTn id="121" dur="1" fill="hold">
                                          <p:stCondLst>
                                            <p:cond delay="0"/>
                                          </p:stCondLst>
                                        </p:cTn>
                                        <p:tgtEl>
                                          <p:spTgt spid="28"/>
                                        </p:tgtEl>
                                        <p:attrNameLst>
                                          <p:attrName>style.visibility</p:attrName>
                                        </p:attrNameLst>
                                      </p:cBhvr>
                                      <p:to>
                                        <p:strVal val="visible"/>
                                      </p:to>
                                    </p:set>
                                    <p:animEffect transition="in" filter="box(in)">
                                      <p:cBhvr>
                                        <p:cTn id="122" dur="500"/>
                                        <p:tgtEl>
                                          <p:spTgt spid="28"/>
                                        </p:tgtEl>
                                      </p:cBhvr>
                                    </p:animEffect>
                                  </p:childTnLst>
                                </p:cTn>
                              </p:par>
                            </p:childTnLst>
                          </p:cTn>
                        </p:par>
                        <p:par>
                          <p:cTn id="123" fill="hold">
                            <p:stCondLst>
                              <p:cond delay="500"/>
                            </p:stCondLst>
                            <p:childTnLst>
                              <p:par>
                                <p:cTn id="124" presetID="4" presetClass="entr" presetSubtype="16" fill="hold" nodeType="after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box(in)">
                                      <p:cBhvr>
                                        <p:cTn id="126" dur="500"/>
                                        <p:tgtEl>
                                          <p:spTgt spid="2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wipe(left)">
                                      <p:cBhvr>
                                        <p:cTn id="131" dur="1000"/>
                                        <p:tgtEl>
                                          <p:spTgt spid="29"/>
                                        </p:tgtEl>
                                      </p:cBhvr>
                                    </p:animEffect>
                                  </p:childTnLst>
                                </p:cTn>
                              </p:par>
                            </p:childTnLst>
                          </p:cTn>
                        </p:par>
                        <p:par>
                          <p:cTn id="132" fill="hold">
                            <p:stCondLst>
                              <p:cond delay="1000"/>
                            </p:stCondLst>
                            <p:childTnLst>
                              <p:par>
                                <p:cTn id="133" presetID="22" presetClass="entr" presetSubtype="4" fill="hold" nodeType="after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wipe(down)">
                                      <p:cBhvr>
                                        <p:cTn id="135" dur="1000"/>
                                        <p:tgtEl>
                                          <p:spTgt spid="30"/>
                                        </p:tgtEl>
                                      </p:cBhvr>
                                    </p:animEffect>
                                  </p:childTnLst>
                                </p:cTn>
                              </p:par>
                            </p:childTnLst>
                          </p:cTn>
                        </p:par>
                      </p:childTnLst>
                    </p:cTn>
                  </p:par>
                  <p:par>
                    <p:cTn id="136" fill="hold">
                      <p:stCondLst>
                        <p:cond delay="indefinite"/>
                      </p:stCondLst>
                      <p:childTnLst>
                        <p:par>
                          <p:cTn id="137" fill="hold">
                            <p:stCondLst>
                              <p:cond delay="0"/>
                            </p:stCondLst>
                            <p:childTnLst>
                              <p:par>
                                <p:cTn id="138" presetID="4" presetClass="entr" presetSubtype="16" fill="hold" nodeType="click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box(in)">
                                      <p:cBhvr>
                                        <p:cTn id="140" dur="500"/>
                                        <p:tgtEl>
                                          <p:spTgt spid="31"/>
                                        </p:tgtEl>
                                      </p:cBhvr>
                                    </p:animEffect>
                                  </p:childTnLst>
                                </p:cTn>
                              </p:par>
                            </p:childTnLst>
                          </p:cTn>
                        </p:par>
                        <p:par>
                          <p:cTn id="141" fill="hold">
                            <p:stCondLst>
                              <p:cond delay="500"/>
                            </p:stCondLst>
                            <p:childTnLst>
                              <p:par>
                                <p:cTn id="142" presetID="4" presetClass="entr" presetSubtype="16" fill="hold" nodeType="afterEffect">
                                  <p:stCondLst>
                                    <p:cond delay="0"/>
                                  </p:stCondLst>
                                  <p:childTnLst>
                                    <p:set>
                                      <p:cBhvr>
                                        <p:cTn id="143" dur="1" fill="hold">
                                          <p:stCondLst>
                                            <p:cond delay="0"/>
                                          </p:stCondLst>
                                        </p:cTn>
                                        <p:tgtEl>
                                          <p:spTgt spid="32"/>
                                        </p:tgtEl>
                                        <p:attrNameLst>
                                          <p:attrName>style.visibility</p:attrName>
                                        </p:attrNameLst>
                                      </p:cBhvr>
                                      <p:to>
                                        <p:strVal val="visible"/>
                                      </p:to>
                                    </p:set>
                                    <p:animEffect transition="in" filter="box(in)">
                                      <p:cBhvr>
                                        <p:cTn id="144" dur="500"/>
                                        <p:tgtEl>
                                          <p:spTgt spid="32"/>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3"/>
                                        </p:tgtEl>
                                        <p:attrNameLst>
                                          <p:attrName>style.visibility</p:attrName>
                                        </p:attrNameLst>
                                      </p:cBhvr>
                                      <p:to>
                                        <p:strVal val="visible"/>
                                      </p:to>
                                    </p:set>
                                    <p:animEffect transition="in" filter="wipe(left)">
                                      <p:cBhvr>
                                        <p:cTn id="149" dur="1000"/>
                                        <p:tgtEl>
                                          <p:spTgt spid="33"/>
                                        </p:tgtEl>
                                      </p:cBhvr>
                                    </p:animEffect>
                                  </p:childTnLst>
                                </p:cTn>
                              </p:par>
                            </p:childTnLst>
                          </p:cTn>
                        </p:par>
                        <p:par>
                          <p:cTn id="150" fill="hold">
                            <p:stCondLst>
                              <p:cond delay="1000"/>
                            </p:stCondLst>
                            <p:childTnLst>
                              <p:par>
                                <p:cTn id="151" presetID="22" presetClass="entr" presetSubtype="1" fill="hold" nodeType="afterEffect">
                                  <p:stCondLst>
                                    <p:cond delay="0"/>
                                  </p:stCondLst>
                                  <p:childTnLst>
                                    <p:set>
                                      <p:cBhvr>
                                        <p:cTn id="152" dur="1" fill="hold">
                                          <p:stCondLst>
                                            <p:cond delay="0"/>
                                          </p:stCondLst>
                                        </p:cTn>
                                        <p:tgtEl>
                                          <p:spTgt spid="34"/>
                                        </p:tgtEl>
                                        <p:attrNameLst>
                                          <p:attrName>style.visibility</p:attrName>
                                        </p:attrNameLst>
                                      </p:cBhvr>
                                      <p:to>
                                        <p:strVal val="visible"/>
                                      </p:to>
                                    </p:set>
                                    <p:animEffect transition="in" filter="wipe(up)">
                                      <p:cBhvr>
                                        <p:cTn id="153" dur="500"/>
                                        <p:tgtEl>
                                          <p:spTgt spid="34"/>
                                        </p:tgtEl>
                                      </p:cBhvr>
                                    </p:animEffect>
                                  </p:childTnLst>
                                </p:cTn>
                              </p:par>
                            </p:childTnLst>
                          </p:cTn>
                        </p:par>
                        <p:par>
                          <p:cTn id="154" fill="hold">
                            <p:stCondLst>
                              <p:cond delay="1500"/>
                            </p:stCondLst>
                            <p:childTnLst>
                              <p:par>
                                <p:cTn id="155" presetID="4" presetClass="entr" presetSubtype="16" fill="hold" nodeType="afterEffect">
                                  <p:stCondLst>
                                    <p:cond delay="0"/>
                                  </p:stCondLst>
                                  <p:childTnLst>
                                    <p:set>
                                      <p:cBhvr>
                                        <p:cTn id="156" dur="1" fill="hold">
                                          <p:stCondLst>
                                            <p:cond delay="0"/>
                                          </p:stCondLst>
                                        </p:cTn>
                                        <p:tgtEl>
                                          <p:spTgt spid="35"/>
                                        </p:tgtEl>
                                        <p:attrNameLst>
                                          <p:attrName>style.visibility</p:attrName>
                                        </p:attrNameLst>
                                      </p:cBhvr>
                                      <p:to>
                                        <p:strVal val="visible"/>
                                      </p:to>
                                    </p:set>
                                    <p:animEffect transition="in" filter="box(in)">
                                      <p:cBhvr>
                                        <p:cTn id="157" dur="500"/>
                                        <p:tgtEl>
                                          <p:spTgt spid="35"/>
                                        </p:tgtEl>
                                      </p:cBhvr>
                                    </p:animEffect>
                                  </p:childTnLst>
                                </p:cTn>
                              </p:par>
                            </p:childTnLst>
                          </p:cTn>
                        </p:par>
                        <p:par>
                          <p:cTn id="158" fill="hold">
                            <p:stCondLst>
                              <p:cond delay="2000"/>
                            </p:stCondLst>
                            <p:childTnLst>
                              <p:par>
                                <p:cTn id="159" presetID="4" presetClass="entr" presetSubtype="16" fill="hold" nodeType="afterEffect">
                                  <p:stCondLst>
                                    <p:cond delay="0"/>
                                  </p:stCondLst>
                                  <p:childTnLst>
                                    <p:set>
                                      <p:cBhvr>
                                        <p:cTn id="160" dur="1" fill="hold">
                                          <p:stCondLst>
                                            <p:cond delay="0"/>
                                          </p:stCondLst>
                                        </p:cTn>
                                        <p:tgtEl>
                                          <p:spTgt spid="36"/>
                                        </p:tgtEl>
                                        <p:attrNameLst>
                                          <p:attrName>style.visibility</p:attrName>
                                        </p:attrNameLst>
                                      </p:cBhvr>
                                      <p:to>
                                        <p:strVal val="visible"/>
                                      </p:to>
                                    </p:set>
                                    <p:animEffect transition="in" filter="box(in)">
                                      <p:cBhvr>
                                        <p:cTn id="161" dur="500"/>
                                        <p:tgtEl>
                                          <p:spTgt spid="36"/>
                                        </p:tgtEl>
                                      </p:cBhvr>
                                    </p:animEffect>
                                  </p:childTnLst>
                                </p:cTn>
                              </p:par>
                            </p:childTnLst>
                          </p:cTn>
                        </p:par>
                        <p:par>
                          <p:cTn id="162" fill="hold">
                            <p:stCondLst>
                              <p:cond delay="2500"/>
                            </p:stCondLst>
                            <p:childTnLst>
                              <p:par>
                                <p:cTn id="163" presetID="4" presetClass="entr" presetSubtype="16" fill="hold" nodeType="afterEffect">
                                  <p:stCondLst>
                                    <p:cond delay="0"/>
                                  </p:stCondLst>
                                  <p:childTnLst>
                                    <p:set>
                                      <p:cBhvr>
                                        <p:cTn id="164" dur="1" fill="hold">
                                          <p:stCondLst>
                                            <p:cond delay="0"/>
                                          </p:stCondLst>
                                        </p:cTn>
                                        <p:tgtEl>
                                          <p:spTgt spid="39"/>
                                        </p:tgtEl>
                                        <p:attrNameLst>
                                          <p:attrName>style.visibility</p:attrName>
                                        </p:attrNameLst>
                                      </p:cBhvr>
                                      <p:to>
                                        <p:strVal val="visible"/>
                                      </p:to>
                                    </p:set>
                                    <p:animEffect transition="in" filter="box(in)">
                                      <p:cBhvr>
                                        <p:cTn id="165" dur="500"/>
                                        <p:tgtEl>
                                          <p:spTgt spid="39"/>
                                        </p:tgtEl>
                                      </p:cBhvr>
                                    </p:animEffect>
                                  </p:childTnLst>
                                </p:cTn>
                              </p:par>
                            </p:childTnLst>
                          </p:cTn>
                        </p:par>
                        <p:par>
                          <p:cTn id="166" fill="hold">
                            <p:stCondLst>
                              <p:cond delay="3000"/>
                            </p:stCondLst>
                            <p:childTnLst>
                              <p:par>
                                <p:cTn id="167" presetID="22" presetClass="entr" presetSubtype="1" fill="hold" nodeType="afterEffect">
                                  <p:stCondLst>
                                    <p:cond delay="0"/>
                                  </p:stCondLst>
                                  <p:childTnLst>
                                    <p:set>
                                      <p:cBhvr>
                                        <p:cTn id="168" dur="1" fill="hold">
                                          <p:stCondLst>
                                            <p:cond delay="0"/>
                                          </p:stCondLst>
                                        </p:cTn>
                                        <p:tgtEl>
                                          <p:spTgt spid="37"/>
                                        </p:tgtEl>
                                        <p:attrNameLst>
                                          <p:attrName>style.visibility</p:attrName>
                                        </p:attrNameLst>
                                      </p:cBhvr>
                                      <p:to>
                                        <p:strVal val="visible"/>
                                      </p:to>
                                    </p:set>
                                    <p:animEffect transition="in" filter="wipe(up)">
                                      <p:cBhvr>
                                        <p:cTn id="169" dur="1000"/>
                                        <p:tgtEl>
                                          <p:spTgt spid="37"/>
                                        </p:tgtEl>
                                      </p:cBhvr>
                                    </p:animEffect>
                                  </p:childTnLst>
                                </p:cTn>
                              </p:par>
                            </p:childTnLst>
                          </p:cTn>
                        </p:par>
                        <p:par>
                          <p:cTn id="170" fill="hold">
                            <p:stCondLst>
                              <p:cond delay="4000"/>
                            </p:stCondLst>
                            <p:childTnLst>
                              <p:par>
                                <p:cTn id="171" presetID="4" presetClass="entr" presetSubtype="16" fill="hold" nodeType="after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box(in)">
                                      <p:cBhvr>
                                        <p:cTn id="173" dur="500"/>
                                        <p:tgtEl>
                                          <p:spTgt spid="47"/>
                                        </p:tgtEl>
                                      </p:cBhvr>
                                    </p:animEffect>
                                  </p:childTnLst>
                                </p:cTn>
                              </p:par>
                            </p:childTnLst>
                          </p:cTn>
                        </p:par>
                        <p:par>
                          <p:cTn id="174" fill="hold">
                            <p:stCondLst>
                              <p:cond delay="4500"/>
                            </p:stCondLst>
                            <p:childTnLst>
                              <p:par>
                                <p:cTn id="175" presetID="4" presetClass="entr" presetSubtype="16" fill="hold" nodeType="after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box(in)">
                                      <p:cBhvr>
                                        <p:cTn id="177" dur="500"/>
                                        <p:tgtEl>
                                          <p:spTgt spid="38"/>
                                        </p:tgtEl>
                                      </p:cBhvr>
                                    </p:animEffect>
                                  </p:childTnLst>
                                </p:cTn>
                              </p:par>
                            </p:childTnLst>
                          </p:cTn>
                        </p:par>
                        <p:par>
                          <p:cTn id="178" fill="hold">
                            <p:stCondLst>
                              <p:cond delay="5000"/>
                            </p:stCondLst>
                            <p:childTnLst>
                              <p:par>
                                <p:cTn id="179" presetID="22" presetClass="entr" presetSubtype="8" fill="hold" nodeType="afterEffect">
                                  <p:stCondLst>
                                    <p:cond delay="0"/>
                                  </p:stCondLst>
                                  <p:childTnLst>
                                    <p:set>
                                      <p:cBhvr>
                                        <p:cTn id="180" dur="1" fill="hold">
                                          <p:stCondLst>
                                            <p:cond delay="0"/>
                                          </p:stCondLst>
                                        </p:cTn>
                                        <p:tgtEl>
                                          <p:spTgt spid="45"/>
                                        </p:tgtEl>
                                        <p:attrNameLst>
                                          <p:attrName>style.visibility</p:attrName>
                                        </p:attrNameLst>
                                      </p:cBhvr>
                                      <p:to>
                                        <p:strVal val="visible"/>
                                      </p:to>
                                    </p:set>
                                    <p:animEffect transition="in" filter="wipe(left)">
                                      <p:cBhvr>
                                        <p:cTn id="181" dur="1000"/>
                                        <p:tgtEl>
                                          <p:spTgt spid="45"/>
                                        </p:tgtEl>
                                      </p:cBhvr>
                                    </p:animEffect>
                                  </p:childTnLst>
                                </p:cTn>
                              </p:par>
                            </p:childTnLst>
                          </p:cTn>
                        </p:par>
                        <p:par>
                          <p:cTn id="182" fill="hold">
                            <p:stCondLst>
                              <p:cond delay="6000"/>
                            </p:stCondLst>
                            <p:childTnLst>
                              <p:par>
                                <p:cTn id="183" presetID="4" presetClass="entr" presetSubtype="16" fill="hold" nodeType="afterEffect">
                                  <p:stCondLst>
                                    <p:cond delay="0"/>
                                  </p:stCondLst>
                                  <p:childTnLst>
                                    <p:set>
                                      <p:cBhvr>
                                        <p:cTn id="184" dur="1" fill="hold">
                                          <p:stCondLst>
                                            <p:cond delay="0"/>
                                          </p:stCondLst>
                                        </p:cTn>
                                        <p:tgtEl>
                                          <p:spTgt spid="49"/>
                                        </p:tgtEl>
                                        <p:attrNameLst>
                                          <p:attrName>style.visibility</p:attrName>
                                        </p:attrNameLst>
                                      </p:cBhvr>
                                      <p:to>
                                        <p:strVal val="visible"/>
                                      </p:to>
                                    </p:set>
                                    <p:animEffect transition="in" filter="box(in)">
                                      <p:cBhvr>
                                        <p:cTn id="185" dur="500"/>
                                        <p:tgtEl>
                                          <p:spTgt spid="49"/>
                                        </p:tgtEl>
                                      </p:cBhvr>
                                    </p:animEffect>
                                  </p:childTnLst>
                                </p:cTn>
                              </p:par>
                            </p:childTnLst>
                          </p:cTn>
                        </p:par>
                        <p:par>
                          <p:cTn id="186" fill="hold">
                            <p:stCondLst>
                              <p:cond delay="6500"/>
                            </p:stCondLst>
                            <p:childTnLst>
                              <p:par>
                                <p:cTn id="187" presetID="4" presetClass="entr" presetSubtype="16" fill="hold" nodeType="afterEffect">
                                  <p:stCondLst>
                                    <p:cond delay="0"/>
                                  </p:stCondLst>
                                  <p:childTnLst>
                                    <p:set>
                                      <p:cBhvr>
                                        <p:cTn id="188" dur="1" fill="hold">
                                          <p:stCondLst>
                                            <p:cond delay="0"/>
                                          </p:stCondLst>
                                        </p:cTn>
                                        <p:tgtEl>
                                          <p:spTgt spid="46"/>
                                        </p:tgtEl>
                                        <p:attrNameLst>
                                          <p:attrName>style.visibility</p:attrName>
                                        </p:attrNameLst>
                                      </p:cBhvr>
                                      <p:to>
                                        <p:strVal val="visible"/>
                                      </p:to>
                                    </p:set>
                                    <p:animEffect transition="in" filter="box(in)">
                                      <p:cBhvr>
                                        <p:cTn id="189" dur="500"/>
                                        <p:tgtEl>
                                          <p:spTgt spid="46"/>
                                        </p:tgtEl>
                                      </p:cBhvr>
                                    </p:animEffect>
                                  </p:childTnLst>
                                </p:cTn>
                              </p:par>
                            </p:childTnLst>
                          </p:cTn>
                        </p:par>
                      </p:childTnLst>
                    </p:cTn>
                  </p:par>
                  <p:par>
                    <p:cTn id="190" fill="hold">
                      <p:stCondLst>
                        <p:cond delay="indefinite"/>
                      </p:stCondLst>
                      <p:childTnLst>
                        <p:par>
                          <p:cTn id="191" fill="hold">
                            <p:stCondLst>
                              <p:cond delay="0"/>
                            </p:stCondLst>
                            <p:childTnLst>
                              <p:par>
                                <p:cTn id="192" presetID="4" presetClass="entr" presetSubtype="16" fill="hold" nodeType="clickEffect">
                                  <p:stCondLst>
                                    <p:cond delay="0"/>
                                  </p:stCondLst>
                                  <p:childTnLst>
                                    <p:set>
                                      <p:cBhvr>
                                        <p:cTn id="193" dur="1" fill="hold">
                                          <p:stCondLst>
                                            <p:cond delay="0"/>
                                          </p:stCondLst>
                                        </p:cTn>
                                        <p:tgtEl>
                                          <p:spTgt spid="40"/>
                                        </p:tgtEl>
                                        <p:attrNameLst>
                                          <p:attrName>style.visibility</p:attrName>
                                        </p:attrNameLst>
                                      </p:cBhvr>
                                      <p:to>
                                        <p:strVal val="visible"/>
                                      </p:to>
                                    </p:set>
                                    <p:animEffect transition="in" filter="box(in)">
                                      <p:cBhvr>
                                        <p:cTn id="194" dur="500"/>
                                        <p:tgtEl>
                                          <p:spTgt spid="40"/>
                                        </p:tgtEl>
                                      </p:cBhvr>
                                    </p:animEffect>
                                  </p:childTnLst>
                                </p:cTn>
                              </p:par>
                            </p:childTnLst>
                          </p:cTn>
                        </p:par>
                        <p:par>
                          <p:cTn id="195" fill="hold">
                            <p:stCondLst>
                              <p:cond delay="500"/>
                            </p:stCondLst>
                            <p:childTnLst>
                              <p:par>
                                <p:cTn id="196" presetID="22" presetClass="entr" presetSubtype="8" fill="hold" nodeType="afterEffect">
                                  <p:stCondLst>
                                    <p:cond delay="0"/>
                                  </p:stCondLst>
                                  <p:childTnLst>
                                    <p:set>
                                      <p:cBhvr>
                                        <p:cTn id="197" dur="1" fill="hold">
                                          <p:stCondLst>
                                            <p:cond delay="0"/>
                                          </p:stCondLst>
                                        </p:cTn>
                                        <p:tgtEl>
                                          <p:spTgt spid="41"/>
                                        </p:tgtEl>
                                        <p:attrNameLst>
                                          <p:attrName>style.visibility</p:attrName>
                                        </p:attrNameLst>
                                      </p:cBhvr>
                                      <p:to>
                                        <p:strVal val="visible"/>
                                      </p:to>
                                    </p:set>
                                    <p:animEffect transition="in" filter="wipe(left)">
                                      <p:cBhvr>
                                        <p:cTn id="198" dur="1000"/>
                                        <p:tgtEl>
                                          <p:spTgt spid="41"/>
                                        </p:tgtEl>
                                      </p:cBhvr>
                                    </p:animEffect>
                                  </p:childTnLst>
                                </p:cTn>
                              </p:par>
                            </p:childTnLst>
                          </p:cTn>
                        </p:par>
                      </p:childTnLst>
                    </p:cTn>
                  </p:par>
                  <p:par>
                    <p:cTn id="199" fill="hold">
                      <p:stCondLst>
                        <p:cond delay="indefinite"/>
                      </p:stCondLst>
                      <p:childTnLst>
                        <p:par>
                          <p:cTn id="200" fill="hold">
                            <p:stCondLst>
                              <p:cond delay="0"/>
                            </p:stCondLst>
                            <p:childTnLst>
                              <p:par>
                                <p:cTn id="201" presetID="19" presetClass="entr" presetSubtype="5" fill="hold" nodeType="clickEffect">
                                  <p:stCondLst>
                                    <p:cond delay="0"/>
                                  </p:stCondLst>
                                  <p:childTnLst>
                                    <p:set>
                                      <p:cBhvr>
                                        <p:cTn id="202" dur="1" fill="hold">
                                          <p:stCondLst>
                                            <p:cond delay="0"/>
                                          </p:stCondLst>
                                        </p:cTn>
                                        <p:tgtEl>
                                          <p:spTgt spid="50"/>
                                        </p:tgtEl>
                                        <p:attrNameLst>
                                          <p:attrName>style.visibility</p:attrName>
                                        </p:attrNameLst>
                                      </p:cBhvr>
                                      <p:to>
                                        <p:strVal val="visible"/>
                                      </p:to>
                                    </p:set>
                                    <p:anim calcmode="lin" valueType="num">
                                      <p:cBhvr>
                                        <p:cTn id="203" dur="2000" fill="hold"/>
                                        <p:tgtEl>
                                          <p:spTgt spid="50"/>
                                        </p:tgtEl>
                                        <p:attrNameLst>
                                          <p:attrName>ppt_w</p:attrName>
                                        </p:attrNameLst>
                                      </p:cBhvr>
                                      <p:tavLst>
                                        <p:tav tm="0">
                                          <p:val>
                                            <p:strVal val="#ppt_w"/>
                                          </p:val>
                                        </p:tav>
                                        <p:tav tm="100000">
                                          <p:val>
                                            <p:strVal val="#ppt_w"/>
                                          </p:val>
                                        </p:tav>
                                      </p:tavLst>
                                    </p:anim>
                                    <p:anim calcmode="lin" valueType="num">
                                      <p:cBhvr>
                                        <p:cTn id="204" dur="2000" fill="hold"/>
                                        <p:tgtEl>
                                          <p:spTgt spid="50"/>
                                        </p:tgtEl>
                                        <p:attrNameLst>
                                          <p:attrName>ppt_h</p:attrName>
                                        </p:attrNameLst>
                                      </p:cBhvr>
                                      <p:tavLst>
                                        <p:tav tm="0" fmla="#ppt_h*sin(2.5*pi*$)">
                                          <p:val>
                                            <p:fltVal val="0"/>
                                          </p:val>
                                        </p:tav>
                                        <p:tav tm="100000">
                                          <p:val>
                                            <p:fltVal val="1"/>
                                          </p:val>
                                        </p:tav>
                                      </p:tavLst>
                                    </p:anim>
                                  </p:childTnLst>
                                </p:cTn>
                              </p:par>
                            </p:childTnLst>
                          </p:cTn>
                        </p:par>
                      </p:childTnLst>
                    </p:cTn>
                  </p:par>
                  <p:par>
                    <p:cTn id="205" fill="hold">
                      <p:stCondLst>
                        <p:cond delay="indefinite"/>
                      </p:stCondLst>
                      <p:childTnLst>
                        <p:par>
                          <p:cTn id="206" fill="hold">
                            <p:stCondLst>
                              <p:cond delay="0"/>
                            </p:stCondLst>
                            <p:childTnLst>
                              <p:par>
                                <p:cTn id="207" presetID="4" presetClass="entr" presetSubtype="16" fill="hold" nodeType="clickEffect">
                                  <p:stCondLst>
                                    <p:cond delay="0"/>
                                  </p:stCondLst>
                                  <p:childTnLst>
                                    <p:set>
                                      <p:cBhvr>
                                        <p:cTn id="208" dur="1" fill="hold">
                                          <p:stCondLst>
                                            <p:cond delay="0"/>
                                          </p:stCondLst>
                                        </p:cTn>
                                        <p:tgtEl>
                                          <p:spTgt spid="52"/>
                                        </p:tgtEl>
                                        <p:attrNameLst>
                                          <p:attrName>style.visibility</p:attrName>
                                        </p:attrNameLst>
                                      </p:cBhvr>
                                      <p:to>
                                        <p:strVal val="visible"/>
                                      </p:to>
                                    </p:set>
                                    <p:animEffect transition="in" filter="box(in)">
                                      <p:cBhvr>
                                        <p:cTn id="209" dur="500"/>
                                        <p:tgtEl>
                                          <p:spTgt spid="52"/>
                                        </p:tgtEl>
                                      </p:cBhvr>
                                    </p:animEffect>
                                  </p:childTnLst>
                                </p:cTn>
                              </p:par>
                            </p:childTnLst>
                          </p:cTn>
                        </p:par>
                        <p:par>
                          <p:cTn id="210" fill="hold">
                            <p:stCondLst>
                              <p:cond delay="500"/>
                            </p:stCondLst>
                            <p:childTnLst>
                              <p:par>
                                <p:cTn id="211" presetID="4" presetClass="entr" presetSubtype="16" fill="hold" nodeType="afterEffect">
                                  <p:stCondLst>
                                    <p:cond delay="0"/>
                                  </p:stCondLst>
                                  <p:childTnLst>
                                    <p:set>
                                      <p:cBhvr>
                                        <p:cTn id="212" dur="1" fill="hold">
                                          <p:stCondLst>
                                            <p:cond delay="0"/>
                                          </p:stCondLst>
                                        </p:cTn>
                                        <p:tgtEl>
                                          <p:spTgt spid="51"/>
                                        </p:tgtEl>
                                        <p:attrNameLst>
                                          <p:attrName>style.visibility</p:attrName>
                                        </p:attrNameLst>
                                      </p:cBhvr>
                                      <p:to>
                                        <p:strVal val="visible"/>
                                      </p:to>
                                    </p:set>
                                    <p:animEffect transition="in" filter="box(in)">
                                      <p:cBhvr>
                                        <p:cTn id="213" dur="1000"/>
                                        <p:tgtEl>
                                          <p:spTgt spid="51"/>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1" fill="hold" nodeType="clickEffect">
                                  <p:stCondLst>
                                    <p:cond delay="0"/>
                                  </p:stCondLst>
                                  <p:childTnLst>
                                    <p:set>
                                      <p:cBhvr>
                                        <p:cTn id="217" dur="1" fill="hold">
                                          <p:stCondLst>
                                            <p:cond delay="0"/>
                                          </p:stCondLst>
                                        </p:cTn>
                                        <p:tgtEl>
                                          <p:spTgt spid="42"/>
                                        </p:tgtEl>
                                        <p:attrNameLst>
                                          <p:attrName>style.visibility</p:attrName>
                                        </p:attrNameLst>
                                      </p:cBhvr>
                                      <p:to>
                                        <p:strVal val="visible"/>
                                      </p:to>
                                    </p:set>
                                    <p:animEffect transition="in" filter="wipe(up)">
                                      <p:cBhvr>
                                        <p:cTn id="218" dur="500"/>
                                        <p:tgtEl>
                                          <p:spTgt spid="42"/>
                                        </p:tgtEl>
                                      </p:cBhvr>
                                    </p:animEffect>
                                  </p:childTnLst>
                                </p:cTn>
                              </p:par>
                            </p:childTnLst>
                          </p:cTn>
                        </p:par>
                        <p:par>
                          <p:cTn id="219" fill="hold">
                            <p:stCondLst>
                              <p:cond delay="500"/>
                            </p:stCondLst>
                            <p:childTnLst>
                              <p:par>
                                <p:cTn id="220" presetID="4" presetClass="entr" presetSubtype="16" fill="hold" nodeType="afterEffect">
                                  <p:stCondLst>
                                    <p:cond delay="0"/>
                                  </p:stCondLst>
                                  <p:childTnLst>
                                    <p:set>
                                      <p:cBhvr>
                                        <p:cTn id="221" dur="1" fill="hold">
                                          <p:stCondLst>
                                            <p:cond delay="0"/>
                                          </p:stCondLst>
                                        </p:cTn>
                                        <p:tgtEl>
                                          <p:spTgt spid="43"/>
                                        </p:tgtEl>
                                        <p:attrNameLst>
                                          <p:attrName>style.visibility</p:attrName>
                                        </p:attrNameLst>
                                      </p:cBhvr>
                                      <p:to>
                                        <p:strVal val="visible"/>
                                      </p:to>
                                    </p:set>
                                    <p:animEffect transition="in" filter="box(in)">
                                      <p:cBhvr>
                                        <p:cTn id="222" dur="500"/>
                                        <p:tgtEl>
                                          <p:spTgt spid="43"/>
                                        </p:tgtEl>
                                      </p:cBhvr>
                                    </p:animEffect>
                                  </p:childTnLst>
                                </p:cTn>
                              </p:par>
                            </p:childTnLst>
                          </p:cTn>
                        </p:par>
                        <p:par>
                          <p:cTn id="223" fill="hold">
                            <p:stCondLst>
                              <p:cond delay="1000"/>
                            </p:stCondLst>
                            <p:childTnLst>
                              <p:par>
                                <p:cTn id="224" presetID="4" presetClass="entr" presetSubtype="16" fill="hold" nodeType="afterEffect">
                                  <p:stCondLst>
                                    <p:cond delay="0"/>
                                  </p:stCondLst>
                                  <p:childTnLst>
                                    <p:set>
                                      <p:cBhvr>
                                        <p:cTn id="225" dur="1" fill="hold">
                                          <p:stCondLst>
                                            <p:cond delay="0"/>
                                          </p:stCondLst>
                                        </p:cTn>
                                        <p:tgtEl>
                                          <p:spTgt spid="44"/>
                                        </p:tgtEl>
                                        <p:attrNameLst>
                                          <p:attrName>style.visibility</p:attrName>
                                        </p:attrNameLst>
                                      </p:cBhvr>
                                      <p:to>
                                        <p:strVal val="visible"/>
                                      </p:to>
                                    </p:set>
                                    <p:animEffect transition="in" filter="box(in)">
                                      <p:cBhvr>
                                        <p:cTn id="226" dur="1000"/>
                                        <p:tgtEl>
                                          <p:spTgt spid="44"/>
                                        </p:tgtEl>
                                      </p:cBhvr>
                                    </p:animEffect>
                                  </p:childTnLst>
                                </p:cTn>
                              </p:par>
                            </p:childTnLst>
                          </p:cTn>
                        </p:par>
                      </p:childTnLst>
                    </p:cTn>
                  </p:par>
                  <p:par>
                    <p:cTn id="227" fill="hold">
                      <p:stCondLst>
                        <p:cond delay="indefinite"/>
                      </p:stCondLst>
                      <p:childTnLst>
                        <p:par>
                          <p:cTn id="228" fill="hold">
                            <p:stCondLst>
                              <p:cond delay="0"/>
                            </p:stCondLst>
                            <p:childTnLst>
                              <p:par>
                                <p:cTn id="229" presetID="22" presetClass="entr" presetSubtype="8" fill="hold" grpId="0" nodeType="clickEffect">
                                  <p:stCondLst>
                                    <p:cond delay="0"/>
                                  </p:stCondLst>
                                  <p:childTnLst>
                                    <p:set>
                                      <p:cBhvr>
                                        <p:cTn id="230" dur="1" fill="hold">
                                          <p:stCondLst>
                                            <p:cond delay="0"/>
                                          </p:stCondLst>
                                        </p:cTn>
                                        <p:tgtEl>
                                          <p:spTgt spid="56">
                                            <p:txEl>
                                              <p:pRg st="0" end="0"/>
                                            </p:txEl>
                                          </p:spTgt>
                                        </p:tgtEl>
                                        <p:attrNameLst>
                                          <p:attrName>style.visibility</p:attrName>
                                        </p:attrNameLst>
                                      </p:cBhvr>
                                      <p:to>
                                        <p:strVal val="visible"/>
                                      </p:to>
                                    </p:set>
                                    <p:animEffect transition="in" filter="wipe(left)">
                                      <p:cBhvr>
                                        <p:cTn id="231" dur="2000"/>
                                        <p:tgtEl>
                                          <p:spTgt spid="56">
                                            <p:txEl>
                                              <p:pRg st="0" end="0"/>
                                            </p:txEl>
                                          </p:spTgt>
                                        </p:tgtEl>
                                      </p:cBhvr>
                                    </p:animEffect>
                                  </p:childTnLst>
                                </p:cTn>
                              </p:par>
                            </p:childTnLst>
                          </p:cTn>
                        </p:par>
                        <p:par>
                          <p:cTn id="232" fill="hold">
                            <p:stCondLst>
                              <p:cond delay="2000"/>
                            </p:stCondLst>
                            <p:childTnLst>
                              <p:par>
                                <p:cTn id="233" presetID="4" presetClass="entr" presetSubtype="16" fill="hold" grpId="0" nodeType="afterEffect">
                                  <p:stCondLst>
                                    <p:cond delay="0"/>
                                  </p:stCondLst>
                                  <p:childTnLst>
                                    <p:set>
                                      <p:cBhvr>
                                        <p:cTn id="234" dur="1" fill="hold">
                                          <p:stCondLst>
                                            <p:cond delay="0"/>
                                          </p:stCondLst>
                                        </p:cTn>
                                        <p:tgtEl>
                                          <p:spTgt spid="60"/>
                                        </p:tgtEl>
                                        <p:attrNameLst>
                                          <p:attrName>style.visibility</p:attrName>
                                        </p:attrNameLst>
                                      </p:cBhvr>
                                      <p:to>
                                        <p:strVal val="visible"/>
                                      </p:to>
                                    </p:set>
                                    <p:animEffect transition="in" filter="box(in)">
                                      <p:cBhvr>
                                        <p:cTn id="235" dur="1000"/>
                                        <p:tgtEl>
                                          <p:spTgt spid="60"/>
                                        </p:tgtEl>
                                      </p:cBhvr>
                                    </p:animEffect>
                                  </p:childTnLst>
                                </p:cTn>
                              </p:par>
                            </p:childTnLst>
                          </p:cTn>
                        </p:par>
                        <p:par>
                          <p:cTn id="236" fill="hold">
                            <p:stCondLst>
                              <p:cond delay="3000"/>
                            </p:stCondLst>
                            <p:childTnLst>
                              <p:par>
                                <p:cTn id="237" presetID="4" presetClass="entr" presetSubtype="16" fill="hold" grpId="0" nodeType="afterEffect">
                                  <p:stCondLst>
                                    <p:cond delay="0"/>
                                  </p:stCondLst>
                                  <p:childTnLst>
                                    <p:set>
                                      <p:cBhvr>
                                        <p:cTn id="238" dur="1" fill="hold">
                                          <p:stCondLst>
                                            <p:cond delay="0"/>
                                          </p:stCondLst>
                                        </p:cTn>
                                        <p:tgtEl>
                                          <p:spTgt spid="61"/>
                                        </p:tgtEl>
                                        <p:attrNameLst>
                                          <p:attrName>style.visibility</p:attrName>
                                        </p:attrNameLst>
                                      </p:cBhvr>
                                      <p:to>
                                        <p:strVal val="visible"/>
                                      </p:to>
                                    </p:set>
                                    <p:animEffect transition="in" filter="box(in)">
                                      <p:cBhvr>
                                        <p:cTn id="239" dur="1000"/>
                                        <p:tgtEl>
                                          <p:spTgt spid="61"/>
                                        </p:tgtEl>
                                      </p:cBhvr>
                                    </p:animEffect>
                                  </p:childTnLst>
                                </p:cTn>
                              </p:par>
                            </p:childTnLst>
                          </p:cTn>
                        </p:par>
                      </p:childTnLst>
                    </p:cTn>
                  </p:par>
                  <p:par>
                    <p:cTn id="240" fill="hold">
                      <p:stCondLst>
                        <p:cond delay="indefinite"/>
                      </p:stCondLst>
                      <p:childTnLst>
                        <p:par>
                          <p:cTn id="241" fill="hold">
                            <p:stCondLst>
                              <p:cond delay="0"/>
                            </p:stCondLst>
                            <p:childTnLst>
                              <p:par>
                                <p:cTn id="242" presetID="22" presetClass="entr" presetSubtype="8" fill="hold" nodeType="clickEffect">
                                  <p:stCondLst>
                                    <p:cond delay="0"/>
                                  </p:stCondLst>
                                  <p:childTnLst>
                                    <p:set>
                                      <p:cBhvr>
                                        <p:cTn id="243" dur="1" fill="hold">
                                          <p:stCondLst>
                                            <p:cond delay="0"/>
                                          </p:stCondLst>
                                        </p:cTn>
                                        <p:tgtEl>
                                          <p:spTgt spid="62"/>
                                        </p:tgtEl>
                                        <p:attrNameLst>
                                          <p:attrName>style.visibility</p:attrName>
                                        </p:attrNameLst>
                                      </p:cBhvr>
                                      <p:to>
                                        <p:strVal val="visible"/>
                                      </p:to>
                                    </p:set>
                                    <p:animEffect transition="in" filter="wipe(left)">
                                      <p:cBhvr>
                                        <p:cTn id="244" dur="2000"/>
                                        <p:tgtEl>
                                          <p:spTgt spid="62"/>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8" fill="hold" nodeType="clickEffect">
                                  <p:stCondLst>
                                    <p:cond delay="0"/>
                                  </p:stCondLst>
                                  <p:childTnLst>
                                    <p:set>
                                      <p:cBhvr>
                                        <p:cTn id="248" dur="1" fill="hold">
                                          <p:stCondLst>
                                            <p:cond delay="0"/>
                                          </p:stCondLst>
                                        </p:cTn>
                                        <p:tgtEl>
                                          <p:spTgt spid="63"/>
                                        </p:tgtEl>
                                        <p:attrNameLst>
                                          <p:attrName>style.visibility</p:attrName>
                                        </p:attrNameLst>
                                      </p:cBhvr>
                                      <p:to>
                                        <p:strVal val="visible"/>
                                      </p:to>
                                    </p:set>
                                    <p:animEffect transition="in" filter="wipe(left)">
                                      <p:cBhvr>
                                        <p:cTn id="249" dur="2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58" grpId="0"/>
      <p:bldP spid="454661" grpId="0"/>
      <p:bldP spid="454672" grpId="0" animBg="1"/>
      <p:bldP spid="454673" grpId="0" animBg="1"/>
      <p:bldP spid="454674" grpId="0"/>
      <p:bldP spid="56" grpId="0" build="p" autoUpdateAnimBg="0"/>
      <p:bldP spid="60" grpId="0" animBg="1"/>
      <p:bldP spid="6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213D870-02A4-47D7-A1F0-E38346DCA663}"/>
              </a:ext>
            </a:extLst>
          </p:cNvPr>
          <p:cNvPicPr>
            <a:picLocks/>
          </p:cNvPicPr>
          <p:nvPr>
            <p:custDataLst>
              <p:tags r:id="rId3"/>
            </p:custDataLst>
          </p:nvPr>
        </p:nvPicPr>
        <p:blipFill>
          <a:blip r:embed="rId21">
            <a:extLst>
              <a:ext uri="{28A0092B-C50C-407E-A947-70E740481C1C}">
                <a14:useLocalDpi xmlns:a14="http://schemas.microsoft.com/office/drawing/2010/main" val="0"/>
              </a:ext>
            </a:extLst>
          </a:blip>
          <a:stretch>
            <a:fillRect/>
          </a:stretch>
        </p:blipFill>
        <p:spPr>
          <a:xfrm>
            <a:off x="8661400" y="0"/>
            <a:ext cx="482600" cy="1270000"/>
          </a:xfrm>
          <a:prstGeom prst="rect">
            <a:avLst/>
          </a:prstGeom>
        </p:spPr>
      </p:pic>
      <p:sp>
        <p:nvSpPr>
          <p:cNvPr id="4" name="矩形 3">
            <a:extLst>
              <a:ext uri="{FF2B5EF4-FFF2-40B4-BE49-F238E27FC236}">
                <a16:creationId xmlns:a16="http://schemas.microsoft.com/office/drawing/2014/main" id="{1C9FC9E6-2BC6-4FB5-8B9E-1747CF6E2F42}"/>
              </a:ext>
            </a:extLst>
          </p:cNvPr>
          <p:cNvSpPr/>
          <p:nvPr>
            <p:custDataLst>
              <p:tags r:id="rId4"/>
            </p:custDataLst>
          </p:nvPr>
        </p:nvSpPr>
        <p:spPr bwMode="auto">
          <a:xfrm>
            <a:off x="914400" y="428625"/>
            <a:ext cx="7315200" cy="214312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endParaRPr kumimoji="0" lang="zh-CN" altLang="en-US" sz="2600" b="0" i="0" u="none" strike="noStrike" cap="none" normalizeH="0" baseline="0" dirty="0">
              <a:ln>
                <a:noFill/>
              </a:ln>
              <a:solidFill>
                <a:srgbClr val="000000"/>
              </a:solidFill>
              <a:effectLst/>
              <a:latin typeface="Arial" panose="020B0604020202020204" pitchFamily="34" charset="0"/>
              <a:ea typeface="楷体_GB2312" pitchFamily="49" charset="-122"/>
            </a:endParaRPr>
          </a:p>
        </p:txBody>
      </p:sp>
      <p:sp>
        <p:nvSpPr>
          <p:cNvPr id="5" name="矩形 4">
            <a:extLst>
              <a:ext uri="{FF2B5EF4-FFF2-40B4-BE49-F238E27FC236}">
                <a16:creationId xmlns:a16="http://schemas.microsoft.com/office/drawing/2014/main" id="{05195D9E-1E15-4998-BE64-38287A3745A3}"/>
              </a:ext>
            </a:extLst>
          </p:cNvPr>
          <p:cNvSpPr/>
          <p:nvPr>
            <p:custDataLst>
              <p:tags r:id="rId5"/>
            </p:custDataLst>
          </p:nvPr>
        </p:nvSpPr>
        <p:spPr bwMode="auto">
          <a:xfrm>
            <a:off x="1828800" y="1916832"/>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r>
              <a:rPr kumimoji="0" lang="en-US" altLang="zh-CN" sz="2600" b="0"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zh-CN" altLang="en-US" sz="2600" b="0" i="0" u="none" strike="noStrike" cap="none" normalizeH="0" baseline="0" dirty="0">
              <a:ln>
                <a:noFill/>
              </a:ln>
              <a:solidFill>
                <a:srgbClr val="000000"/>
              </a:solidFill>
              <a:effectLst/>
              <a:latin typeface="Arial" panose="020B0604020202020204" pitchFamily="34" charset="0"/>
              <a:ea typeface="楷体_GB2312" pitchFamily="49" charset="-122"/>
            </a:endParaRPr>
          </a:p>
        </p:txBody>
      </p:sp>
      <p:sp>
        <p:nvSpPr>
          <p:cNvPr id="6" name="矩形 5">
            <a:extLst>
              <a:ext uri="{FF2B5EF4-FFF2-40B4-BE49-F238E27FC236}">
                <a16:creationId xmlns:a16="http://schemas.microsoft.com/office/drawing/2014/main" id="{E48EB0FD-A2E2-44EE-87FC-77E380D1BA36}"/>
              </a:ext>
            </a:extLst>
          </p:cNvPr>
          <p:cNvSpPr/>
          <p:nvPr>
            <p:custDataLst>
              <p:tags r:id="rId6"/>
            </p:custDataLst>
          </p:nvPr>
        </p:nvSpPr>
        <p:spPr bwMode="auto">
          <a:xfrm>
            <a:off x="1828800" y="2602632"/>
            <a:ext cx="6400800"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r>
              <a:rPr kumimoji="0" lang="en-US" altLang="zh-CN" sz="2600" b="0" i="0" u="none" strike="noStrike" cap="none" normalizeH="0" baseline="0" dirty="0">
                <a:ln>
                  <a:noFill/>
                </a:ln>
                <a:solidFill>
                  <a:srgbClr val="000000"/>
                </a:solidFill>
                <a:effectLst/>
                <a:latin typeface="Arial" panose="020B0604020202020204" pitchFamily="34" charset="0"/>
                <a:ea typeface="楷体_GB2312" pitchFamily="49" charset="-122"/>
              </a:rPr>
              <a:t>0.632</a:t>
            </a:r>
            <a:endParaRPr kumimoji="0" lang="zh-CN" altLang="en-US" sz="2600" b="0" i="0" u="none" strike="noStrike" cap="none" normalizeH="0" baseline="0" dirty="0">
              <a:ln>
                <a:noFill/>
              </a:ln>
              <a:solidFill>
                <a:srgbClr val="000000"/>
              </a:solidFill>
              <a:effectLst/>
              <a:latin typeface="Arial" panose="020B0604020202020204" pitchFamily="34" charset="0"/>
              <a:ea typeface="楷体_GB2312" pitchFamily="49" charset="-122"/>
            </a:endParaRPr>
          </a:p>
        </p:txBody>
      </p:sp>
      <p:sp>
        <p:nvSpPr>
          <p:cNvPr id="7" name="矩形 6">
            <a:extLst>
              <a:ext uri="{FF2B5EF4-FFF2-40B4-BE49-F238E27FC236}">
                <a16:creationId xmlns:a16="http://schemas.microsoft.com/office/drawing/2014/main" id="{07CF241B-20A1-45BF-989C-7D2AC0B5F8A9}"/>
              </a:ext>
            </a:extLst>
          </p:cNvPr>
          <p:cNvSpPr/>
          <p:nvPr>
            <p:custDataLst>
              <p:tags r:id="rId7"/>
            </p:custDataLst>
          </p:nvPr>
        </p:nvSpPr>
        <p:spPr bwMode="auto">
          <a:xfrm>
            <a:off x="1828800" y="3288432"/>
            <a:ext cx="1591072"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r>
              <a:rPr kumimoji="0" lang="en-US" altLang="zh-CN" sz="2600" b="0" i="0" u="none" strike="noStrike" cap="none" normalizeH="0" baseline="0" dirty="0">
                <a:ln>
                  <a:noFill/>
                </a:ln>
                <a:solidFill>
                  <a:srgbClr val="000000"/>
                </a:solidFill>
                <a:effectLst/>
                <a:latin typeface="Arial" panose="020B0604020202020204" pitchFamily="34" charset="0"/>
                <a:ea typeface="楷体_GB2312" pitchFamily="49" charset="-122"/>
              </a:rPr>
              <a:t>0.368</a:t>
            </a:r>
            <a:endParaRPr kumimoji="0" lang="zh-CN" altLang="en-US" sz="2600" b="0" i="0" u="none" strike="noStrike" cap="none" normalizeH="0" baseline="0" dirty="0">
              <a:ln>
                <a:noFill/>
              </a:ln>
              <a:solidFill>
                <a:srgbClr val="000000"/>
              </a:solidFill>
              <a:effectLst/>
              <a:latin typeface="Arial" panose="020B0604020202020204" pitchFamily="34" charset="0"/>
              <a:ea typeface="楷体_GB2312" pitchFamily="49" charset="-122"/>
            </a:endParaRPr>
          </a:p>
        </p:txBody>
      </p:sp>
      <p:sp>
        <p:nvSpPr>
          <p:cNvPr id="8" name="矩形 7">
            <a:extLst>
              <a:ext uri="{FF2B5EF4-FFF2-40B4-BE49-F238E27FC236}">
                <a16:creationId xmlns:a16="http://schemas.microsoft.com/office/drawing/2014/main" id="{8A2B78F6-C161-4A61-86D5-E79AB75C5EC7}"/>
              </a:ext>
            </a:extLst>
          </p:cNvPr>
          <p:cNvSpPr/>
          <p:nvPr>
            <p:custDataLst>
              <p:tags r:id="rId8"/>
            </p:custDataLst>
          </p:nvPr>
        </p:nvSpPr>
        <p:spPr bwMode="auto">
          <a:xfrm>
            <a:off x="1828800" y="3974232"/>
            <a:ext cx="1159024" cy="64293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r>
              <a:rPr kumimoji="0" lang="en-US" altLang="zh-CN" sz="2600" b="0"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zh-CN" altLang="en-US" sz="2600" b="0" i="0" u="none" strike="noStrike" cap="none" normalizeH="0" baseline="0" dirty="0">
              <a:ln>
                <a:noFill/>
              </a:ln>
              <a:solidFill>
                <a:srgbClr val="000000"/>
              </a:solidFill>
              <a:effectLst/>
              <a:latin typeface="Arial" panose="020B0604020202020204" pitchFamily="34" charset="0"/>
              <a:ea typeface="楷体_GB2312" pitchFamily="49" charset="-122"/>
            </a:endParaRPr>
          </a:p>
        </p:txBody>
      </p:sp>
      <p:sp>
        <p:nvSpPr>
          <p:cNvPr id="9" name="椭圆 8">
            <a:extLst>
              <a:ext uri="{FF2B5EF4-FFF2-40B4-BE49-F238E27FC236}">
                <a16:creationId xmlns:a16="http://schemas.microsoft.com/office/drawing/2014/main" id="{27859128-11CE-4334-896B-CF5186A78A98}"/>
              </a:ext>
            </a:extLst>
          </p:cNvPr>
          <p:cNvSpPr>
            <a:spLocks noChangeAspect="1"/>
          </p:cNvSpPr>
          <p:nvPr>
            <p:custDataLst>
              <p:tags r:id="rId9"/>
            </p:custDataLst>
          </p:nvPr>
        </p:nvSpPr>
        <p:spPr bwMode="auto">
          <a:xfrm>
            <a:off x="1114425" y="198112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Arial" panose="020B0604020202020204" pitchFamily="34" charset="0"/>
                <a:ea typeface="楷体_GB2312" pitchFamily="49" charset="-122"/>
              </a:rPr>
              <a:t>A</a:t>
            </a:r>
            <a:endParaRPr kumimoji="0" lang="zh-CN" altLang="en-US" sz="1600" b="0" i="0" u="none" strike="noStrike" cap="none" normalizeH="0" baseline="0">
              <a:ln>
                <a:noFill/>
              </a:ln>
              <a:solidFill>
                <a:srgbClr val="FFFFFF"/>
              </a:solidFill>
              <a:effectLst/>
              <a:latin typeface="Arial" panose="020B0604020202020204" pitchFamily="34" charset="0"/>
              <a:ea typeface="楷体_GB2312" pitchFamily="49" charset="-122"/>
            </a:endParaRPr>
          </a:p>
        </p:txBody>
      </p:sp>
      <p:sp>
        <p:nvSpPr>
          <p:cNvPr id="10" name="椭圆 9">
            <a:extLst>
              <a:ext uri="{FF2B5EF4-FFF2-40B4-BE49-F238E27FC236}">
                <a16:creationId xmlns:a16="http://schemas.microsoft.com/office/drawing/2014/main" id="{456D50EA-0CF2-4A44-942A-CFAA66D42CC2}"/>
              </a:ext>
            </a:extLst>
          </p:cNvPr>
          <p:cNvSpPr>
            <a:spLocks noChangeAspect="1"/>
          </p:cNvSpPr>
          <p:nvPr>
            <p:custDataLst>
              <p:tags r:id="rId10"/>
            </p:custDataLst>
          </p:nvPr>
        </p:nvSpPr>
        <p:spPr bwMode="auto">
          <a:xfrm>
            <a:off x="1114425" y="2666925"/>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Arial" panose="020B0604020202020204" pitchFamily="34" charset="0"/>
                <a:ea typeface="楷体_GB2312" pitchFamily="49" charset="-122"/>
              </a:rPr>
              <a:t>B</a:t>
            </a:r>
            <a:endParaRPr kumimoji="0" lang="zh-CN" altLang="en-US" sz="1600" b="0" i="0" u="none" strike="noStrike" cap="none" normalizeH="0" baseline="0">
              <a:ln>
                <a:noFill/>
              </a:ln>
              <a:solidFill>
                <a:srgbClr val="FFFFFF"/>
              </a:solidFill>
              <a:effectLst/>
              <a:latin typeface="Arial" panose="020B0604020202020204" pitchFamily="34" charset="0"/>
              <a:ea typeface="楷体_GB2312" pitchFamily="49" charset="-122"/>
            </a:endParaRPr>
          </a:p>
        </p:txBody>
      </p:sp>
      <p:sp>
        <p:nvSpPr>
          <p:cNvPr id="11" name="椭圆 10">
            <a:extLst>
              <a:ext uri="{FF2B5EF4-FFF2-40B4-BE49-F238E27FC236}">
                <a16:creationId xmlns:a16="http://schemas.microsoft.com/office/drawing/2014/main" id="{05789494-9C0B-4E9F-BD62-F0A82EDEE2AA}"/>
              </a:ext>
            </a:extLst>
          </p:cNvPr>
          <p:cNvSpPr>
            <a:spLocks noChangeAspect="1"/>
          </p:cNvSpPr>
          <p:nvPr>
            <p:custDataLst>
              <p:tags r:id="rId11"/>
            </p:custDataLst>
          </p:nvPr>
        </p:nvSpPr>
        <p:spPr bwMode="auto">
          <a:xfrm>
            <a:off x="1114425" y="335272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Arial" panose="020B0604020202020204" pitchFamily="34" charset="0"/>
                <a:ea typeface="楷体_GB2312" pitchFamily="49" charset="-122"/>
              </a:rPr>
              <a:t>C</a:t>
            </a:r>
            <a:endParaRPr kumimoji="0" lang="zh-CN" altLang="en-US" sz="1600" b="0" i="0" u="none" strike="noStrike" cap="none" normalizeH="0" baseline="0">
              <a:ln>
                <a:noFill/>
              </a:ln>
              <a:solidFill>
                <a:srgbClr val="FFFFFF"/>
              </a:solidFill>
              <a:effectLst/>
              <a:latin typeface="Arial" panose="020B0604020202020204" pitchFamily="34" charset="0"/>
              <a:ea typeface="楷体_GB2312" pitchFamily="49" charset="-122"/>
            </a:endParaRPr>
          </a:p>
        </p:txBody>
      </p:sp>
      <p:sp>
        <p:nvSpPr>
          <p:cNvPr id="12" name="椭圆 11">
            <a:extLst>
              <a:ext uri="{FF2B5EF4-FFF2-40B4-BE49-F238E27FC236}">
                <a16:creationId xmlns:a16="http://schemas.microsoft.com/office/drawing/2014/main" id="{12119287-7DD6-4B98-BEE9-B194B1DF0154}"/>
              </a:ext>
            </a:extLst>
          </p:cNvPr>
          <p:cNvSpPr>
            <a:spLocks noChangeAspect="1"/>
          </p:cNvSpPr>
          <p:nvPr>
            <p:custDataLst>
              <p:tags r:id="rId12"/>
            </p:custDataLst>
          </p:nvPr>
        </p:nvSpPr>
        <p:spPr bwMode="auto">
          <a:xfrm>
            <a:off x="1114425" y="4038525"/>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Arial" panose="020B0604020202020204" pitchFamily="34" charset="0"/>
                <a:ea typeface="楷体_GB2312" pitchFamily="49" charset="-122"/>
              </a:rPr>
              <a:t>D</a:t>
            </a:r>
            <a:endParaRPr kumimoji="0" lang="zh-CN" altLang="en-US" sz="1600" b="0" i="0" u="none" strike="noStrike" cap="none" normalizeH="0" baseline="0">
              <a:ln>
                <a:noFill/>
              </a:ln>
              <a:solidFill>
                <a:srgbClr val="FFFFFF"/>
              </a:solidFill>
              <a:effectLst/>
              <a:latin typeface="Arial" panose="020B0604020202020204" pitchFamily="34" charset="0"/>
              <a:ea typeface="楷体_GB2312" pitchFamily="49" charset="-122"/>
            </a:endParaRPr>
          </a:p>
        </p:txBody>
      </p:sp>
      <p:sp>
        <p:nvSpPr>
          <p:cNvPr id="13" name="矩形: 圆角 12">
            <a:extLst>
              <a:ext uri="{FF2B5EF4-FFF2-40B4-BE49-F238E27FC236}">
                <a16:creationId xmlns:a16="http://schemas.microsoft.com/office/drawing/2014/main" id="{496835DA-1841-47E1-B467-F77F2E5AE5C3}"/>
              </a:ext>
            </a:extLst>
          </p:cNvPr>
          <p:cNvSpPr/>
          <p:nvPr>
            <p:custDataLst>
              <p:tags r:id="rId13"/>
            </p:custDataLst>
          </p:nvPr>
        </p:nvSpPr>
        <p:spPr bwMode="auto">
          <a:xfrm>
            <a:off x="6172200" y="5345832"/>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Arial" panose="020B0604020202020204" pitchFamily="34" charset="0"/>
                <a:ea typeface="楷体_GB2312" pitchFamily="49" charset="-122"/>
              </a:rPr>
              <a:t>提交</a:t>
            </a:r>
          </a:p>
        </p:txBody>
      </p:sp>
      <p:graphicFrame>
        <p:nvGraphicFramePr>
          <p:cNvPr id="21" name="对象 20">
            <a:extLst>
              <a:ext uri="{FF2B5EF4-FFF2-40B4-BE49-F238E27FC236}">
                <a16:creationId xmlns:a16="http://schemas.microsoft.com/office/drawing/2014/main" id="{95B822E7-D2F7-43E0-8481-84F6DBB799C6}"/>
              </a:ext>
            </a:extLst>
          </p:cNvPr>
          <p:cNvGraphicFramePr>
            <a:graphicFrameLocks noGrp="1" noChangeAspect="1"/>
          </p:cNvGraphicFramePr>
          <p:nvPr>
            <p:extLst>
              <p:ext uri="{D42A27DB-BD31-4B8C-83A1-F6EECF244321}">
                <p14:modId xmlns:p14="http://schemas.microsoft.com/office/powerpoint/2010/main" val="2248631460"/>
              </p:ext>
            </p:extLst>
          </p:nvPr>
        </p:nvGraphicFramePr>
        <p:xfrm>
          <a:off x="1628775" y="993775"/>
          <a:ext cx="857250" cy="642937"/>
        </p:xfrm>
        <a:graphic>
          <a:graphicData uri="http://schemas.openxmlformats.org/presentationml/2006/ole">
            <mc:AlternateContent xmlns:mc="http://schemas.openxmlformats.org/markup-compatibility/2006">
              <mc:Choice xmlns:v="urn:schemas-microsoft-com:vml" Requires="v">
                <p:oleObj spid="_x0000_s72885" name="Equation" r:id="rId22" imgW="406080" imgH="304560" progId="Equation.DSMT4">
                  <p:embed/>
                </p:oleObj>
              </mc:Choice>
              <mc:Fallback>
                <p:oleObj name="Equation" r:id="rId22" imgW="406080" imgH="304560" progId="Equation.DSMT4">
                  <p:embed/>
                  <p:pic>
                    <p:nvPicPr>
                      <p:cNvPr id="13" name="对象 12"/>
                      <p:cNvPicPr>
                        <a:picLocks noGrp="1" noChangeAspect="1" noChangeArrowheads="1"/>
                      </p:cNvPicPr>
                      <p:nvPr/>
                    </p:nvPicPr>
                    <p:blipFill>
                      <a:blip r:embed="rId23"/>
                      <a:srcRect/>
                      <a:stretch>
                        <a:fillRect/>
                      </a:stretch>
                    </p:blipFill>
                    <p:spPr bwMode="auto">
                      <a:xfrm>
                        <a:off x="1628775" y="993775"/>
                        <a:ext cx="8572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a:extLst>
              <a:ext uri="{FF2B5EF4-FFF2-40B4-BE49-F238E27FC236}">
                <a16:creationId xmlns:a16="http://schemas.microsoft.com/office/drawing/2014/main" id="{2B7E676D-16AB-4BB2-8BAC-889EDB133D9E}"/>
              </a:ext>
            </a:extLst>
          </p:cNvPr>
          <p:cNvSpPr/>
          <p:nvPr/>
        </p:nvSpPr>
        <p:spPr>
          <a:xfrm>
            <a:off x="914400" y="1148615"/>
            <a:ext cx="7594600" cy="461665"/>
          </a:xfrm>
          <a:prstGeom prst="rect">
            <a:avLst/>
          </a:prstGeom>
        </p:spPr>
        <p:txBody>
          <a:bodyPr wrap="square">
            <a:spAutoFit/>
          </a:bodyPr>
          <a:lstStyle/>
          <a:p>
            <a:pPr lvl="0">
              <a:spcBef>
                <a:spcPct val="20000"/>
              </a:spcBef>
            </a:pPr>
            <a:r>
              <a:rPr lang="zh-CN" altLang="en-US" sz="24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            来说，从</a:t>
            </a:r>
            <a:r>
              <a:rPr lang="en-US" altLang="zh-CN" sz="24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24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时刻起，</a:t>
            </a:r>
            <a:r>
              <a:rPr lang="el-GR" altLang="zh-CN" sz="2400" b="1" i="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τ</a:t>
            </a:r>
            <a:r>
              <a:rPr lang="zh-CN" altLang="en-US" sz="24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时间后，上升到 </a:t>
            </a:r>
            <a:r>
              <a:rPr lang="zh-CN" altLang="en-US" sz="2400" b="1" u="sng"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p:txBody>
      </p:sp>
      <p:grpSp>
        <p:nvGrpSpPr>
          <p:cNvPr id="20" name="组合 19">
            <a:extLst>
              <a:ext uri="{FF2B5EF4-FFF2-40B4-BE49-F238E27FC236}">
                <a16:creationId xmlns:a16="http://schemas.microsoft.com/office/drawing/2014/main" id="{BD3E20A5-2CA6-402C-974F-1CF5B844DC8F}"/>
              </a:ext>
            </a:extLst>
          </p:cNvPr>
          <p:cNvGrpSpPr/>
          <p:nvPr>
            <p:custDataLst>
              <p:tags r:id="rId14"/>
            </p:custDataLst>
          </p:nvPr>
        </p:nvGrpSpPr>
        <p:grpSpPr>
          <a:xfrm>
            <a:off x="0" y="0"/>
            <a:ext cx="9144000" cy="635000"/>
            <a:chOff x="0" y="0"/>
            <a:chExt cx="9144000" cy="635000"/>
          </a:xfrm>
        </p:grpSpPr>
        <p:sp>
          <p:nvSpPr>
            <p:cNvPr id="18" name="TitleBackground">
              <a:extLst>
                <a:ext uri="{FF2B5EF4-FFF2-40B4-BE49-F238E27FC236}">
                  <a16:creationId xmlns:a16="http://schemas.microsoft.com/office/drawing/2014/main" id="{41EC668D-5A8C-41B2-9259-4AD113CDB751}"/>
                </a:ext>
              </a:extLst>
            </p:cNvPr>
            <p:cNvSpPr/>
            <p:nvPr>
              <p:custDataLst>
                <p:tags r:id="rId1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14" name="ColorBlock">
              <a:extLst>
                <a:ext uri="{FF2B5EF4-FFF2-40B4-BE49-F238E27FC236}">
                  <a16:creationId xmlns:a16="http://schemas.microsoft.com/office/drawing/2014/main" id="{54FED330-D5BF-48EA-8856-BC1E44E32DB2}"/>
                </a:ext>
              </a:extLst>
            </p:cNvPr>
            <p:cNvSpPr/>
            <p:nvPr>
              <p:custDataLst>
                <p:tags r:id="rId17"/>
              </p:custDataLst>
            </p:nvPr>
          </p:nvSpPr>
          <p:spPr bwMode="auto">
            <a:xfrm>
              <a:off x="0" y="0"/>
              <a:ext cx="2540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endParaRPr>
            </a:p>
          </p:txBody>
        </p:sp>
        <p:sp>
          <p:nvSpPr>
            <p:cNvPr id="15" name="TypeText">
              <a:extLst>
                <a:ext uri="{FF2B5EF4-FFF2-40B4-BE49-F238E27FC236}">
                  <a16:creationId xmlns:a16="http://schemas.microsoft.com/office/drawing/2014/main" id="{B3831026-5841-444E-A622-E389709E65B2}"/>
                </a:ext>
              </a:extLst>
            </p:cNvPr>
            <p:cNvSpPr/>
            <p:nvPr>
              <p:custDataLst>
                <p:tags r:id="rId18"/>
              </p:custDataLst>
            </p:nvPr>
          </p:nvSpPr>
          <p:spPr bwMode="auto">
            <a:xfrm>
              <a:off x="254000" y="0"/>
              <a:ext cx="1270000" cy="6350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lgn="ctr">
                  <a:solidFill>
                    <a:srgbClr val="FFFFFF"/>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Autofit/>
            </a:bodyPr>
            <a:lstStyle/>
            <a:p>
              <a:r>
                <a:rPr kumimoji="0" lang="zh-CN" altLang="en-US" sz="2600" b="0" i="0" u="none" strike="noStrike" cap="none" normalizeH="0" baseline="0">
                  <a:ln>
                    <a:noFill/>
                  </a:ln>
                  <a:solidFill>
                    <a:srgbClr val="000000"/>
                  </a:solidFill>
                  <a:effectLst/>
                  <a:latin typeface="Arial" panose="020B0604020202020204" pitchFamily="34" charset="0"/>
                  <a:ea typeface="楷体_GB2312" pitchFamily="49" charset="-122"/>
                </a:rPr>
                <a:t>单选题</a:t>
              </a:r>
            </a:p>
          </p:txBody>
        </p:sp>
        <p:sp>
          <p:nvSpPr>
            <p:cNvPr id="19" name="TipText">
              <a:extLst>
                <a:ext uri="{FF2B5EF4-FFF2-40B4-BE49-F238E27FC236}">
                  <a16:creationId xmlns:a16="http://schemas.microsoft.com/office/drawing/2014/main" id="{DECDDCFE-826A-436E-B3A0-CC294605F57D}"/>
                </a:ext>
              </a:extLst>
            </p:cNvPr>
            <p:cNvSpPr txBox="1"/>
            <p:nvPr>
              <p:custDataLst>
                <p:tags r:id="rId19"/>
              </p:custDataLst>
            </p:nvPr>
          </p:nvSpPr>
          <p:spPr>
            <a:xfrm>
              <a:off x="15195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17" name="图片 16">
            <a:extLst>
              <a:ext uri="{FF2B5EF4-FFF2-40B4-BE49-F238E27FC236}">
                <a16:creationId xmlns:a16="http://schemas.microsoft.com/office/drawing/2014/main" id="{084ECFBA-64F5-4E85-9160-89E5C55597E7}"/>
              </a:ext>
            </a:extLst>
          </p:cNvPr>
          <p:cNvPicPr>
            <a:picLocks/>
          </p:cNvPicPr>
          <p:nvPr>
            <p:custDataLst>
              <p:tags r:id="rId15"/>
            </p:custDataLst>
          </p:nvPr>
        </p:nvPicPr>
        <p:blipFill>
          <a:blip r:embed="rId2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2"/>
    </p:custDataLst>
    <p:extLst>
      <p:ext uri="{BB962C8B-B14F-4D97-AF65-F5344CB8AC3E}">
        <p14:creationId xmlns:p14="http://schemas.microsoft.com/office/powerpoint/2010/main" val="35357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2">
            <a:extLst>
              <a:ext uri="{FF2B5EF4-FFF2-40B4-BE49-F238E27FC236}">
                <a16:creationId xmlns:a16="http://schemas.microsoft.com/office/drawing/2014/main" id="{749677D7-2C4F-412D-9065-EFE338F324B2}"/>
              </a:ext>
            </a:extLst>
          </p:cNvPr>
          <p:cNvSpPr txBox="1">
            <a:spLocks noChangeArrowheads="1"/>
          </p:cNvSpPr>
          <p:nvPr/>
        </p:nvSpPr>
        <p:spPr bwMode="auto">
          <a:xfrm>
            <a:off x="539750" y="619116"/>
            <a:ext cx="8135938" cy="95410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用经典法（解微分方程方法，）求解动态电路的步骤</a:t>
            </a:r>
            <a:endParaRPr kumimoji="0"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8755" name="Text Box 3">
            <a:extLst>
              <a:ext uri="{FF2B5EF4-FFF2-40B4-BE49-F238E27FC236}">
                <a16:creationId xmlns:a16="http://schemas.microsoft.com/office/drawing/2014/main" id="{1E35C770-53D2-4B5A-BEE7-F6011025D26A}"/>
              </a:ext>
            </a:extLst>
          </p:cNvPr>
          <p:cNvSpPr txBox="1">
            <a:spLocks noChangeArrowheads="1"/>
          </p:cNvSpPr>
          <p:nvPr/>
        </p:nvSpPr>
        <p:spPr bwMode="auto">
          <a:xfrm>
            <a:off x="599343" y="1542064"/>
            <a:ext cx="7489825" cy="416421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求初始值（先求状态变量初始值，然后由</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等效电路求出非状态变量初始值）；</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base" latinLnBrk="0" hangingPunct="1">
              <a:lnSpc>
                <a:spcPts val="4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列出换路后，电路的输入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输出（所求变量）方程（即动态方程）；</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base" latinLnBrk="0" hangingPunct="1">
              <a:lnSpc>
                <a:spcPts val="4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）求解非齐次方程特解</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a:t>
            </a:r>
            <a:r>
              <a:rPr kumimoji="0"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p</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0" algn="l" defTabSz="914400" rtl="0" eaLnBrk="1" fontAlgn="base" latinLnBrk="0" hangingPunct="1">
              <a:lnSpc>
                <a:spcPts val="4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）求齐次方程通解</a:t>
            </a:r>
            <a:r>
              <a:rPr kumimoji="0"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a:t>
            </a:r>
            <a:r>
              <a:rPr kumimoji="0"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h</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0" algn="l" defTabSz="914400" rtl="0" eaLnBrk="1" fontAlgn="base" latinLnBrk="0" hangingPunct="1">
              <a:lnSpc>
                <a:spcPts val="4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5</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）所求响应</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通解），并用初始值确定常数，即可得输出的全响应。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58754">
                                            <p:txEl>
                                              <p:pRg st="0" end="0"/>
                                            </p:txEl>
                                          </p:spTgt>
                                        </p:tgtEl>
                                        <p:attrNameLst>
                                          <p:attrName>style.visibility</p:attrName>
                                        </p:attrNameLst>
                                      </p:cBhvr>
                                      <p:to>
                                        <p:strVal val="visible"/>
                                      </p:to>
                                    </p:set>
                                    <p:animEffect transition="in" filter="wipe(left)">
                                      <p:cBhvr>
                                        <p:cTn id="7" dur="2000"/>
                                        <p:tgtEl>
                                          <p:spTgt spid="4587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8755">
                                            <p:txEl>
                                              <p:pRg st="0" end="0"/>
                                            </p:txEl>
                                          </p:spTgt>
                                        </p:tgtEl>
                                        <p:attrNameLst>
                                          <p:attrName>style.visibility</p:attrName>
                                        </p:attrNameLst>
                                      </p:cBhvr>
                                      <p:to>
                                        <p:strVal val="visible"/>
                                      </p:to>
                                    </p:set>
                                    <p:animEffect transition="in" filter="wipe(left)">
                                      <p:cBhvr>
                                        <p:cTn id="12" dur="2000"/>
                                        <p:tgtEl>
                                          <p:spTgt spid="4587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8755">
                                            <p:txEl>
                                              <p:pRg st="1" end="1"/>
                                            </p:txEl>
                                          </p:spTgt>
                                        </p:tgtEl>
                                        <p:attrNameLst>
                                          <p:attrName>style.visibility</p:attrName>
                                        </p:attrNameLst>
                                      </p:cBhvr>
                                      <p:to>
                                        <p:strVal val="visible"/>
                                      </p:to>
                                    </p:set>
                                    <p:animEffect transition="in" filter="wipe(left)">
                                      <p:cBhvr>
                                        <p:cTn id="17" dur="2000"/>
                                        <p:tgtEl>
                                          <p:spTgt spid="45875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58755">
                                            <p:txEl>
                                              <p:pRg st="2" end="2"/>
                                            </p:txEl>
                                          </p:spTgt>
                                        </p:tgtEl>
                                        <p:attrNameLst>
                                          <p:attrName>style.visibility</p:attrName>
                                        </p:attrNameLst>
                                      </p:cBhvr>
                                      <p:to>
                                        <p:strVal val="visible"/>
                                      </p:to>
                                    </p:set>
                                    <p:animEffect transition="in" filter="wipe(left)">
                                      <p:cBhvr>
                                        <p:cTn id="22" dur="2000"/>
                                        <p:tgtEl>
                                          <p:spTgt spid="45875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8755">
                                            <p:txEl>
                                              <p:pRg st="3" end="3"/>
                                            </p:txEl>
                                          </p:spTgt>
                                        </p:tgtEl>
                                        <p:attrNameLst>
                                          <p:attrName>style.visibility</p:attrName>
                                        </p:attrNameLst>
                                      </p:cBhvr>
                                      <p:to>
                                        <p:strVal val="visible"/>
                                      </p:to>
                                    </p:set>
                                    <p:animEffect transition="in" filter="wipe(left)">
                                      <p:cBhvr>
                                        <p:cTn id="27" dur="2000"/>
                                        <p:tgtEl>
                                          <p:spTgt spid="45875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58755">
                                            <p:txEl>
                                              <p:pRg st="4" end="4"/>
                                            </p:txEl>
                                          </p:spTgt>
                                        </p:tgtEl>
                                        <p:attrNameLst>
                                          <p:attrName>style.visibility</p:attrName>
                                        </p:attrNameLst>
                                      </p:cBhvr>
                                      <p:to>
                                        <p:strVal val="visible"/>
                                      </p:to>
                                    </p:set>
                                    <p:animEffect transition="in" filter="wipe(left)">
                                      <p:cBhvr>
                                        <p:cTn id="32" dur="2000"/>
                                        <p:tgtEl>
                                          <p:spTgt spid="458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a:extLst>
              <a:ext uri="{FF2B5EF4-FFF2-40B4-BE49-F238E27FC236}">
                <a16:creationId xmlns:a16="http://schemas.microsoft.com/office/drawing/2014/main" id="{0E762489-EB27-4F01-8E3E-2CCB561521F7}"/>
              </a:ext>
            </a:extLst>
          </p:cNvPr>
          <p:cNvSpPr txBox="1">
            <a:spLocks noChangeArrowheads="1"/>
          </p:cNvSpPr>
          <p:nvPr/>
        </p:nvSpPr>
        <p:spPr bwMode="auto">
          <a:xfrm>
            <a:off x="323850" y="0"/>
            <a:ext cx="8569325" cy="57943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en-US" altLang="zh-CN" sz="32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32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用三要素法求解直流一阶电路响应步骤</a:t>
            </a:r>
            <a:endParaRPr lang="zh-CN" altLang="en-US" sz="32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4899" name="Text Box 3">
            <a:extLst>
              <a:ext uri="{FF2B5EF4-FFF2-40B4-BE49-F238E27FC236}">
                <a16:creationId xmlns:a16="http://schemas.microsoft.com/office/drawing/2014/main" id="{0D97E6B2-47E0-46BE-9018-14CD0E6EBB8B}"/>
              </a:ext>
            </a:extLst>
          </p:cNvPr>
          <p:cNvSpPr txBox="1">
            <a:spLocks noChangeArrowheads="1"/>
          </p:cNvSpPr>
          <p:nvPr/>
        </p:nvSpPr>
        <p:spPr bwMode="auto">
          <a:xfrm>
            <a:off x="314316" y="1015903"/>
            <a:ext cx="8675687" cy="32912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）换路前，由</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时刻电路求</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状态变量</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起始值</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ts val="3600"/>
              </a:lnSpc>
            </a:pPr>
            <a:r>
              <a:rPr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）换路后，根据换路定则，求出</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作</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时刻电路，并求</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其它非状态量</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初始值；</a:t>
            </a:r>
          </a:p>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）换路后，作∞时刻电路，求稳态值；</a:t>
            </a:r>
          </a:p>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除</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储能元件电容或电感以外二端网络的戴维南等效电阻</a:t>
            </a: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R</a:t>
            </a:r>
            <a:r>
              <a:rPr kumimoji="1" lang="en-US" altLang="zh-CN" sz="2400" b="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）求时间常数</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τ</a:t>
            </a:r>
          </a:p>
          <a:p>
            <a:pPr eaLnBrk="1" hangingPunct="1">
              <a:lnSpc>
                <a:spcPts val="3600"/>
              </a:lnSpc>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）代入三要素公式。</a:t>
            </a:r>
          </a:p>
        </p:txBody>
      </p:sp>
      <p:graphicFrame>
        <p:nvGraphicFramePr>
          <p:cNvPr id="464900" name="Object 4">
            <a:extLst>
              <a:ext uri="{FF2B5EF4-FFF2-40B4-BE49-F238E27FC236}">
                <a16:creationId xmlns:a16="http://schemas.microsoft.com/office/drawing/2014/main" id="{E986A9F4-5D02-4FB5-86F0-ACD2E15D5121}"/>
              </a:ext>
            </a:extLst>
          </p:cNvPr>
          <p:cNvGraphicFramePr>
            <a:graphicFrameLocks noChangeAspect="1"/>
          </p:cNvGraphicFramePr>
          <p:nvPr>
            <p:extLst>
              <p:ext uri="{D42A27DB-BD31-4B8C-83A1-F6EECF244321}">
                <p14:modId xmlns:p14="http://schemas.microsoft.com/office/powerpoint/2010/main" val="2543740685"/>
              </p:ext>
            </p:extLst>
          </p:nvPr>
        </p:nvGraphicFramePr>
        <p:xfrm>
          <a:off x="2843808" y="3437283"/>
          <a:ext cx="1295400" cy="482600"/>
        </p:xfrm>
        <a:graphic>
          <a:graphicData uri="http://schemas.openxmlformats.org/presentationml/2006/ole">
            <mc:AlternateContent xmlns:mc="http://schemas.openxmlformats.org/markup-compatibility/2006">
              <mc:Choice xmlns:v="urn:schemas-microsoft-com:vml" Requires="v">
                <p:oleObj spid="_x0000_s53794" name="Equation" r:id="rId3" imgW="1295400" imgH="482600" progId="Equation.DSMT4">
                  <p:embed/>
                </p:oleObj>
              </mc:Choice>
              <mc:Fallback>
                <p:oleObj name="Equation" r:id="rId3" imgW="1295400" imgH="482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3437283"/>
                        <a:ext cx="1295400" cy="4826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1" name="Object 5">
            <a:extLst>
              <a:ext uri="{FF2B5EF4-FFF2-40B4-BE49-F238E27FC236}">
                <a16:creationId xmlns:a16="http://schemas.microsoft.com/office/drawing/2014/main" id="{F0A069D4-12FE-4CF9-97DD-F8E29CBFB917}"/>
              </a:ext>
            </a:extLst>
          </p:cNvPr>
          <p:cNvGraphicFramePr>
            <a:graphicFrameLocks noChangeAspect="1"/>
          </p:cNvGraphicFramePr>
          <p:nvPr>
            <p:extLst>
              <p:ext uri="{D42A27DB-BD31-4B8C-83A1-F6EECF244321}">
                <p14:modId xmlns:p14="http://schemas.microsoft.com/office/powerpoint/2010/main" val="2034875244"/>
              </p:ext>
            </p:extLst>
          </p:nvPr>
        </p:nvGraphicFramePr>
        <p:xfrm>
          <a:off x="5001752" y="3244056"/>
          <a:ext cx="1092200" cy="889000"/>
        </p:xfrm>
        <a:graphic>
          <a:graphicData uri="http://schemas.openxmlformats.org/presentationml/2006/ole">
            <mc:AlternateContent xmlns:mc="http://schemas.openxmlformats.org/markup-compatibility/2006">
              <mc:Choice xmlns:v="urn:schemas-microsoft-com:vml" Requires="v">
                <p:oleObj spid="_x0000_s53795" name="Equation" r:id="rId5" imgW="1091726" imgH="888614" progId="Equation.DSMT4">
                  <p:embed/>
                </p:oleObj>
              </mc:Choice>
              <mc:Fallback>
                <p:oleObj name="Equation" r:id="rId5" imgW="1091726" imgH="888614"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1752" y="3244056"/>
                        <a:ext cx="1092200" cy="8890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2" name="Object 6">
            <a:extLst>
              <a:ext uri="{FF2B5EF4-FFF2-40B4-BE49-F238E27FC236}">
                <a16:creationId xmlns:a16="http://schemas.microsoft.com/office/drawing/2014/main" id="{CE545A48-A896-4C28-9988-F12AD5EDAC36}"/>
              </a:ext>
            </a:extLst>
          </p:cNvPr>
          <p:cNvGraphicFramePr>
            <a:graphicFrameLocks noChangeAspect="1"/>
          </p:cNvGraphicFramePr>
          <p:nvPr/>
        </p:nvGraphicFramePr>
        <p:xfrm>
          <a:off x="4487863" y="3468688"/>
          <a:ext cx="334962" cy="439737"/>
        </p:xfrm>
        <a:graphic>
          <a:graphicData uri="http://schemas.openxmlformats.org/presentationml/2006/ole">
            <mc:AlternateContent xmlns:mc="http://schemas.openxmlformats.org/markup-compatibility/2006">
              <mc:Choice xmlns:v="urn:schemas-microsoft-com:vml" Requires="v">
                <p:oleObj spid="_x0000_s53796" name="Visio" r:id="rId7" imgW="334670" imgH="440086" progId="Visio.Drawing.11">
                  <p:embed/>
                </p:oleObj>
              </mc:Choice>
              <mc:Fallback>
                <p:oleObj name="Visio" r:id="rId7" imgW="334670" imgH="440086"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7863" y="3468688"/>
                        <a:ext cx="334962" cy="43973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4903" name="Text Box 7">
            <a:extLst>
              <a:ext uri="{FF2B5EF4-FFF2-40B4-BE49-F238E27FC236}">
                <a16:creationId xmlns:a16="http://schemas.microsoft.com/office/drawing/2014/main" id="{A02FA4D6-B10C-41BA-A02B-CF0BB52C21DD}"/>
              </a:ext>
            </a:extLst>
          </p:cNvPr>
          <p:cNvSpPr txBox="1">
            <a:spLocks noChangeArrowheads="1"/>
          </p:cNvSpPr>
          <p:nvPr/>
        </p:nvSpPr>
        <p:spPr bwMode="auto">
          <a:xfrm>
            <a:off x="323850" y="4509120"/>
            <a:ext cx="8569325" cy="156966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重要说明：①原电路可以不进行等效化简，用三要素法即可以求解一阶电路的</a:t>
            </a:r>
            <a:r>
              <a:rPr kumimoji="1"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零输入响应、零状态响应</a:t>
            </a:r>
            <a:r>
              <a:rPr kumimoji="1"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和全响应。②同样为了避免求解非状态变量的初始值，先求状态变量的解，即</a:t>
            </a:r>
            <a:r>
              <a:rPr kumimoji="1" lang="en-US" altLang="zh-CN" sz="2400" b="1" i="1" dirty="0" err="1">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或</a:t>
            </a:r>
            <a:r>
              <a:rPr kumimoji="1" lang="en-US" altLang="zh-CN" sz="2400" b="1" i="1" dirty="0" err="1">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baseline="-25000" dirty="0" err="1">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zh-CN" altLang="en-US" sz="2400" b="1" dirty="0">
                <a:solidFill>
                  <a:srgbClr val="FF3300"/>
                </a:solidFill>
                <a:latin typeface="Times New Roman" panose="02020603050405020304" pitchFamily="18" charset="0"/>
                <a:ea typeface="华文楷体" panose="02010600040101010101" pitchFamily="2" charset="-122"/>
                <a:cs typeface="Times New Roman" panose="02020603050405020304" pitchFamily="18" charset="0"/>
              </a:rPr>
              <a:t>。然后再利用两类约束求解非状态变量解。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4898">
                                            <p:txEl>
                                              <p:pRg st="0" end="0"/>
                                            </p:txEl>
                                          </p:spTgt>
                                        </p:tgtEl>
                                        <p:attrNameLst>
                                          <p:attrName>style.visibility</p:attrName>
                                        </p:attrNameLst>
                                      </p:cBhvr>
                                      <p:to>
                                        <p:strVal val="visible"/>
                                      </p:to>
                                    </p:set>
                                    <p:animEffect transition="in" filter="wipe(left)">
                                      <p:cBhvr>
                                        <p:cTn id="7" dur="2000"/>
                                        <p:tgtEl>
                                          <p:spTgt spid="4648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4899">
                                            <p:txEl>
                                              <p:pRg st="0" end="0"/>
                                            </p:txEl>
                                          </p:spTgt>
                                        </p:tgtEl>
                                        <p:attrNameLst>
                                          <p:attrName>style.visibility</p:attrName>
                                        </p:attrNameLst>
                                      </p:cBhvr>
                                      <p:to>
                                        <p:strVal val="visible"/>
                                      </p:to>
                                    </p:set>
                                    <p:animEffect transition="in" filter="wipe(left)">
                                      <p:cBhvr>
                                        <p:cTn id="12" dur="2000"/>
                                        <p:tgtEl>
                                          <p:spTgt spid="46489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4899">
                                            <p:txEl>
                                              <p:pRg st="1" end="1"/>
                                            </p:txEl>
                                          </p:spTgt>
                                        </p:tgtEl>
                                        <p:attrNameLst>
                                          <p:attrName>style.visibility</p:attrName>
                                        </p:attrNameLst>
                                      </p:cBhvr>
                                      <p:to>
                                        <p:strVal val="visible"/>
                                      </p:to>
                                    </p:set>
                                    <p:animEffect transition="in" filter="wipe(left)">
                                      <p:cBhvr>
                                        <p:cTn id="17" dur="2000"/>
                                        <p:tgtEl>
                                          <p:spTgt spid="46489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4899">
                                            <p:txEl>
                                              <p:pRg st="2" end="2"/>
                                            </p:txEl>
                                          </p:spTgt>
                                        </p:tgtEl>
                                        <p:attrNameLst>
                                          <p:attrName>style.visibility</p:attrName>
                                        </p:attrNameLst>
                                      </p:cBhvr>
                                      <p:to>
                                        <p:strVal val="visible"/>
                                      </p:to>
                                    </p:set>
                                    <p:animEffect transition="in" filter="wipe(left)">
                                      <p:cBhvr>
                                        <p:cTn id="22" dur="2000"/>
                                        <p:tgtEl>
                                          <p:spTgt spid="46489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4899">
                                            <p:txEl>
                                              <p:pRg st="3" end="3"/>
                                            </p:txEl>
                                          </p:spTgt>
                                        </p:tgtEl>
                                        <p:attrNameLst>
                                          <p:attrName>style.visibility</p:attrName>
                                        </p:attrNameLst>
                                      </p:cBhvr>
                                      <p:to>
                                        <p:strVal val="visible"/>
                                      </p:to>
                                    </p:set>
                                    <p:animEffect transition="in" filter="wipe(left)">
                                      <p:cBhvr>
                                        <p:cTn id="27" dur="2000"/>
                                        <p:tgtEl>
                                          <p:spTgt spid="46489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4899">
                                            <p:txEl>
                                              <p:pRg st="4" end="4"/>
                                            </p:txEl>
                                          </p:spTgt>
                                        </p:tgtEl>
                                        <p:attrNameLst>
                                          <p:attrName>style.visibility</p:attrName>
                                        </p:attrNameLst>
                                      </p:cBhvr>
                                      <p:to>
                                        <p:strVal val="visible"/>
                                      </p:to>
                                    </p:set>
                                    <p:animEffect transition="in" filter="wipe(left)">
                                      <p:cBhvr>
                                        <p:cTn id="32" dur="2000"/>
                                        <p:tgtEl>
                                          <p:spTgt spid="46489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64899">
                                            <p:txEl>
                                              <p:pRg st="5" end="5"/>
                                            </p:txEl>
                                          </p:spTgt>
                                        </p:tgtEl>
                                        <p:attrNameLst>
                                          <p:attrName>style.visibility</p:attrName>
                                        </p:attrNameLst>
                                      </p:cBhvr>
                                      <p:to>
                                        <p:strVal val="visible"/>
                                      </p:to>
                                    </p:set>
                                    <p:animEffect transition="in" filter="wipe(left)">
                                      <p:cBhvr>
                                        <p:cTn id="37" dur="2000"/>
                                        <p:tgtEl>
                                          <p:spTgt spid="464899">
                                            <p:txEl>
                                              <p:pRg st="5" end="5"/>
                                            </p:txEl>
                                          </p:spTgt>
                                        </p:tgtEl>
                                      </p:cBhvr>
                                    </p:animEffect>
                                  </p:childTnLst>
                                </p:cTn>
                              </p:par>
                            </p:childTnLst>
                          </p:cTn>
                        </p:par>
                        <p:par>
                          <p:cTn id="38" fill="hold" nodeType="afterGroup">
                            <p:stCondLst>
                              <p:cond delay="2000"/>
                            </p:stCondLst>
                            <p:childTnLst>
                              <p:par>
                                <p:cTn id="39" presetID="22" presetClass="entr" presetSubtype="8" fill="hold" nodeType="afterEffect">
                                  <p:stCondLst>
                                    <p:cond delay="0"/>
                                  </p:stCondLst>
                                  <p:childTnLst>
                                    <p:set>
                                      <p:cBhvr>
                                        <p:cTn id="40" dur="1" fill="hold">
                                          <p:stCondLst>
                                            <p:cond delay="0"/>
                                          </p:stCondLst>
                                        </p:cTn>
                                        <p:tgtEl>
                                          <p:spTgt spid="464900"/>
                                        </p:tgtEl>
                                        <p:attrNameLst>
                                          <p:attrName>style.visibility</p:attrName>
                                        </p:attrNameLst>
                                      </p:cBhvr>
                                      <p:to>
                                        <p:strVal val="visible"/>
                                      </p:to>
                                    </p:set>
                                    <p:animEffect transition="in" filter="wipe(left)">
                                      <p:cBhvr>
                                        <p:cTn id="41" dur="500"/>
                                        <p:tgtEl>
                                          <p:spTgt spid="464900"/>
                                        </p:tgtEl>
                                      </p:cBhvr>
                                    </p:animEffect>
                                  </p:childTnLst>
                                </p:cTn>
                              </p:par>
                            </p:childTnLst>
                          </p:cTn>
                        </p:par>
                        <p:par>
                          <p:cTn id="42" fill="hold" nodeType="afterGroup">
                            <p:stCondLst>
                              <p:cond delay="2500"/>
                            </p:stCondLst>
                            <p:childTnLst>
                              <p:par>
                                <p:cTn id="43" presetID="22" presetClass="entr" presetSubtype="8" fill="hold" nodeType="afterEffect">
                                  <p:stCondLst>
                                    <p:cond delay="0"/>
                                  </p:stCondLst>
                                  <p:childTnLst>
                                    <p:set>
                                      <p:cBhvr>
                                        <p:cTn id="44" dur="1" fill="hold">
                                          <p:stCondLst>
                                            <p:cond delay="0"/>
                                          </p:stCondLst>
                                        </p:cTn>
                                        <p:tgtEl>
                                          <p:spTgt spid="464902"/>
                                        </p:tgtEl>
                                        <p:attrNameLst>
                                          <p:attrName>style.visibility</p:attrName>
                                        </p:attrNameLst>
                                      </p:cBhvr>
                                      <p:to>
                                        <p:strVal val="visible"/>
                                      </p:to>
                                    </p:set>
                                    <p:animEffect transition="in" filter="wipe(left)">
                                      <p:cBhvr>
                                        <p:cTn id="45" dur="500"/>
                                        <p:tgtEl>
                                          <p:spTgt spid="464902"/>
                                        </p:tgtEl>
                                      </p:cBhvr>
                                    </p:animEffect>
                                  </p:childTnLst>
                                </p:cTn>
                              </p:par>
                            </p:childTnLst>
                          </p:cTn>
                        </p:par>
                        <p:par>
                          <p:cTn id="46" fill="hold" nodeType="afterGroup">
                            <p:stCondLst>
                              <p:cond delay="3000"/>
                            </p:stCondLst>
                            <p:childTnLst>
                              <p:par>
                                <p:cTn id="47" presetID="22" presetClass="entr" presetSubtype="8" fill="hold" nodeType="afterEffect">
                                  <p:stCondLst>
                                    <p:cond delay="0"/>
                                  </p:stCondLst>
                                  <p:childTnLst>
                                    <p:set>
                                      <p:cBhvr>
                                        <p:cTn id="48" dur="1" fill="hold">
                                          <p:stCondLst>
                                            <p:cond delay="0"/>
                                          </p:stCondLst>
                                        </p:cTn>
                                        <p:tgtEl>
                                          <p:spTgt spid="464901"/>
                                        </p:tgtEl>
                                        <p:attrNameLst>
                                          <p:attrName>style.visibility</p:attrName>
                                        </p:attrNameLst>
                                      </p:cBhvr>
                                      <p:to>
                                        <p:strVal val="visible"/>
                                      </p:to>
                                    </p:set>
                                    <p:animEffect transition="in" filter="wipe(left)">
                                      <p:cBhvr>
                                        <p:cTn id="49" dur="500"/>
                                        <p:tgtEl>
                                          <p:spTgt spid="46490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64899">
                                            <p:txEl>
                                              <p:pRg st="6" end="6"/>
                                            </p:txEl>
                                          </p:spTgt>
                                        </p:tgtEl>
                                        <p:attrNameLst>
                                          <p:attrName>style.visibility</p:attrName>
                                        </p:attrNameLst>
                                      </p:cBhvr>
                                      <p:to>
                                        <p:strVal val="visible"/>
                                      </p:to>
                                    </p:set>
                                    <p:animEffect transition="in" filter="wipe(left)">
                                      <p:cBhvr>
                                        <p:cTn id="54" dur="2000"/>
                                        <p:tgtEl>
                                          <p:spTgt spid="464899">
                                            <p:txEl>
                                              <p:pRg st="6" end="6"/>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464903">
                                            <p:txEl>
                                              <p:pRg st="0" end="0"/>
                                            </p:txEl>
                                          </p:spTgt>
                                        </p:tgtEl>
                                        <p:attrNameLst>
                                          <p:attrName>style.visibility</p:attrName>
                                        </p:attrNameLst>
                                      </p:cBhvr>
                                      <p:to>
                                        <p:strVal val="visible"/>
                                      </p:to>
                                    </p:set>
                                    <p:animEffect transition="in" filter="wipe(left)">
                                      <p:cBhvr>
                                        <p:cTn id="59" dur="2000"/>
                                        <p:tgtEl>
                                          <p:spTgt spid="4649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ext Box 2">
            <a:extLst>
              <a:ext uri="{FF2B5EF4-FFF2-40B4-BE49-F238E27FC236}">
                <a16:creationId xmlns:a16="http://schemas.microsoft.com/office/drawing/2014/main" id="{C1E244D7-6CE5-444C-A8B3-C06413212408}"/>
              </a:ext>
            </a:extLst>
          </p:cNvPr>
          <p:cNvSpPr txBox="1">
            <a:spLocks noChangeArrowheads="1"/>
          </p:cNvSpPr>
          <p:nvPr/>
        </p:nvSpPr>
        <p:spPr bwMode="auto">
          <a:xfrm>
            <a:off x="23605" y="193320"/>
            <a:ext cx="882015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例：图（</a:t>
            </a:r>
            <a:r>
              <a:rPr kumimoji="1" lang="en-US" altLang="zh-CN"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）电路原已达稳态，求换路后的</a:t>
            </a:r>
            <a:r>
              <a:rPr kumimoji="1" lang="en-US" altLang="zh-CN" sz="2400" b="1" i="1" dirty="0" err="1">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baseline="-25000" dirty="0" err="1">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dirty="0" err="1">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65923" name="Object 3">
            <a:extLst>
              <a:ext uri="{FF2B5EF4-FFF2-40B4-BE49-F238E27FC236}">
                <a16:creationId xmlns:a16="http://schemas.microsoft.com/office/drawing/2014/main" id="{1696B751-36A6-4C2A-A49F-9E2089117176}"/>
              </a:ext>
            </a:extLst>
          </p:cNvPr>
          <p:cNvGraphicFramePr>
            <a:graphicFrameLocks noChangeAspect="1"/>
          </p:cNvGraphicFramePr>
          <p:nvPr>
            <p:extLst>
              <p:ext uri="{D42A27DB-BD31-4B8C-83A1-F6EECF244321}">
                <p14:modId xmlns:p14="http://schemas.microsoft.com/office/powerpoint/2010/main" val="2479049048"/>
              </p:ext>
            </p:extLst>
          </p:nvPr>
        </p:nvGraphicFramePr>
        <p:xfrm>
          <a:off x="476250" y="641797"/>
          <a:ext cx="4383088" cy="2816225"/>
        </p:xfrm>
        <a:graphic>
          <a:graphicData uri="http://schemas.openxmlformats.org/presentationml/2006/ole">
            <mc:AlternateContent xmlns:mc="http://schemas.openxmlformats.org/markup-compatibility/2006">
              <mc:Choice xmlns:v="urn:schemas-microsoft-com:vml" Requires="v">
                <p:oleObj spid="_x0000_s55293" name="Visio" r:id="rId3" imgW="2208733" imgH="1432112" progId="Visio.Drawing.11">
                  <p:embed/>
                </p:oleObj>
              </mc:Choice>
              <mc:Fallback>
                <p:oleObj name="Visio" r:id="rId3" imgW="2208733" imgH="1432112"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41797"/>
                        <a:ext cx="4383088"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24" name="Object 4">
            <a:extLst>
              <a:ext uri="{FF2B5EF4-FFF2-40B4-BE49-F238E27FC236}">
                <a16:creationId xmlns:a16="http://schemas.microsoft.com/office/drawing/2014/main" id="{9231C926-83F6-4A79-9336-083551BD70C5}"/>
              </a:ext>
            </a:extLst>
          </p:cNvPr>
          <p:cNvGraphicFramePr>
            <a:graphicFrameLocks noChangeAspect="1"/>
          </p:cNvGraphicFramePr>
          <p:nvPr>
            <p:extLst>
              <p:ext uri="{D42A27DB-BD31-4B8C-83A1-F6EECF244321}">
                <p14:modId xmlns:p14="http://schemas.microsoft.com/office/powerpoint/2010/main" val="3743126057"/>
              </p:ext>
            </p:extLst>
          </p:nvPr>
        </p:nvGraphicFramePr>
        <p:xfrm>
          <a:off x="4716463" y="583059"/>
          <a:ext cx="3351212" cy="2874963"/>
        </p:xfrm>
        <a:graphic>
          <a:graphicData uri="http://schemas.openxmlformats.org/presentationml/2006/ole">
            <mc:AlternateContent xmlns:mc="http://schemas.openxmlformats.org/markup-compatibility/2006">
              <mc:Choice xmlns:v="urn:schemas-microsoft-com:vml" Requires="v">
                <p:oleObj spid="_x0000_s55294" name="Visio" r:id="rId5" imgW="1931670" imgH="1463284" progId="Visio.Drawing.11">
                  <p:embed/>
                </p:oleObj>
              </mc:Choice>
              <mc:Fallback>
                <p:oleObj name="Visio" r:id="rId5" imgW="1931670" imgH="1463284"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583059"/>
                        <a:ext cx="3351212" cy="287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5925" name="Text Box 5">
            <a:extLst>
              <a:ext uri="{FF2B5EF4-FFF2-40B4-BE49-F238E27FC236}">
                <a16:creationId xmlns:a16="http://schemas.microsoft.com/office/drawing/2014/main" id="{5E679F83-192F-458C-8B88-9346393CA2A3}"/>
              </a:ext>
            </a:extLst>
          </p:cNvPr>
          <p:cNvSpPr txBox="1">
            <a:spLocks noChangeArrowheads="1"/>
          </p:cNvSpPr>
          <p:nvPr/>
        </p:nvSpPr>
        <p:spPr bwMode="auto">
          <a:xfrm>
            <a:off x="612775" y="3081808"/>
            <a:ext cx="4535488"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）求初始值。</a:t>
            </a:r>
          </a:p>
        </p:txBody>
      </p:sp>
      <p:graphicFrame>
        <p:nvGraphicFramePr>
          <p:cNvPr id="465926" name="Object 6">
            <a:extLst>
              <a:ext uri="{FF2B5EF4-FFF2-40B4-BE49-F238E27FC236}">
                <a16:creationId xmlns:a16="http://schemas.microsoft.com/office/drawing/2014/main" id="{94031C88-474A-4CA3-A369-B995B119D558}"/>
              </a:ext>
            </a:extLst>
          </p:cNvPr>
          <p:cNvGraphicFramePr>
            <a:graphicFrameLocks noChangeAspect="1"/>
          </p:cNvGraphicFramePr>
          <p:nvPr>
            <p:extLst>
              <p:ext uri="{D42A27DB-BD31-4B8C-83A1-F6EECF244321}">
                <p14:modId xmlns:p14="http://schemas.microsoft.com/office/powerpoint/2010/main" val="2795585239"/>
              </p:ext>
            </p:extLst>
          </p:nvPr>
        </p:nvGraphicFramePr>
        <p:xfrm>
          <a:off x="5711825" y="3129556"/>
          <a:ext cx="1930400" cy="431800"/>
        </p:xfrm>
        <a:graphic>
          <a:graphicData uri="http://schemas.openxmlformats.org/presentationml/2006/ole">
            <mc:AlternateContent xmlns:mc="http://schemas.openxmlformats.org/markup-compatibility/2006">
              <mc:Choice xmlns:v="urn:schemas-microsoft-com:vml" Requires="v">
                <p:oleObj spid="_x0000_s55295" name="Equation" r:id="rId7" imgW="1930400" imgH="431800" progId="Equation.DSMT4">
                  <p:embed/>
                </p:oleObj>
              </mc:Choice>
              <mc:Fallback>
                <p:oleObj name="Equation" r:id="rId7" imgW="1930400" imgH="4318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1825" y="3129556"/>
                        <a:ext cx="1930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5927" name="Text Box 7">
            <a:extLst>
              <a:ext uri="{FF2B5EF4-FFF2-40B4-BE49-F238E27FC236}">
                <a16:creationId xmlns:a16="http://schemas.microsoft.com/office/drawing/2014/main" id="{BB57E010-1429-4A55-AB74-F57873646A7C}"/>
              </a:ext>
            </a:extLst>
          </p:cNvPr>
          <p:cNvSpPr txBox="1">
            <a:spLocks noChangeArrowheads="1"/>
          </p:cNvSpPr>
          <p:nvPr/>
        </p:nvSpPr>
        <p:spPr bwMode="auto">
          <a:xfrm>
            <a:off x="1300162" y="3564968"/>
            <a:ext cx="2735263"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根据换路定则有</a:t>
            </a:r>
          </a:p>
        </p:txBody>
      </p:sp>
      <p:graphicFrame>
        <p:nvGraphicFramePr>
          <p:cNvPr id="465928" name="Object 8">
            <a:extLst>
              <a:ext uri="{FF2B5EF4-FFF2-40B4-BE49-F238E27FC236}">
                <a16:creationId xmlns:a16="http://schemas.microsoft.com/office/drawing/2014/main" id="{511AA0BF-E918-4FFA-AC14-59EE378D9FBC}"/>
              </a:ext>
            </a:extLst>
          </p:cNvPr>
          <p:cNvGraphicFramePr>
            <a:graphicFrameLocks noChangeAspect="1"/>
          </p:cNvGraphicFramePr>
          <p:nvPr>
            <p:extLst>
              <p:ext uri="{D42A27DB-BD31-4B8C-83A1-F6EECF244321}">
                <p14:modId xmlns:p14="http://schemas.microsoft.com/office/powerpoint/2010/main" val="1490135604"/>
              </p:ext>
            </p:extLst>
          </p:nvPr>
        </p:nvGraphicFramePr>
        <p:xfrm>
          <a:off x="3836161" y="3631861"/>
          <a:ext cx="3162300" cy="431800"/>
        </p:xfrm>
        <a:graphic>
          <a:graphicData uri="http://schemas.openxmlformats.org/presentationml/2006/ole">
            <mc:AlternateContent xmlns:mc="http://schemas.openxmlformats.org/markup-compatibility/2006">
              <mc:Choice xmlns:v="urn:schemas-microsoft-com:vml" Requires="v">
                <p:oleObj spid="_x0000_s215040" name="Equation" r:id="rId9" imgW="3162240" imgH="431640" progId="Equation.DSMT4">
                  <p:embed/>
                </p:oleObj>
              </mc:Choice>
              <mc:Fallback>
                <p:oleObj name="Equation" r:id="rId9" imgW="3162240" imgH="431640" progId="Equation.DSMT4">
                  <p:embed/>
                  <p:pic>
                    <p:nvPicPr>
                      <p:cNvPr id="0" name="Object 8"/>
                      <p:cNvPicPr>
                        <a:picLocks noChangeAspect="1" noChangeArrowheads="1"/>
                      </p:cNvPicPr>
                      <p:nvPr/>
                    </p:nvPicPr>
                    <p:blipFill>
                      <a:blip r:embed="rId10"/>
                      <a:srcRect/>
                      <a:stretch>
                        <a:fillRect/>
                      </a:stretch>
                    </p:blipFill>
                    <p:spPr bwMode="auto">
                      <a:xfrm>
                        <a:off x="3836161" y="3631861"/>
                        <a:ext cx="31623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5929" name="Rectangle 9">
            <a:extLst>
              <a:ext uri="{FF2B5EF4-FFF2-40B4-BE49-F238E27FC236}">
                <a16:creationId xmlns:a16="http://schemas.microsoft.com/office/drawing/2014/main" id="{79383B20-7861-4726-80E3-C40C32C45192}"/>
              </a:ext>
            </a:extLst>
          </p:cNvPr>
          <p:cNvSpPr>
            <a:spLocks noChangeArrowheads="1"/>
          </p:cNvSpPr>
          <p:nvPr/>
        </p:nvSpPr>
        <p:spPr bwMode="auto">
          <a:xfrm>
            <a:off x="3863976" y="3081808"/>
            <a:ext cx="2160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由图</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）得</a:t>
            </a:r>
          </a:p>
        </p:txBody>
      </p:sp>
      <p:sp>
        <p:nvSpPr>
          <p:cNvPr id="10" name="Text Box 2">
            <a:extLst>
              <a:ext uri="{FF2B5EF4-FFF2-40B4-BE49-F238E27FC236}">
                <a16:creationId xmlns:a16="http://schemas.microsoft.com/office/drawing/2014/main" id="{0F4AF19E-3168-49A8-A37A-0D41A17199C2}"/>
              </a:ext>
            </a:extLst>
          </p:cNvPr>
          <p:cNvSpPr txBox="1">
            <a:spLocks noChangeArrowheads="1"/>
          </p:cNvSpPr>
          <p:nvPr/>
        </p:nvSpPr>
        <p:spPr bwMode="auto">
          <a:xfrm>
            <a:off x="1411436" y="4186211"/>
            <a:ext cx="352742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时刻电路如图（</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1" name="Object 3">
            <a:extLst>
              <a:ext uri="{FF2B5EF4-FFF2-40B4-BE49-F238E27FC236}">
                <a16:creationId xmlns:a16="http://schemas.microsoft.com/office/drawing/2014/main" id="{79431B57-1932-4B30-A814-943B87ECDBC3}"/>
              </a:ext>
            </a:extLst>
          </p:cNvPr>
          <p:cNvGraphicFramePr>
            <a:graphicFrameLocks noChangeAspect="1"/>
          </p:cNvGraphicFramePr>
          <p:nvPr>
            <p:extLst>
              <p:ext uri="{D42A27DB-BD31-4B8C-83A1-F6EECF244321}">
                <p14:modId xmlns:p14="http://schemas.microsoft.com/office/powerpoint/2010/main" val="1276632888"/>
              </p:ext>
            </p:extLst>
          </p:nvPr>
        </p:nvGraphicFramePr>
        <p:xfrm>
          <a:off x="5946568" y="3631861"/>
          <a:ext cx="2897187" cy="2754312"/>
        </p:xfrm>
        <a:graphic>
          <a:graphicData uri="http://schemas.openxmlformats.org/presentationml/2006/ole">
            <mc:AlternateContent xmlns:mc="http://schemas.openxmlformats.org/markup-compatibility/2006">
              <mc:Choice xmlns:v="urn:schemas-microsoft-com:vml" Requires="v">
                <p:oleObj spid="_x0000_s215041" name="Visio" r:id="rId11" imgW="1447495" imgH="1375726" progId="Visio.Drawing.11">
                  <p:embed/>
                </p:oleObj>
              </mc:Choice>
              <mc:Fallback>
                <p:oleObj name="Visio" r:id="rId11" imgW="1447495" imgH="1375726" progId="Visio.Drawing.11">
                  <p:embed/>
                  <p:pic>
                    <p:nvPicPr>
                      <p:cNvPr id="466947" name="Object 3">
                        <a:extLst>
                          <a:ext uri="{FF2B5EF4-FFF2-40B4-BE49-F238E27FC236}">
                            <a16:creationId xmlns:a16="http://schemas.microsoft.com/office/drawing/2014/main" id="{C5BB25BD-84D3-430F-95C5-5C3CBF956C8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6568" y="3631861"/>
                        <a:ext cx="2897187" cy="275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4">
            <a:extLst>
              <a:ext uri="{FF2B5EF4-FFF2-40B4-BE49-F238E27FC236}">
                <a16:creationId xmlns:a16="http://schemas.microsoft.com/office/drawing/2014/main" id="{37016155-0E8A-46A6-9DC7-B7C2B134A6BA}"/>
              </a:ext>
            </a:extLst>
          </p:cNvPr>
          <p:cNvGraphicFramePr>
            <a:graphicFrameLocks noChangeAspect="1"/>
          </p:cNvGraphicFramePr>
          <p:nvPr>
            <p:extLst>
              <p:ext uri="{D42A27DB-BD31-4B8C-83A1-F6EECF244321}">
                <p14:modId xmlns:p14="http://schemas.microsoft.com/office/powerpoint/2010/main" val="2115475310"/>
              </p:ext>
            </p:extLst>
          </p:nvPr>
        </p:nvGraphicFramePr>
        <p:xfrm>
          <a:off x="1065870" y="4756628"/>
          <a:ext cx="5016500" cy="520700"/>
        </p:xfrm>
        <a:graphic>
          <a:graphicData uri="http://schemas.openxmlformats.org/presentationml/2006/ole">
            <mc:AlternateContent xmlns:mc="http://schemas.openxmlformats.org/markup-compatibility/2006">
              <mc:Choice xmlns:v="urn:schemas-microsoft-com:vml" Requires="v">
                <p:oleObj spid="_x0000_s215042" name="Equation" r:id="rId13" imgW="5016240" imgH="520560" progId="Equation.DSMT4">
                  <p:embed/>
                </p:oleObj>
              </mc:Choice>
              <mc:Fallback>
                <p:oleObj name="Equation" r:id="rId13" imgW="5016240" imgH="520560" progId="Equation.DSMT4">
                  <p:embed/>
                  <p:pic>
                    <p:nvPicPr>
                      <p:cNvPr id="466948" name="Object 4">
                        <a:extLst>
                          <a:ext uri="{FF2B5EF4-FFF2-40B4-BE49-F238E27FC236}">
                            <a16:creationId xmlns:a16="http://schemas.microsoft.com/office/drawing/2014/main" id="{5BD864B9-E32A-430B-A46F-E4B3E72C632C}"/>
                          </a:ext>
                        </a:extLst>
                      </p:cNvPr>
                      <p:cNvPicPr>
                        <a:picLocks noChangeAspect="1" noChangeArrowheads="1"/>
                      </p:cNvPicPr>
                      <p:nvPr/>
                    </p:nvPicPr>
                    <p:blipFill>
                      <a:blip r:embed="rId14"/>
                      <a:srcRect/>
                      <a:stretch>
                        <a:fillRect/>
                      </a:stretch>
                    </p:blipFill>
                    <p:spPr bwMode="auto">
                      <a:xfrm>
                        <a:off x="1065870" y="4756628"/>
                        <a:ext cx="50165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5">
            <a:extLst>
              <a:ext uri="{FF2B5EF4-FFF2-40B4-BE49-F238E27FC236}">
                <a16:creationId xmlns:a16="http://schemas.microsoft.com/office/drawing/2014/main" id="{8CD2CA38-BE19-4CD6-99D2-F574779D39B1}"/>
              </a:ext>
            </a:extLst>
          </p:cNvPr>
          <p:cNvGraphicFramePr>
            <a:graphicFrameLocks noChangeAspect="1"/>
          </p:cNvGraphicFramePr>
          <p:nvPr>
            <p:extLst>
              <p:ext uri="{D42A27DB-BD31-4B8C-83A1-F6EECF244321}">
                <p14:modId xmlns:p14="http://schemas.microsoft.com/office/powerpoint/2010/main" val="710686619"/>
              </p:ext>
            </p:extLst>
          </p:nvPr>
        </p:nvGraphicFramePr>
        <p:xfrm>
          <a:off x="2042294" y="5526629"/>
          <a:ext cx="3898900" cy="495300"/>
        </p:xfrm>
        <a:graphic>
          <a:graphicData uri="http://schemas.openxmlformats.org/presentationml/2006/ole">
            <mc:AlternateContent xmlns:mc="http://schemas.openxmlformats.org/markup-compatibility/2006">
              <mc:Choice xmlns:v="urn:schemas-microsoft-com:vml" Requires="v">
                <p:oleObj spid="_x0000_s215043" name="Equation" r:id="rId15" imgW="3898900" imgH="495300" progId="Equation.DSMT4">
                  <p:embed/>
                </p:oleObj>
              </mc:Choice>
              <mc:Fallback>
                <p:oleObj name="Equation" r:id="rId15" imgW="3898900" imgH="495300" progId="Equation.DSMT4">
                  <p:embed/>
                  <p:pic>
                    <p:nvPicPr>
                      <p:cNvPr id="466949" name="Object 5">
                        <a:extLst>
                          <a:ext uri="{FF2B5EF4-FFF2-40B4-BE49-F238E27FC236}">
                            <a16:creationId xmlns:a16="http://schemas.microsoft.com/office/drawing/2014/main" id="{0353AF9C-F99A-4B2C-AF45-BB232945BCE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42294" y="5526629"/>
                        <a:ext cx="38989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6">
            <a:extLst>
              <a:ext uri="{FF2B5EF4-FFF2-40B4-BE49-F238E27FC236}">
                <a16:creationId xmlns:a16="http://schemas.microsoft.com/office/drawing/2014/main" id="{9F30FE1D-EBAE-429E-B681-03DDF8530C1F}"/>
              </a:ext>
            </a:extLst>
          </p:cNvPr>
          <p:cNvSpPr txBox="1">
            <a:spLocks noChangeArrowheads="1"/>
          </p:cNvSpPr>
          <p:nvPr/>
        </p:nvSpPr>
        <p:spPr bwMode="auto">
          <a:xfrm>
            <a:off x="429679" y="4785229"/>
            <a:ext cx="649287"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则</a:t>
            </a:r>
            <a:endParaRPr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5922">
                                            <p:txEl>
                                              <p:pRg st="0" end="0"/>
                                            </p:txEl>
                                          </p:spTgt>
                                        </p:tgtEl>
                                        <p:attrNameLst>
                                          <p:attrName>style.visibility</p:attrName>
                                        </p:attrNameLst>
                                      </p:cBhvr>
                                      <p:to>
                                        <p:strVal val="visible"/>
                                      </p:to>
                                    </p:set>
                                    <p:animEffect transition="in" filter="wipe(left)">
                                      <p:cBhvr>
                                        <p:cTn id="7" dur="2000"/>
                                        <p:tgtEl>
                                          <p:spTgt spid="465922">
                                            <p:txEl>
                                              <p:pRg st="0" end="0"/>
                                            </p:txEl>
                                          </p:spTgt>
                                        </p:tgtEl>
                                      </p:cBhvr>
                                    </p:animEffect>
                                  </p:childTnLst>
                                </p:cTn>
                              </p:par>
                            </p:childTnLst>
                          </p:cTn>
                        </p:par>
                        <p:par>
                          <p:cTn id="8" fill="hold" nodeType="afterGroup">
                            <p:stCondLst>
                              <p:cond delay="2000"/>
                            </p:stCondLst>
                            <p:childTnLst>
                              <p:par>
                                <p:cTn id="9" presetID="4" presetClass="entr" presetSubtype="16" fill="hold" nodeType="afterEffect">
                                  <p:stCondLst>
                                    <p:cond delay="0"/>
                                  </p:stCondLst>
                                  <p:childTnLst>
                                    <p:set>
                                      <p:cBhvr>
                                        <p:cTn id="10" dur="1" fill="hold">
                                          <p:stCondLst>
                                            <p:cond delay="0"/>
                                          </p:stCondLst>
                                        </p:cTn>
                                        <p:tgtEl>
                                          <p:spTgt spid="465923"/>
                                        </p:tgtEl>
                                        <p:attrNameLst>
                                          <p:attrName>style.visibility</p:attrName>
                                        </p:attrNameLst>
                                      </p:cBhvr>
                                      <p:to>
                                        <p:strVal val="visible"/>
                                      </p:to>
                                    </p:set>
                                    <p:animEffect transition="in" filter="box(in)">
                                      <p:cBhvr>
                                        <p:cTn id="11" dur="2000"/>
                                        <p:tgtEl>
                                          <p:spTgt spid="4659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65925"/>
                                        </p:tgtEl>
                                        <p:attrNameLst>
                                          <p:attrName>style.visibility</p:attrName>
                                        </p:attrNameLst>
                                      </p:cBhvr>
                                      <p:to>
                                        <p:strVal val="visible"/>
                                      </p:to>
                                    </p:set>
                                    <p:animEffect transition="in" filter="wipe(left)">
                                      <p:cBhvr>
                                        <p:cTn id="16" dur="2000"/>
                                        <p:tgtEl>
                                          <p:spTgt spid="4659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465924"/>
                                        </p:tgtEl>
                                        <p:attrNameLst>
                                          <p:attrName>style.visibility</p:attrName>
                                        </p:attrNameLst>
                                      </p:cBhvr>
                                      <p:to>
                                        <p:strVal val="visible"/>
                                      </p:to>
                                    </p:set>
                                    <p:animEffect transition="in" filter="box(in)">
                                      <p:cBhvr>
                                        <p:cTn id="21" dur="1000"/>
                                        <p:tgtEl>
                                          <p:spTgt spid="4659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65929"/>
                                        </p:tgtEl>
                                        <p:attrNameLst>
                                          <p:attrName>style.visibility</p:attrName>
                                        </p:attrNameLst>
                                      </p:cBhvr>
                                      <p:to>
                                        <p:strVal val="visible"/>
                                      </p:to>
                                    </p:set>
                                    <p:animEffect transition="in" filter="wipe(left)">
                                      <p:cBhvr>
                                        <p:cTn id="26" dur="2000"/>
                                        <p:tgtEl>
                                          <p:spTgt spid="46592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65926"/>
                                        </p:tgtEl>
                                        <p:attrNameLst>
                                          <p:attrName>style.visibility</p:attrName>
                                        </p:attrNameLst>
                                      </p:cBhvr>
                                      <p:to>
                                        <p:strVal val="visible"/>
                                      </p:to>
                                    </p:set>
                                    <p:animEffect transition="in" filter="wipe(left)">
                                      <p:cBhvr>
                                        <p:cTn id="31" dur="2000"/>
                                        <p:tgtEl>
                                          <p:spTgt spid="46592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5927"/>
                                        </p:tgtEl>
                                        <p:attrNameLst>
                                          <p:attrName>style.visibility</p:attrName>
                                        </p:attrNameLst>
                                      </p:cBhvr>
                                      <p:to>
                                        <p:strVal val="visible"/>
                                      </p:to>
                                    </p:set>
                                    <p:animEffect transition="in" filter="wipe(left)">
                                      <p:cBhvr>
                                        <p:cTn id="36" dur="2000"/>
                                        <p:tgtEl>
                                          <p:spTgt spid="46592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5928"/>
                                        </p:tgtEl>
                                        <p:attrNameLst>
                                          <p:attrName>style.visibility</p:attrName>
                                        </p:attrNameLst>
                                      </p:cBhvr>
                                      <p:to>
                                        <p:strVal val="visible"/>
                                      </p:to>
                                    </p:set>
                                    <p:animEffect transition="in" filter="wipe(left)">
                                      <p:cBhvr>
                                        <p:cTn id="41" dur="2000"/>
                                        <p:tgtEl>
                                          <p:spTgt spid="4659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par>
                          <p:cTn id="47" fill="hold">
                            <p:stCondLst>
                              <p:cond delay="500"/>
                            </p:stCondLst>
                            <p:childTnLst>
                              <p:par>
                                <p:cTn id="48" presetID="4" presetClass="entr" presetSubtype="16"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ox(in)">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left)">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5" grpId="0"/>
      <p:bldP spid="465927" grpId="0"/>
      <p:bldP spid="465929" grpId="0"/>
      <p:bldP spid="10" grpId="0" autoUpdateAnimBg="0"/>
      <p:bldP spid="1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ext Box 2">
            <a:extLst>
              <a:ext uri="{FF2B5EF4-FFF2-40B4-BE49-F238E27FC236}">
                <a16:creationId xmlns:a16="http://schemas.microsoft.com/office/drawing/2014/main" id="{711AC85B-1C46-4258-9F24-2FEA4D3F3E29}"/>
              </a:ext>
            </a:extLst>
          </p:cNvPr>
          <p:cNvSpPr txBox="1">
            <a:spLocks noChangeArrowheads="1"/>
          </p:cNvSpPr>
          <p:nvPr/>
        </p:nvSpPr>
        <p:spPr bwMode="auto">
          <a:xfrm>
            <a:off x="500496" y="135757"/>
            <a:ext cx="316865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）求稳态值。</a:t>
            </a:r>
            <a:endPar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7971" name="Text Box 3">
            <a:extLst>
              <a:ext uri="{FF2B5EF4-FFF2-40B4-BE49-F238E27FC236}">
                <a16:creationId xmlns:a16="http://schemas.microsoft.com/office/drawing/2014/main" id="{243BF341-2E04-4AD4-9B1C-DDFDDF4AD952}"/>
              </a:ext>
            </a:extLst>
          </p:cNvPr>
          <p:cNvSpPr txBox="1">
            <a:spLocks noChangeArrowheads="1"/>
          </p:cNvSpPr>
          <p:nvPr/>
        </p:nvSpPr>
        <p:spPr bwMode="auto">
          <a:xfrm>
            <a:off x="793750" y="743365"/>
            <a:ext cx="525621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时刻电路如图（</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d</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）所示。</a:t>
            </a:r>
            <a:endPar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67972" name="Object 4">
            <a:extLst>
              <a:ext uri="{FF2B5EF4-FFF2-40B4-BE49-F238E27FC236}">
                <a16:creationId xmlns:a16="http://schemas.microsoft.com/office/drawing/2014/main" id="{671199C2-D22C-4F44-A0D0-75AFBDA85A1B}"/>
              </a:ext>
            </a:extLst>
          </p:cNvPr>
          <p:cNvGraphicFramePr>
            <a:graphicFrameLocks noChangeAspect="1"/>
          </p:cNvGraphicFramePr>
          <p:nvPr>
            <p:extLst>
              <p:ext uri="{D42A27DB-BD31-4B8C-83A1-F6EECF244321}">
                <p14:modId xmlns:p14="http://schemas.microsoft.com/office/powerpoint/2010/main" val="403917465"/>
              </p:ext>
            </p:extLst>
          </p:nvPr>
        </p:nvGraphicFramePr>
        <p:xfrm>
          <a:off x="818081" y="1226018"/>
          <a:ext cx="2870200" cy="749300"/>
        </p:xfrm>
        <a:graphic>
          <a:graphicData uri="http://schemas.openxmlformats.org/presentationml/2006/ole">
            <mc:AlternateContent xmlns:mc="http://schemas.openxmlformats.org/markup-compatibility/2006">
              <mc:Choice xmlns:v="urn:schemas-microsoft-com:vml" Requires="v">
                <p:oleObj spid="_x0000_s198077" name="Equation" r:id="rId3" imgW="2869920" imgH="749160" progId="Equation.DSMT4">
                  <p:embed/>
                </p:oleObj>
              </mc:Choice>
              <mc:Fallback>
                <p:oleObj name="Equation" r:id="rId3" imgW="2869920" imgH="749160" progId="Equation.DSMT4">
                  <p:embed/>
                  <p:pic>
                    <p:nvPicPr>
                      <p:cNvPr id="0" name="Object 4"/>
                      <p:cNvPicPr>
                        <a:picLocks noChangeAspect="1" noChangeArrowheads="1"/>
                      </p:cNvPicPr>
                      <p:nvPr/>
                    </p:nvPicPr>
                    <p:blipFill>
                      <a:blip r:embed="rId4"/>
                      <a:srcRect/>
                      <a:stretch>
                        <a:fillRect/>
                      </a:stretch>
                    </p:blipFill>
                    <p:spPr bwMode="auto">
                      <a:xfrm>
                        <a:off x="818081" y="1226018"/>
                        <a:ext cx="28702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3" name="Object 5">
            <a:extLst>
              <a:ext uri="{FF2B5EF4-FFF2-40B4-BE49-F238E27FC236}">
                <a16:creationId xmlns:a16="http://schemas.microsoft.com/office/drawing/2014/main" id="{F7B869A2-ABDC-4DF4-81EA-E06315224B4C}"/>
              </a:ext>
            </a:extLst>
          </p:cNvPr>
          <p:cNvGraphicFramePr>
            <a:graphicFrameLocks noChangeAspect="1"/>
          </p:cNvGraphicFramePr>
          <p:nvPr>
            <p:extLst>
              <p:ext uri="{D42A27DB-BD31-4B8C-83A1-F6EECF244321}">
                <p14:modId xmlns:p14="http://schemas.microsoft.com/office/powerpoint/2010/main" val="1388387125"/>
              </p:ext>
            </p:extLst>
          </p:nvPr>
        </p:nvGraphicFramePr>
        <p:xfrm>
          <a:off x="4017617" y="1317817"/>
          <a:ext cx="1435100" cy="431800"/>
        </p:xfrm>
        <a:graphic>
          <a:graphicData uri="http://schemas.openxmlformats.org/presentationml/2006/ole">
            <mc:AlternateContent xmlns:mc="http://schemas.openxmlformats.org/markup-compatibility/2006">
              <mc:Choice xmlns:v="urn:schemas-microsoft-com:vml" Requires="v">
                <p:oleObj spid="_x0000_s198078" name="Equation" r:id="rId5" imgW="1434960" imgH="431640" progId="Equation.DSMT4">
                  <p:embed/>
                </p:oleObj>
              </mc:Choice>
              <mc:Fallback>
                <p:oleObj name="Equation" r:id="rId5" imgW="1434960" imgH="431640" progId="Equation.DSMT4">
                  <p:embed/>
                  <p:pic>
                    <p:nvPicPr>
                      <p:cNvPr id="0" name="Object 5"/>
                      <p:cNvPicPr>
                        <a:picLocks noChangeAspect="1" noChangeArrowheads="1"/>
                      </p:cNvPicPr>
                      <p:nvPr/>
                    </p:nvPicPr>
                    <p:blipFill>
                      <a:blip r:embed="rId6"/>
                      <a:srcRect/>
                      <a:stretch>
                        <a:fillRect/>
                      </a:stretch>
                    </p:blipFill>
                    <p:spPr bwMode="auto">
                      <a:xfrm>
                        <a:off x="4017617" y="1317817"/>
                        <a:ext cx="14351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4" name="Object 6">
            <a:extLst>
              <a:ext uri="{FF2B5EF4-FFF2-40B4-BE49-F238E27FC236}">
                <a16:creationId xmlns:a16="http://schemas.microsoft.com/office/drawing/2014/main" id="{037572D3-4440-4A81-8703-15A255A3DEE7}"/>
              </a:ext>
            </a:extLst>
          </p:cNvPr>
          <p:cNvGraphicFramePr>
            <a:graphicFrameLocks noChangeAspect="1"/>
          </p:cNvGraphicFramePr>
          <p:nvPr>
            <p:extLst>
              <p:ext uri="{D42A27DB-BD31-4B8C-83A1-F6EECF244321}">
                <p14:modId xmlns:p14="http://schemas.microsoft.com/office/powerpoint/2010/main" val="1520788311"/>
              </p:ext>
            </p:extLst>
          </p:nvPr>
        </p:nvGraphicFramePr>
        <p:xfrm>
          <a:off x="5958681" y="113547"/>
          <a:ext cx="2897188" cy="2601913"/>
        </p:xfrm>
        <a:graphic>
          <a:graphicData uri="http://schemas.openxmlformats.org/presentationml/2006/ole">
            <mc:AlternateContent xmlns:mc="http://schemas.openxmlformats.org/markup-compatibility/2006">
              <mc:Choice xmlns:v="urn:schemas-microsoft-com:vml" Requires="v">
                <p:oleObj spid="_x0000_s198079" name="Visio" r:id="rId7" imgW="1447495" imgH="1300086" progId="Visio.Drawing.11">
                  <p:embed/>
                </p:oleObj>
              </mc:Choice>
              <mc:Fallback>
                <p:oleObj name="Visio" r:id="rId7" imgW="1447495" imgH="1300086"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8681" y="113547"/>
                        <a:ext cx="2897188" cy="260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7975" name="Text Box 7">
            <a:extLst>
              <a:ext uri="{FF2B5EF4-FFF2-40B4-BE49-F238E27FC236}">
                <a16:creationId xmlns:a16="http://schemas.microsoft.com/office/drawing/2014/main" id="{2C8D8EC7-0ADC-45F8-BC2F-21B89285057B}"/>
              </a:ext>
            </a:extLst>
          </p:cNvPr>
          <p:cNvSpPr txBox="1">
            <a:spLocks noChangeArrowheads="1"/>
          </p:cNvSpPr>
          <p:nvPr/>
        </p:nvSpPr>
        <p:spPr bwMode="auto">
          <a:xfrm>
            <a:off x="577056" y="2000557"/>
            <a:ext cx="568960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zh-CN" altLang="en-US"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）求时间常数</a:t>
            </a:r>
            <a:r>
              <a:rPr kumimoji="1" lang="en-US" altLang="zh-CN" sz="2400" b="1" i="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。由图（</a:t>
            </a:r>
            <a:r>
              <a:rPr kumimoji="1" lang="en-US" altLang="zh-CN"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e</a:t>
            </a:r>
            <a:r>
              <a:rPr kumimoji="1" lang="zh-CN" altLang="en-US"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）得</a:t>
            </a:r>
            <a:endParaRPr lang="zh-CN" altLang="en-US" sz="24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67976" name="Object 8">
            <a:extLst>
              <a:ext uri="{FF2B5EF4-FFF2-40B4-BE49-F238E27FC236}">
                <a16:creationId xmlns:a16="http://schemas.microsoft.com/office/drawing/2014/main" id="{3B0FA92B-43CC-4266-92C0-352789C42B65}"/>
              </a:ext>
            </a:extLst>
          </p:cNvPr>
          <p:cNvGraphicFramePr>
            <a:graphicFrameLocks noChangeAspect="1"/>
          </p:cNvGraphicFramePr>
          <p:nvPr>
            <p:extLst>
              <p:ext uri="{D42A27DB-BD31-4B8C-83A1-F6EECF244321}">
                <p14:modId xmlns:p14="http://schemas.microsoft.com/office/powerpoint/2010/main" val="3864976975"/>
              </p:ext>
            </p:extLst>
          </p:nvPr>
        </p:nvGraphicFramePr>
        <p:xfrm>
          <a:off x="6266656" y="3082448"/>
          <a:ext cx="2281238" cy="2116138"/>
        </p:xfrm>
        <a:graphic>
          <a:graphicData uri="http://schemas.openxmlformats.org/presentationml/2006/ole">
            <mc:AlternateContent xmlns:mc="http://schemas.openxmlformats.org/markup-compatibility/2006">
              <mc:Choice xmlns:v="urn:schemas-microsoft-com:vml" Requires="v">
                <p:oleObj spid="_x0000_s198080" name="Visio" r:id="rId9" imgW="1570025" imgH="1077751" progId="Visio.Drawing.11">
                  <p:embed/>
                </p:oleObj>
              </mc:Choice>
              <mc:Fallback>
                <p:oleObj name="Visio" r:id="rId9" imgW="1570025" imgH="1077751" progId="Visio.Drawing.11">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66656" y="3082448"/>
                        <a:ext cx="2281238"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7" name="Object 9">
            <a:extLst>
              <a:ext uri="{FF2B5EF4-FFF2-40B4-BE49-F238E27FC236}">
                <a16:creationId xmlns:a16="http://schemas.microsoft.com/office/drawing/2014/main" id="{79B08C2E-441D-46A9-A127-23330602C342}"/>
              </a:ext>
            </a:extLst>
          </p:cNvPr>
          <p:cNvGraphicFramePr>
            <a:graphicFrameLocks noChangeAspect="1"/>
          </p:cNvGraphicFramePr>
          <p:nvPr>
            <p:extLst>
              <p:ext uri="{D42A27DB-BD31-4B8C-83A1-F6EECF244321}">
                <p14:modId xmlns:p14="http://schemas.microsoft.com/office/powerpoint/2010/main" val="3342899549"/>
              </p:ext>
            </p:extLst>
          </p:nvPr>
        </p:nvGraphicFramePr>
        <p:xfrm>
          <a:off x="577056" y="2617092"/>
          <a:ext cx="2552700" cy="482600"/>
        </p:xfrm>
        <a:graphic>
          <a:graphicData uri="http://schemas.openxmlformats.org/presentationml/2006/ole">
            <mc:AlternateContent xmlns:mc="http://schemas.openxmlformats.org/markup-compatibility/2006">
              <mc:Choice xmlns:v="urn:schemas-microsoft-com:vml" Requires="v">
                <p:oleObj spid="_x0000_s198081" name="Equation" r:id="rId11" imgW="2552700" imgH="482600" progId="Equation.DSMT4">
                  <p:embed/>
                </p:oleObj>
              </mc:Choice>
              <mc:Fallback>
                <p:oleObj name="Equation" r:id="rId11" imgW="2552700" imgH="482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7056" y="2617092"/>
                        <a:ext cx="25527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7978" name="Object 10">
            <a:extLst>
              <a:ext uri="{FF2B5EF4-FFF2-40B4-BE49-F238E27FC236}">
                <a16:creationId xmlns:a16="http://schemas.microsoft.com/office/drawing/2014/main" id="{4A508AA4-8106-4C65-A6D1-627C32CE4259}"/>
              </a:ext>
            </a:extLst>
          </p:cNvPr>
          <p:cNvGraphicFramePr>
            <a:graphicFrameLocks noChangeAspect="1"/>
          </p:cNvGraphicFramePr>
          <p:nvPr>
            <p:extLst>
              <p:ext uri="{D42A27DB-BD31-4B8C-83A1-F6EECF244321}">
                <p14:modId xmlns:p14="http://schemas.microsoft.com/office/powerpoint/2010/main" val="2500494547"/>
              </p:ext>
            </p:extLst>
          </p:nvPr>
        </p:nvGraphicFramePr>
        <p:xfrm>
          <a:off x="3280467" y="2446519"/>
          <a:ext cx="3175000" cy="889000"/>
        </p:xfrm>
        <a:graphic>
          <a:graphicData uri="http://schemas.openxmlformats.org/presentationml/2006/ole">
            <mc:AlternateContent xmlns:mc="http://schemas.openxmlformats.org/markup-compatibility/2006">
              <mc:Choice xmlns:v="urn:schemas-microsoft-com:vml" Requires="v">
                <p:oleObj spid="_x0000_s198082" name="Equation" r:id="rId13" imgW="3174840" imgH="888840" progId="Equation.DSMT4">
                  <p:embed/>
                </p:oleObj>
              </mc:Choice>
              <mc:Fallback>
                <p:oleObj name="Equation" r:id="rId13" imgW="3174840" imgH="888840" progId="Equation.DSMT4">
                  <p:embed/>
                  <p:pic>
                    <p:nvPicPr>
                      <p:cNvPr id="0" name="Object 10"/>
                      <p:cNvPicPr>
                        <a:picLocks noChangeAspect="1" noChangeArrowheads="1"/>
                      </p:cNvPicPr>
                      <p:nvPr/>
                    </p:nvPicPr>
                    <p:blipFill>
                      <a:blip r:embed="rId14"/>
                      <a:srcRect/>
                      <a:stretch>
                        <a:fillRect/>
                      </a:stretch>
                    </p:blipFill>
                    <p:spPr bwMode="auto">
                      <a:xfrm>
                        <a:off x="3280467" y="2446519"/>
                        <a:ext cx="31750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2">
            <a:extLst>
              <a:ext uri="{FF2B5EF4-FFF2-40B4-BE49-F238E27FC236}">
                <a16:creationId xmlns:a16="http://schemas.microsoft.com/office/drawing/2014/main" id="{023336B1-4479-485F-BDDC-E3845EB43E2B}"/>
              </a:ext>
            </a:extLst>
          </p:cNvPr>
          <p:cNvSpPr txBox="1">
            <a:spLocks noChangeArrowheads="1"/>
          </p:cNvSpPr>
          <p:nvPr/>
        </p:nvSpPr>
        <p:spPr bwMode="auto">
          <a:xfrm>
            <a:off x="691255" y="3274243"/>
            <a:ext cx="3808738"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spcAft>
                <a:spcPct val="50000"/>
              </a:spcAft>
            </a:pP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）求全响应</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baseline="-250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2" name="Object 3">
            <a:extLst>
              <a:ext uri="{FF2B5EF4-FFF2-40B4-BE49-F238E27FC236}">
                <a16:creationId xmlns:a16="http://schemas.microsoft.com/office/drawing/2014/main" id="{92A2CF2B-8914-4E9B-BB04-77773724EF92}"/>
              </a:ext>
            </a:extLst>
          </p:cNvPr>
          <p:cNvGraphicFramePr>
            <a:graphicFrameLocks noChangeAspect="1"/>
          </p:cNvGraphicFramePr>
          <p:nvPr>
            <p:extLst>
              <p:ext uri="{D42A27DB-BD31-4B8C-83A1-F6EECF244321}">
                <p14:modId xmlns:p14="http://schemas.microsoft.com/office/powerpoint/2010/main" val="3724929794"/>
              </p:ext>
            </p:extLst>
          </p:nvPr>
        </p:nvGraphicFramePr>
        <p:xfrm>
          <a:off x="697706" y="3624805"/>
          <a:ext cx="4864100" cy="711200"/>
        </p:xfrm>
        <a:graphic>
          <a:graphicData uri="http://schemas.openxmlformats.org/presentationml/2006/ole">
            <mc:AlternateContent xmlns:mc="http://schemas.openxmlformats.org/markup-compatibility/2006">
              <mc:Choice xmlns:v="urn:schemas-microsoft-com:vml" Requires="v">
                <p:oleObj spid="_x0000_s198083" name="Equation" r:id="rId15" imgW="4864100" imgH="711200" progId="Equation.DSMT4">
                  <p:embed/>
                </p:oleObj>
              </mc:Choice>
              <mc:Fallback>
                <p:oleObj name="Equation" r:id="rId15" imgW="4864100" imgH="711200" progId="Equation.DSMT4">
                  <p:embed/>
                  <p:pic>
                    <p:nvPicPr>
                      <p:cNvPr id="468995" name="Object 3">
                        <a:extLst>
                          <a:ext uri="{FF2B5EF4-FFF2-40B4-BE49-F238E27FC236}">
                            <a16:creationId xmlns:a16="http://schemas.microsoft.com/office/drawing/2014/main" id="{8772ECD8-EAED-4C3B-A1FC-D56BAB26122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7706" y="3624805"/>
                        <a:ext cx="48641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4">
            <a:extLst>
              <a:ext uri="{FF2B5EF4-FFF2-40B4-BE49-F238E27FC236}">
                <a16:creationId xmlns:a16="http://schemas.microsoft.com/office/drawing/2014/main" id="{3B1CBBEE-540C-457D-8177-B89E2C17B2CE}"/>
              </a:ext>
            </a:extLst>
          </p:cNvPr>
          <p:cNvGraphicFramePr>
            <a:graphicFrameLocks noChangeAspect="1"/>
          </p:cNvGraphicFramePr>
          <p:nvPr>
            <p:extLst>
              <p:ext uri="{D42A27DB-BD31-4B8C-83A1-F6EECF244321}">
                <p14:modId xmlns:p14="http://schemas.microsoft.com/office/powerpoint/2010/main" val="4236474883"/>
              </p:ext>
            </p:extLst>
          </p:nvPr>
        </p:nvGraphicFramePr>
        <p:xfrm>
          <a:off x="1309018" y="4390911"/>
          <a:ext cx="5147734" cy="508000"/>
        </p:xfrm>
        <a:graphic>
          <a:graphicData uri="http://schemas.openxmlformats.org/presentationml/2006/ole">
            <mc:AlternateContent xmlns:mc="http://schemas.openxmlformats.org/markup-compatibility/2006">
              <mc:Choice xmlns:v="urn:schemas-microsoft-com:vml" Requires="v">
                <p:oleObj spid="_x0000_s198084" name="Equation" r:id="rId17" imgW="3860640" imgH="380880" progId="Equation.DSMT4">
                  <p:embed/>
                </p:oleObj>
              </mc:Choice>
              <mc:Fallback>
                <p:oleObj name="Equation" r:id="rId17" imgW="3860640" imgH="380880" progId="Equation.DSMT4">
                  <p:embed/>
                  <p:pic>
                    <p:nvPicPr>
                      <p:cNvPr id="468996" name="Object 4">
                        <a:extLst>
                          <a:ext uri="{FF2B5EF4-FFF2-40B4-BE49-F238E27FC236}">
                            <a16:creationId xmlns:a16="http://schemas.microsoft.com/office/drawing/2014/main" id="{AB8FE500-1681-4537-A522-F1F7B9725036}"/>
                          </a:ext>
                        </a:extLst>
                      </p:cNvPr>
                      <p:cNvPicPr>
                        <a:picLocks noChangeAspect="1" noChangeArrowheads="1"/>
                      </p:cNvPicPr>
                      <p:nvPr/>
                    </p:nvPicPr>
                    <p:blipFill>
                      <a:blip r:embed="rId18"/>
                      <a:srcRect/>
                      <a:stretch>
                        <a:fillRect/>
                      </a:stretch>
                    </p:blipFill>
                    <p:spPr bwMode="auto">
                      <a:xfrm>
                        <a:off x="1309018" y="4390911"/>
                        <a:ext cx="5147734" cy="508000"/>
                      </a:xfrm>
                      <a:prstGeom prst="rect">
                        <a:avLst/>
                      </a:prstGeom>
                      <a:noFill/>
                      <a:ln>
                        <a:noFill/>
                      </a:ln>
                      <a:effectLst/>
                      <a:extLst/>
                    </p:spPr>
                  </p:pic>
                </p:oleObj>
              </mc:Fallback>
            </mc:AlternateContent>
          </a:graphicData>
        </a:graphic>
      </p:graphicFrame>
      <p:graphicFrame>
        <p:nvGraphicFramePr>
          <p:cNvPr id="14" name="Object 5">
            <a:extLst>
              <a:ext uri="{FF2B5EF4-FFF2-40B4-BE49-F238E27FC236}">
                <a16:creationId xmlns:a16="http://schemas.microsoft.com/office/drawing/2014/main" id="{4295DB9A-CBD8-402E-BBA5-32F9B7E1A0FC}"/>
              </a:ext>
            </a:extLst>
          </p:cNvPr>
          <p:cNvGraphicFramePr>
            <a:graphicFrameLocks noChangeAspect="1"/>
          </p:cNvGraphicFramePr>
          <p:nvPr>
            <p:extLst>
              <p:ext uri="{D42A27DB-BD31-4B8C-83A1-F6EECF244321}">
                <p14:modId xmlns:p14="http://schemas.microsoft.com/office/powerpoint/2010/main" val="2613728369"/>
              </p:ext>
            </p:extLst>
          </p:nvPr>
        </p:nvGraphicFramePr>
        <p:xfrm>
          <a:off x="638071" y="4899723"/>
          <a:ext cx="5219700" cy="711200"/>
        </p:xfrm>
        <a:graphic>
          <a:graphicData uri="http://schemas.openxmlformats.org/presentationml/2006/ole">
            <mc:AlternateContent xmlns:mc="http://schemas.openxmlformats.org/markup-compatibility/2006">
              <mc:Choice xmlns:v="urn:schemas-microsoft-com:vml" Requires="v">
                <p:oleObj spid="_x0000_s198085" name="Equation" r:id="rId19" imgW="5219700" imgH="711200" progId="Equation.DSMT4">
                  <p:embed/>
                </p:oleObj>
              </mc:Choice>
              <mc:Fallback>
                <p:oleObj name="Equation" r:id="rId19" imgW="5219700" imgH="711200" progId="Equation.DSMT4">
                  <p:embed/>
                  <p:pic>
                    <p:nvPicPr>
                      <p:cNvPr id="468997" name="Object 5">
                        <a:extLst>
                          <a:ext uri="{FF2B5EF4-FFF2-40B4-BE49-F238E27FC236}">
                            <a16:creationId xmlns:a16="http://schemas.microsoft.com/office/drawing/2014/main" id="{EB9B0CB1-9142-4D94-81AC-A26795E94E4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8071" y="4899723"/>
                        <a:ext cx="52197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6">
            <a:extLst>
              <a:ext uri="{FF2B5EF4-FFF2-40B4-BE49-F238E27FC236}">
                <a16:creationId xmlns:a16="http://schemas.microsoft.com/office/drawing/2014/main" id="{FDF567E8-77F7-49E1-B724-0BB2433819E2}"/>
              </a:ext>
            </a:extLst>
          </p:cNvPr>
          <p:cNvGraphicFramePr>
            <a:graphicFrameLocks noChangeAspect="1"/>
          </p:cNvGraphicFramePr>
          <p:nvPr>
            <p:extLst>
              <p:ext uri="{D42A27DB-BD31-4B8C-83A1-F6EECF244321}">
                <p14:modId xmlns:p14="http://schemas.microsoft.com/office/powerpoint/2010/main" val="221747488"/>
              </p:ext>
            </p:extLst>
          </p:nvPr>
        </p:nvGraphicFramePr>
        <p:xfrm>
          <a:off x="1853404" y="5808726"/>
          <a:ext cx="5702300" cy="508000"/>
        </p:xfrm>
        <a:graphic>
          <a:graphicData uri="http://schemas.openxmlformats.org/presentationml/2006/ole">
            <mc:AlternateContent xmlns:mc="http://schemas.openxmlformats.org/markup-compatibility/2006">
              <mc:Choice xmlns:v="urn:schemas-microsoft-com:vml" Requires="v">
                <p:oleObj spid="_x0000_s198086" name="Equation" r:id="rId21" imgW="5702040" imgH="507960" progId="Equation.DSMT4">
                  <p:embed/>
                </p:oleObj>
              </mc:Choice>
              <mc:Fallback>
                <p:oleObj name="Equation" r:id="rId21" imgW="5702040" imgH="507960" progId="Equation.DSMT4">
                  <p:embed/>
                  <p:pic>
                    <p:nvPicPr>
                      <p:cNvPr id="468998" name="Object 6">
                        <a:extLst>
                          <a:ext uri="{FF2B5EF4-FFF2-40B4-BE49-F238E27FC236}">
                            <a16:creationId xmlns:a16="http://schemas.microsoft.com/office/drawing/2014/main" id="{11EF527F-FC2A-4708-AEE7-6DE3FAA41360}"/>
                          </a:ext>
                        </a:extLst>
                      </p:cNvPr>
                      <p:cNvPicPr>
                        <a:picLocks noChangeAspect="1" noChangeArrowheads="1"/>
                      </p:cNvPicPr>
                      <p:nvPr/>
                    </p:nvPicPr>
                    <p:blipFill>
                      <a:blip r:embed="rId22"/>
                      <a:srcRect/>
                      <a:stretch>
                        <a:fillRect/>
                      </a:stretch>
                    </p:blipFill>
                    <p:spPr bwMode="auto">
                      <a:xfrm>
                        <a:off x="1853404" y="5808726"/>
                        <a:ext cx="57023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7970">
                                            <p:txEl>
                                              <p:pRg st="0" end="0"/>
                                            </p:txEl>
                                          </p:spTgt>
                                        </p:tgtEl>
                                        <p:attrNameLst>
                                          <p:attrName>style.visibility</p:attrName>
                                        </p:attrNameLst>
                                      </p:cBhvr>
                                      <p:to>
                                        <p:strVal val="visible"/>
                                      </p:to>
                                    </p:set>
                                    <p:animEffect transition="in" filter="wipe(left)">
                                      <p:cBhvr>
                                        <p:cTn id="7" dur="2000"/>
                                        <p:tgtEl>
                                          <p:spTgt spid="4679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7971">
                                            <p:txEl>
                                              <p:pRg st="0" end="0"/>
                                            </p:txEl>
                                          </p:spTgt>
                                        </p:tgtEl>
                                        <p:attrNameLst>
                                          <p:attrName>style.visibility</p:attrName>
                                        </p:attrNameLst>
                                      </p:cBhvr>
                                      <p:to>
                                        <p:strVal val="visible"/>
                                      </p:to>
                                    </p:set>
                                    <p:animEffect transition="in" filter="wipe(left)">
                                      <p:cBhvr>
                                        <p:cTn id="12" dur="2000"/>
                                        <p:tgtEl>
                                          <p:spTgt spid="467971">
                                            <p:txEl>
                                              <p:pRg st="0" end="0"/>
                                            </p:txEl>
                                          </p:spTgt>
                                        </p:tgtEl>
                                      </p:cBhvr>
                                    </p:animEffect>
                                  </p:childTnLst>
                                </p:cTn>
                              </p:par>
                            </p:childTnLst>
                          </p:cTn>
                        </p:par>
                        <p:par>
                          <p:cTn id="13" fill="hold" nodeType="afterGroup">
                            <p:stCondLst>
                              <p:cond delay="2000"/>
                            </p:stCondLst>
                            <p:childTnLst>
                              <p:par>
                                <p:cTn id="14" presetID="4" presetClass="entr" presetSubtype="16" fill="hold" nodeType="afterEffect">
                                  <p:stCondLst>
                                    <p:cond delay="0"/>
                                  </p:stCondLst>
                                  <p:childTnLst>
                                    <p:set>
                                      <p:cBhvr>
                                        <p:cTn id="15" dur="1" fill="hold">
                                          <p:stCondLst>
                                            <p:cond delay="0"/>
                                          </p:stCondLst>
                                        </p:cTn>
                                        <p:tgtEl>
                                          <p:spTgt spid="467974"/>
                                        </p:tgtEl>
                                        <p:attrNameLst>
                                          <p:attrName>style.visibility</p:attrName>
                                        </p:attrNameLst>
                                      </p:cBhvr>
                                      <p:to>
                                        <p:strVal val="visible"/>
                                      </p:to>
                                    </p:set>
                                    <p:animEffect transition="in" filter="box(in)">
                                      <p:cBhvr>
                                        <p:cTn id="16" dur="1000"/>
                                        <p:tgtEl>
                                          <p:spTgt spid="4679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67972"/>
                                        </p:tgtEl>
                                        <p:attrNameLst>
                                          <p:attrName>style.visibility</p:attrName>
                                        </p:attrNameLst>
                                      </p:cBhvr>
                                      <p:to>
                                        <p:strVal val="visible"/>
                                      </p:to>
                                    </p:set>
                                    <p:animEffect transition="in" filter="wipe(left)">
                                      <p:cBhvr>
                                        <p:cTn id="21" dur="2000"/>
                                        <p:tgtEl>
                                          <p:spTgt spid="4679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7973"/>
                                        </p:tgtEl>
                                        <p:attrNameLst>
                                          <p:attrName>style.visibility</p:attrName>
                                        </p:attrNameLst>
                                      </p:cBhvr>
                                      <p:to>
                                        <p:strVal val="visible"/>
                                      </p:to>
                                    </p:set>
                                    <p:animEffect transition="in" filter="wipe(left)">
                                      <p:cBhvr>
                                        <p:cTn id="26" dur="2000"/>
                                        <p:tgtEl>
                                          <p:spTgt spid="4679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67975"/>
                                        </p:tgtEl>
                                        <p:attrNameLst>
                                          <p:attrName>style.visibility</p:attrName>
                                        </p:attrNameLst>
                                      </p:cBhvr>
                                      <p:to>
                                        <p:strVal val="visible"/>
                                      </p:to>
                                    </p:set>
                                    <p:animEffect transition="in" filter="wipe(left)">
                                      <p:cBhvr>
                                        <p:cTn id="31" dur="2000"/>
                                        <p:tgtEl>
                                          <p:spTgt spid="4679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467976"/>
                                        </p:tgtEl>
                                        <p:attrNameLst>
                                          <p:attrName>style.visibility</p:attrName>
                                        </p:attrNameLst>
                                      </p:cBhvr>
                                      <p:to>
                                        <p:strVal val="visible"/>
                                      </p:to>
                                    </p:set>
                                    <p:animEffect transition="in" filter="box(in)">
                                      <p:cBhvr>
                                        <p:cTn id="36" dur="1000"/>
                                        <p:tgtEl>
                                          <p:spTgt spid="46797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7977"/>
                                        </p:tgtEl>
                                        <p:attrNameLst>
                                          <p:attrName>style.visibility</p:attrName>
                                        </p:attrNameLst>
                                      </p:cBhvr>
                                      <p:to>
                                        <p:strVal val="visible"/>
                                      </p:to>
                                    </p:set>
                                    <p:animEffect transition="in" filter="wipe(left)">
                                      <p:cBhvr>
                                        <p:cTn id="41" dur="2000"/>
                                        <p:tgtEl>
                                          <p:spTgt spid="46797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67978"/>
                                        </p:tgtEl>
                                        <p:attrNameLst>
                                          <p:attrName>style.visibility</p:attrName>
                                        </p:attrNameLst>
                                      </p:cBhvr>
                                      <p:to>
                                        <p:strVal val="visible"/>
                                      </p:to>
                                    </p:set>
                                    <p:animEffect transition="in" filter="wipe(left)">
                                      <p:cBhvr>
                                        <p:cTn id="46" dur="1000"/>
                                        <p:tgtEl>
                                          <p:spTgt spid="46797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1">
                                            <p:txEl>
                                              <p:pRg st="0" end="0"/>
                                            </p:txEl>
                                          </p:spTgt>
                                        </p:tgtEl>
                                        <p:attrNameLst>
                                          <p:attrName>style.visibility</p:attrName>
                                        </p:attrNameLst>
                                      </p:cBhvr>
                                      <p:to>
                                        <p:strVal val="visible"/>
                                      </p:to>
                                    </p:set>
                                    <p:animEffect transition="in" filter="wipe(left)">
                                      <p:cBhvr>
                                        <p:cTn id="51" dur="2000"/>
                                        <p:tgtEl>
                                          <p:spTgt spid="11">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left)">
                                      <p:cBhvr>
                                        <p:cTn id="56" dur="20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left)">
                                      <p:cBhvr>
                                        <p:cTn id="61" dur="20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2000"/>
                                        <p:tgtEl>
                                          <p:spTgt spid="1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left)">
                                      <p:cBhvr>
                                        <p:cTn id="7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Text Box 2">
            <a:extLst>
              <a:ext uri="{FF2B5EF4-FFF2-40B4-BE49-F238E27FC236}">
                <a16:creationId xmlns:a16="http://schemas.microsoft.com/office/drawing/2014/main" id="{B42B6488-F8FA-4023-BE54-8B0B0E4C3464}"/>
              </a:ext>
            </a:extLst>
          </p:cNvPr>
          <p:cNvSpPr txBox="1">
            <a:spLocks noChangeArrowheads="1"/>
          </p:cNvSpPr>
          <p:nvPr/>
        </p:nvSpPr>
        <p:spPr bwMode="auto">
          <a:xfrm>
            <a:off x="-26487" y="94697"/>
            <a:ext cx="8558764"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例</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2-3</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如图（</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）所示电路，换路前电路已达稳态，求</a:t>
            </a: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a:t>
            </a:r>
            <a:r>
              <a:rPr kumimoji="1" lang="zh-CN" altLang="en-US" sz="2400" b="0"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470019" name="Object 3">
            <a:extLst>
              <a:ext uri="{FF2B5EF4-FFF2-40B4-BE49-F238E27FC236}">
                <a16:creationId xmlns:a16="http://schemas.microsoft.com/office/drawing/2014/main" id="{29439ECE-8382-44DE-9FE4-915A8E25BED8}"/>
              </a:ext>
            </a:extLst>
          </p:cNvPr>
          <p:cNvGraphicFramePr>
            <a:graphicFrameLocks noChangeAspect="1"/>
          </p:cNvGraphicFramePr>
          <p:nvPr>
            <p:extLst>
              <p:ext uri="{D42A27DB-BD31-4B8C-83A1-F6EECF244321}">
                <p14:modId xmlns:p14="http://schemas.microsoft.com/office/powerpoint/2010/main" val="3621419755"/>
              </p:ext>
            </p:extLst>
          </p:nvPr>
        </p:nvGraphicFramePr>
        <p:xfrm>
          <a:off x="5652120" y="1102554"/>
          <a:ext cx="3419475" cy="2657475"/>
        </p:xfrm>
        <a:graphic>
          <a:graphicData uri="http://schemas.openxmlformats.org/presentationml/2006/ole">
            <mc:AlternateContent xmlns:mc="http://schemas.openxmlformats.org/markup-compatibility/2006">
              <mc:Choice xmlns:v="urn:schemas-microsoft-com:vml" Requires="v">
                <p:oleObj spid="_x0000_s189783" name="Visio" r:id="rId4" imgW="1725739" imgH="1345340" progId="Visio.Drawing.11">
                  <p:embed/>
                </p:oleObj>
              </mc:Choice>
              <mc:Fallback>
                <p:oleObj name="Visio" r:id="rId4" imgW="1725739" imgH="1345340" progId="Visio.Drawing.11">
                  <p:embed/>
                  <p:pic>
                    <p:nvPicPr>
                      <p:cNvPr id="470019" name="Object 3">
                        <a:extLst>
                          <a:ext uri="{FF2B5EF4-FFF2-40B4-BE49-F238E27FC236}">
                            <a16:creationId xmlns:a16="http://schemas.microsoft.com/office/drawing/2014/main" id="{29439ECE-8382-44DE-9FE4-915A8E25BED8}"/>
                          </a:ext>
                        </a:extLst>
                      </p:cNvPr>
                      <p:cNvPicPr>
                        <a:picLocks noChangeAspect="1" noChangeArrowheads="1"/>
                      </p:cNvPicPr>
                      <p:nvPr/>
                    </p:nvPicPr>
                    <p:blipFill>
                      <a:blip r:embed="rId5"/>
                      <a:srcRect/>
                      <a:stretch>
                        <a:fillRect/>
                      </a:stretch>
                    </p:blipFill>
                    <p:spPr bwMode="auto">
                      <a:xfrm>
                        <a:off x="5652120" y="1102554"/>
                        <a:ext cx="34194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0021" name="Object 5">
            <a:extLst>
              <a:ext uri="{FF2B5EF4-FFF2-40B4-BE49-F238E27FC236}">
                <a16:creationId xmlns:a16="http://schemas.microsoft.com/office/drawing/2014/main" id="{9963B81A-482A-4735-8BD9-6012FFFBF546}"/>
              </a:ext>
            </a:extLst>
          </p:cNvPr>
          <p:cNvGraphicFramePr>
            <a:graphicFrameLocks noChangeAspect="1"/>
          </p:cNvGraphicFramePr>
          <p:nvPr>
            <p:extLst>
              <p:ext uri="{D42A27DB-BD31-4B8C-83A1-F6EECF244321}">
                <p14:modId xmlns:p14="http://schemas.microsoft.com/office/powerpoint/2010/main" val="2014952081"/>
              </p:ext>
            </p:extLst>
          </p:nvPr>
        </p:nvGraphicFramePr>
        <p:xfrm>
          <a:off x="1245432" y="3038965"/>
          <a:ext cx="2593402" cy="393641"/>
        </p:xfrm>
        <a:graphic>
          <a:graphicData uri="http://schemas.openxmlformats.org/presentationml/2006/ole">
            <mc:AlternateContent xmlns:mc="http://schemas.openxmlformats.org/markup-compatibility/2006">
              <mc:Choice xmlns:v="urn:schemas-microsoft-com:vml" Requires="v">
                <p:oleObj spid="_x0000_s189784" name="Equation" r:id="rId6" imgW="2844800" imgH="431800" progId="Equation.DSMT4">
                  <p:embed/>
                </p:oleObj>
              </mc:Choice>
              <mc:Fallback>
                <p:oleObj name="Equation" r:id="rId6" imgW="2844800" imgH="431800" progId="Equation.DSMT4">
                  <p:embed/>
                  <p:pic>
                    <p:nvPicPr>
                      <p:cNvPr id="470021" name="Object 5">
                        <a:extLst>
                          <a:ext uri="{FF2B5EF4-FFF2-40B4-BE49-F238E27FC236}">
                            <a16:creationId xmlns:a16="http://schemas.microsoft.com/office/drawing/2014/main" id="{9963B81A-482A-4735-8BD9-6012FFFBF5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5432" y="3038965"/>
                        <a:ext cx="2593402" cy="393641"/>
                      </a:xfrm>
                      <a:prstGeom prst="rect">
                        <a:avLst/>
                      </a:prstGeom>
                      <a:noFill/>
                      <a:ln>
                        <a:noFill/>
                      </a:ln>
                      <a:effectLst/>
                      <a:extLst/>
                    </p:spPr>
                  </p:pic>
                </p:oleObj>
              </mc:Fallback>
            </mc:AlternateContent>
          </a:graphicData>
        </a:graphic>
      </p:graphicFrame>
      <p:sp>
        <p:nvSpPr>
          <p:cNvPr id="470023" name="Rectangle 7">
            <a:extLst>
              <a:ext uri="{FF2B5EF4-FFF2-40B4-BE49-F238E27FC236}">
                <a16:creationId xmlns:a16="http://schemas.microsoft.com/office/drawing/2014/main" id="{80A36421-2F97-4516-A31A-62BF63DB07FF}"/>
              </a:ext>
            </a:extLst>
          </p:cNvPr>
          <p:cNvSpPr>
            <a:spLocks noChangeArrowheads="1"/>
          </p:cNvSpPr>
          <p:nvPr/>
        </p:nvSpPr>
        <p:spPr bwMode="auto">
          <a:xfrm>
            <a:off x="1164690" y="2524583"/>
            <a:ext cx="44418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由因换路前电路已达稳态得</a:t>
            </a:r>
          </a:p>
        </p:txBody>
      </p:sp>
      <p:sp>
        <p:nvSpPr>
          <p:cNvPr id="11" name="Text Box 5">
            <a:extLst>
              <a:ext uri="{FF2B5EF4-FFF2-40B4-BE49-F238E27FC236}">
                <a16:creationId xmlns:a16="http://schemas.microsoft.com/office/drawing/2014/main" id="{5626F2D3-95B9-44D1-BD67-23B56AB6E3DF}"/>
              </a:ext>
            </a:extLst>
          </p:cNvPr>
          <p:cNvSpPr txBox="1">
            <a:spLocks noChangeArrowheads="1"/>
          </p:cNvSpPr>
          <p:nvPr/>
        </p:nvSpPr>
        <p:spPr bwMode="auto">
          <a:xfrm>
            <a:off x="871273" y="3616968"/>
            <a:ext cx="3022600"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）求稳态值</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2" name="Rectangle 6">
            <a:extLst>
              <a:ext uri="{FF2B5EF4-FFF2-40B4-BE49-F238E27FC236}">
                <a16:creationId xmlns:a16="http://schemas.microsoft.com/office/drawing/2014/main" id="{743C9866-B40E-4E69-9DB0-9557FFE3CAB7}"/>
              </a:ext>
            </a:extLst>
          </p:cNvPr>
          <p:cNvSpPr>
            <a:spLocks noChangeArrowheads="1"/>
          </p:cNvSpPr>
          <p:nvPr/>
        </p:nvSpPr>
        <p:spPr bwMode="auto">
          <a:xfrm>
            <a:off x="851942" y="4122066"/>
            <a:ext cx="4176712" cy="848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3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作∞时刻电路，如图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）所示。由图（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）得</a:t>
            </a:r>
          </a:p>
        </p:txBody>
      </p:sp>
      <p:graphicFrame>
        <p:nvGraphicFramePr>
          <p:cNvPr id="13" name="Object 7">
            <a:extLst>
              <a:ext uri="{FF2B5EF4-FFF2-40B4-BE49-F238E27FC236}">
                <a16:creationId xmlns:a16="http://schemas.microsoft.com/office/drawing/2014/main" id="{034F13A5-4D2A-4F94-9E83-CCB9DFEBCB92}"/>
              </a:ext>
            </a:extLst>
          </p:cNvPr>
          <p:cNvGraphicFramePr>
            <a:graphicFrameLocks noChangeAspect="1"/>
          </p:cNvGraphicFramePr>
          <p:nvPr>
            <p:extLst>
              <p:ext uri="{D42A27DB-BD31-4B8C-83A1-F6EECF244321}">
                <p14:modId xmlns:p14="http://schemas.microsoft.com/office/powerpoint/2010/main" val="1947004724"/>
              </p:ext>
            </p:extLst>
          </p:nvPr>
        </p:nvGraphicFramePr>
        <p:xfrm>
          <a:off x="1518973" y="5026656"/>
          <a:ext cx="1727200" cy="393700"/>
        </p:xfrm>
        <a:graphic>
          <a:graphicData uri="http://schemas.openxmlformats.org/presentationml/2006/ole">
            <mc:AlternateContent xmlns:mc="http://schemas.openxmlformats.org/markup-compatibility/2006">
              <mc:Choice xmlns:v="urn:schemas-microsoft-com:vml" Requires="v">
                <p:oleObj spid="_x0000_s189785" name="Equation" r:id="rId8" imgW="1726451" imgH="393529" progId="Equation.DSMT4">
                  <p:embed/>
                </p:oleObj>
              </mc:Choice>
              <mc:Fallback>
                <p:oleObj name="Equation" r:id="rId8" imgW="1726451" imgH="393529" progId="Equation.DSMT4">
                  <p:embed/>
                  <p:pic>
                    <p:nvPicPr>
                      <p:cNvPr id="13" name="Object 7">
                        <a:extLst>
                          <a:ext uri="{FF2B5EF4-FFF2-40B4-BE49-F238E27FC236}">
                            <a16:creationId xmlns:a16="http://schemas.microsoft.com/office/drawing/2014/main" id="{034F13A5-4D2A-4F94-9E83-CCB9DFEBCB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8973" y="5026656"/>
                        <a:ext cx="1727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3">
            <a:extLst>
              <a:ext uri="{FF2B5EF4-FFF2-40B4-BE49-F238E27FC236}">
                <a16:creationId xmlns:a16="http://schemas.microsoft.com/office/drawing/2014/main" id="{0CC17392-A409-476D-B28B-214922FD9021}"/>
              </a:ext>
            </a:extLst>
          </p:cNvPr>
          <p:cNvGraphicFramePr>
            <a:graphicFrameLocks noChangeAspect="1"/>
          </p:cNvGraphicFramePr>
          <p:nvPr>
            <p:extLst>
              <p:ext uri="{D42A27DB-BD31-4B8C-83A1-F6EECF244321}">
                <p14:modId xmlns:p14="http://schemas.microsoft.com/office/powerpoint/2010/main" val="3616145078"/>
              </p:ext>
            </p:extLst>
          </p:nvPr>
        </p:nvGraphicFramePr>
        <p:xfrm>
          <a:off x="5651500" y="3541713"/>
          <a:ext cx="3714750" cy="2695575"/>
        </p:xfrm>
        <a:graphic>
          <a:graphicData uri="http://schemas.openxmlformats.org/presentationml/2006/ole">
            <mc:AlternateContent xmlns:mc="http://schemas.openxmlformats.org/markup-compatibility/2006">
              <mc:Choice xmlns:v="urn:schemas-microsoft-com:vml" Requires="v">
                <p:oleObj spid="_x0000_s189786" name="Visio" r:id="rId10" imgW="1876518" imgH="1365504" progId="Visio.Drawing.11">
                  <p:embed/>
                </p:oleObj>
              </mc:Choice>
              <mc:Fallback>
                <p:oleObj name="Visio" r:id="rId10" imgW="1876518" imgH="1365504" progId="Visio.Drawing.11">
                  <p:embed/>
                  <p:pic>
                    <p:nvPicPr>
                      <p:cNvPr id="14" name="Object 3">
                        <a:extLst>
                          <a:ext uri="{FF2B5EF4-FFF2-40B4-BE49-F238E27FC236}">
                            <a16:creationId xmlns:a16="http://schemas.microsoft.com/office/drawing/2014/main" id="{0CC17392-A409-476D-B28B-214922FD9021}"/>
                          </a:ext>
                        </a:extLst>
                      </p:cNvPr>
                      <p:cNvPicPr>
                        <a:picLocks noChangeAspect="1" noChangeArrowheads="1"/>
                      </p:cNvPicPr>
                      <p:nvPr/>
                    </p:nvPicPr>
                    <p:blipFill>
                      <a:blip r:embed="rId11"/>
                      <a:srcRect/>
                      <a:stretch>
                        <a:fillRect/>
                      </a:stretch>
                    </p:blipFill>
                    <p:spPr bwMode="auto">
                      <a:xfrm>
                        <a:off x="5651500" y="3541713"/>
                        <a:ext cx="371475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Text Box 3">
            <a:extLst>
              <a:ext uri="{FF2B5EF4-FFF2-40B4-BE49-F238E27FC236}">
                <a16:creationId xmlns:a16="http://schemas.microsoft.com/office/drawing/2014/main" id="{0F21DF2F-BAEC-433F-BF8A-B3DCB1259B71}"/>
              </a:ext>
            </a:extLst>
          </p:cNvPr>
          <p:cNvSpPr txBox="1">
            <a:spLocks noChangeArrowheads="1"/>
          </p:cNvSpPr>
          <p:nvPr/>
        </p:nvSpPr>
        <p:spPr bwMode="auto">
          <a:xfrm>
            <a:off x="207963" y="2019485"/>
            <a:ext cx="4176712"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）求初始值</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16" name="Object 10">
            <a:extLst>
              <a:ext uri="{FF2B5EF4-FFF2-40B4-BE49-F238E27FC236}">
                <a16:creationId xmlns:a16="http://schemas.microsoft.com/office/drawing/2014/main" id="{7232ECE1-0231-4943-8BD8-E8FFA005F55B}"/>
              </a:ext>
            </a:extLst>
          </p:cNvPr>
          <p:cNvGraphicFramePr>
            <a:graphicFrameLocks noChangeAspect="1"/>
          </p:cNvGraphicFramePr>
          <p:nvPr>
            <p:extLst>
              <p:ext uri="{D42A27DB-BD31-4B8C-83A1-F6EECF244321}">
                <p14:modId xmlns:p14="http://schemas.microsoft.com/office/powerpoint/2010/main" val="1795310006"/>
              </p:ext>
            </p:extLst>
          </p:nvPr>
        </p:nvGraphicFramePr>
        <p:xfrm>
          <a:off x="1165225" y="5419725"/>
          <a:ext cx="3986213" cy="512763"/>
        </p:xfrm>
        <a:graphic>
          <a:graphicData uri="http://schemas.openxmlformats.org/presentationml/2006/ole">
            <mc:AlternateContent xmlns:mc="http://schemas.openxmlformats.org/markup-compatibility/2006">
              <mc:Choice xmlns:v="urn:schemas-microsoft-com:vml" Requires="v">
                <p:oleObj spid="_x0000_s189787" name="Equation" r:id="rId12" imgW="1777680" imgH="228600" progId="Equation.DSMT4">
                  <p:embed/>
                </p:oleObj>
              </mc:Choice>
              <mc:Fallback>
                <p:oleObj name="Equation" r:id="rId12" imgW="1777680" imgH="228600" progId="Equation.DSMT4">
                  <p:embed/>
                  <p:pic>
                    <p:nvPicPr>
                      <p:cNvPr id="473098" name="Object 10">
                        <a:extLst>
                          <a:ext uri="{FF2B5EF4-FFF2-40B4-BE49-F238E27FC236}">
                            <a16:creationId xmlns:a16="http://schemas.microsoft.com/office/drawing/2014/main" id="{82133310-AEA5-4DE6-8D8F-63D4615CC2E4}"/>
                          </a:ext>
                        </a:extLst>
                      </p:cNvPr>
                      <p:cNvPicPr>
                        <a:picLocks noChangeAspect="1" noChangeArrowheads="1"/>
                      </p:cNvPicPr>
                      <p:nvPr/>
                    </p:nvPicPr>
                    <p:blipFill>
                      <a:blip r:embed="rId13"/>
                      <a:srcRect/>
                      <a:stretch>
                        <a:fillRect/>
                      </a:stretch>
                    </p:blipFill>
                    <p:spPr bwMode="auto">
                      <a:xfrm>
                        <a:off x="1165225" y="5419725"/>
                        <a:ext cx="3986213" cy="512763"/>
                      </a:xfrm>
                      <a:prstGeom prst="rect">
                        <a:avLst/>
                      </a:prstGeom>
                      <a:noFill/>
                      <a:ln>
                        <a:noFill/>
                      </a:ln>
                      <a:effectLst/>
                      <a:extLst/>
                    </p:spPr>
                  </p:pic>
                </p:oleObj>
              </mc:Fallback>
            </mc:AlternateContent>
          </a:graphicData>
        </a:graphic>
      </p:graphicFrame>
      <p:sp>
        <p:nvSpPr>
          <p:cNvPr id="23" name="Text Box 6">
            <a:extLst>
              <a:ext uri="{FF2B5EF4-FFF2-40B4-BE49-F238E27FC236}">
                <a16:creationId xmlns:a16="http://schemas.microsoft.com/office/drawing/2014/main" id="{87923AA8-9E48-4F67-9039-09394173FB77}"/>
              </a:ext>
            </a:extLst>
          </p:cNvPr>
          <p:cNvSpPr txBox="1">
            <a:spLocks noChangeArrowheads="1"/>
          </p:cNvSpPr>
          <p:nvPr/>
        </p:nvSpPr>
        <p:spPr bwMode="auto">
          <a:xfrm>
            <a:off x="39300" y="668509"/>
            <a:ext cx="5859675" cy="1261884"/>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8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此题可以先求状态变量的初始值，稳态值及响应，再由两类约束，求其它响应。过程如下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0018">
                                            <p:txEl>
                                              <p:pRg st="0" end="0"/>
                                            </p:txEl>
                                          </p:spTgt>
                                        </p:tgtEl>
                                        <p:attrNameLst>
                                          <p:attrName>style.visibility</p:attrName>
                                        </p:attrNameLst>
                                      </p:cBhvr>
                                      <p:to>
                                        <p:strVal val="visible"/>
                                      </p:to>
                                    </p:set>
                                    <p:animEffect transition="in" filter="wipe(left)">
                                      <p:cBhvr>
                                        <p:cTn id="7" dur="2000"/>
                                        <p:tgtEl>
                                          <p:spTgt spid="470018">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70019"/>
                                        </p:tgtEl>
                                        <p:attrNameLst>
                                          <p:attrName>style.visibility</p:attrName>
                                        </p:attrNameLst>
                                      </p:cBhvr>
                                      <p:to>
                                        <p:strVal val="visible"/>
                                      </p:to>
                                    </p:set>
                                    <p:animEffect transition="in" filter="box(in)">
                                      <p:cBhvr>
                                        <p:cTn id="10" dur="2000"/>
                                        <p:tgtEl>
                                          <p:spTgt spid="47001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wipe(left)">
                                      <p:cBhvr>
                                        <p:cTn id="15" dur="2000"/>
                                        <p:tgtEl>
                                          <p:spTgt spid="2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20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70023"/>
                                        </p:tgtEl>
                                        <p:attrNameLst>
                                          <p:attrName>style.visibility</p:attrName>
                                        </p:attrNameLst>
                                      </p:cBhvr>
                                      <p:to>
                                        <p:strVal val="visible"/>
                                      </p:to>
                                    </p:set>
                                    <p:animEffect transition="in" filter="wipe(left)">
                                      <p:cBhvr>
                                        <p:cTn id="25" dur="2000"/>
                                        <p:tgtEl>
                                          <p:spTgt spid="4700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70021"/>
                                        </p:tgtEl>
                                        <p:attrNameLst>
                                          <p:attrName>style.visibility</p:attrName>
                                        </p:attrNameLst>
                                      </p:cBhvr>
                                      <p:to>
                                        <p:strVal val="visible"/>
                                      </p:to>
                                    </p:set>
                                    <p:animEffect transition="in" filter="wipe(left)">
                                      <p:cBhvr>
                                        <p:cTn id="30" dur="2000"/>
                                        <p:tgtEl>
                                          <p:spTgt spid="4700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20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Effect transition="in" filter="wipe(left)">
                                      <p:cBhvr>
                                        <p:cTn id="40" dur="2000"/>
                                        <p:tgtEl>
                                          <p:spTgt spid="12">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20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20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3" grpId="0"/>
      <p:bldP spid="11"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4114" name="Object 2">
            <a:extLst>
              <a:ext uri="{FF2B5EF4-FFF2-40B4-BE49-F238E27FC236}">
                <a16:creationId xmlns:a16="http://schemas.microsoft.com/office/drawing/2014/main" id="{DA08C8BE-2750-47C2-8F70-DDF6FA3B9DAF}"/>
              </a:ext>
            </a:extLst>
          </p:cNvPr>
          <p:cNvGraphicFramePr>
            <a:graphicFrameLocks noChangeAspect="1"/>
          </p:cNvGraphicFramePr>
          <p:nvPr>
            <p:extLst>
              <p:ext uri="{D42A27DB-BD31-4B8C-83A1-F6EECF244321}">
                <p14:modId xmlns:p14="http://schemas.microsoft.com/office/powerpoint/2010/main" val="1627470453"/>
              </p:ext>
            </p:extLst>
          </p:nvPr>
        </p:nvGraphicFramePr>
        <p:xfrm>
          <a:off x="919163" y="1311275"/>
          <a:ext cx="3276600" cy="431800"/>
        </p:xfrm>
        <a:graphic>
          <a:graphicData uri="http://schemas.openxmlformats.org/presentationml/2006/ole">
            <mc:AlternateContent xmlns:mc="http://schemas.openxmlformats.org/markup-compatibility/2006">
              <mc:Choice xmlns:v="urn:schemas-microsoft-com:vml" Requires="v">
                <p:oleObj spid="_x0000_s192948" name="Equation" r:id="rId3" imgW="3276360" imgH="431640" progId="Equation.DSMT4">
                  <p:embed/>
                </p:oleObj>
              </mc:Choice>
              <mc:Fallback>
                <p:oleObj name="Equation" r:id="rId3" imgW="3276360" imgH="431640" progId="Equation.DSMT4">
                  <p:embed/>
                  <p:pic>
                    <p:nvPicPr>
                      <p:cNvPr id="474114" name="Object 2">
                        <a:extLst>
                          <a:ext uri="{FF2B5EF4-FFF2-40B4-BE49-F238E27FC236}">
                            <a16:creationId xmlns:a16="http://schemas.microsoft.com/office/drawing/2014/main" id="{DA08C8BE-2750-47C2-8F70-DDF6FA3B9DAF}"/>
                          </a:ext>
                        </a:extLst>
                      </p:cNvPr>
                      <p:cNvPicPr>
                        <a:picLocks noChangeAspect="1" noChangeArrowheads="1"/>
                      </p:cNvPicPr>
                      <p:nvPr/>
                    </p:nvPicPr>
                    <p:blipFill>
                      <a:blip r:embed="rId4"/>
                      <a:srcRect/>
                      <a:stretch>
                        <a:fillRect/>
                      </a:stretch>
                    </p:blipFill>
                    <p:spPr bwMode="auto">
                      <a:xfrm>
                        <a:off x="919163" y="1311275"/>
                        <a:ext cx="3276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4115" name="Object 3">
            <a:extLst>
              <a:ext uri="{FF2B5EF4-FFF2-40B4-BE49-F238E27FC236}">
                <a16:creationId xmlns:a16="http://schemas.microsoft.com/office/drawing/2014/main" id="{CC3474A7-3345-445B-BE81-78047C3F9C11}"/>
              </a:ext>
            </a:extLst>
          </p:cNvPr>
          <p:cNvGraphicFramePr>
            <a:graphicFrameLocks noChangeAspect="1"/>
          </p:cNvGraphicFramePr>
          <p:nvPr>
            <p:extLst>
              <p:ext uri="{D42A27DB-BD31-4B8C-83A1-F6EECF244321}">
                <p14:modId xmlns:p14="http://schemas.microsoft.com/office/powerpoint/2010/main" val="169470824"/>
              </p:ext>
            </p:extLst>
          </p:nvPr>
        </p:nvGraphicFramePr>
        <p:xfrm>
          <a:off x="6011863" y="184150"/>
          <a:ext cx="2592387" cy="2597150"/>
        </p:xfrm>
        <a:graphic>
          <a:graphicData uri="http://schemas.openxmlformats.org/presentationml/2006/ole">
            <mc:AlternateContent xmlns:mc="http://schemas.openxmlformats.org/markup-compatibility/2006">
              <mc:Choice xmlns:v="urn:schemas-microsoft-com:vml" Requires="v">
                <p:oleObj spid="_x0000_s192949" name="Visio" r:id="rId5" imgW="1490411" imgH="1333617" progId="Visio.Drawing.11">
                  <p:embed/>
                </p:oleObj>
              </mc:Choice>
              <mc:Fallback>
                <p:oleObj name="Visio" r:id="rId5" imgW="1490411" imgH="1333617" progId="Visio.Drawing.11">
                  <p:embed/>
                  <p:pic>
                    <p:nvPicPr>
                      <p:cNvPr id="474115" name="Object 3">
                        <a:extLst>
                          <a:ext uri="{FF2B5EF4-FFF2-40B4-BE49-F238E27FC236}">
                            <a16:creationId xmlns:a16="http://schemas.microsoft.com/office/drawing/2014/main" id="{CC3474A7-3345-445B-BE81-78047C3F9C11}"/>
                          </a:ext>
                        </a:extLst>
                      </p:cNvPr>
                      <p:cNvPicPr>
                        <a:picLocks noChangeAspect="1" noChangeArrowheads="1"/>
                      </p:cNvPicPr>
                      <p:nvPr/>
                    </p:nvPicPr>
                    <p:blipFill>
                      <a:blip r:embed="rId6"/>
                      <a:srcRect/>
                      <a:stretch>
                        <a:fillRect/>
                      </a:stretch>
                    </p:blipFill>
                    <p:spPr bwMode="auto">
                      <a:xfrm>
                        <a:off x="6011863" y="184150"/>
                        <a:ext cx="2592387" cy="25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4116" name="Text Box 4">
            <a:extLst>
              <a:ext uri="{FF2B5EF4-FFF2-40B4-BE49-F238E27FC236}">
                <a16:creationId xmlns:a16="http://schemas.microsoft.com/office/drawing/2014/main" id="{C3E022D7-98CB-4749-BDF3-01FB495EFCB0}"/>
              </a:ext>
            </a:extLst>
          </p:cNvPr>
          <p:cNvSpPr txBox="1">
            <a:spLocks noChangeArrowheads="1"/>
          </p:cNvSpPr>
          <p:nvPr/>
        </p:nvSpPr>
        <p:spPr bwMode="auto">
          <a:xfrm>
            <a:off x="75613" y="688489"/>
            <a:ext cx="3384550" cy="523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）求时间常数</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τ</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74117" name="Object 5">
            <a:extLst>
              <a:ext uri="{FF2B5EF4-FFF2-40B4-BE49-F238E27FC236}">
                <a16:creationId xmlns:a16="http://schemas.microsoft.com/office/drawing/2014/main" id="{E7191E8D-9E1C-4C41-B854-E1728638D23B}"/>
              </a:ext>
            </a:extLst>
          </p:cNvPr>
          <p:cNvGraphicFramePr>
            <a:graphicFrameLocks noChangeAspect="1"/>
          </p:cNvGraphicFramePr>
          <p:nvPr>
            <p:extLst>
              <p:ext uri="{D42A27DB-BD31-4B8C-83A1-F6EECF244321}">
                <p14:modId xmlns:p14="http://schemas.microsoft.com/office/powerpoint/2010/main" val="1215018983"/>
              </p:ext>
            </p:extLst>
          </p:nvPr>
        </p:nvGraphicFramePr>
        <p:xfrm>
          <a:off x="946150" y="1690688"/>
          <a:ext cx="2997200" cy="952500"/>
        </p:xfrm>
        <a:graphic>
          <a:graphicData uri="http://schemas.openxmlformats.org/presentationml/2006/ole">
            <mc:AlternateContent xmlns:mc="http://schemas.openxmlformats.org/markup-compatibility/2006">
              <mc:Choice xmlns:v="urn:schemas-microsoft-com:vml" Requires="v">
                <p:oleObj spid="_x0000_s192950" name="Equation" r:id="rId7" imgW="2997200" imgH="952500" progId="Equation.DSMT4">
                  <p:embed/>
                </p:oleObj>
              </mc:Choice>
              <mc:Fallback>
                <p:oleObj name="Equation" r:id="rId7" imgW="2997200" imgH="952500" progId="Equation.DSMT4">
                  <p:embed/>
                  <p:pic>
                    <p:nvPicPr>
                      <p:cNvPr id="474117" name="Object 5">
                        <a:extLst>
                          <a:ext uri="{FF2B5EF4-FFF2-40B4-BE49-F238E27FC236}">
                            <a16:creationId xmlns:a16="http://schemas.microsoft.com/office/drawing/2014/main" id="{E7191E8D-9E1C-4C41-B854-E1728638D2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6150" y="1690688"/>
                        <a:ext cx="29972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4118" name="Object 6">
            <a:extLst>
              <a:ext uri="{FF2B5EF4-FFF2-40B4-BE49-F238E27FC236}">
                <a16:creationId xmlns:a16="http://schemas.microsoft.com/office/drawing/2014/main" id="{18EFD3F5-C33B-427E-B5F5-7D51594D0C1B}"/>
              </a:ext>
            </a:extLst>
          </p:cNvPr>
          <p:cNvGraphicFramePr>
            <a:graphicFrameLocks noChangeAspect="1"/>
          </p:cNvGraphicFramePr>
          <p:nvPr>
            <p:extLst>
              <p:ext uri="{D42A27DB-BD31-4B8C-83A1-F6EECF244321}">
                <p14:modId xmlns:p14="http://schemas.microsoft.com/office/powerpoint/2010/main" val="1449972463"/>
              </p:ext>
            </p:extLst>
          </p:nvPr>
        </p:nvGraphicFramePr>
        <p:xfrm>
          <a:off x="385763" y="2652713"/>
          <a:ext cx="4648200" cy="482600"/>
        </p:xfrm>
        <a:graphic>
          <a:graphicData uri="http://schemas.openxmlformats.org/presentationml/2006/ole">
            <mc:AlternateContent xmlns:mc="http://schemas.openxmlformats.org/markup-compatibility/2006">
              <mc:Choice xmlns:v="urn:schemas-microsoft-com:vml" Requires="v">
                <p:oleObj spid="_x0000_s192951" name="Equation" r:id="rId9" imgW="4648200" imgH="482600" progId="Equation.DSMT4">
                  <p:embed/>
                </p:oleObj>
              </mc:Choice>
              <mc:Fallback>
                <p:oleObj name="Equation" r:id="rId9" imgW="4648200" imgH="482600" progId="Equation.DSMT4">
                  <p:embed/>
                  <p:pic>
                    <p:nvPicPr>
                      <p:cNvPr id="474118" name="Object 6">
                        <a:extLst>
                          <a:ext uri="{FF2B5EF4-FFF2-40B4-BE49-F238E27FC236}">
                            <a16:creationId xmlns:a16="http://schemas.microsoft.com/office/drawing/2014/main" id="{18EFD3F5-C33B-427E-B5F5-7D51594D0C1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763" y="2652713"/>
                        <a:ext cx="46482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4119" name="Text Box 7">
            <a:extLst>
              <a:ext uri="{FF2B5EF4-FFF2-40B4-BE49-F238E27FC236}">
                <a16:creationId xmlns:a16="http://schemas.microsoft.com/office/drawing/2014/main" id="{E6920491-72C2-436B-AD50-4CB40CBB7F96}"/>
              </a:ext>
            </a:extLst>
          </p:cNvPr>
          <p:cNvSpPr txBox="1">
            <a:spLocks noChangeArrowheads="1"/>
          </p:cNvSpPr>
          <p:nvPr/>
        </p:nvSpPr>
        <p:spPr bwMode="auto">
          <a:xfrm>
            <a:off x="682625" y="3063875"/>
            <a:ext cx="6410325"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）求全响应</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4120" name="Rectangle 8">
            <a:extLst>
              <a:ext uri="{FF2B5EF4-FFF2-40B4-BE49-F238E27FC236}">
                <a16:creationId xmlns:a16="http://schemas.microsoft.com/office/drawing/2014/main" id="{1D2D8149-2B62-4545-88A0-694A7D967347}"/>
              </a:ext>
            </a:extLst>
          </p:cNvPr>
          <p:cNvSpPr>
            <a:spLocks noChangeArrowheads="1"/>
          </p:cNvSpPr>
          <p:nvPr/>
        </p:nvSpPr>
        <p:spPr bwMode="auto">
          <a:xfrm>
            <a:off x="3949309" y="614364"/>
            <a:ext cx="216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）得</a:t>
            </a:r>
          </a:p>
        </p:txBody>
      </p:sp>
      <p:graphicFrame>
        <p:nvGraphicFramePr>
          <p:cNvPr id="474121" name="Object 9">
            <a:extLst>
              <a:ext uri="{FF2B5EF4-FFF2-40B4-BE49-F238E27FC236}">
                <a16:creationId xmlns:a16="http://schemas.microsoft.com/office/drawing/2014/main" id="{830EFEFA-C261-4AC0-83E6-5A2987BF5C13}"/>
              </a:ext>
            </a:extLst>
          </p:cNvPr>
          <p:cNvGraphicFramePr>
            <a:graphicFrameLocks noChangeAspect="1"/>
          </p:cNvGraphicFramePr>
          <p:nvPr>
            <p:extLst>
              <p:ext uri="{D42A27DB-BD31-4B8C-83A1-F6EECF244321}">
                <p14:modId xmlns:p14="http://schemas.microsoft.com/office/powerpoint/2010/main" val="798767753"/>
              </p:ext>
            </p:extLst>
          </p:nvPr>
        </p:nvGraphicFramePr>
        <p:xfrm>
          <a:off x="449318" y="3358970"/>
          <a:ext cx="5329238" cy="1370013"/>
        </p:xfrm>
        <a:graphic>
          <a:graphicData uri="http://schemas.openxmlformats.org/presentationml/2006/ole">
            <mc:AlternateContent xmlns:mc="http://schemas.openxmlformats.org/markup-compatibility/2006">
              <mc:Choice xmlns:v="urn:schemas-microsoft-com:vml" Requires="v">
                <p:oleObj spid="_x0000_s192952" name="Equation" r:id="rId11" imgW="2273040" imgH="583920" progId="Equation.DSMT4">
                  <p:embed/>
                </p:oleObj>
              </mc:Choice>
              <mc:Fallback>
                <p:oleObj name="Equation" r:id="rId11" imgW="2273040" imgH="583920" progId="Equation.DSMT4">
                  <p:embed/>
                  <p:pic>
                    <p:nvPicPr>
                      <p:cNvPr id="474121" name="Object 9">
                        <a:extLst>
                          <a:ext uri="{FF2B5EF4-FFF2-40B4-BE49-F238E27FC236}">
                            <a16:creationId xmlns:a16="http://schemas.microsoft.com/office/drawing/2014/main" id="{830EFEFA-C261-4AC0-83E6-5A2987BF5C13}"/>
                          </a:ext>
                        </a:extLst>
                      </p:cNvPr>
                      <p:cNvPicPr>
                        <a:picLocks noChangeAspect="1" noChangeArrowheads="1"/>
                      </p:cNvPicPr>
                      <p:nvPr/>
                    </p:nvPicPr>
                    <p:blipFill>
                      <a:blip r:embed="rId12"/>
                      <a:srcRect/>
                      <a:stretch>
                        <a:fillRect/>
                      </a:stretch>
                    </p:blipFill>
                    <p:spPr bwMode="auto">
                      <a:xfrm>
                        <a:off x="449318" y="3358970"/>
                        <a:ext cx="5329238"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4122" name="Text Box 10">
            <a:extLst>
              <a:ext uri="{FF2B5EF4-FFF2-40B4-BE49-F238E27FC236}">
                <a16:creationId xmlns:a16="http://schemas.microsoft.com/office/drawing/2014/main" id="{C26A9CA6-997B-41B9-8019-B70C8DE9794E}"/>
              </a:ext>
            </a:extLst>
          </p:cNvPr>
          <p:cNvSpPr txBox="1">
            <a:spLocks noChangeArrowheads="1"/>
          </p:cNvSpPr>
          <p:nvPr/>
        </p:nvSpPr>
        <p:spPr bwMode="auto">
          <a:xfrm>
            <a:off x="684213" y="4797425"/>
            <a:ext cx="6410325" cy="5191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）由两类约束求全响应</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74123" name="Object 11">
            <a:extLst>
              <a:ext uri="{FF2B5EF4-FFF2-40B4-BE49-F238E27FC236}">
                <a16:creationId xmlns:a16="http://schemas.microsoft.com/office/drawing/2014/main" id="{1F4068B5-9B4F-4C69-BF4E-8582CC238E75}"/>
              </a:ext>
            </a:extLst>
          </p:cNvPr>
          <p:cNvGraphicFramePr>
            <a:graphicFrameLocks noChangeAspect="1"/>
          </p:cNvGraphicFramePr>
          <p:nvPr>
            <p:extLst>
              <p:ext uri="{D42A27DB-BD31-4B8C-83A1-F6EECF244321}">
                <p14:modId xmlns:p14="http://schemas.microsoft.com/office/powerpoint/2010/main" val="148302311"/>
              </p:ext>
            </p:extLst>
          </p:nvPr>
        </p:nvGraphicFramePr>
        <p:xfrm>
          <a:off x="5795963" y="2781300"/>
          <a:ext cx="3419475" cy="2657475"/>
        </p:xfrm>
        <a:graphic>
          <a:graphicData uri="http://schemas.openxmlformats.org/presentationml/2006/ole">
            <mc:AlternateContent xmlns:mc="http://schemas.openxmlformats.org/markup-compatibility/2006">
              <mc:Choice xmlns:v="urn:schemas-microsoft-com:vml" Requires="v">
                <p:oleObj spid="_x0000_s192953" name="Visio" r:id="rId13" imgW="1725739" imgH="1345340" progId="Visio.Drawing.11">
                  <p:embed/>
                </p:oleObj>
              </mc:Choice>
              <mc:Fallback>
                <p:oleObj name="Visio" r:id="rId13" imgW="1725739" imgH="1345340" progId="Visio.Drawing.11">
                  <p:embed/>
                  <p:pic>
                    <p:nvPicPr>
                      <p:cNvPr id="474123" name="Object 11">
                        <a:extLst>
                          <a:ext uri="{FF2B5EF4-FFF2-40B4-BE49-F238E27FC236}">
                            <a16:creationId xmlns:a16="http://schemas.microsoft.com/office/drawing/2014/main" id="{1F4068B5-9B4F-4C69-BF4E-8582CC238E75}"/>
                          </a:ext>
                        </a:extLst>
                      </p:cNvPr>
                      <p:cNvPicPr>
                        <a:picLocks noChangeAspect="1" noChangeArrowheads="1"/>
                      </p:cNvPicPr>
                      <p:nvPr/>
                    </p:nvPicPr>
                    <p:blipFill>
                      <a:blip r:embed="rId14"/>
                      <a:srcRect/>
                      <a:stretch>
                        <a:fillRect/>
                      </a:stretch>
                    </p:blipFill>
                    <p:spPr bwMode="auto">
                      <a:xfrm>
                        <a:off x="5795963" y="2781300"/>
                        <a:ext cx="3419475" cy="2657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4124" name="Object 12">
            <a:extLst>
              <a:ext uri="{FF2B5EF4-FFF2-40B4-BE49-F238E27FC236}">
                <a16:creationId xmlns:a16="http://schemas.microsoft.com/office/drawing/2014/main" id="{5A3F8621-6988-443B-A217-81758102A49E}"/>
              </a:ext>
            </a:extLst>
          </p:cNvPr>
          <p:cNvGraphicFramePr>
            <a:graphicFrameLocks noChangeAspect="1"/>
          </p:cNvGraphicFramePr>
          <p:nvPr>
            <p:extLst>
              <p:ext uri="{D42A27DB-BD31-4B8C-83A1-F6EECF244321}">
                <p14:modId xmlns:p14="http://schemas.microsoft.com/office/powerpoint/2010/main" val="2202902528"/>
              </p:ext>
            </p:extLst>
          </p:nvPr>
        </p:nvGraphicFramePr>
        <p:xfrm>
          <a:off x="1885950" y="5241925"/>
          <a:ext cx="3843338" cy="1203325"/>
        </p:xfrm>
        <a:graphic>
          <a:graphicData uri="http://schemas.openxmlformats.org/presentationml/2006/ole">
            <mc:AlternateContent xmlns:mc="http://schemas.openxmlformats.org/markup-compatibility/2006">
              <mc:Choice xmlns:v="urn:schemas-microsoft-com:vml" Requires="v">
                <p:oleObj spid="_x0000_s192954" name="Equation" r:id="rId15" imgW="1866600" imgH="583920" progId="Equation.DSMT4">
                  <p:embed/>
                </p:oleObj>
              </mc:Choice>
              <mc:Fallback>
                <p:oleObj name="Equation" r:id="rId15" imgW="1866600" imgH="583920" progId="Equation.DSMT4">
                  <p:embed/>
                  <p:pic>
                    <p:nvPicPr>
                      <p:cNvPr id="474124" name="Object 12">
                        <a:extLst>
                          <a:ext uri="{FF2B5EF4-FFF2-40B4-BE49-F238E27FC236}">
                            <a16:creationId xmlns:a16="http://schemas.microsoft.com/office/drawing/2014/main" id="{5A3F8621-6988-443B-A217-81758102A49E}"/>
                          </a:ext>
                        </a:extLst>
                      </p:cNvPr>
                      <p:cNvPicPr>
                        <a:picLocks noChangeAspect="1" noChangeArrowheads="1"/>
                      </p:cNvPicPr>
                      <p:nvPr/>
                    </p:nvPicPr>
                    <p:blipFill>
                      <a:blip r:embed="rId16"/>
                      <a:srcRect/>
                      <a:stretch>
                        <a:fillRect/>
                      </a:stretch>
                    </p:blipFill>
                    <p:spPr bwMode="auto">
                      <a:xfrm>
                        <a:off x="1885950" y="5241925"/>
                        <a:ext cx="3843338" cy="12033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0316014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4116"/>
                                        </p:tgtEl>
                                        <p:attrNameLst>
                                          <p:attrName>style.visibility</p:attrName>
                                        </p:attrNameLst>
                                      </p:cBhvr>
                                      <p:to>
                                        <p:strVal val="visible"/>
                                      </p:to>
                                    </p:set>
                                    <p:animEffect transition="in" filter="wipe(left)">
                                      <p:cBhvr>
                                        <p:cTn id="7" dur="2000"/>
                                        <p:tgtEl>
                                          <p:spTgt spid="4741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4115"/>
                                        </p:tgtEl>
                                        <p:attrNameLst>
                                          <p:attrName>style.visibility</p:attrName>
                                        </p:attrNameLst>
                                      </p:cBhvr>
                                      <p:to>
                                        <p:strVal val="visible"/>
                                      </p:to>
                                    </p:set>
                                    <p:animEffect transition="in" filter="wipe(left)">
                                      <p:cBhvr>
                                        <p:cTn id="12" dur="2000"/>
                                        <p:tgtEl>
                                          <p:spTgt spid="4741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4120"/>
                                        </p:tgtEl>
                                        <p:attrNameLst>
                                          <p:attrName>style.visibility</p:attrName>
                                        </p:attrNameLst>
                                      </p:cBhvr>
                                      <p:to>
                                        <p:strVal val="visible"/>
                                      </p:to>
                                    </p:set>
                                    <p:animEffect transition="in" filter="wipe(left)">
                                      <p:cBhvr>
                                        <p:cTn id="17" dur="2000"/>
                                        <p:tgtEl>
                                          <p:spTgt spid="4741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4114"/>
                                        </p:tgtEl>
                                        <p:attrNameLst>
                                          <p:attrName>style.visibility</p:attrName>
                                        </p:attrNameLst>
                                      </p:cBhvr>
                                      <p:to>
                                        <p:strVal val="visible"/>
                                      </p:to>
                                    </p:set>
                                    <p:animEffect transition="in" filter="wipe(left)">
                                      <p:cBhvr>
                                        <p:cTn id="22" dur="2000"/>
                                        <p:tgtEl>
                                          <p:spTgt spid="4741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4117"/>
                                        </p:tgtEl>
                                        <p:attrNameLst>
                                          <p:attrName>style.visibility</p:attrName>
                                        </p:attrNameLst>
                                      </p:cBhvr>
                                      <p:to>
                                        <p:strVal val="visible"/>
                                      </p:to>
                                    </p:set>
                                    <p:animEffect transition="in" filter="wipe(left)">
                                      <p:cBhvr>
                                        <p:cTn id="27" dur="2000"/>
                                        <p:tgtEl>
                                          <p:spTgt spid="4741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4118"/>
                                        </p:tgtEl>
                                        <p:attrNameLst>
                                          <p:attrName>style.visibility</p:attrName>
                                        </p:attrNameLst>
                                      </p:cBhvr>
                                      <p:to>
                                        <p:strVal val="visible"/>
                                      </p:to>
                                    </p:set>
                                    <p:animEffect transition="in" filter="wipe(left)">
                                      <p:cBhvr>
                                        <p:cTn id="32" dur="2000"/>
                                        <p:tgtEl>
                                          <p:spTgt spid="4741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74119"/>
                                        </p:tgtEl>
                                        <p:attrNameLst>
                                          <p:attrName>style.visibility</p:attrName>
                                        </p:attrNameLst>
                                      </p:cBhvr>
                                      <p:to>
                                        <p:strVal val="visible"/>
                                      </p:to>
                                    </p:set>
                                    <p:animEffect transition="in" filter="wipe(left)">
                                      <p:cBhvr>
                                        <p:cTn id="37" dur="1000"/>
                                        <p:tgtEl>
                                          <p:spTgt spid="4741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47412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74122"/>
                                        </p:tgtEl>
                                        <p:attrNameLst>
                                          <p:attrName>style.visibility</p:attrName>
                                        </p:attrNameLst>
                                      </p:cBhvr>
                                      <p:to>
                                        <p:strVal val="visible"/>
                                      </p:to>
                                    </p:set>
                                    <p:animEffect transition="in" filter="wipe(left)">
                                      <p:cBhvr>
                                        <p:cTn id="46" dur="1000"/>
                                        <p:tgtEl>
                                          <p:spTgt spid="47412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474123"/>
                                        </p:tgtEl>
                                        <p:attrNameLst>
                                          <p:attrName>style.visibility</p:attrName>
                                        </p:attrNameLst>
                                      </p:cBhvr>
                                      <p:to>
                                        <p:strVal val="visible"/>
                                      </p:to>
                                    </p:set>
                                    <p:animEffect transition="in" filter="box(in)">
                                      <p:cBhvr>
                                        <p:cTn id="51" dur="2000"/>
                                        <p:tgtEl>
                                          <p:spTgt spid="47412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474123"/>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474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6" grpId="0"/>
      <p:bldP spid="474119" grpId="0"/>
      <p:bldP spid="474120" grpId="0"/>
      <p:bldP spid="4741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a:extLst>
              <a:ext uri="{FF2B5EF4-FFF2-40B4-BE49-F238E27FC236}">
                <a16:creationId xmlns:a16="http://schemas.microsoft.com/office/drawing/2014/main" id="{65F04145-61D9-4FE9-99DB-9D767BCEEFB9}"/>
              </a:ext>
            </a:extLst>
          </p:cNvPr>
          <p:cNvSpPr txBox="1">
            <a:spLocks noChangeArrowheads="1"/>
          </p:cNvSpPr>
          <p:nvPr/>
        </p:nvSpPr>
        <p:spPr bwMode="auto">
          <a:xfrm>
            <a:off x="468313" y="0"/>
            <a:ext cx="6985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§7-3 </a:t>
            </a:r>
            <a:r>
              <a:rPr kumimoji="1" lang="zh-CN" altLang="en-US"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一阶电路的零输入响应</a:t>
            </a:r>
          </a:p>
        </p:txBody>
      </p:sp>
      <p:sp>
        <p:nvSpPr>
          <p:cNvPr id="266243" name="Text Box 3">
            <a:extLst>
              <a:ext uri="{FF2B5EF4-FFF2-40B4-BE49-F238E27FC236}">
                <a16:creationId xmlns:a16="http://schemas.microsoft.com/office/drawing/2014/main" id="{E642AFA9-DECF-4E0A-A9E4-34CEEE54CC2D}"/>
              </a:ext>
            </a:extLst>
          </p:cNvPr>
          <p:cNvSpPr txBox="1">
            <a:spLocks noChangeArrowheads="1"/>
          </p:cNvSpPr>
          <p:nvPr/>
        </p:nvSpPr>
        <p:spPr bwMode="auto">
          <a:xfrm>
            <a:off x="2956509" y="663520"/>
            <a:ext cx="5724525" cy="950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换路后外加激励为零，仅有动态元件初始储能产生的电压和电流。</a:t>
            </a:r>
          </a:p>
        </p:txBody>
      </p:sp>
      <p:sp>
        <p:nvSpPr>
          <p:cNvPr id="266251" name="Text Box 11">
            <a:extLst>
              <a:ext uri="{FF2B5EF4-FFF2-40B4-BE49-F238E27FC236}">
                <a16:creationId xmlns:a16="http://schemas.microsoft.com/office/drawing/2014/main" id="{ED329674-A09A-405F-9D66-966E03E77956}"/>
              </a:ext>
            </a:extLst>
          </p:cNvPr>
          <p:cNvSpPr txBox="1">
            <a:spLocks noChangeArrowheads="1"/>
          </p:cNvSpPr>
          <p:nvPr/>
        </p:nvSpPr>
        <p:spPr bwMode="auto">
          <a:xfrm>
            <a:off x="203728" y="946352"/>
            <a:ext cx="2105563" cy="461665"/>
          </a:xfrm>
          <a:prstGeom prst="rect">
            <a:avLst/>
          </a:prstGeom>
          <a:noFill/>
          <a:ln w="28575">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98000" rIns="19800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零输入响应</a:t>
            </a:r>
          </a:p>
        </p:txBody>
      </p:sp>
      <p:sp>
        <p:nvSpPr>
          <p:cNvPr id="266252" name="AutoShape 12">
            <a:extLst>
              <a:ext uri="{FF2B5EF4-FFF2-40B4-BE49-F238E27FC236}">
                <a16:creationId xmlns:a16="http://schemas.microsoft.com/office/drawing/2014/main" id="{F4F28EA1-8A64-4113-92F4-3AC907FA2945}"/>
              </a:ext>
            </a:extLst>
          </p:cNvPr>
          <p:cNvSpPr>
            <a:spLocks noChangeArrowheads="1"/>
          </p:cNvSpPr>
          <p:nvPr/>
        </p:nvSpPr>
        <p:spPr bwMode="auto">
          <a:xfrm>
            <a:off x="2417528" y="1173550"/>
            <a:ext cx="576262" cy="144462"/>
          </a:xfrm>
          <a:prstGeom prst="rightArrow">
            <a:avLst>
              <a:gd name="adj1" fmla="val 50000"/>
              <a:gd name="adj2" fmla="val 99726"/>
            </a:avLst>
          </a:prstGeom>
          <a:solidFill>
            <a:srgbClr val="00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66259" name="Group 19">
            <a:extLst>
              <a:ext uri="{FF2B5EF4-FFF2-40B4-BE49-F238E27FC236}">
                <a16:creationId xmlns:a16="http://schemas.microsoft.com/office/drawing/2014/main" id="{CAB680BE-95B2-4AFF-B7EB-D8014AF236DA}"/>
              </a:ext>
            </a:extLst>
          </p:cNvPr>
          <p:cNvGrpSpPr>
            <a:grpSpLocks/>
          </p:cNvGrpSpPr>
          <p:nvPr/>
        </p:nvGrpSpPr>
        <p:grpSpPr bwMode="auto">
          <a:xfrm>
            <a:off x="5999187" y="1037708"/>
            <a:ext cx="2860675" cy="1884362"/>
            <a:chOff x="441" y="2484"/>
            <a:chExt cx="1802" cy="1187"/>
          </a:xfrm>
        </p:grpSpPr>
        <p:sp>
          <p:nvSpPr>
            <p:cNvPr id="4110" name="Line 20">
              <a:extLst>
                <a:ext uri="{FF2B5EF4-FFF2-40B4-BE49-F238E27FC236}">
                  <a16:creationId xmlns:a16="http://schemas.microsoft.com/office/drawing/2014/main" id="{2B8E4176-61B6-4BC7-8F61-C45B0E8E4B81}"/>
                </a:ext>
              </a:extLst>
            </p:cNvPr>
            <p:cNvSpPr>
              <a:spLocks noChangeShapeType="1"/>
            </p:cNvSpPr>
            <p:nvPr/>
          </p:nvSpPr>
          <p:spPr bwMode="auto">
            <a:xfrm>
              <a:off x="1325" y="2809"/>
              <a:ext cx="54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11" name="Line 21">
              <a:extLst>
                <a:ext uri="{FF2B5EF4-FFF2-40B4-BE49-F238E27FC236}">
                  <a16:creationId xmlns:a16="http://schemas.microsoft.com/office/drawing/2014/main" id="{2B995DC7-10E5-4864-9948-F7A41BAADD03}"/>
                </a:ext>
              </a:extLst>
            </p:cNvPr>
            <p:cNvSpPr>
              <a:spLocks noChangeShapeType="1"/>
            </p:cNvSpPr>
            <p:nvPr/>
          </p:nvSpPr>
          <p:spPr bwMode="auto">
            <a:xfrm>
              <a:off x="1870" y="2809"/>
              <a:ext cx="0" cy="8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12" name="Line 22">
              <a:extLst>
                <a:ext uri="{FF2B5EF4-FFF2-40B4-BE49-F238E27FC236}">
                  <a16:creationId xmlns:a16="http://schemas.microsoft.com/office/drawing/2014/main" id="{DD135F27-D2D6-4230-8BA8-7A84B7D1809F}"/>
                </a:ext>
              </a:extLst>
            </p:cNvPr>
            <p:cNvSpPr>
              <a:spLocks noChangeShapeType="1"/>
            </p:cNvSpPr>
            <p:nvPr/>
          </p:nvSpPr>
          <p:spPr bwMode="auto">
            <a:xfrm>
              <a:off x="1474" y="2805"/>
              <a:ext cx="278"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13" name="Text Box 23">
              <a:extLst>
                <a:ext uri="{FF2B5EF4-FFF2-40B4-BE49-F238E27FC236}">
                  <a16:creationId xmlns:a16="http://schemas.microsoft.com/office/drawing/2014/main" id="{02BD6907-2A70-4375-A6F9-3C95E0AC9DE0}"/>
                </a:ext>
              </a:extLst>
            </p:cNvPr>
            <p:cNvSpPr txBox="1">
              <a:spLocks noChangeArrowheads="1"/>
            </p:cNvSpPr>
            <p:nvPr/>
          </p:nvSpPr>
          <p:spPr bwMode="auto">
            <a:xfrm>
              <a:off x="1561" y="2484"/>
              <a:ext cx="170"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14" name="Line 24">
              <a:extLst>
                <a:ext uri="{FF2B5EF4-FFF2-40B4-BE49-F238E27FC236}">
                  <a16:creationId xmlns:a16="http://schemas.microsoft.com/office/drawing/2014/main" id="{009855C2-51A3-4161-B5FE-6A771E1B533F}"/>
                </a:ext>
              </a:extLst>
            </p:cNvPr>
            <p:cNvSpPr>
              <a:spLocks noChangeShapeType="1"/>
            </p:cNvSpPr>
            <p:nvPr/>
          </p:nvSpPr>
          <p:spPr bwMode="auto">
            <a:xfrm flipH="1" flipV="1">
              <a:off x="1247" y="2860"/>
              <a:ext cx="166" cy="18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15" name="Text Box 25">
              <a:extLst>
                <a:ext uri="{FF2B5EF4-FFF2-40B4-BE49-F238E27FC236}">
                  <a16:creationId xmlns:a16="http://schemas.microsoft.com/office/drawing/2014/main" id="{769450E3-3CE9-4868-9157-B3DDA034CBAF}"/>
                </a:ext>
              </a:extLst>
            </p:cNvPr>
            <p:cNvSpPr txBox="1">
              <a:spLocks noChangeArrowheads="1"/>
            </p:cNvSpPr>
            <p:nvPr/>
          </p:nvSpPr>
          <p:spPr bwMode="auto">
            <a:xfrm>
              <a:off x="831" y="2496"/>
              <a:ext cx="61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4116" name="Text Box 26">
              <a:extLst>
                <a:ext uri="{FF2B5EF4-FFF2-40B4-BE49-F238E27FC236}">
                  <a16:creationId xmlns:a16="http://schemas.microsoft.com/office/drawing/2014/main" id="{80F7B9C1-2CA6-46DD-9CB1-6E46810F3F27}"/>
                </a:ext>
              </a:extLst>
            </p:cNvPr>
            <p:cNvSpPr txBox="1">
              <a:spLocks noChangeArrowheads="1"/>
            </p:cNvSpPr>
            <p:nvPr/>
          </p:nvSpPr>
          <p:spPr bwMode="auto">
            <a:xfrm>
              <a:off x="1915" y="2809"/>
              <a:ext cx="22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4117" name="Text Box 27">
              <a:extLst>
                <a:ext uri="{FF2B5EF4-FFF2-40B4-BE49-F238E27FC236}">
                  <a16:creationId xmlns:a16="http://schemas.microsoft.com/office/drawing/2014/main" id="{7F9CB242-3376-4C68-A42E-23CB83C5967F}"/>
                </a:ext>
              </a:extLst>
            </p:cNvPr>
            <p:cNvSpPr txBox="1">
              <a:spLocks noChangeArrowheads="1"/>
            </p:cNvSpPr>
            <p:nvPr/>
          </p:nvSpPr>
          <p:spPr bwMode="auto">
            <a:xfrm>
              <a:off x="1915" y="3353"/>
              <a:ext cx="21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4118" name="Text Box 28">
              <a:extLst>
                <a:ext uri="{FF2B5EF4-FFF2-40B4-BE49-F238E27FC236}">
                  <a16:creationId xmlns:a16="http://schemas.microsoft.com/office/drawing/2014/main" id="{EDA73B5B-BBD6-44CC-B063-B852E62FA219}"/>
                </a:ext>
              </a:extLst>
            </p:cNvPr>
            <p:cNvSpPr txBox="1">
              <a:spLocks noChangeArrowheads="1"/>
            </p:cNvSpPr>
            <p:nvPr/>
          </p:nvSpPr>
          <p:spPr bwMode="auto">
            <a:xfrm>
              <a:off x="1933" y="3041"/>
              <a:ext cx="310"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19" name="Line 29">
              <a:extLst>
                <a:ext uri="{FF2B5EF4-FFF2-40B4-BE49-F238E27FC236}">
                  <a16:creationId xmlns:a16="http://schemas.microsoft.com/office/drawing/2014/main" id="{7218296D-9255-47A7-9362-9B4416209920}"/>
                </a:ext>
              </a:extLst>
            </p:cNvPr>
            <p:cNvSpPr>
              <a:spLocks noChangeShapeType="1"/>
            </p:cNvSpPr>
            <p:nvPr/>
          </p:nvSpPr>
          <p:spPr bwMode="auto">
            <a:xfrm>
              <a:off x="788" y="2821"/>
              <a:ext cx="39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20" name="Text Box 30">
              <a:extLst>
                <a:ext uri="{FF2B5EF4-FFF2-40B4-BE49-F238E27FC236}">
                  <a16:creationId xmlns:a16="http://schemas.microsoft.com/office/drawing/2014/main" id="{AADE0090-E2C5-4817-84B9-D7832EB3456E}"/>
                </a:ext>
              </a:extLst>
            </p:cNvPr>
            <p:cNvSpPr txBox="1">
              <a:spLocks noChangeArrowheads="1"/>
            </p:cNvSpPr>
            <p:nvPr/>
          </p:nvSpPr>
          <p:spPr bwMode="auto">
            <a:xfrm>
              <a:off x="441" y="2995"/>
              <a:ext cx="24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21" name="Text Box 31">
              <a:extLst>
                <a:ext uri="{FF2B5EF4-FFF2-40B4-BE49-F238E27FC236}">
                  <a16:creationId xmlns:a16="http://schemas.microsoft.com/office/drawing/2014/main" id="{260E9BC4-654B-4A44-B983-2A8ED6C4A71E}"/>
                </a:ext>
              </a:extLst>
            </p:cNvPr>
            <p:cNvSpPr txBox="1">
              <a:spLocks noChangeArrowheads="1"/>
            </p:cNvSpPr>
            <p:nvPr/>
          </p:nvSpPr>
          <p:spPr bwMode="auto">
            <a:xfrm>
              <a:off x="893" y="2859"/>
              <a:ext cx="22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4122" name="Text Box 32">
              <a:extLst>
                <a:ext uri="{FF2B5EF4-FFF2-40B4-BE49-F238E27FC236}">
                  <a16:creationId xmlns:a16="http://schemas.microsoft.com/office/drawing/2014/main" id="{1F2624EE-5A94-44D8-A164-8A8273A71335}"/>
                </a:ext>
              </a:extLst>
            </p:cNvPr>
            <p:cNvSpPr txBox="1">
              <a:spLocks noChangeArrowheads="1"/>
            </p:cNvSpPr>
            <p:nvPr/>
          </p:nvSpPr>
          <p:spPr bwMode="auto">
            <a:xfrm>
              <a:off x="892" y="3268"/>
              <a:ext cx="21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4123" name="Text Box 33">
              <a:extLst>
                <a:ext uri="{FF2B5EF4-FFF2-40B4-BE49-F238E27FC236}">
                  <a16:creationId xmlns:a16="http://schemas.microsoft.com/office/drawing/2014/main" id="{06C83E17-CA48-482B-B7F5-225D38F05E12}"/>
                </a:ext>
              </a:extLst>
            </p:cNvPr>
            <p:cNvSpPr txBox="1">
              <a:spLocks noChangeArrowheads="1"/>
            </p:cNvSpPr>
            <p:nvPr/>
          </p:nvSpPr>
          <p:spPr bwMode="auto">
            <a:xfrm>
              <a:off x="894" y="3041"/>
              <a:ext cx="310"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24" name="Line 34">
              <a:extLst>
                <a:ext uri="{FF2B5EF4-FFF2-40B4-BE49-F238E27FC236}">
                  <a16:creationId xmlns:a16="http://schemas.microsoft.com/office/drawing/2014/main" id="{906C5C21-A116-497F-920B-1946C747DCEC}"/>
                </a:ext>
              </a:extLst>
            </p:cNvPr>
            <p:cNvSpPr>
              <a:spLocks noChangeShapeType="1"/>
            </p:cNvSpPr>
            <p:nvPr/>
          </p:nvSpPr>
          <p:spPr bwMode="auto">
            <a:xfrm flipV="1">
              <a:off x="781" y="3209"/>
              <a:ext cx="7" cy="4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25" name="Line 35">
              <a:extLst>
                <a:ext uri="{FF2B5EF4-FFF2-40B4-BE49-F238E27FC236}">
                  <a16:creationId xmlns:a16="http://schemas.microsoft.com/office/drawing/2014/main" id="{7E1D8920-3A72-4F32-AED7-C457F4BB083A}"/>
                </a:ext>
              </a:extLst>
            </p:cNvPr>
            <p:cNvSpPr>
              <a:spLocks noChangeShapeType="1"/>
            </p:cNvSpPr>
            <p:nvPr/>
          </p:nvSpPr>
          <p:spPr bwMode="auto">
            <a:xfrm flipH="1" flipV="1">
              <a:off x="788" y="2821"/>
              <a:ext cx="5" cy="2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26" name="Line 36">
              <a:extLst>
                <a:ext uri="{FF2B5EF4-FFF2-40B4-BE49-F238E27FC236}">
                  <a16:creationId xmlns:a16="http://schemas.microsoft.com/office/drawing/2014/main" id="{4FA23105-5DEA-48EE-9F05-6592D359832F}"/>
                </a:ext>
              </a:extLst>
            </p:cNvPr>
            <p:cNvSpPr>
              <a:spLocks noChangeShapeType="1"/>
            </p:cNvSpPr>
            <p:nvPr/>
          </p:nvSpPr>
          <p:spPr bwMode="auto">
            <a:xfrm flipH="1">
              <a:off x="1066" y="2821"/>
              <a:ext cx="279" cy="11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27" name="Line 37">
              <a:extLst>
                <a:ext uri="{FF2B5EF4-FFF2-40B4-BE49-F238E27FC236}">
                  <a16:creationId xmlns:a16="http://schemas.microsoft.com/office/drawing/2014/main" id="{184F8B2C-E906-4E8B-B0AB-D32AC9011868}"/>
                </a:ext>
              </a:extLst>
            </p:cNvPr>
            <p:cNvSpPr>
              <a:spLocks noChangeShapeType="1"/>
            </p:cNvSpPr>
            <p:nvPr/>
          </p:nvSpPr>
          <p:spPr bwMode="auto">
            <a:xfrm>
              <a:off x="781" y="3671"/>
              <a:ext cx="109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28" name="Text Box 38">
              <a:extLst>
                <a:ext uri="{FF2B5EF4-FFF2-40B4-BE49-F238E27FC236}">
                  <a16:creationId xmlns:a16="http://schemas.microsoft.com/office/drawing/2014/main" id="{75AD4CEC-5DC6-47CE-BA18-35320C3D2716}"/>
                </a:ext>
              </a:extLst>
            </p:cNvPr>
            <p:cNvSpPr txBox="1">
              <a:spLocks noChangeArrowheads="1"/>
            </p:cNvSpPr>
            <p:nvPr/>
          </p:nvSpPr>
          <p:spPr bwMode="auto">
            <a:xfrm>
              <a:off x="1552" y="3035"/>
              <a:ext cx="246"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129" name="Rectangle 39">
              <a:extLst>
                <a:ext uri="{FF2B5EF4-FFF2-40B4-BE49-F238E27FC236}">
                  <a16:creationId xmlns:a16="http://schemas.microsoft.com/office/drawing/2014/main" id="{E3049A59-9BE2-4D4E-9B1E-AC47141147E3}"/>
                </a:ext>
              </a:extLst>
            </p:cNvPr>
            <p:cNvSpPr>
              <a:spLocks noChangeArrowheads="1"/>
            </p:cNvSpPr>
            <p:nvPr/>
          </p:nvSpPr>
          <p:spPr bwMode="auto">
            <a:xfrm>
              <a:off x="1801" y="3067"/>
              <a:ext cx="127" cy="318"/>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130" name="Group 40">
              <a:extLst>
                <a:ext uri="{FF2B5EF4-FFF2-40B4-BE49-F238E27FC236}">
                  <a16:creationId xmlns:a16="http://schemas.microsoft.com/office/drawing/2014/main" id="{60AED6B9-936E-4C50-8ACC-CF6F294CE286}"/>
                </a:ext>
              </a:extLst>
            </p:cNvPr>
            <p:cNvGrpSpPr>
              <a:grpSpLocks/>
            </p:cNvGrpSpPr>
            <p:nvPr/>
          </p:nvGrpSpPr>
          <p:grpSpPr bwMode="auto">
            <a:xfrm>
              <a:off x="657" y="3113"/>
              <a:ext cx="240" cy="113"/>
              <a:chOff x="3787" y="2478"/>
              <a:chExt cx="240" cy="113"/>
            </a:xfrm>
          </p:grpSpPr>
          <p:sp>
            <p:nvSpPr>
              <p:cNvPr id="4131" name="Line 41">
                <a:extLst>
                  <a:ext uri="{FF2B5EF4-FFF2-40B4-BE49-F238E27FC236}">
                    <a16:creationId xmlns:a16="http://schemas.microsoft.com/office/drawing/2014/main" id="{B06DC2BF-2D09-448C-8129-6206BCE965C9}"/>
                  </a:ext>
                </a:extLst>
              </p:cNvPr>
              <p:cNvSpPr>
                <a:spLocks noChangeShapeType="1"/>
              </p:cNvSpPr>
              <p:nvPr/>
            </p:nvSpPr>
            <p:spPr bwMode="auto">
              <a:xfrm>
                <a:off x="3787" y="2571"/>
                <a:ext cx="223" cy="2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32" name="Line 42">
                <a:extLst>
                  <a:ext uri="{FF2B5EF4-FFF2-40B4-BE49-F238E27FC236}">
                    <a16:creationId xmlns:a16="http://schemas.microsoft.com/office/drawing/2014/main" id="{31369F87-67C5-4C49-8CF9-9846C4A2311D}"/>
                  </a:ext>
                </a:extLst>
              </p:cNvPr>
              <p:cNvSpPr>
                <a:spLocks noChangeShapeType="1"/>
              </p:cNvSpPr>
              <p:nvPr/>
            </p:nvSpPr>
            <p:spPr bwMode="auto">
              <a:xfrm>
                <a:off x="3787" y="2478"/>
                <a:ext cx="240"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266287" name="Text Box 47">
            <a:extLst>
              <a:ext uri="{FF2B5EF4-FFF2-40B4-BE49-F238E27FC236}">
                <a16:creationId xmlns:a16="http://schemas.microsoft.com/office/drawing/2014/main" id="{1440078B-31A9-4B51-8643-AA05D1B50C8B}"/>
              </a:ext>
            </a:extLst>
          </p:cNvPr>
          <p:cNvSpPr txBox="1">
            <a:spLocks noChangeArrowheads="1"/>
          </p:cNvSpPr>
          <p:nvPr/>
        </p:nvSpPr>
        <p:spPr bwMode="auto">
          <a:xfrm>
            <a:off x="284138" y="1558116"/>
            <a:ext cx="25104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零输入响应输入</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输出方程是，</a:t>
            </a:r>
          </a:p>
        </p:txBody>
      </p:sp>
      <p:graphicFrame>
        <p:nvGraphicFramePr>
          <p:cNvPr id="266289" name="Object 49">
            <a:extLst>
              <a:ext uri="{FF2B5EF4-FFF2-40B4-BE49-F238E27FC236}">
                <a16:creationId xmlns:a16="http://schemas.microsoft.com/office/drawing/2014/main" id="{22A0F74A-1DB6-40F3-A322-EFEEF9E1423D}"/>
              </a:ext>
            </a:extLst>
          </p:cNvPr>
          <p:cNvGraphicFramePr>
            <a:graphicFrameLocks noChangeAspect="1"/>
          </p:cNvGraphicFramePr>
          <p:nvPr>
            <p:extLst/>
          </p:nvPr>
        </p:nvGraphicFramePr>
        <p:xfrm>
          <a:off x="476366" y="3235635"/>
          <a:ext cx="1699911" cy="502179"/>
        </p:xfrm>
        <a:graphic>
          <a:graphicData uri="http://schemas.openxmlformats.org/presentationml/2006/ole">
            <mc:AlternateContent xmlns:mc="http://schemas.openxmlformats.org/markup-compatibility/2006">
              <mc:Choice xmlns:v="urn:schemas-microsoft-com:vml" Requires="v">
                <p:oleObj spid="_x0000_s206029" name="Equation" r:id="rId3" imgW="774364" imgH="228501" progId="Equation.DSMT4">
                  <p:embed/>
                </p:oleObj>
              </mc:Choice>
              <mc:Fallback>
                <p:oleObj name="Equation" r:id="rId3" imgW="774364" imgH="228501" progId="Equation.DSMT4">
                  <p:embed/>
                  <p:pic>
                    <p:nvPicPr>
                      <p:cNvPr id="266289" name="Object 49">
                        <a:extLst>
                          <a:ext uri="{FF2B5EF4-FFF2-40B4-BE49-F238E27FC236}">
                            <a16:creationId xmlns:a16="http://schemas.microsoft.com/office/drawing/2014/main" id="{22A0F74A-1DB6-40F3-A322-EFEEF9E142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366" y="3235635"/>
                        <a:ext cx="1699911" cy="502179"/>
                      </a:xfrm>
                      <a:prstGeom prst="rect">
                        <a:avLst/>
                      </a:prstGeom>
                      <a:noFill/>
                      <a:ln>
                        <a:noFill/>
                      </a:ln>
                      <a:effectLst/>
                      <a:extLst/>
                    </p:spPr>
                  </p:pic>
                </p:oleObj>
              </mc:Fallback>
            </mc:AlternateContent>
          </a:graphicData>
        </a:graphic>
      </p:graphicFrame>
      <p:graphicFrame>
        <p:nvGraphicFramePr>
          <p:cNvPr id="266290" name="Object 50">
            <a:extLst>
              <a:ext uri="{FF2B5EF4-FFF2-40B4-BE49-F238E27FC236}">
                <a16:creationId xmlns:a16="http://schemas.microsoft.com/office/drawing/2014/main" id="{E549E4BA-766C-4C64-9CCE-B060923E9BA6}"/>
              </a:ext>
            </a:extLst>
          </p:cNvPr>
          <p:cNvGraphicFramePr>
            <a:graphicFrameLocks noChangeAspect="1"/>
          </p:cNvGraphicFramePr>
          <p:nvPr>
            <p:extLst/>
          </p:nvPr>
        </p:nvGraphicFramePr>
        <p:xfrm>
          <a:off x="506447" y="3815648"/>
          <a:ext cx="1655763" cy="584200"/>
        </p:xfrm>
        <a:graphic>
          <a:graphicData uri="http://schemas.openxmlformats.org/presentationml/2006/ole">
            <mc:AlternateContent xmlns:mc="http://schemas.openxmlformats.org/markup-compatibility/2006">
              <mc:Choice xmlns:v="urn:schemas-microsoft-com:vml" Requires="v">
                <p:oleObj spid="_x0000_s206030" name="Equation" r:id="rId5" imgW="647700" imgH="228600" progId="Equation.DSMT4">
                  <p:embed/>
                </p:oleObj>
              </mc:Choice>
              <mc:Fallback>
                <p:oleObj name="Equation" r:id="rId5" imgW="647700" imgH="228600" progId="Equation.DSMT4">
                  <p:embed/>
                  <p:pic>
                    <p:nvPicPr>
                      <p:cNvPr id="266290" name="Object 50">
                        <a:extLst>
                          <a:ext uri="{FF2B5EF4-FFF2-40B4-BE49-F238E27FC236}">
                            <a16:creationId xmlns:a16="http://schemas.microsoft.com/office/drawing/2014/main" id="{E549E4BA-766C-4C64-9CCE-B060923E9B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447" y="3815648"/>
                        <a:ext cx="16557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1" name="Object 51">
            <a:extLst>
              <a:ext uri="{FF2B5EF4-FFF2-40B4-BE49-F238E27FC236}">
                <a16:creationId xmlns:a16="http://schemas.microsoft.com/office/drawing/2014/main" id="{8061BDFA-EFFC-4AF0-A0FB-F0FB668BF123}"/>
              </a:ext>
            </a:extLst>
          </p:cNvPr>
          <p:cNvGraphicFramePr>
            <a:graphicFrameLocks noChangeAspect="1"/>
          </p:cNvGraphicFramePr>
          <p:nvPr>
            <p:extLst/>
          </p:nvPr>
        </p:nvGraphicFramePr>
        <p:xfrm>
          <a:off x="665118" y="4525236"/>
          <a:ext cx="1079723" cy="388081"/>
        </p:xfrm>
        <a:graphic>
          <a:graphicData uri="http://schemas.openxmlformats.org/presentationml/2006/ole">
            <mc:AlternateContent xmlns:mc="http://schemas.openxmlformats.org/markup-compatibility/2006">
              <mc:Choice xmlns:v="urn:schemas-microsoft-com:vml" Requires="v">
                <p:oleObj spid="_x0000_s206031" name="Equation" r:id="rId7" imgW="494870" imgH="177646" progId="Equation.DSMT4">
                  <p:embed/>
                </p:oleObj>
              </mc:Choice>
              <mc:Fallback>
                <p:oleObj name="Equation" r:id="rId7" imgW="494870" imgH="177646" progId="Equation.DSMT4">
                  <p:embed/>
                  <p:pic>
                    <p:nvPicPr>
                      <p:cNvPr id="266291" name="Object 51">
                        <a:extLst>
                          <a:ext uri="{FF2B5EF4-FFF2-40B4-BE49-F238E27FC236}">
                            <a16:creationId xmlns:a16="http://schemas.microsoft.com/office/drawing/2014/main" id="{8061BDFA-EFFC-4AF0-A0FB-F0FB668BF1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5118" y="4525236"/>
                        <a:ext cx="1079723" cy="388081"/>
                      </a:xfrm>
                      <a:prstGeom prst="rect">
                        <a:avLst/>
                      </a:prstGeom>
                      <a:noFill/>
                      <a:ln>
                        <a:noFill/>
                      </a:ln>
                      <a:effectLst/>
                      <a:extLst/>
                    </p:spPr>
                  </p:pic>
                </p:oleObj>
              </mc:Fallback>
            </mc:AlternateContent>
          </a:graphicData>
        </a:graphic>
      </p:graphicFrame>
      <p:graphicFrame>
        <p:nvGraphicFramePr>
          <p:cNvPr id="266292" name="Object 52">
            <a:extLst>
              <a:ext uri="{FF2B5EF4-FFF2-40B4-BE49-F238E27FC236}">
                <a16:creationId xmlns:a16="http://schemas.microsoft.com/office/drawing/2014/main" id="{32D6E4E7-C886-41F6-989F-F84592203193}"/>
              </a:ext>
            </a:extLst>
          </p:cNvPr>
          <p:cNvGraphicFramePr>
            <a:graphicFrameLocks noChangeAspect="1"/>
          </p:cNvGraphicFramePr>
          <p:nvPr>
            <p:extLst>
              <p:ext uri="{D42A27DB-BD31-4B8C-83A1-F6EECF244321}">
                <p14:modId xmlns:p14="http://schemas.microsoft.com/office/powerpoint/2010/main" val="2506152972"/>
              </p:ext>
            </p:extLst>
          </p:nvPr>
        </p:nvGraphicFramePr>
        <p:xfrm>
          <a:off x="2936787" y="1784626"/>
          <a:ext cx="2014765" cy="779947"/>
        </p:xfrm>
        <a:graphic>
          <a:graphicData uri="http://schemas.openxmlformats.org/presentationml/2006/ole">
            <mc:AlternateContent xmlns:mc="http://schemas.openxmlformats.org/markup-compatibility/2006">
              <mc:Choice xmlns:v="urn:schemas-microsoft-com:vml" Requires="v">
                <p:oleObj spid="_x0000_s206032" name="Equation" r:id="rId9" imgW="1016000" imgH="393700" progId="Equation.DSMT4">
                  <p:embed/>
                </p:oleObj>
              </mc:Choice>
              <mc:Fallback>
                <p:oleObj name="Equation" r:id="rId9" imgW="1016000" imgH="393700" progId="Equation.DSMT4">
                  <p:embed/>
                  <p:pic>
                    <p:nvPicPr>
                      <p:cNvPr id="266292" name="Object 52">
                        <a:extLst>
                          <a:ext uri="{FF2B5EF4-FFF2-40B4-BE49-F238E27FC236}">
                            <a16:creationId xmlns:a16="http://schemas.microsoft.com/office/drawing/2014/main" id="{32D6E4E7-C886-41F6-989F-F8459220319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36787" y="1784626"/>
                        <a:ext cx="2014765" cy="779947"/>
                      </a:xfrm>
                      <a:prstGeom prst="rect">
                        <a:avLst/>
                      </a:prstGeom>
                      <a:solidFill>
                        <a:srgbClr val="FFFF99"/>
                      </a:solidFill>
                      <a:ln>
                        <a:noFill/>
                      </a:ln>
                      <a:effectLst/>
                      <a:extLst/>
                    </p:spPr>
                  </p:pic>
                </p:oleObj>
              </mc:Fallback>
            </mc:AlternateContent>
          </a:graphicData>
        </a:graphic>
      </p:graphicFrame>
      <p:sp>
        <p:nvSpPr>
          <p:cNvPr id="37" name="Text Box 46">
            <a:extLst>
              <a:ext uri="{FF2B5EF4-FFF2-40B4-BE49-F238E27FC236}">
                <a16:creationId xmlns:a16="http://schemas.microsoft.com/office/drawing/2014/main" id="{8E3E6031-4D9E-49B2-9C06-44D83DFEB519}"/>
              </a:ext>
            </a:extLst>
          </p:cNvPr>
          <p:cNvSpPr txBox="1">
            <a:spLocks noChangeArrowheads="1"/>
          </p:cNvSpPr>
          <p:nvPr/>
        </p:nvSpPr>
        <p:spPr bwMode="auto">
          <a:xfrm>
            <a:off x="140405" y="5078949"/>
            <a:ext cx="2445066" cy="833178"/>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0000" tIns="46800" rIns="90000" bIns="46800"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由三要素公式可得方程的解为：</a:t>
            </a:r>
          </a:p>
        </p:txBody>
      </p:sp>
      <p:graphicFrame>
        <p:nvGraphicFramePr>
          <p:cNvPr id="38" name="Object 47">
            <a:extLst>
              <a:ext uri="{FF2B5EF4-FFF2-40B4-BE49-F238E27FC236}">
                <a16:creationId xmlns:a16="http://schemas.microsoft.com/office/drawing/2014/main" id="{B7383568-1910-45F5-A875-4A86E1A8EA9A}"/>
              </a:ext>
            </a:extLst>
          </p:cNvPr>
          <p:cNvGraphicFramePr>
            <a:graphicFrameLocks noChangeAspect="1"/>
          </p:cNvGraphicFramePr>
          <p:nvPr>
            <p:extLst/>
          </p:nvPr>
        </p:nvGraphicFramePr>
        <p:xfrm>
          <a:off x="2710137" y="2523050"/>
          <a:ext cx="2998626" cy="1425169"/>
        </p:xfrm>
        <a:graphic>
          <a:graphicData uri="http://schemas.openxmlformats.org/presentationml/2006/ole">
            <mc:AlternateContent xmlns:mc="http://schemas.openxmlformats.org/markup-compatibility/2006">
              <mc:Choice xmlns:v="urn:schemas-microsoft-com:vml" Requires="v">
                <p:oleObj spid="_x0000_s206033" name="Equation" r:id="rId11" imgW="2539800" imgH="1168200" progId="Equation.DSMT4">
                  <p:embed/>
                </p:oleObj>
              </mc:Choice>
              <mc:Fallback>
                <p:oleObj name="Equation" r:id="rId11" imgW="2539800" imgH="1168200" progId="Equation.DSMT4">
                  <p:embed/>
                  <p:pic>
                    <p:nvPicPr>
                      <p:cNvPr id="38" name="Object 47">
                        <a:extLst>
                          <a:ext uri="{FF2B5EF4-FFF2-40B4-BE49-F238E27FC236}">
                            <a16:creationId xmlns:a16="http://schemas.microsoft.com/office/drawing/2014/main" id="{B7383568-1910-45F5-A875-4A86E1A8EA9A}"/>
                          </a:ext>
                        </a:extLst>
                      </p:cNvPr>
                      <p:cNvPicPr>
                        <a:picLocks noChangeAspect="1" noChangeArrowheads="1"/>
                      </p:cNvPicPr>
                      <p:nvPr/>
                    </p:nvPicPr>
                    <p:blipFill>
                      <a:blip r:embed="rId12"/>
                      <a:srcRect/>
                      <a:stretch>
                        <a:fillRect/>
                      </a:stretch>
                    </p:blipFill>
                    <p:spPr bwMode="auto">
                      <a:xfrm>
                        <a:off x="2710137" y="2523050"/>
                        <a:ext cx="2998626" cy="1425169"/>
                      </a:xfrm>
                      <a:prstGeom prst="rect">
                        <a:avLst/>
                      </a:prstGeom>
                      <a:noFill/>
                      <a:ln>
                        <a:noFill/>
                      </a:ln>
                      <a:effectLst/>
                      <a:extLst/>
                    </p:spPr>
                  </p:pic>
                </p:oleObj>
              </mc:Fallback>
            </mc:AlternateContent>
          </a:graphicData>
        </a:graphic>
      </p:graphicFrame>
      <p:sp>
        <p:nvSpPr>
          <p:cNvPr id="39" name="Text Box 48">
            <a:extLst>
              <a:ext uri="{FF2B5EF4-FFF2-40B4-BE49-F238E27FC236}">
                <a16:creationId xmlns:a16="http://schemas.microsoft.com/office/drawing/2014/main" id="{3AF4F775-FC9D-49E4-9291-F13A08B2838A}"/>
              </a:ext>
            </a:extLst>
          </p:cNvPr>
          <p:cNvSpPr txBox="1">
            <a:spLocks noChangeArrowheads="1"/>
          </p:cNvSpPr>
          <p:nvPr/>
        </p:nvSpPr>
        <p:spPr bwMode="auto">
          <a:xfrm>
            <a:off x="2701337" y="4072967"/>
            <a:ext cx="2767393" cy="833178"/>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0000" tIns="46800" rIns="90000" bIns="46800"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由两类约束求非状态状态变量响应</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40" name="Object 49">
            <a:extLst>
              <a:ext uri="{FF2B5EF4-FFF2-40B4-BE49-F238E27FC236}">
                <a16:creationId xmlns:a16="http://schemas.microsoft.com/office/drawing/2014/main" id="{76B08FEF-FB08-468B-932D-3BB179286856}"/>
              </a:ext>
            </a:extLst>
          </p:cNvPr>
          <p:cNvGraphicFramePr>
            <a:graphicFrameLocks noChangeAspect="1"/>
          </p:cNvGraphicFramePr>
          <p:nvPr>
            <p:extLst/>
          </p:nvPr>
        </p:nvGraphicFramePr>
        <p:xfrm>
          <a:off x="2820988" y="4903788"/>
          <a:ext cx="3173412" cy="815975"/>
        </p:xfrm>
        <a:graphic>
          <a:graphicData uri="http://schemas.openxmlformats.org/presentationml/2006/ole">
            <mc:AlternateContent xmlns:mc="http://schemas.openxmlformats.org/markup-compatibility/2006">
              <mc:Choice xmlns:v="urn:schemas-microsoft-com:vml" Requires="v">
                <p:oleObj spid="_x0000_s206034" name="Equation" r:id="rId13" imgW="1638000" imgH="419040" progId="Equation.DSMT4">
                  <p:embed/>
                </p:oleObj>
              </mc:Choice>
              <mc:Fallback>
                <p:oleObj name="Equation" r:id="rId13" imgW="1638000" imgH="419040" progId="Equation.DSMT4">
                  <p:embed/>
                  <p:pic>
                    <p:nvPicPr>
                      <p:cNvPr id="40" name="Object 49">
                        <a:extLst>
                          <a:ext uri="{FF2B5EF4-FFF2-40B4-BE49-F238E27FC236}">
                            <a16:creationId xmlns:a16="http://schemas.microsoft.com/office/drawing/2014/main" id="{76B08FEF-FB08-468B-932D-3BB179286856}"/>
                          </a:ext>
                        </a:extLst>
                      </p:cNvPr>
                      <p:cNvPicPr>
                        <a:picLocks noChangeAspect="1" noChangeArrowheads="1"/>
                      </p:cNvPicPr>
                      <p:nvPr/>
                    </p:nvPicPr>
                    <p:blipFill>
                      <a:blip r:embed="rId14"/>
                      <a:srcRect/>
                      <a:stretch>
                        <a:fillRect/>
                      </a:stretch>
                    </p:blipFill>
                    <p:spPr bwMode="auto">
                      <a:xfrm>
                        <a:off x="2820988" y="4903788"/>
                        <a:ext cx="3173412" cy="815975"/>
                      </a:xfrm>
                      <a:prstGeom prst="rect">
                        <a:avLst/>
                      </a:prstGeom>
                      <a:noFill/>
                      <a:ln>
                        <a:noFill/>
                      </a:ln>
                      <a:effectLst/>
                      <a:extLst/>
                    </p:spPr>
                  </p:pic>
                </p:oleObj>
              </mc:Fallback>
            </mc:AlternateContent>
          </a:graphicData>
        </a:graphic>
      </p:graphicFrame>
      <p:sp>
        <p:nvSpPr>
          <p:cNvPr id="41" name="Text Box 50">
            <a:extLst>
              <a:ext uri="{FF2B5EF4-FFF2-40B4-BE49-F238E27FC236}">
                <a16:creationId xmlns:a16="http://schemas.microsoft.com/office/drawing/2014/main" id="{A1D1EC29-EC88-48CB-BAD9-64EEB52290CE}"/>
              </a:ext>
            </a:extLst>
          </p:cNvPr>
          <p:cNvSpPr txBox="1">
            <a:spLocks noChangeArrowheads="1"/>
          </p:cNvSpPr>
          <p:nvPr/>
        </p:nvSpPr>
        <p:spPr bwMode="auto">
          <a:xfrm>
            <a:off x="2701337" y="5618901"/>
            <a:ext cx="5032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或</a:t>
            </a:r>
          </a:p>
        </p:txBody>
      </p:sp>
      <p:graphicFrame>
        <p:nvGraphicFramePr>
          <p:cNvPr id="42" name="Object 52">
            <a:extLst>
              <a:ext uri="{FF2B5EF4-FFF2-40B4-BE49-F238E27FC236}">
                <a16:creationId xmlns:a16="http://schemas.microsoft.com/office/drawing/2014/main" id="{C501BFE0-9698-407A-8752-89188254C596}"/>
              </a:ext>
            </a:extLst>
          </p:cNvPr>
          <p:cNvGraphicFramePr>
            <a:graphicFrameLocks noChangeAspect="1"/>
          </p:cNvGraphicFramePr>
          <p:nvPr>
            <p:extLst>
              <p:ext uri="{D42A27DB-BD31-4B8C-83A1-F6EECF244321}">
                <p14:modId xmlns:p14="http://schemas.microsoft.com/office/powerpoint/2010/main" val="3240391948"/>
              </p:ext>
            </p:extLst>
          </p:nvPr>
        </p:nvGraphicFramePr>
        <p:xfrm>
          <a:off x="2666911" y="5912127"/>
          <a:ext cx="3070225" cy="792163"/>
        </p:xfrm>
        <a:graphic>
          <a:graphicData uri="http://schemas.openxmlformats.org/presentationml/2006/ole">
            <mc:AlternateContent xmlns:mc="http://schemas.openxmlformats.org/markup-compatibility/2006">
              <mc:Choice xmlns:v="urn:schemas-microsoft-com:vml" Requires="v">
                <p:oleObj spid="_x0000_s206035" name="Equation" r:id="rId15" imgW="1562040" imgH="419040" progId="Equation.DSMT4">
                  <p:embed/>
                </p:oleObj>
              </mc:Choice>
              <mc:Fallback>
                <p:oleObj name="Equation" r:id="rId15" imgW="1562040" imgH="419040" progId="Equation.DSMT4">
                  <p:embed/>
                  <p:pic>
                    <p:nvPicPr>
                      <p:cNvPr id="42" name="Object 52">
                        <a:extLst>
                          <a:ext uri="{FF2B5EF4-FFF2-40B4-BE49-F238E27FC236}">
                            <a16:creationId xmlns:a16="http://schemas.microsoft.com/office/drawing/2014/main" id="{C501BFE0-9698-407A-8752-89188254C596}"/>
                          </a:ext>
                        </a:extLst>
                      </p:cNvPr>
                      <p:cNvPicPr>
                        <a:picLocks noChangeAspect="1" noChangeArrowheads="1"/>
                      </p:cNvPicPr>
                      <p:nvPr/>
                    </p:nvPicPr>
                    <p:blipFill>
                      <a:blip r:embed="rId16"/>
                      <a:srcRect/>
                      <a:stretch>
                        <a:fillRect/>
                      </a:stretch>
                    </p:blipFill>
                    <p:spPr bwMode="auto">
                      <a:xfrm>
                        <a:off x="2666911" y="5912127"/>
                        <a:ext cx="3070225" cy="792163"/>
                      </a:xfrm>
                      <a:prstGeom prst="rect">
                        <a:avLst/>
                      </a:prstGeom>
                      <a:noFill/>
                      <a:ln>
                        <a:noFill/>
                      </a:ln>
                      <a:effectLst/>
                      <a:extLst/>
                    </p:spPr>
                  </p:pic>
                </p:oleObj>
              </mc:Fallback>
            </mc:AlternateContent>
          </a:graphicData>
        </a:graphic>
      </p:graphicFrame>
      <p:grpSp>
        <p:nvGrpSpPr>
          <p:cNvPr id="43" name="Group 2">
            <a:extLst>
              <a:ext uri="{FF2B5EF4-FFF2-40B4-BE49-F238E27FC236}">
                <a16:creationId xmlns:a16="http://schemas.microsoft.com/office/drawing/2014/main" id="{428A531D-99AF-4EA9-8AAE-F91602A3B6ED}"/>
              </a:ext>
            </a:extLst>
          </p:cNvPr>
          <p:cNvGrpSpPr>
            <a:grpSpLocks/>
          </p:cNvGrpSpPr>
          <p:nvPr/>
        </p:nvGrpSpPr>
        <p:grpSpPr bwMode="auto">
          <a:xfrm>
            <a:off x="5724128" y="2922961"/>
            <a:ext cx="3268662" cy="2141229"/>
            <a:chOff x="3768" y="707"/>
            <a:chExt cx="1536" cy="1107"/>
          </a:xfrm>
        </p:grpSpPr>
        <p:sp>
          <p:nvSpPr>
            <p:cNvPr id="44" name="Text Box 3">
              <a:extLst>
                <a:ext uri="{FF2B5EF4-FFF2-40B4-BE49-F238E27FC236}">
                  <a16:creationId xmlns:a16="http://schemas.microsoft.com/office/drawing/2014/main" id="{7D8397A4-C0A3-4179-97CF-E8AE5B3C94B8}"/>
                </a:ext>
              </a:extLst>
            </p:cNvPr>
            <p:cNvSpPr txBox="1">
              <a:spLocks noChangeArrowheads="1"/>
            </p:cNvSpPr>
            <p:nvPr/>
          </p:nvSpPr>
          <p:spPr bwMode="auto">
            <a:xfrm>
              <a:off x="5167" y="1544"/>
              <a:ext cx="137" cy="27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 name="Line 4">
              <a:extLst>
                <a:ext uri="{FF2B5EF4-FFF2-40B4-BE49-F238E27FC236}">
                  <a16:creationId xmlns:a16="http://schemas.microsoft.com/office/drawing/2014/main" id="{EDF06C98-705D-4780-A85B-F97673166731}"/>
                </a:ext>
              </a:extLst>
            </p:cNvPr>
            <p:cNvSpPr>
              <a:spLocks noChangeShapeType="1"/>
            </p:cNvSpPr>
            <p:nvPr/>
          </p:nvSpPr>
          <p:spPr bwMode="auto">
            <a:xfrm>
              <a:off x="3951" y="1536"/>
              <a:ext cx="1344"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6" name="Line 5">
              <a:extLst>
                <a:ext uri="{FF2B5EF4-FFF2-40B4-BE49-F238E27FC236}">
                  <a16:creationId xmlns:a16="http://schemas.microsoft.com/office/drawing/2014/main" id="{89506CD6-0C45-4C71-A2F3-FB9C54C1908A}"/>
                </a:ext>
              </a:extLst>
            </p:cNvPr>
            <p:cNvSpPr>
              <a:spLocks noChangeShapeType="1"/>
            </p:cNvSpPr>
            <p:nvPr/>
          </p:nvSpPr>
          <p:spPr bwMode="auto">
            <a:xfrm flipV="1">
              <a:off x="4143" y="816"/>
              <a:ext cx="0" cy="96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7" name="Freeform 6">
              <a:extLst>
                <a:ext uri="{FF2B5EF4-FFF2-40B4-BE49-F238E27FC236}">
                  <a16:creationId xmlns:a16="http://schemas.microsoft.com/office/drawing/2014/main" id="{BE59C9A4-7417-4528-AC80-93419A04CB8C}"/>
                </a:ext>
              </a:extLst>
            </p:cNvPr>
            <p:cNvSpPr>
              <a:spLocks/>
            </p:cNvSpPr>
            <p:nvPr/>
          </p:nvSpPr>
          <p:spPr bwMode="auto">
            <a:xfrm>
              <a:off x="4143" y="1056"/>
              <a:ext cx="1008" cy="432"/>
            </a:xfrm>
            <a:custGeom>
              <a:avLst/>
              <a:gdLst>
                <a:gd name="T0" fmla="*/ 0 w 1008"/>
                <a:gd name="T1" fmla="*/ 0 h 432"/>
                <a:gd name="T2" fmla="*/ 240 w 1008"/>
                <a:gd name="T3" fmla="*/ 240 h 432"/>
                <a:gd name="T4" fmla="*/ 672 w 1008"/>
                <a:gd name="T5" fmla="*/ 384 h 432"/>
                <a:gd name="T6" fmla="*/ 1008 w 1008"/>
                <a:gd name="T7" fmla="*/ 432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432">
                  <a:moveTo>
                    <a:pt x="0" y="0"/>
                  </a:moveTo>
                  <a:cubicBezTo>
                    <a:pt x="64" y="88"/>
                    <a:pt x="128" y="176"/>
                    <a:pt x="240" y="240"/>
                  </a:cubicBezTo>
                  <a:cubicBezTo>
                    <a:pt x="352" y="304"/>
                    <a:pt x="544" y="352"/>
                    <a:pt x="672" y="384"/>
                  </a:cubicBezTo>
                  <a:cubicBezTo>
                    <a:pt x="800" y="416"/>
                    <a:pt x="952" y="424"/>
                    <a:pt x="1008" y="432"/>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rgbClr val="66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8" name="Text Box 7">
              <a:extLst>
                <a:ext uri="{FF2B5EF4-FFF2-40B4-BE49-F238E27FC236}">
                  <a16:creationId xmlns:a16="http://schemas.microsoft.com/office/drawing/2014/main" id="{3EF06D4D-88DA-4278-AC67-6221273C0E5F}"/>
                </a:ext>
              </a:extLst>
            </p:cNvPr>
            <p:cNvSpPr txBox="1">
              <a:spLocks noChangeArrowheads="1"/>
            </p:cNvSpPr>
            <p:nvPr/>
          </p:nvSpPr>
          <p:spPr bwMode="auto">
            <a:xfrm>
              <a:off x="3768" y="778"/>
              <a:ext cx="354" cy="269"/>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9" name="Text Box 8">
              <a:extLst>
                <a:ext uri="{FF2B5EF4-FFF2-40B4-BE49-F238E27FC236}">
                  <a16:creationId xmlns:a16="http://schemas.microsoft.com/office/drawing/2014/main" id="{5B21D762-70FE-4C56-9578-45F3FADF9104}"/>
                </a:ext>
              </a:extLst>
            </p:cNvPr>
            <p:cNvSpPr txBox="1">
              <a:spLocks noChangeArrowheads="1"/>
            </p:cNvSpPr>
            <p:nvPr/>
          </p:nvSpPr>
          <p:spPr bwMode="auto">
            <a:xfrm>
              <a:off x="4131" y="707"/>
              <a:ext cx="256" cy="27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0" name="Text Box 9">
              <a:extLst>
                <a:ext uri="{FF2B5EF4-FFF2-40B4-BE49-F238E27FC236}">
                  <a16:creationId xmlns:a16="http://schemas.microsoft.com/office/drawing/2014/main" id="{0572BDC1-897E-4409-B4E0-6FB5552D814A}"/>
                </a:ext>
              </a:extLst>
            </p:cNvPr>
            <p:cNvSpPr txBox="1">
              <a:spLocks noChangeArrowheads="1"/>
            </p:cNvSpPr>
            <p:nvPr/>
          </p:nvSpPr>
          <p:spPr bwMode="auto">
            <a:xfrm>
              <a:off x="3966" y="1529"/>
              <a:ext cx="181" cy="207"/>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O</a:t>
              </a:r>
            </a:p>
          </p:txBody>
        </p:sp>
        <p:sp>
          <p:nvSpPr>
            <p:cNvPr id="51" name="Line 10">
              <a:extLst>
                <a:ext uri="{FF2B5EF4-FFF2-40B4-BE49-F238E27FC236}">
                  <a16:creationId xmlns:a16="http://schemas.microsoft.com/office/drawing/2014/main" id="{686859CF-70C1-4F9F-902C-E2DE1C1E3930}"/>
                </a:ext>
              </a:extLst>
            </p:cNvPr>
            <p:cNvSpPr>
              <a:spLocks noChangeShapeType="1"/>
            </p:cNvSpPr>
            <p:nvPr/>
          </p:nvSpPr>
          <p:spPr bwMode="auto">
            <a:xfrm>
              <a:off x="3871" y="1056"/>
              <a:ext cx="30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52" name="Group 11">
            <a:extLst>
              <a:ext uri="{FF2B5EF4-FFF2-40B4-BE49-F238E27FC236}">
                <a16:creationId xmlns:a16="http://schemas.microsoft.com/office/drawing/2014/main" id="{5CCFD112-0E1F-4207-8A12-B55CDC5DBA9A}"/>
              </a:ext>
            </a:extLst>
          </p:cNvPr>
          <p:cNvGrpSpPr>
            <a:grpSpLocks/>
          </p:cNvGrpSpPr>
          <p:nvPr/>
        </p:nvGrpSpPr>
        <p:grpSpPr bwMode="auto">
          <a:xfrm>
            <a:off x="5857899" y="4782260"/>
            <a:ext cx="3105150" cy="1940258"/>
            <a:chOff x="3915" y="1605"/>
            <a:chExt cx="1403" cy="1141"/>
          </a:xfrm>
        </p:grpSpPr>
        <p:sp>
          <p:nvSpPr>
            <p:cNvPr id="53" name="Line 12">
              <a:extLst>
                <a:ext uri="{FF2B5EF4-FFF2-40B4-BE49-F238E27FC236}">
                  <a16:creationId xmlns:a16="http://schemas.microsoft.com/office/drawing/2014/main" id="{1746E1E8-EEE8-4025-9672-68A7392A4A43}"/>
                </a:ext>
              </a:extLst>
            </p:cNvPr>
            <p:cNvSpPr>
              <a:spLocks noChangeShapeType="1"/>
            </p:cNvSpPr>
            <p:nvPr/>
          </p:nvSpPr>
          <p:spPr bwMode="auto">
            <a:xfrm>
              <a:off x="3967" y="2448"/>
              <a:ext cx="1344"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4" name="Line 13">
              <a:extLst>
                <a:ext uri="{FF2B5EF4-FFF2-40B4-BE49-F238E27FC236}">
                  <a16:creationId xmlns:a16="http://schemas.microsoft.com/office/drawing/2014/main" id="{789C45FE-CE31-4EF7-9BB2-05CF835B75FB}"/>
                </a:ext>
              </a:extLst>
            </p:cNvPr>
            <p:cNvSpPr>
              <a:spLocks noChangeShapeType="1"/>
            </p:cNvSpPr>
            <p:nvPr/>
          </p:nvSpPr>
          <p:spPr bwMode="auto">
            <a:xfrm flipV="1">
              <a:off x="4159" y="1728"/>
              <a:ext cx="0" cy="96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5" name="Freeform 14">
              <a:extLst>
                <a:ext uri="{FF2B5EF4-FFF2-40B4-BE49-F238E27FC236}">
                  <a16:creationId xmlns:a16="http://schemas.microsoft.com/office/drawing/2014/main" id="{B488E56D-ACD5-4B80-A77D-8A88200B327E}"/>
                </a:ext>
              </a:extLst>
            </p:cNvPr>
            <p:cNvSpPr>
              <a:spLocks/>
            </p:cNvSpPr>
            <p:nvPr/>
          </p:nvSpPr>
          <p:spPr bwMode="auto">
            <a:xfrm>
              <a:off x="4159" y="1968"/>
              <a:ext cx="1008" cy="432"/>
            </a:xfrm>
            <a:custGeom>
              <a:avLst/>
              <a:gdLst>
                <a:gd name="T0" fmla="*/ 0 w 1008"/>
                <a:gd name="T1" fmla="*/ 0 h 432"/>
                <a:gd name="T2" fmla="*/ 240 w 1008"/>
                <a:gd name="T3" fmla="*/ 240 h 432"/>
                <a:gd name="T4" fmla="*/ 672 w 1008"/>
                <a:gd name="T5" fmla="*/ 384 h 432"/>
                <a:gd name="T6" fmla="*/ 1008 w 1008"/>
                <a:gd name="T7" fmla="*/ 432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432">
                  <a:moveTo>
                    <a:pt x="0" y="0"/>
                  </a:moveTo>
                  <a:cubicBezTo>
                    <a:pt x="64" y="88"/>
                    <a:pt x="128" y="176"/>
                    <a:pt x="240" y="240"/>
                  </a:cubicBezTo>
                  <a:cubicBezTo>
                    <a:pt x="352" y="304"/>
                    <a:pt x="544" y="352"/>
                    <a:pt x="672" y="384"/>
                  </a:cubicBezTo>
                  <a:cubicBezTo>
                    <a:pt x="800" y="416"/>
                    <a:pt x="952" y="424"/>
                    <a:pt x="1008" y="432"/>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rgbClr val="66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6" name="Text Box 15">
              <a:extLst>
                <a:ext uri="{FF2B5EF4-FFF2-40B4-BE49-F238E27FC236}">
                  <a16:creationId xmlns:a16="http://schemas.microsoft.com/office/drawing/2014/main" id="{CAF5C16E-F3A8-4AEF-A269-CEB3DE665271}"/>
                </a:ext>
              </a:extLst>
            </p:cNvPr>
            <p:cNvSpPr txBox="1">
              <a:spLocks noChangeArrowheads="1"/>
            </p:cNvSpPr>
            <p:nvPr/>
          </p:nvSpPr>
          <p:spPr bwMode="auto">
            <a:xfrm>
              <a:off x="3915" y="1789"/>
              <a:ext cx="201" cy="30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7" name="Text Box 16">
              <a:extLst>
                <a:ext uri="{FF2B5EF4-FFF2-40B4-BE49-F238E27FC236}">
                  <a16:creationId xmlns:a16="http://schemas.microsoft.com/office/drawing/2014/main" id="{CBB0E26E-BA2C-4E3D-A620-4ECEF75ABC6A}"/>
                </a:ext>
              </a:extLst>
            </p:cNvPr>
            <p:cNvSpPr txBox="1">
              <a:spLocks noChangeArrowheads="1"/>
            </p:cNvSpPr>
            <p:nvPr/>
          </p:nvSpPr>
          <p:spPr bwMode="auto">
            <a:xfrm>
              <a:off x="5187" y="2438"/>
              <a:ext cx="131" cy="30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8" name="Text Box 17">
              <a:extLst>
                <a:ext uri="{FF2B5EF4-FFF2-40B4-BE49-F238E27FC236}">
                  <a16:creationId xmlns:a16="http://schemas.microsoft.com/office/drawing/2014/main" id="{6D427CED-20DC-4D27-BD82-9E0B20C45AED}"/>
                </a:ext>
              </a:extLst>
            </p:cNvPr>
            <p:cNvSpPr txBox="1">
              <a:spLocks noChangeArrowheads="1"/>
            </p:cNvSpPr>
            <p:nvPr/>
          </p:nvSpPr>
          <p:spPr bwMode="auto">
            <a:xfrm>
              <a:off x="4162" y="1605"/>
              <a:ext cx="128" cy="30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 name="Text Box 18">
              <a:extLst>
                <a:ext uri="{FF2B5EF4-FFF2-40B4-BE49-F238E27FC236}">
                  <a16:creationId xmlns:a16="http://schemas.microsoft.com/office/drawing/2014/main" id="{CA4EBCAD-3FB0-488E-A740-7E935BA326CB}"/>
                </a:ext>
              </a:extLst>
            </p:cNvPr>
            <p:cNvSpPr txBox="1">
              <a:spLocks noChangeArrowheads="1"/>
            </p:cNvSpPr>
            <p:nvPr/>
          </p:nvSpPr>
          <p:spPr bwMode="auto">
            <a:xfrm>
              <a:off x="3986" y="2427"/>
              <a:ext cx="174" cy="23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O</a:t>
              </a:r>
            </a:p>
          </p:txBody>
        </p:sp>
        <p:sp>
          <p:nvSpPr>
            <p:cNvPr id="60" name="Line 19">
              <a:extLst>
                <a:ext uri="{FF2B5EF4-FFF2-40B4-BE49-F238E27FC236}">
                  <a16:creationId xmlns:a16="http://schemas.microsoft.com/office/drawing/2014/main" id="{DC8686FC-DFD7-4E06-9BC2-989B018BD04E}"/>
                </a:ext>
              </a:extLst>
            </p:cNvPr>
            <p:cNvSpPr>
              <a:spLocks noChangeShapeType="1"/>
            </p:cNvSpPr>
            <p:nvPr/>
          </p:nvSpPr>
          <p:spPr bwMode="auto">
            <a:xfrm flipV="1">
              <a:off x="4144" y="1968"/>
              <a:ext cx="0" cy="48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1" name="Line 20">
              <a:extLst>
                <a:ext uri="{FF2B5EF4-FFF2-40B4-BE49-F238E27FC236}">
                  <a16:creationId xmlns:a16="http://schemas.microsoft.com/office/drawing/2014/main" id="{D2E5176A-473E-4A5F-B614-1D2064A85978}"/>
                </a:ext>
              </a:extLst>
            </p:cNvPr>
            <p:cNvSpPr>
              <a:spLocks noChangeShapeType="1"/>
            </p:cNvSpPr>
            <p:nvPr/>
          </p:nvSpPr>
          <p:spPr bwMode="auto">
            <a:xfrm flipH="1" flipV="1">
              <a:off x="3918" y="2427"/>
              <a:ext cx="218" cy="1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62" name="AutoShape 24">
            <a:extLst>
              <a:ext uri="{FF2B5EF4-FFF2-40B4-BE49-F238E27FC236}">
                <a16:creationId xmlns:a16="http://schemas.microsoft.com/office/drawing/2014/main" id="{49F10544-A1FE-41FD-BFB1-285E16DF0D34}"/>
              </a:ext>
            </a:extLst>
          </p:cNvPr>
          <p:cNvSpPr>
            <a:spLocks noChangeArrowheads="1"/>
          </p:cNvSpPr>
          <p:nvPr/>
        </p:nvSpPr>
        <p:spPr bwMode="auto">
          <a:xfrm>
            <a:off x="7217611" y="3104819"/>
            <a:ext cx="935814" cy="710829"/>
          </a:xfrm>
          <a:prstGeom prst="wedgeRoundRectCallout">
            <a:avLst>
              <a:gd name="adj1" fmla="val -119463"/>
              <a:gd name="adj2" fmla="val 19187"/>
              <a:gd name="adj3" fmla="val 16667"/>
            </a:avLst>
          </a:prstGeom>
          <a:solidFill>
            <a:srgbClr val="92D050"/>
          </a:solidFill>
          <a:ln>
            <a:no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连续函数</a:t>
            </a:r>
          </a:p>
        </p:txBody>
      </p:sp>
      <p:sp>
        <p:nvSpPr>
          <p:cNvPr id="63" name="AutoShape 25">
            <a:extLst>
              <a:ext uri="{FF2B5EF4-FFF2-40B4-BE49-F238E27FC236}">
                <a16:creationId xmlns:a16="http://schemas.microsoft.com/office/drawing/2014/main" id="{E047F1D1-607B-4ACE-B398-373CFAFD53EF}"/>
              </a:ext>
            </a:extLst>
          </p:cNvPr>
          <p:cNvSpPr>
            <a:spLocks noChangeArrowheads="1"/>
          </p:cNvSpPr>
          <p:nvPr/>
        </p:nvSpPr>
        <p:spPr bwMode="auto">
          <a:xfrm>
            <a:off x="6991375" y="5064190"/>
            <a:ext cx="820441" cy="576263"/>
          </a:xfrm>
          <a:prstGeom prst="wedgeRoundRectCallout">
            <a:avLst>
              <a:gd name="adj1" fmla="val -138875"/>
              <a:gd name="adj2" fmla="val 9410"/>
              <a:gd name="adj3" fmla="val 16667"/>
            </a:avLst>
          </a:prstGeom>
          <a:solidFill>
            <a:srgbClr val="92D050"/>
          </a:solidFill>
          <a:ln>
            <a:no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跃变</a:t>
            </a:r>
          </a:p>
        </p:txBody>
      </p:sp>
      <p:cxnSp>
        <p:nvCxnSpPr>
          <p:cNvPr id="64" name="直接连接符 63">
            <a:extLst>
              <a:ext uri="{FF2B5EF4-FFF2-40B4-BE49-F238E27FC236}">
                <a16:creationId xmlns:a16="http://schemas.microsoft.com/office/drawing/2014/main" id="{7113CF8E-5EF8-48C5-9213-637655C062D7}"/>
              </a:ext>
            </a:extLst>
          </p:cNvPr>
          <p:cNvCxnSpPr/>
          <p:nvPr/>
        </p:nvCxnSpPr>
        <p:spPr bwMode="auto">
          <a:xfrm>
            <a:off x="2564020" y="2922070"/>
            <a:ext cx="0" cy="3669485"/>
          </a:xfrm>
          <a:prstGeom prst="line">
            <a:avLst/>
          </a:prstGeom>
          <a:solidFill>
            <a:schemeClr val="accent1"/>
          </a:solidFill>
          <a:ln w="19050" cap="flat" cmpd="sng" algn="ctr">
            <a:solidFill>
              <a:srgbClr val="0000C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47">
            <a:extLst>
              <a:ext uri="{FF2B5EF4-FFF2-40B4-BE49-F238E27FC236}">
                <a16:creationId xmlns:a16="http://schemas.microsoft.com/office/drawing/2014/main" id="{2317BD4D-DC37-486D-A7A4-891AADDBF3EC}"/>
              </a:ext>
            </a:extLst>
          </p:cNvPr>
          <p:cNvSpPr txBox="1">
            <a:spLocks noChangeArrowheads="1"/>
          </p:cNvSpPr>
          <p:nvPr/>
        </p:nvSpPr>
        <p:spPr bwMode="auto">
          <a:xfrm>
            <a:off x="140405" y="2404637"/>
            <a:ext cx="22476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用三要素法分析零输入响应，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266242">
                                            <p:txEl>
                                              <p:pRg st="0" end="0"/>
                                            </p:txEl>
                                          </p:spTgt>
                                        </p:tgtEl>
                                        <p:attrNameLst>
                                          <p:attrName>style.visibility</p:attrName>
                                        </p:attrNameLst>
                                      </p:cBhvr>
                                      <p:to>
                                        <p:strVal val="visible"/>
                                      </p:to>
                                    </p:set>
                                    <p:anim calcmode="lin" valueType="num">
                                      <p:cBhvr additive="base">
                                        <p:cTn id="7" dur="500" fill="hold"/>
                                        <p:tgtEl>
                                          <p:spTgt spid="2662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624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6251"/>
                                        </p:tgtEl>
                                        <p:attrNameLst>
                                          <p:attrName>style.visibility</p:attrName>
                                        </p:attrNameLst>
                                      </p:cBhvr>
                                      <p:to>
                                        <p:strVal val="visible"/>
                                      </p:to>
                                    </p:set>
                                    <p:anim calcmode="lin" valueType="num">
                                      <p:cBhvr additive="base">
                                        <p:cTn id="13" dur="500" fill="hold"/>
                                        <p:tgtEl>
                                          <p:spTgt spid="266251"/>
                                        </p:tgtEl>
                                        <p:attrNameLst>
                                          <p:attrName>ppt_x</p:attrName>
                                        </p:attrNameLst>
                                      </p:cBhvr>
                                      <p:tavLst>
                                        <p:tav tm="0">
                                          <p:val>
                                            <p:strVal val="0-#ppt_w/2"/>
                                          </p:val>
                                        </p:tav>
                                        <p:tav tm="100000">
                                          <p:val>
                                            <p:strVal val="#ppt_x"/>
                                          </p:val>
                                        </p:tav>
                                      </p:tavLst>
                                    </p:anim>
                                    <p:anim calcmode="lin" valueType="num">
                                      <p:cBhvr additive="base">
                                        <p:cTn id="14" dur="500" fill="hold"/>
                                        <p:tgtEl>
                                          <p:spTgt spid="2662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nodeType="clickEffect">
                                  <p:stCondLst>
                                    <p:cond delay="0"/>
                                  </p:stCondLst>
                                  <p:childTnLst>
                                    <p:set>
                                      <p:cBhvr>
                                        <p:cTn id="18" dur="1" fill="hold">
                                          <p:stCondLst>
                                            <p:cond delay="0"/>
                                          </p:stCondLst>
                                        </p:cTn>
                                        <p:tgtEl>
                                          <p:spTgt spid="266252"/>
                                        </p:tgtEl>
                                        <p:attrNameLst>
                                          <p:attrName>style.visibility</p:attrName>
                                        </p:attrNameLst>
                                      </p:cBhvr>
                                      <p:to>
                                        <p:strVal val="visible"/>
                                      </p:to>
                                    </p:set>
                                    <p:animEffect transition="in" filter="slide(fromLeft)">
                                      <p:cBhvr>
                                        <p:cTn id="19" dur="500"/>
                                        <p:tgtEl>
                                          <p:spTgt spid="266252"/>
                                        </p:tgtEl>
                                      </p:cBhvr>
                                    </p:animEffect>
                                  </p:childTnLst>
                                </p:cTn>
                              </p:par>
                            </p:childTnLst>
                          </p:cTn>
                        </p:par>
                        <p:par>
                          <p:cTn id="20" fill="hold" nodeType="afterGroup">
                            <p:stCondLst>
                              <p:cond delay="500"/>
                            </p:stCondLst>
                            <p:childTnLst>
                              <p:par>
                                <p:cTn id="21" presetID="22" presetClass="entr" presetSubtype="8" fill="hold" grpId="0" nodeType="afterEffect">
                                  <p:stCondLst>
                                    <p:cond delay="0"/>
                                  </p:stCondLst>
                                  <p:iterate type="lt">
                                    <p:tmPct val="100000"/>
                                  </p:iterate>
                                  <p:childTnLst>
                                    <p:set>
                                      <p:cBhvr>
                                        <p:cTn id="22" dur="1" fill="hold">
                                          <p:stCondLst>
                                            <p:cond delay="0"/>
                                          </p:stCondLst>
                                        </p:cTn>
                                        <p:tgtEl>
                                          <p:spTgt spid="266243"/>
                                        </p:tgtEl>
                                        <p:attrNameLst>
                                          <p:attrName>style.visibility</p:attrName>
                                        </p:attrNameLst>
                                      </p:cBhvr>
                                      <p:to>
                                        <p:strVal val="visible"/>
                                      </p:to>
                                    </p:set>
                                    <p:animEffect transition="in" filter="wipe(left)">
                                      <p:cBhvr>
                                        <p:cTn id="23" dur="100"/>
                                        <p:tgtEl>
                                          <p:spTgt spid="266243"/>
                                        </p:tgtEl>
                                      </p:cBhvr>
                                    </p:animEffect>
                                  </p:childTnLst>
                                </p:cTn>
                              </p:par>
                            </p:childTnLst>
                          </p:cTn>
                        </p:par>
                        <p:par>
                          <p:cTn id="24" fill="hold" nodeType="afterGroup">
                            <p:stCondLst>
                              <p:cond delay="3400"/>
                            </p:stCondLst>
                            <p:childTnLst>
                              <p:par>
                                <p:cTn id="25" presetID="3" presetClass="entr" presetSubtype="10" fill="hold" nodeType="afterEffect">
                                  <p:stCondLst>
                                    <p:cond delay="0"/>
                                  </p:stCondLst>
                                  <p:childTnLst>
                                    <p:set>
                                      <p:cBhvr>
                                        <p:cTn id="26" dur="1" fill="hold">
                                          <p:stCondLst>
                                            <p:cond delay="0"/>
                                          </p:stCondLst>
                                        </p:cTn>
                                        <p:tgtEl>
                                          <p:spTgt spid="266259"/>
                                        </p:tgtEl>
                                        <p:attrNameLst>
                                          <p:attrName>style.visibility</p:attrName>
                                        </p:attrNameLst>
                                      </p:cBhvr>
                                      <p:to>
                                        <p:strVal val="visible"/>
                                      </p:to>
                                    </p:set>
                                    <p:animEffect transition="in" filter="blinds(horizontal)">
                                      <p:cBhvr>
                                        <p:cTn id="27" dur="500"/>
                                        <p:tgtEl>
                                          <p:spTgt spid="2662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87"/>
                                        </p:tgtEl>
                                        <p:attrNameLst>
                                          <p:attrName>style.visibility</p:attrName>
                                        </p:attrNameLst>
                                      </p:cBhvr>
                                      <p:to>
                                        <p:strVal val="visible"/>
                                      </p:to>
                                    </p:set>
                                    <p:animEffect transition="in" filter="wipe(left)">
                                      <p:cBhvr>
                                        <p:cTn id="32" dur="2000"/>
                                        <p:tgtEl>
                                          <p:spTgt spid="266287"/>
                                        </p:tgtEl>
                                      </p:cBhvr>
                                    </p:animEffect>
                                  </p:childTnLst>
                                </p:cTn>
                              </p:par>
                              <p:par>
                                <p:cTn id="33" presetID="2" presetClass="entr" presetSubtype="4" fill="hold" nodeType="withEffect">
                                  <p:stCondLst>
                                    <p:cond delay="0"/>
                                  </p:stCondLst>
                                  <p:childTnLst>
                                    <p:set>
                                      <p:cBhvr>
                                        <p:cTn id="34" dur="1" fill="hold">
                                          <p:stCondLst>
                                            <p:cond delay="0"/>
                                          </p:stCondLst>
                                        </p:cTn>
                                        <p:tgtEl>
                                          <p:spTgt spid="266292"/>
                                        </p:tgtEl>
                                        <p:attrNameLst>
                                          <p:attrName>style.visibility</p:attrName>
                                        </p:attrNameLst>
                                      </p:cBhvr>
                                      <p:to>
                                        <p:strVal val="visible"/>
                                      </p:to>
                                    </p:set>
                                    <p:anim calcmode="lin" valueType="num">
                                      <p:cBhvr additive="base">
                                        <p:cTn id="35" dur="500" fill="hold"/>
                                        <p:tgtEl>
                                          <p:spTgt spid="266292"/>
                                        </p:tgtEl>
                                        <p:attrNameLst>
                                          <p:attrName>ppt_x</p:attrName>
                                        </p:attrNameLst>
                                      </p:cBhvr>
                                      <p:tavLst>
                                        <p:tav tm="0">
                                          <p:val>
                                            <p:strVal val="#ppt_x"/>
                                          </p:val>
                                        </p:tav>
                                        <p:tav tm="100000">
                                          <p:val>
                                            <p:strVal val="#ppt_x"/>
                                          </p:val>
                                        </p:tav>
                                      </p:tavLst>
                                    </p:anim>
                                    <p:anim calcmode="lin" valueType="num">
                                      <p:cBhvr additive="base">
                                        <p:cTn id="36" dur="500" fill="hold"/>
                                        <p:tgtEl>
                                          <p:spTgt spid="26629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5"/>
                                        </p:tgtEl>
                                        <p:attrNameLst>
                                          <p:attrName>style.visibility</p:attrName>
                                        </p:attrNameLst>
                                      </p:cBhvr>
                                      <p:to>
                                        <p:strVal val="visible"/>
                                      </p:to>
                                    </p:set>
                                    <p:animEffect transition="in" filter="wipe(left)">
                                      <p:cBhvr>
                                        <p:cTn id="41" dur="2000"/>
                                        <p:tgtEl>
                                          <p:spTgt spid="6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6628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6629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6629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wipe(down)">
                                      <p:cBhvr>
                                        <p:cTn id="58" dur="500"/>
                                        <p:tgtEl>
                                          <p:spTgt spid="64"/>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par>
                          <p:cTn id="63" fill="hold">
                            <p:stCondLst>
                              <p:cond delay="0"/>
                            </p:stCondLst>
                            <p:childTnLst>
                              <p:par>
                                <p:cTn id="64" presetID="18" presetClass="entr" presetSubtype="6" fill="hold" nodeType="after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strips(downRight)">
                                      <p:cBhvr>
                                        <p:cTn id="66" dur="20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8" presetClass="entr" presetSubtype="6"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strips(downRight)">
                                      <p:cBhvr>
                                        <p:cTn id="75" dur="2000"/>
                                        <p:tgtEl>
                                          <p:spTgt spid="4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1"/>
                                        </p:tgtEl>
                                        <p:attrNameLst>
                                          <p:attrName>style.visibility</p:attrName>
                                        </p:attrNameLst>
                                      </p:cBhvr>
                                      <p:to>
                                        <p:strVal val="visible"/>
                                      </p:to>
                                    </p:set>
                                  </p:childTnLst>
                                </p:cTn>
                              </p:par>
                            </p:childTnLst>
                          </p:cTn>
                        </p:par>
                        <p:par>
                          <p:cTn id="80" fill="hold">
                            <p:stCondLst>
                              <p:cond delay="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2000"/>
                                        <p:tgtEl>
                                          <p:spTgt spid="4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wipe(left)">
                                      <p:cBhvr>
                                        <p:cTn id="88" dur="3000"/>
                                        <p:tgtEl>
                                          <p:spTgt spid="43"/>
                                        </p:tgtEl>
                                      </p:cBhvr>
                                    </p:animEffect>
                                  </p:childTnLst>
                                </p:cTn>
                              </p:par>
                            </p:childTnLst>
                          </p:cTn>
                        </p:par>
                        <p:par>
                          <p:cTn id="89" fill="hold">
                            <p:stCondLst>
                              <p:cond delay="3000"/>
                            </p:stCondLst>
                            <p:childTnLst>
                              <p:par>
                                <p:cTn id="90" presetID="22" presetClass="entr" presetSubtype="8" fill="hold" nodeType="after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wipe(left)">
                                      <p:cBhvr>
                                        <p:cTn id="92" dur="2000"/>
                                        <p:tgtEl>
                                          <p:spTgt spid="52"/>
                                        </p:tgtEl>
                                      </p:cBhvr>
                                    </p:animEffect>
                                  </p:childTnLst>
                                </p:cTn>
                              </p:par>
                            </p:childTnLst>
                          </p:cTn>
                        </p:par>
                      </p:childTnLst>
                    </p:cTn>
                  </p:par>
                  <p:par>
                    <p:cTn id="93" fill="hold">
                      <p:stCondLst>
                        <p:cond delay="indefinite"/>
                      </p:stCondLst>
                      <p:childTnLst>
                        <p:par>
                          <p:cTn id="94" fill="hold">
                            <p:stCondLst>
                              <p:cond delay="0"/>
                            </p:stCondLst>
                            <p:childTnLst>
                              <p:par>
                                <p:cTn id="95" presetID="20" presetClass="entr" presetSubtype="0" fill="hold" grpId="0" nodeType="click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wedge">
                                      <p:cBhvr>
                                        <p:cTn id="97" dur="2000"/>
                                        <p:tgtEl>
                                          <p:spTgt spid="62"/>
                                        </p:tgtEl>
                                      </p:cBhvr>
                                    </p:animEffect>
                                  </p:childTnLst>
                                </p:cTn>
                              </p:par>
                            </p:childTnLst>
                          </p:cTn>
                        </p:par>
                      </p:childTnLst>
                    </p:cTn>
                  </p:par>
                  <p:par>
                    <p:cTn id="98" fill="hold">
                      <p:stCondLst>
                        <p:cond delay="indefinite"/>
                      </p:stCondLst>
                      <p:childTnLst>
                        <p:par>
                          <p:cTn id="99" fill="hold">
                            <p:stCondLst>
                              <p:cond delay="0"/>
                            </p:stCondLst>
                            <p:childTnLst>
                              <p:par>
                                <p:cTn id="100" presetID="20" presetClass="entr" presetSubtype="0" fill="hold" grpId="0" nodeType="click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edge">
                                      <p:cBhvr>
                                        <p:cTn id="102" dur="2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build="p" autoUpdateAnimBg="0" advAuto="0"/>
      <p:bldP spid="266243" grpId="0" autoUpdateAnimBg="0"/>
      <p:bldP spid="266251" grpId="0" animBg="1"/>
      <p:bldP spid="266287" grpId="0" autoUpdateAnimBg="0"/>
      <p:bldP spid="37" grpId="0"/>
      <p:bldP spid="39" grpId="0"/>
      <p:bldP spid="41" grpId="0"/>
      <p:bldP spid="62" grpId="0" animBg="1"/>
      <p:bldP spid="63" grpId="0" animBg="1"/>
      <p:bldP spid="6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5" name="Text Box 9">
            <a:extLst>
              <a:ext uri="{FF2B5EF4-FFF2-40B4-BE49-F238E27FC236}">
                <a16:creationId xmlns:a16="http://schemas.microsoft.com/office/drawing/2014/main" id="{8E8D3410-2BE9-4A12-87A7-77F49C6D7F63}"/>
              </a:ext>
            </a:extLst>
          </p:cNvPr>
          <p:cNvSpPr txBox="1">
            <a:spLocks noChangeArrowheads="1"/>
          </p:cNvSpPr>
          <p:nvPr/>
        </p:nvSpPr>
        <p:spPr bwMode="auto">
          <a:xfrm>
            <a:off x="179387" y="114598"/>
            <a:ext cx="1296988" cy="461665"/>
          </a:xfrm>
          <a:prstGeom prst="rect">
            <a:avLst/>
          </a:prstGeom>
          <a:solidFill>
            <a:schemeClr val="tx1"/>
          </a:soli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例</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3-1</a:t>
            </a:r>
          </a:p>
        </p:txBody>
      </p:sp>
      <p:sp>
        <p:nvSpPr>
          <p:cNvPr id="280586" name="Text Box 10">
            <a:extLst>
              <a:ext uri="{FF2B5EF4-FFF2-40B4-BE49-F238E27FC236}">
                <a16:creationId xmlns:a16="http://schemas.microsoft.com/office/drawing/2014/main" id="{A6A3F03C-7164-418A-8183-135F6B6A61F4}"/>
              </a:ext>
            </a:extLst>
          </p:cNvPr>
          <p:cNvSpPr txBox="1">
            <a:spLocks noChangeArrowheads="1"/>
          </p:cNvSpPr>
          <p:nvPr/>
        </p:nvSpPr>
        <p:spPr bwMode="auto">
          <a:xfrm>
            <a:off x="1476375" y="101253"/>
            <a:ext cx="4968875"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打开开关</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0588" name="Text Box 12">
            <a:extLst>
              <a:ext uri="{FF2B5EF4-FFF2-40B4-BE49-F238E27FC236}">
                <a16:creationId xmlns:a16="http://schemas.microsoft.com/office/drawing/2014/main" id="{080B1082-4FC6-4EA3-85C4-E192A4222BA6}"/>
              </a:ext>
            </a:extLst>
          </p:cNvPr>
          <p:cNvSpPr txBox="1">
            <a:spLocks noChangeArrowheads="1"/>
          </p:cNvSpPr>
          <p:nvPr/>
        </p:nvSpPr>
        <p:spPr bwMode="auto">
          <a:xfrm>
            <a:off x="4777606" y="113197"/>
            <a:ext cx="3816350" cy="461665"/>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。电压表量程为</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50V</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280591" name="Text Box 15">
            <a:extLst>
              <a:ext uri="{FF2B5EF4-FFF2-40B4-BE49-F238E27FC236}">
                <a16:creationId xmlns:a16="http://schemas.microsoft.com/office/drawing/2014/main" id="{4788959F-8A40-4B04-B565-DE878471B054}"/>
              </a:ext>
            </a:extLst>
          </p:cNvPr>
          <p:cNvSpPr txBox="1">
            <a:spLocks noChangeArrowheads="1"/>
          </p:cNvSpPr>
          <p:nvPr/>
        </p:nvSpPr>
        <p:spPr bwMode="auto">
          <a:xfrm>
            <a:off x="107504" y="3972144"/>
            <a:ext cx="1296987" cy="463846"/>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5C001F"/>
                  </a:outerShdw>
                </a:effectLst>
              </a14:hiddenEffects>
            </a:ext>
          </a:extLst>
        </p:spPr>
        <p:txBody>
          <a:bodyPr lIns="90000" tIns="46800" rIns="90000" bIns="46800"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80601" name="Group 25">
            <a:extLst>
              <a:ext uri="{FF2B5EF4-FFF2-40B4-BE49-F238E27FC236}">
                <a16:creationId xmlns:a16="http://schemas.microsoft.com/office/drawing/2014/main" id="{8A85AB53-57B0-4516-BB20-62D034574A71}"/>
              </a:ext>
            </a:extLst>
          </p:cNvPr>
          <p:cNvGrpSpPr>
            <a:grpSpLocks/>
          </p:cNvGrpSpPr>
          <p:nvPr/>
        </p:nvGrpSpPr>
        <p:grpSpPr bwMode="auto">
          <a:xfrm>
            <a:off x="394495" y="781049"/>
            <a:ext cx="3362325" cy="2187575"/>
            <a:chOff x="363" y="772"/>
            <a:chExt cx="2118" cy="1378"/>
          </a:xfrm>
        </p:grpSpPr>
        <p:sp>
          <p:nvSpPr>
            <p:cNvPr id="7199" name="Line 26">
              <a:extLst>
                <a:ext uri="{FF2B5EF4-FFF2-40B4-BE49-F238E27FC236}">
                  <a16:creationId xmlns:a16="http://schemas.microsoft.com/office/drawing/2014/main" id="{3050305D-470A-45B6-94BC-87E59A2B5B7A}"/>
                </a:ext>
              </a:extLst>
            </p:cNvPr>
            <p:cNvSpPr>
              <a:spLocks noChangeShapeType="1"/>
            </p:cNvSpPr>
            <p:nvPr/>
          </p:nvSpPr>
          <p:spPr bwMode="auto">
            <a:xfrm flipH="1">
              <a:off x="1300" y="1090"/>
              <a:ext cx="1104"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00" name="Oval 27">
              <a:extLst>
                <a:ext uri="{FF2B5EF4-FFF2-40B4-BE49-F238E27FC236}">
                  <a16:creationId xmlns:a16="http://schemas.microsoft.com/office/drawing/2014/main" id="{79E9BE03-70A7-4FF3-A0A0-45626BE8916E}"/>
                </a:ext>
              </a:extLst>
            </p:cNvPr>
            <p:cNvSpPr>
              <a:spLocks noChangeArrowheads="1"/>
            </p:cNvSpPr>
            <p:nvPr/>
          </p:nvSpPr>
          <p:spPr bwMode="auto">
            <a:xfrm>
              <a:off x="363" y="1453"/>
              <a:ext cx="362" cy="362"/>
            </a:xfrm>
            <a:prstGeom prst="ellipse">
              <a:avLst/>
            </a:prstGeom>
            <a:solidFill>
              <a:schemeClr val="tx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01" name="Line 28">
              <a:extLst>
                <a:ext uri="{FF2B5EF4-FFF2-40B4-BE49-F238E27FC236}">
                  <a16:creationId xmlns:a16="http://schemas.microsoft.com/office/drawing/2014/main" id="{8C6D9DF2-C271-41FF-8D6E-7B3327137E9F}"/>
                </a:ext>
              </a:extLst>
            </p:cNvPr>
            <p:cNvSpPr>
              <a:spLocks noChangeShapeType="1"/>
            </p:cNvSpPr>
            <p:nvPr/>
          </p:nvSpPr>
          <p:spPr bwMode="auto">
            <a:xfrm>
              <a:off x="2064" y="1087"/>
              <a:ext cx="318"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02" name="Text Box 29">
              <a:extLst>
                <a:ext uri="{FF2B5EF4-FFF2-40B4-BE49-F238E27FC236}">
                  <a16:creationId xmlns:a16="http://schemas.microsoft.com/office/drawing/2014/main" id="{382D1EC0-EE19-439B-8D90-04C3722C6BF9}"/>
                </a:ext>
              </a:extLst>
            </p:cNvPr>
            <p:cNvSpPr txBox="1">
              <a:spLocks noChangeArrowheads="1"/>
            </p:cNvSpPr>
            <p:nvPr/>
          </p:nvSpPr>
          <p:spPr bwMode="auto">
            <a:xfrm>
              <a:off x="2125" y="1063"/>
              <a:ext cx="249"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03" name="Text Box 30">
              <a:extLst>
                <a:ext uri="{FF2B5EF4-FFF2-40B4-BE49-F238E27FC236}">
                  <a16:creationId xmlns:a16="http://schemas.microsoft.com/office/drawing/2014/main" id="{2CCCC214-A770-4645-B456-B29E28598CE3}"/>
                </a:ext>
              </a:extLst>
            </p:cNvPr>
            <p:cNvSpPr txBox="1">
              <a:spLocks noChangeArrowheads="1"/>
            </p:cNvSpPr>
            <p:nvPr/>
          </p:nvSpPr>
          <p:spPr bwMode="auto">
            <a:xfrm>
              <a:off x="423" y="772"/>
              <a:ext cx="61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7204" name="Text Box 31">
              <a:extLst>
                <a:ext uri="{FF2B5EF4-FFF2-40B4-BE49-F238E27FC236}">
                  <a16:creationId xmlns:a16="http://schemas.microsoft.com/office/drawing/2014/main" id="{A096D587-D82D-4AE2-BA7A-DBB8A720D87C}"/>
                </a:ext>
              </a:extLst>
            </p:cNvPr>
            <p:cNvSpPr txBox="1">
              <a:spLocks noChangeArrowheads="1"/>
            </p:cNvSpPr>
            <p:nvPr/>
          </p:nvSpPr>
          <p:spPr bwMode="auto">
            <a:xfrm>
              <a:off x="612" y="1135"/>
              <a:ext cx="25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205" name="Text Box 32">
              <a:extLst>
                <a:ext uri="{FF2B5EF4-FFF2-40B4-BE49-F238E27FC236}">
                  <a16:creationId xmlns:a16="http://schemas.microsoft.com/office/drawing/2014/main" id="{E627AC87-2808-433F-B116-055224B111B6}"/>
                </a:ext>
              </a:extLst>
            </p:cNvPr>
            <p:cNvSpPr txBox="1">
              <a:spLocks noChangeArrowheads="1"/>
            </p:cNvSpPr>
            <p:nvPr/>
          </p:nvSpPr>
          <p:spPr bwMode="auto">
            <a:xfrm>
              <a:off x="567" y="1770"/>
              <a:ext cx="24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206" name="Text Box 33">
              <a:extLst>
                <a:ext uri="{FF2B5EF4-FFF2-40B4-BE49-F238E27FC236}">
                  <a16:creationId xmlns:a16="http://schemas.microsoft.com/office/drawing/2014/main" id="{7AFE8176-D15B-492D-8D39-620D3FF23BAF}"/>
                </a:ext>
              </a:extLst>
            </p:cNvPr>
            <p:cNvSpPr txBox="1">
              <a:spLocks noChangeArrowheads="1"/>
            </p:cNvSpPr>
            <p:nvPr/>
          </p:nvSpPr>
          <p:spPr bwMode="auto">
            <a:xfrm>
              <a:off x="1020" y="1271"/>
              <a:ext cx="37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p>
          </p:txBody>
        </p:sp>
        <p:sp>
          <p:nvSpPr>
            <p:cNvPr id="7207" name="Text Box 34">
              <a:extLst>
                <a:ext uri="{FF2B5EF4-FFF2-40B4-BE49-F238E27FC236}">
                  <a16:creationId xmlns:a16="http://schemas.microsoft.com/office/drawing/2014/main" id="{A2566000-2C90-44BE-85D1-688DD2C91468}"/>
                </a:ext>
              </a:extLst>
            </p:cNvPr>
            <p:cNvSpPr txBox="1">
              <a:spLocks noChangeArrowheads="1"/>
            </p:cNvSpPr>
            <p:nvPr/>
          </p:nvSpPr>
          <p:spPr bwMode="auto">
            <a:xfrm>
              <a:off x="2017" y="1435"/>
              <a:ext cx="36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4H</a:t>
              </a:r>
            </a:p>
          </p:txBody>
        </p:sp>
        <p:sp>
          <p:nvSpPr>
            <p:cNvPr id="7208" name="Text Box 35">
              <a:extLst>
                <a:ext uri="{FF2B5EF4-FFF2-40B4-BE49-F238E27FC236}">
                  <a16:creationId xmlns:a16="http://schemas.microsoft.com/office/drawing/2014/main" id="{3E6AACA4-5AF9-4A33-9885-80D62553B748}"/>
                </a:ext>
              </a:extLst>
            </p:cNvPr>
            <p:cNvSpPr txBox="1">
              <a:spLocks noChangeArrowheads="1"/>
            </p:cNvSpPr>
            <p:nvPr/>
          </p:nvSpPr>
          <p:spPr bwMode="auto">
            <a:xfrm>
              <a:off x="1625" y="772"/>
              <a:ext cx="699"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09" name="Line 36">
              <a:extLst>
                <a:ext uri="{FF2B5EF4-FFF2-40B4-BE49-F238E27FC236}">
                  <a16:creationId xmlns:a16="http://schemas.microsoft.com/office/drawing/2014/main" id="{A83F8048-57DC-4D1D-850F-A248174DFC65}"/>
                </a:ext>
              </a:extLst>
            </p:cNvPr>
            <p:cNvSpPr>
              <a:spLocks noChangeShapeType="1"/>
            </p:cNvSpPr>
            <p:nvPr/>
          </p:nvSpPr>
          <p:spPr bwMode="auto">
            <a:xfrm flipH="1">
              <a:off x="544" y="1090"/>
              <a:ext cx="53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0" name="Line 37">
              <a:extLst>
                <a:ext uri="{FF2B5EF4-FFF2-40B4-BE49-F238E27FC236}">
                  <a16:creationId xmlns:a16="http://schemas.microsoft.com/office/drawing/2014/main" id="{826F8CF8-483C-4B8D-95C1-FA4ADC9E9D4B}"/>
                </a:ext>
              </a:extLst>
            </p:cNvPr>
            <p:cNvSpPr>
              <a:spLocks noChangeShapeType="1"/>
            </p:cNvSpPr>
            <p:nvPr/>
          </p:nvSpPr>
          <p:spPr bwMode="auto">
            <a:xfrm>
              <a:off x="544" y="2134"/>
              <a:ext cx="187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1" name="Line 38">
              <a:extLst>
                <a:ext uri="{FF2B5EF4-FFF2-40B4-BE49-F238E27FC236}">
                  <a16:creationId xmlns:a16="http://schemas.microsoft.com/office/drawing/2014/main" id="{545B9C78-9FC3-4E63-AB08-350CE4336DF0}"/>
                </a:ext>
              </a:extLst>
            </p:cNvPr>
            <p:cNvSpPr>
              <a:spLocks noChangeShapeType="1"/>
            </p:cNvSpPr>
            <p:nvPr/>
          </p:nvSpPr>
          <p:spPr bwMode="auto">
            <a:xfrm flipV="1">
              <a:off x="2406" y="1787"/>
              <a:ext cx="0" cy="3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2" name="Line 39">
              <a:extLst>
                <a:ext uri="{FF2B5EF4-FFF2-40B4-BE49-F238E27FC236}">
                  <a16:creationId xmlns:a16="http://schemas.microsoft.com/office/drawing/2014/main" id="{27DC4C0E-67A2-455C-9CF6-C68602B012DB}"/>
                </a:ext>
              </a:extLst>
            </p:cNvPr>
            <p:cNvSpPr>
              <a:spLocks noChangeShapeType="1"/>
            </p:cNvSpPr>
            <p:nvPr/>
          </p:nvSpPr>
          <p:spPr bwMode="auto">
            <a:xfrm>
              <a:off x="2404" y="1090"/>
              <a:ext cx="0" cy="34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3" name="Line 40">
              <a:extLst>
                <a:ext uri="{FF2B5EF4-FFF2-40B4-BE49-F238E27FC236}">
                  <a16:creationId xmlns:a16="http://schemas.microsoft.com/office/drawing/2014/main" id="{02D60390-241C-418B-B693-E51D12CC1CC8}"/>
                </a:ext>
              </a:extLst>
            </p:cNvPr>
            <p:cNvSpPr>
              <a:spLocks noChangeShapeType="1"/>
            </p:cNvSpPr>
            <p:nvPr/>
          </p:nvSpPr>
          <p:spPr bwMode="auto">
            <a:xfrm flipV="1">
              <a:off x="544" y="1090"/>
              <a:ext cx="0" cy="104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4" name="Line 41">
              <a:extLst>
                <a:ext uri="{FF2B5EF4-FFF2-40B4-BE49-F238E27FC236}">
                  <a16:creationId xmlns:a16="http://schemas.microsoft.com/office/drawing/2014/main" id="{AC321234-B0F3-4734-9314-29B6027ADE9C}"/>
                </a:ext>
              </a:extLst>
            </p:cNvPr>
            <p:cNvSpPr>
              <a:spLocks noChangeShapeType="1"/>
            </p:cNvSpPr>
            <p:nvPr/>
          </p:nvSpPr>
          <p:spPr bwMode="auto">
            <a:xfrm>
              <a:off x="1496" y="1090"/>
              <a:ext cx="0" cy="1044"/>
            </a:xfrm>
            <a:prstGeom prst="line">
              <a:avLst/>
            </a:prstGeom>
            <a:noFill/>
            <a:ln w="28575">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7215" name="Group 42">
              <a:extLst>
                <a:ext uri="{FF2B5EF4-FFF2-40B4-BE49-F238E27FC236}">
                  <a16:creationId xmlns:a16="http://schemas.microsoft.com/office/drawing/2014/main" id="{D050CD81-C126-4FBB-8BE6-52956F324771}"/>
                </a:ext>
              </a:extLst>
            </p:cNvPr>
            <p:cNvGrpSpPr>
              <a:grpSpLocks/>
            </p:cNvGrpSpPr>
            <p:nvPr/>
          </p:nvGrpSpPr>
          <p:grpSpPr bwMode="auto">
            <a:xfrm>
              <a:off x="1315" y="1408"/>
              <a:ext cx="363" cy="303"/>
              <a:chOff x="2160" y="2400"/>
              <a:chExt cx="255" cy="240"/>
            </a:xfrm>
          </p:grpSpPr>
          <p:sp>
            <p:nvSpPr>
              <p:cNvPr id="7226" name="Oval 43" descr="花束">
                <a:extLst>
                  <a:ext uri="{FF2B5EF4-FFF2-40B4-BE49-F238E27FC236}">
                    <a16:creationId xmlns:a16="http://schemas.microsoft.com/office/drawing/2014/main" id="{E6AFF19F-9CD2-4CE8-9F7D-8722CF6B62C2}"/>
                  </a:ext>
                </a:extLst>
              </p:cNvPr>
              <p:cNvSpPr>
                <a:spLocks noChangeArrowheads="1"/>
              </p:cNvSpPr>
              <p:nvPr/>
            </p:nvSpPr>
            <p:spPr bwMode="auto">
              <a:xfrm>
                <a:off x="2160" y="2400"/>
                <a:ext cx="240" cy="240"/>
              </a:xfrm>
              <a:prstGeom prst="ellipse">
                <a:avLst/>
              </a:prstGeom>
              <a:blipFill dpi="0" rotWithShape="1">
                <a:blip r:embed="rId3"/>
                <a:srcRect/>
                <a:tile tx="0" ty="0" sx="100000" sy="100000" flip="none" algn="tl"/>
              </a:blip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27" name="Text Box 44">
                <a:extLst>
                  <a:ext uri="{FF2B5EF4-FFF2-40B4-BE49-F238E27FC236}">
                    <a16:creationId xmlns:a16="http://schemas.microsoft.com/office/drawing/2014/main" id="{E91E9594-D09C-4A13-8051-D6F9883DDE2B}"/>
                  </a:ext>
                </a:extLst>
              </p:cNvPr>
              <p:cNvSpPr txBox="1">
                <a:spLocks noChangeArrowheads="1"/>
              </p:cNvSpPr>
              <p:nvPr/>
            </p:nvSpPr>
            <p:spPr bwMode="auto">
              <a:xfrm>
                <a:off x="2160" y="2404"/>
                <a:ext cx="255" cy="23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p>
            </p:txBody>
          </p:sp>
        </p:grpSp>
        <p:sp>
          <p:nvSpPr>
            <p:cNvPr id="7216" name="Text Box 45">
              <a:extLst>
                <a:ext uri="{FF2B5EF4-FFF2-40B4-BE49-F238E27FC236}">
                  <a16:creationId xmlns:a16="http://schemas.microsoft.com/office/drawing/2014/main" id="{048FA37E-B857-428F-913E-B83DBAD2C0A0}"/>
                </a:ext>
              </a:extLst>
            </p:cNvPr>
            <p:cNvSpPr txBox="1">
              <a:spLocks noChangeArrowheads="1"/>
            </p:cNvSpPr>
            <p:nvPr/>
          </p:nvSpPr>
          <p:spPr bwMode="auto">
            <a:xfrm>
              <a:off x="1561" y="1482"/>
              <a:ext cx="568" cy="52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10k</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17" name="Text Box 46">
              <a:extLst>
                <a:ext uri="{FF2B5EF4-FFF2-40B4-BE49-F238E27FC236}">
                  <a16:creationId xmlns:a16="http://schemas.microsoft.com/office/drawing/2014/main" id="{E8D08FE3-5A2C-4B19-8D0E-189AC6D46D44}"/>
                </a:ext>
              </a:extLst>
            </p:cNvPr>
            <p:cNvSpPr txBox="1">
              <a:spLocks noChangeArrowheads="1"/>
            </p:cNvSpPr>
            <p:nvPr/>
          </p:nvSpPr>
          <p:spPr bwMode="auto">
            <a:xfrm>
              <a:off x="683" y="1499"/>
              <a:ext cx="451" cy="291"/>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10V</a:t>
              </a:r>
            </a:p>
          </p:txBody>
        </p:sp>
        <p:sp>
          <p:nvSpPr>
            <p:cNvPr id="7218" name="Line 47">
              <a:extLst>
                <a:ext uri="{FF2B5EF4-FFF2-40B4-BE49-F238E27FC236}">
                  <a16:creationId xmlns:a16="http://schemas.microsoft.com/office/drawing/2014/main" id="{3C0FFC66-82D0-4EDD-BF79-4F62BF9BEB25}"/>
                </a:ext>
              </a:extLst>
            </p:cNvPr>
            <p:cNvSpPr>
              <a:spLocks noChangeShapeType="1"/>
            </p:cNvSpPr>
            <p:nvPr/>
          </p:nvSpPr>
          <p:spPr bwMode="auto">
            <a:xfrm flipV="1">
              <a:off x="1066" y="1097"/>
              <a:ext cx="247" cy="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19" name="Line 48">
              <a:extLst>
                <a:ext uri="{FF2B5EF4-FFF2-40B4-BE49-F238E27FC236}">
                  <a16:creationId xmlns:a16="http://schemas.microsoft.com/office/drawing/2014/main" id="{6A64D249-0387-4B05-A578-ADBBD4BB0DA9}"/>
                </a:ext>
              </a:extLst>
            </p:cNvPr>
            <p:cNvSpPr>
              <a:spLocks noChangeShapeType="1"/>
            </p:cNvSpPr>
            <p:nvPr/>
          </p:nvSpPr>
          <p:spPr bwMode="auto">
            <a:xfrm flipH="1" flipV="1">
              <a:off x="1111" y="981"/>
              <a:ext cx="91" cy="272"/>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20" name="Rectangle 49">
              <a:extLst>
                <a:ext uri="{FF2B5EF4-FFF2-40B4-BE49-F238E27FC236}">
                  <a16:creationId xmlns:a16="http://schemas.microsoft.com/office/drawing/2014/main" id="{EE67301D-1176-4DC2-9134-5387A48208CA}"/>
                </a:ext>
              </a:extLst>
            </p:cNvPr>
            <p:cNvSpPr>
              <a:spLocks noChangeArrowheads="1"/>
            </p:cNvSpPr>
            <p:nvPr/>
          </p:nvSpPr>
          <p:spPr bwMode="auto">
            <a:xfrm>
              <a:off x="1814" y="1035"/>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7221" name="Group 50">
              <a:extLst>
                <a:ext uri="{FF2B5EF4-FFF2-40B4-BE49-F238E27FC236}">
                  <a16:creationId xmlns:a16="http://schemas.microsoft.com/office/drawing/2014/main" id="{7B431ACC-5E00-4043-BAE6-F879226FD019}"/>
                </a:ext>
              </a:extLst>
            </p:cNvPr>
            <p:cNvGrpSpPr>
              <a:grpSpLocks/>
            </p:cNvGrpSpPr>
            <p:nvPr/>
          </p:nvGrpSpPr>
          <p:grpSpPr bwMode="auto">
            <a:xfrm rot="10800000">
              <a:off x="2391" y="1434"/>
              <a:ext cx="90" cy="363"/>
              <a:chOff x="1565" y="2614"/>
              <a:chExt cx="90" cy="486"/>
            </a:xfrm>
          </p:grpSpPr>
          <p:sp>
            <p:nvSpPr>
              <p:cNvPr id="7222" name="Arc 51">
                <a:extLst>
                  <a:ext uri="{FF2B5EF4-FFF2-40B4-BE49-F238E27FC236}">
                    <a16:creationId xmlns:a16="http://schemas.microsoft.com/office/drawing/2014/main" id="{516B4A13-F6F5-40ED-A174-FCE4426E7631}"/>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23" name="Arc 52">
                <a:extLst>
                  <a:ext uri="{FF2B5EF4-FFF2-40B4-BE49-F238E27FC236}">
                    <a16:creationId xmlns:a16="http://schemas.microsoft.com/office/drawing/2014/main" id="{B0E173BF-0C7B-4444-A39B-E4680ED8250A}"/>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24" name="Arc 53">
                <a:extLst>
                  <a:ext uri="{FF2B5EF4-FFF2-40B4-BE49-F238E27FC236}">
                    <a16:creationId xmlns:a16="http://schemas.microsoft.com/office/drawing/2014/main" id="{8B8F5E4E-27AA-4415-AADA-912E5B0758F6}"/>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25" name="Arc 54">
                <a:extLst>
                  <a:ext uri="{FF2B5EF4-FFF2-40B4-BE49-F238E27FC236}">
                    <a16:creationId xmlns:a16="http://schemas.microsoft.com/office/drawing/2014/main" id="{847F9D52-85A9-4DE7-AF0F-E2551AE0E456}"/>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280658" name="Rectangle 82">
            <a:extLst>
              <a:ext uri="{FF2B5EF4-FFF2-40B4-BE49-F238E27FC236}">
                <a16:creationId xmlns:a16="http://schemas.microsoft.com/office/drawing/2014/main" id="{01DD4B0A-86A0-4E69-BB7D-EB0460FDF790}"/>
              </a:ext>
            </a:extLst>
          </p:cNvPr>
          <p:cNvSpPr>
            <a:spLocks noChangeArrowheads="1"/>
          </p:cNvSpPr>
          <p:nvPr/>
        </p:nvSpPr>
        <p:spPr bwMode="auto">
          <a:xfrm>
            <a:off x="660073" y="3158083"/>
            <a:ext cx="79930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分析：</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打开开关</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，电路为求</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串联的一阶动态电路零输入响应。如图所示。</a:t>
            </a:r>
          </a:p>
        </p:txBody>
      </p:sp>
      <p:grpSp>
        <p:nvGrpSpPr>
          <p:cNvPr id="280693" name="Group 117">
            <a:extLst>
              <a:ext uri="{FF2B5EF4-FFF2-40B4-BE49-F238E27FC236}">
                <a16:creationId xmlns:a16="http://schemas.microsoft.com/office/drawing/2014/main" id="{97155DB8-DE97-428B-9195-24C6ACD3394A}"/>
              </a:ext>
            </a:extLst>
          </p:cNvPr>
          <p:cNvGrpSpPr>
            <a:grpSpLocks/>
          </p:cNvGrpSpPr>
          <p:nvPr/>
        </p:nvGrpSpPr>
        <p:grpSpPr bwMode="auto">
          <a:xfrm>
            <a:off x="5867400" y="692696"/>
            <a:ext cx="3217863" cy="2260600"/>
            <a:chOff x="3696" y="681"/>
            <a:chExt cx="2027" cy="1424"/>
          </a:xfrm>
        </p:grpSpPr>
        <p:sp>
          <p:nvSpPr>
            <p:cNvPr id="7179" name="Line 84">
              <a:extLst>
                <a:ext uri="{FF2B5EF4-FFF2-40B4-BE49-F238E27FC236}">
                  <a16:creationId xmlns:a16="http://schemas.microsoft.com/office/drawing/2014/main" id="{46EF86FB-6AAC-45D8-9AAB-0445E129CE96}"/>
                </a:ext>
              </a:extLst>
            </p:cNvPr>
            <p:cNvSpPr>
              <a:spLocks noChangeShapeType="1"/>
            </p:cNvSpPr>
            <p:nvPr/>
          </p:nvSpPr>
          <p:spPr bwMode="auto">
            <a:xfrm flipH="1">
              <a:off x="4195" y="1045"/>
              <a:ext cx="889"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0" name="Line 86">
              <a:extLst>
                <a:ext uri="{FF2B5EF4-FFF2-40B4-BE49-F238E27FC236}">
                  <a16:creationId xmlns:a16="http://schemas.microsoft.com/office/drawing/2014/main" id="{248662A4-FD6C-449C-BFA2-EC1C2DE75A8A}"/>
                </a:ext>
              </a:extLst>
            </p:cNvPr>
            <p:cNvSpPr>
              <a:spLocks noChangeShapeType="1"/>
            </p:cNvSpPr>
            <p:nvPr/>
          </p:nvSpPr>
          <p:spPr bwMode="auto">
            <a:xfrm>
              <a:off x="4744" y="1042"/>
              <a:ext cx="318"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1" name="Text Box 87">
              <a:extLst>
                <a:ext uri="{FF2B5EF4-FFF2-40B4-BE49-F238E27FC236}">
                  <a16:creationId xmlns:a16="http://schemas.microsoft.com/office/drawing/2014/main" id="{A392548A-8B9A-4C79-B921-FE4EE5DB7F89}"/>
                </a:ext>
              </a:extLst>
            </p:cNvPr>
            <p:cNvSpPr txBox="1">
              <a:spLocks noChangeArrowheads="1"/>
            </p:cNvSpPr>
            <p:nvPr/>
          </p:nvSpPr>
          <p:spPr bwMode="auto">
            <a:xfrm>
              <a:off x="4805" y="1018"/>
              <a:ext cx="249"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82" name="Text Box 91">
              <a:extLst>
                <a:ext uri="{FF2B5EF4-FFF2-40B4-BE49-F238E27FC236}">
                  <a16:creationId xmlns:a16="http://schemas.microsoft.com/office/drawing/2014/main" id="{321C0673-FFA3-490A-9661-CB7B8513E144}"/>
                </a:ext>
              </a:extLst>
            </p:cNvPr>
            <p:cNvSpPr txBox="1">
              <a:spLocks noChangeArrowheads="1"/>
            </p:cNvSpPr>
            <p:nvPr/>
          </p:nvSpPr>
          <p:spPr bwMode="auto">
            <a:xfrm>
              <a:off x="3696" y="1362"/>
              <a:ext cx="37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p>
          </p:txBody>
        </p:sp>
        <p:sp>
          <p:nvSpPr>
            <p:cNvPr id="7183" name="Text Box 92">
              <a:extLst>
                <a:ext uri="{FF2B5EF4-FFF2-40B4-BE49-F238E27FC236}">
                  <a16:creationId xmlns:a16="http://schemas.microsoft.com/office/drawing/2014/main" id="{2C5755D7-B92A-48AE-9659-90EF179B7037}"/>
                </a:ext>
              </a:extLst>
            </p:cNvPr>
            <p:cNvSpPr txBox="1">
              <a:spLocks noChangeArrowheads="1"/>
            </p:cNvSpPr>
            <p:nvPr/>
          </p:nvSpPr>
          <p:spPr bwMode="auto">
            <a:xfrm>
              <a:off x="5131" y="1408"/>
              <a:ext cx="592"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=4H</a:t>
              </a:r>
            </a:p>
          </p:txBody>
        </p:sp>
        <p:sp>
          <p:nvSpPr>
            <p:cNvPr id="7184" name="Text Box 93">
              <a:extLst>
                <a:ext uri="{FF2B5EF4-FFF2-40B4-BE49-F238E27FC236}">
                  <a16:creationId xmlns:a16="http://schemas.microsoft.com/office/drawing/2014/main" id="{2142FBAA-E131-4E97-9BC7-D3FCD56EC330}"/>
                </a:ext>
              </a:extLst>
            </p:cNvPr>
            <p:cNvSpPr txBox="1">
              <a:spLocks noChangeArrowheads="1"/>
            </p:cNvSpPr>
            <p:nvPr/>
          </p:nvSpPr>
          <p:spPr bwMode="auto">
            <a:xfrm>
              <a:off x="4305" y="681"/>
              <a:ext cx="699"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85" name="Line 95">
              <a:extLst>
                <a:ext uri="{FF2B5EF4-FFF2-40B4-BE49-F238E27FC236}">
                  <a16:creationId xmlns:a16="http://schemas.microsoft.com/office/drawing/2014/main" id="{34403BB6-70A3-4789-97D1-D0A2D6448EED}"/>
                </a:ext>
              </a:extLst>
            </p:cNvPr>
            <p:cNvSpPr>
              <a:spLocks noChangeShapeType="1"/>
            </p:cNvSpPr>
            <p:nvPr/>
          </p:nvSpPr>
          <p:spPr bwMode="auto">
            <a:xfrm>
              <a:off x="4195" y="2089"/>
              <a:ext cx="905"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6" name="Line 96">
              <a:extLst>
                <a:ext uri="{FF2B5EF4-FFF2-40B4-BE49-F238E27FC236}">
                  <a16:creationId xmlns:a16="http://schemas.microsoft.com/office/drawing/2014/main" id="{43F9F5B8-8B42-4168-B450-8D283F4F1864}"/>
                </a:ext>
              </a:extLst>
            </p:cNvPr>
            <p:cNvSpPr>
              <a:spLocks noChangeShapeType="1"/>
            </p:cNvSpPr>
            <p:nvPr/>
          </p:nvSpPr>
          <p:spPr bwMode="auto">
            <a:xfrm flipV="1">
              <a:off x="5086" y="1742"/>
              <a:ext cx="0" cy="3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7" name="Line 97">
              <a:extLst>
                <a:ext uri="{FF2B5EF4-FFF2-40B4-BE49-F238E27FC236}">
                  <a16:creationId xmlns:a16="http://schemas.microsoft.com/office/drawing/2014/main" id="{F3271CDB-52EB-4E48-9CEB-713E07EE15D5}"/>
                </a:ext>
              </a:extLst>
            </p:cNvPr>
            <p:cNvSpPr>
              <a:spLocks noChangeShapeType="1"/>
            </p:cNvSpPr>
            <p:nvPr/>
          </p:nvSpPr>
          <p:spPr bwMode="auto">
            <a:xfrm>
              <a:off x="5084" y="1045"/>
              <a:ext cx="0" cy="344"/>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8" name="Line 99">
              <a:extLst>
                <a:ext uri="{FF2B5EF4-FFF2-40B4-BE49-F238E27FC236}">
                  <a16:creationId xmlns:a16="http://schemas.microsoft.com/office/drawing/2014/main" id="{F3683E56-2B5D-44A0-80BF-0F6869A91A30}"/>
                </a:ext>
              </a:extLst>
            </p:cNvPr>
            <p:cNvSpPr>
              <a:spLocks noChangeShapeType="1"/>
            </p:cNvSpPr>
            <p:nvPr/>
          </p:nvSpPr>
          <p:spPr bwMode="auto">
            <a:xfrm>
              <a:off x="4176" y="1045"/>
              <a:ext cx="0" cy="1044"/>
            </a:xfrm>
            <a:prstGeom prst="line">
              <a:avLst/>
            </a:prstGeom>
            <a:noFill/>
            <a:ln w="28575">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89" name="Text Box 103">
              <a:extLst>
                <a:ext uri="{FF2B5EF4-FFF2-40B4-BE49-F238E27FC236}">
                  <a16:creationId xmlns:a16="http://schemas.microsoft.com/office/drawing/2014/main" id="{30ECB62C-B77F-48EF-8880-8E779EC10F93}"/>
                </a:ext>
              </a:extLst>
            </p:cNvPr>
            <p:cNvSpPr txBox="1">
              <a:spLocks noChangeArrowheads="1"/>
            </p:cNvSpPr>
            <p:nvPr/>
          </p:nvSpPr>
          <p:spPr bwMode="auto">
            <a:xfrm>
              <a:off x="4184" y="1289"/>
              <a:ext cx="568" cy="52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10k</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90" name="Rectangle 107">
              <a:extLst>
                <a:ext uri="{FF2B5EF4-FFF2-40B4-BE49-F238E27FC236}">
                  <a16:creationId xmlns:a16="http://schemas.microsoft.com/office/drawing/2014/main" id="{C9B9B1CB-EBD3-4422-9B25-4C9AE463605E}"/>
                </a:ext>
              </a:extLst>
            </p:cNvPr>
            <p:cNvSpPr>
              <a:spLocks noChangeArrowheads="1"/>
            </p:cNvSpPr>
            <p:nvPr/>
          </p:nvSpPr>
          <p:spPr bwMode="auto">
            <a:xfrm>
              <a:off x="4494" y="990"/>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7191" name="Group 108">
              <a:extLst>
                <a:ext uri="{FF2B5EF4-FFF2-40B4-BE49-F238E27FC236}">
                  <a16:creationId xmlns:a16="http://schemas.microsoft.com/office/drawing/2014/main" id="{9AF24DBE-DA84-4912-9547-C95F1200665C}"/>
                </a:ext>
              </a:extLst>
            </p:cNvPr>
            <p:cNvGrpSpPr>
              <a:grpSpLocks/>
            </p:cNvGrpSpPr>
            <p:nvPr/>
          </p:nvGrpSpPr>
          <p:grpSpPr bwMode="auto">
            <a:xfrm rot="10800000">
              <a:off x="5071" y="1389"/>
              <a:ext cx="90" cy="363"/>
              <a:chOff x="1565" y="2614"/>
              <a:chExt cx="90" cy="486"/>
            </a:xfrm>
          </p:grpSpPr>
          <p:sp>
            <p:nvSpPr>
              <p:cNvPr id="7195" name="Arc 109">
                <a:extLst>
                  <a:ext uri="{FF2B5EF4-FFF2-40B4-BE49-F238E27FC236}">
                    <a16:creationId xmlns:a16="http://schemas.microsoft.com/office/drawing/2014/main" id="{F984BAD8-3CA3-453D-8967-F54847154858}"/>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96" name="Arc 110">
                <a:extLst>
                  <a:ext uri="{FF2B5EF4-FFF2-40B4-BE49-F238E27FC236}">
                    <a16:creationId xmlns:a16="http://schemas.microsoft.com/office/drawing/2014/main" id="{B6429E8A-722D-4B20-84CC-580F847B62CA}"/>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97" name="Arc 111">
                <a:extLst>
                  <a:ext uri="{FF2B5EF4-FFF2-40B4-BE49-F238E27FC236}">
                    <a16:creationId xmlns:a16="http://schemas.microsoft.com/office/drawing/2014/main" id="{E2160F12-9BC4-4E34-816B-6B291DF565E7}"/>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98" name="Arc 112">
                <a:extLst>
                  <a:ext uri="{FF2B5EF4-FFF2-40B4-BE49-F238E27FC236}">
                    <a16:creationId xmlns:a16="http://schemas.microsoft.com/office/drawing/2014/main" id="{B7B29DB3-9F24-43CD-A100-AB0EB0432A26}"/>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7192" name="Rectangle 113">
              <a:extLst>
                <a:ext uri="{FF2B5EF4-FFF2-40B4-BE49-F238E27FC236}">
                  <a16:creationId xmlns:a16="http://schemas.microsoft.com/office/drawing/2014/main" id="{070FC529-03C2-44B1-85EC-4BDDD65216DA}"/>
                </a:ext>
              </a:extLst>
            </p:cNvPr>
            <p:cNvSpPr>
              <a:spLocks noChangeArrowheads="1"/>
            </p:cNvSpPr>
            <p:nvPr/>
          </p:nvSpPr>
          <p:spPr bwMode="auto">
            <a:xfrm rot="5400000">
              <a:off x="4025" y="1353"/>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93" name="Text Box 115">
              <a:extLst>
                <a:ext uri="{FF2B5EF4-FFF2-40B4-BE49-F238E27FC236}">
                  <a16:creationId xmlns:a16="http://schemas.microsoft.com/office/drawing/2014/main" id="{AA2B3C3E-F5F2-4616-928F-C88C3C9D4015}"/>
                </a:ext>
              </a:extLst>
            </p:cNvPr>
            <p:cNvSpPr txBox="1">
              <a:spLocks noChangeArrowheads="1"/>
            </p:cNvSpPr>
            <p:nvPr/>
          </p:nvSpPr>
          <p:spPr bwMode="auto">
            <a:xfrm>
              <a:off x="3923" y="981"/>
              <a:ext cx="2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194" name="Text Box 116">
              <a:extLst>
                <a:ext uri="{FF2B5EF4-FFF2-40B4-BE49-F238E27FC236}">
                  <a16:creationId xmlns:a16="http://schemas.microsoft.com/office/drawing/2014/main" id="{17BD1CF8-F4C2-43E2-AEDB-7F44F0ACABD5}"/>
                </a:ext>
              </a:extLst>
            </p:cNvPr>
            <p:cNvSpPr txBox="1">
              <a:spLocks noChangeArrowheads="1"/>
            </p:cNvSpPr>
            <p:nvPr/>
          </p:nvSpPr>
          <p:spPr bwMode="auto">
            <a:xfrm>
              <a:off x="3923" y="1570"/>
              <a:ext cx="1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280695" name="Text Box 119">
            <a:extLst>
              <a:ext uri="{FF2B5EF4-FFF2-40B4-BE49-F238E27FC236}">
                <a16:creationId xmlns:a16="http://schemas.microsoft.com/office/drawing/2014/main" id="{3574AE73-8E0F-4072-A41F-32E8502C9A94}"/>
              </a:ext>
            </a:extLst>
          </p:cNvPr>
          <p:cNvSpPr txBox="1">
            <a:spLocks noChangeArrowheads="1"/>
          </p:cNvSpPr>
          <p:nvPr/>
        </p:nvSpPr>
        <p:spPr bwMode="auto">
          <a:xfrm>
            <a:off x="1115616" y="4005808"/>
            <a:ext cx="28583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 1 A</a:t>
            </a:r>
          </a:p>
        </p:txBody>
      </p:sp>
      <p:graphicFrame>
        <p:nvGraphicFramePr>
          <p:cNvPr id="280699" name="Object 123">
            <a:extLst>
              <a:ext uri="{FF2B5EF4-FFF2-40B4-BE49-F238E27FC236}">
                <a16:creationId xmlns:a16="http://schemas.microsoft.com/office/drawing/2014/main" id="{546172B2-5461-48D0-8CDB-5AE341E82DE7}"/>
              </a:ext>
            </a:extLst>
          </p:cNvPr>
          <p:cNvGraphicFramePr>
            <a:graphicFrameLocks noChangeAspect="1"/>
          </p:cNvGraphicFramePr>
          <p:nvPr>
            <p:extLst>
              <p:ext uri="{D42A27DB-BD31-4B8C-83A1-F6EECF244321}">
                <p14:modId xmlns:p14="http://schemas.microsoft.com/office/powerpoint/2010/main" val="3082820954"/>
              </p:ext>
            </p:extLst>
          </p:nvPr>
        </p:nvGraphicFramePr>
        <p:xfrm>
          <a:off x="598160" y="5433704"/>
          <a:ext cx="4224338" cy="720725"/>
        </p:xfrm>
        <a:graphic>
          <a:graphicData uri="http://schemas.openxmlformats.org/presentationml/2006/ole">
            <mc:AlternateContent xmlns:mc="http://schemas.openxmlformats.org/markup-compatibility/2006">
              <mc:Choice xmlns:v="urn:schemas-microsoft-com:vml" Requires="v">
                <p:oleObj spid="_x0000_s151776" name="Equation" r:id="rId4" imgW="2082600" imgH="355320" progId="Equation.DSMT4">
                  <p:embed/>
                </p:oleObj>
              </mc:Choice>
              <mc:Fallback>
                <p:oleObj name="Equation" r:id="rId4" imgW="2082600" imgH="355320" progId="Equation.DSMT4">
                  <p:embed/>
                  <p:pic>
                    <p:nvPicPr>
                      <p:cNvPr id="280699" name="Object 123">
                        <a:extLst>
                          <a:ext uri="{FF2B5EF4-FFF2-40B4-BE49-F238E27FC236}">
                            <a16:creationId xmlns:a16="http://schemas.microsoft.com/office/drawing/2014/main" id="{546172B2-5461-48D0-8CDB-5AE341E82DE7}"/>
                          </a:ext>
                        </a:extLst>
                      </p:cNvPr>
                      <p:cNvPicPr>
                        <a:picLocks noChangeAspect="1" noChangeArrowheads="1"/>
                      </p:cNvPicPr>
                      <p:nvPr/>
                    </p:nvPicPr>
                    <p:blipFill>
                      <a:blip r:embed="rId5"/>
                      <a:srcRect/>
                      <a:stretch>
                        <a:fillRect/>
                      </a:stretch>
                    </p:blipFill>
                    <p:spPr bwMode="auto">
                      <a:xfrm>
                        <a:off x="598160" y="5433704"/>
                        <a:ext cx="4224338" cy="720725"/>
                      </a:xfrm>
                      <a:prstGeom prst="rect">
                        <a:avLst/>
                      </a:prstGeom>
                      <a:noFill/>
                      <a:ln>
                        <a:noFill/>
                      </a:ln>
                      <a:effectLst/>
                      <a:extLst/>
                    </p:spPr>
                  </p:pic>
                </p:oleObj>
              </mc:Fallback>
            </mc:AlternateContent>
          </a:graphicData>
        </a:graphic>
      </p:graphicFrame>
      <p:graphicFrame>
        <p:nvGraphicFramePr>
          <p:cNvPr id="60" name="Object 13">
            <a:extLst>
              <a:ext uri="{FF2B5EF4-FFF2-40B4-BE49-F238E27FC236}">
                <a16:creationId xmlns:a16="http://schemas.microsoft.com/office/drawing/2014/main" id="{78DFD077-B7B2-4B5E-8617-A80FE38F9A6D}"/>
              </a:ext>
            </a:extLst>
          </p:cNvPr>
          <p:cNvGraphicFramePr>
            <a:graphicFrameLocks noChangeAspect="1"/>
          </p:cNvGraphicFramePr>
          <p:nvPr>
            <p:extLst/>
          </p:nvPr>
        </p:nvGraphicFramePr>
        <p:xfrm>
          <a:off x="1043608" y="4537153"/>
          <a:ext cx="3571099" cy="762196"/>
        </p:xfrm>
        <a:graphic>
          <a:graphicData uri="http://schemas.openxmlformats.org/presentationml/2006/ole">
            <mc:AlternateContent xmlns:mc="http://schemas.openxmlformats.org/markup-compatibility/2006">
              <mc:Choice xmlns:v="urn:schemas-microsoft-com:vml" Requires="v">
                <p:oleObj spid="_x0000_s151777" name="公式" r:id="rId6" imgW="2238200" imgH="437974" progId="Equation.3">
                  <p:embed/>
                </p:oleObj>
              </mc:Choice>
              <mc:Fallback>
                <p:oleObj name="公式" r:id="rId6" imgW="2238200" imgH="437974" progId="Equation.3">
                  <p:embed/>
                  <p:pic>
                    <p:nvPicPr>
                      <p:cNvPr id="60" name="Object 13">
                        <a:extLst>
                          <a:ext uri="{FF2B5EF4-FFF2-40B4-BE49-F238E27FC236}">
                            <a16:creationId xmlns:a16="http://schemas.microsoft.com/office/drawing/2014/main" id="{78DFD077-B7B2-4B5E-8617-A80FE38F9A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3608" y="4537153"/>
                        <a:ext cx="3571099" cy="762196"/>
                      </a:xfrm>
                      <a:prstGeom prst="rect">
                        <a:avLst/>
                      </a:prstGeom>
                      <a:noFill/>
                      <a:ln>
                        <a:noFill/>
                      </a:ln>
                      <a:effectLst/>
                      <a:extLst/>
                    </p:spPr>
                  </p:pic>
                </p:oleObj>
              </mc:Fallback>
            </mc:AlternateContent>
          </a:graphicData>
        </a:graphic>
      </p:graphicFrame>
      <p:graphicFrame>
        <p:nvGraphicFramePr>
          <p:cNvPr id="62" name="Object 14">
            <a:extLst>
              <a:ext uri="{FF2B5EF4-FFF2-40B4-BE49-F238E27FC236}">
                <a16:creationId xmlns:a16="http://schemas.microsoft.com/office/drawing/2014/main" id="{877D33E1-02C3-47D1-B239-5D42ADACF2B1}"/>
              </a:ext>
            </a:extLst>
          </p:cNvPr>
          <p:cNvGraphicFramePr>
            <a:graphicFrameLocks noChangeAspect="1"/>
          </p:cNvGraphicFramePr>
          <p:nvPr>
            <p:extLst/>
          </p:nvPr>
        </p:nvGraphicFramePr>
        <p:xfrm>
          <a:off x="4214480" y="3897195"/>
          <a:ext cx="4890165" cy="588702"/>
        </p:xfrm>
        <a:graphic>
          <a:graphicData uri="http://schemas.openxmlformats.org/presentationml/2006/ole">
            <mc:AlternateContent xmlns:mc="http://schemas.openxmlformats.org/markup-compatibility/2006">
              <mc:Choice xmlns:v="urn:schemas-microsoft-com:vml" Requires="v">
                <p:oleObj spid="_x0000_s151778" name="Equation" r:id="rId8" imgW="2286000" imgH="253800" progId="Equation.DSMT4">
                  <p:embed/>
                </p:oleObj>
              </mc:Choice>
              <mc:Fallback>
                <p:oleObj name="Equation" r:id="rId8" imgW="2286000" imgH="253800" progId="Equation.DSMT4">
                  <p:embed/>
                  <p:pic>
                    <p:nvPicPr>
                      <p:cNvPr id="62" name="Object 14">
                        <a:extLst>
                          <a:ext uri="{FF2B5EF4-FFF2-40B4-BE49-F238E27FC236}">
                            <a16:creationId xmlns:a16="http://schemas.microsoft.com/office/drawing/2014/main" id="{877D33E1-02C3-47D1-B239-5D42ADACF2B1}"/>
                          </a:ext>
                        </a:extLst>
                      </p:cNvPr>
                      <p:cNvPicPr>
                        <a:picLocks noChangeAspect="1" noChangeArrowheads="1"/>
                      </p:cNvPicPr>
                      <p:nvPr/>
                    </p:nvPicPr>
                    <p:blipFill>
                      <a:blip r:embed="rId9"/>
                      <a:srcRect/>
                      <a:stretch>
                        <a:fillRect/>
                      </a:stretch>
                    </p:blipFill>
                    <p:spPr bwMode="auto">
                      <a:xfrm>
                        <a:off x="4214480" y="3897195"/>
                        <a:ext cx="4890165" cy="588702"/>
                      </a:xfrm>
                      <a:prstGeom prst="rect">
                        <a:avLst/>
                      </a:prstGeom>
                      <a:noFill/>
                      <a:ln>
                        <a:noFill/>
                      </a:ln>
                      <a:effectLst/>
                      <a:extLst/>
                    </p:spPr>
                  </p:pic>
                </p:oleObj>
              </mc:Fallback>
            </mc:AlternateContent>
          </a:graphicData>
        </a:graphic>
      </p:graphicFrame>
      <p:sp>
        <p:nvSpPr>
          <p:cNvPr id="63" name="Text Box 4">
            <a:extLst>
              <a:ext uri="{FF2B5EF4-FFF2-40B4-BE49-F238E27FC236}">
                <a16:creationId xmlns:a16="http://schemas.microsoft.com/office/drawing/2014/main" id="{12B05A48-126F-4532-A8C1-FC0522ADFE71}"/>
              </a:ext>
            </a:extLst>
          </p:cNvPr>
          <p:cNvSpPr txBox="1">
            <a:spLocks noChangeArrowheads="1"/>
          </p:cNvSpPr>
          <p:nvPr/>
        </p:nvSpPr>
        <p:spPr bwMode="auto">
          <a:xfrm>
            <a:off x="4830763" y="4415243"/>
            <a:ext cx="2727350" cy="535146"/>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10000V  </a:t>
            </a:r>
          </a:p>
        </p:txBody>
      </p:sp>
      <p:sp>
        <p:nvSpPr>
          <p:cNvPr id="64" name="AutoShape 95">
            <a:extLst>
              <a:ext uri="{FF2B5EF4-FFF2-40B4-BE49-F238E27FC236}">
                <a16:creationId xmlns:a16="http://schemas.microsoft.com/office/drawing/2014/main" id="{4A211632-3AC8-4109-BFE8-1BB6843E8B29}"/>
              </a:ext>
            </a:extLst>
          </p:cNvPr>
          <p:cNvSpPr>
            <a:spLocks noChangeArrowheads="1"/>
          </p:cNvSpPr>
          <p:nvPr/>
        </p:nvSpPr>
        <p:spPr bwMode="auto">
          <a:xfrm>
            <a:off x="4188142" y="1091112"/>
            <a:ext cx="1989136" cy="1657350"/>
          </a:xfrm>
          <a:prstGeom prst="wedgeRoundRectCallout">
            <a:avLst>
              <a:gd name="adj1" fmla="val 19561"/>
              <a:gd name="adj2" fmla="val 168604"/>
              <a:gd name="adj3" fmla="val 16667"/>
            </a:avLst>
          </a:prstGeom>
          <a:noFill/>
          <a:ln>
            <a:solidFill>
              <a:schemeClr val="accent1"/>
            </a:solid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表明在开关打开瞬间电压表两端电压很高</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后果？</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如何解决问题？</a:t>
            </a:r>
          </a:p>
        </p:txBody>
      </p:sp>
      <p:grpSp>
        <p:nvGrpSpPr>
          <p:cNvPr id="65" name="Group 46">
            <a:extLst>
              <a:ext uri="{FF2B5EF4-FFF2-40B4-BE49-F238E27FC236}">
                <a16:creationId xmlns:a16="http://schemas.microsoft.com/office/drawing/2014/main" id="{8982C799-4981-4C48-8061-C362EE51F1FD}"/>
              </a:ext>
            </a:extLst>
          </p:cNvPr>
          <p:cNvGrpSpPr>
            <a:grpSpLocks/>
          </p:cNvGrpSpPr>
          <p:nvPr/>
        </p:nvGrpSpPr>
        <p:grpSpPr bwMode="auto">
          <a:xfrm>
            <a:off x="5486073" y="4659004"/>
            <a:ext cx="3167063" cy="2024062"/>
            <a:chOff x="3198" y="2699"/>
            <a:chExt cx="1995" cy="1275"/>
          </a:xfrm>
        </p:grpSpPr>
        <p:grpSp>
          <p:nvGrpSpPr>
            <p:cNvPr id="66" name="Group 47">
              <a:extLst>
                <a:ext uri="{FF2B5EF4-FFF2-40B4-BE49-F238E27FC236}">
                  <a16:creationId xmlns:a16="http://schemas.microsoft.com/office/drawing/2014/main" id="{3B50DF4E-6F8F-4717-8010-B41E4A0C27DA}"/>
                </a:ext>
              </a:extLst>
            </p:cNvPr>
            <p:cNvGrpSpPr>
              <a:grpSpLocks/>
            </p:cNvGrpSpPr>
            <p:nvPr/>
          </p:nvGrpSpPr>
          <p:grpSpPr bwMode="auto">
            <a:xfrm rot="10800000">
              <a:off x="3969" y="3361"/>
              <a:ext cx="363" cy="262"/>
              <a:chOff x="657" y="935"/>
              <a:chExt cx="363" cy="272"/>
            </a:xfrm>
          </p:grpSpPr>
          <p:sp>
            <p:nvSpPr>
              <p:cNvPr id="90" name="Line 48">
                <a:extLst>
                  <a:ext uri="{FF2B5EF4-FFF2-40B4-BE49-F238E27FC236}">
                    <a16:creationId xmlns:a16="http://schemas.microsoft.com/office/drawing/2014/main" id="{BFFF7046-EE2F-4597-850B-BF2C90D4931A}"/>
                  </a:ext>
                </a:extLst>
              </p:cNvPr>
              <p:cNvSpPr>
                <a:spLocks noChangeShapeType="1"/>
              </p:cNvSpPr>
              <p:nvPr/>
            </p:nvSpPr>
            <p:spPr bwMode="auto">
              <a:xfrm>
                <a:off x="657" y="1207"/>
                <a:ext cx="36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0000" tIns="46800" rIns="90000" bIns="4680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1" name="AutoShape 49">
                <a:extLst>
                  <a:ext uri="{FF2B5EF4-FFF2-40B4-BE49-F238E27FC236}">
                    <a16:creationId xmlns:a16="http://schemas.microsoft.com/office/drawing/2014/main" id="{5AE8FC9B-42FA-448E-BC93-135FDBCA4EED}"/>
                  </a:ext>
                </a:extLst>
              </p:cNvPr>
              <p:cNvSpPr>
                <a:spLocks noChangeArrowheads="1"/>
              </p:cNvSpPr>
              <p:nvPr/>
            </p:nvSpPr>
            <p:spPr bwMode="auto">
              <a:xfrm rot="10800000">
                <a:off x="657" y="935"/>
                <a:ext cx="363" cy="272"/>
              </a:xfrm>
              <a:prstGeom prst="triangle">
                <a:avLst>
                  <a:gd name="adj" fmla="val 50000"/>
                </a:avLst>
              </a:prstGeom>
              <a:noFill/>
              <a:ln w="38100">
                <a:solidFill>
                  <a:srgbClr val="000000"/>
                </a:solidFill>
                <a:miter lim="800000"/>
                <a:headEnd/>
                <a:tailEnd/>
              </a:ln>
              <a:effectLst/>
              <a:extLst>
                <a:ext uri="{909E8E84-426E-40DD-AFC4-6F175D3DCCD1}">
                  <a14:hiddenFill xmlns:a14="http://schemas.microsoft.com/office/drawing/2010/main">
                    <a:gradFill rotWithShape="1">
                      <a:gsLst>
                        <a:gs pos="0">
                          <a:schemeClr val="hlink"/>
                        </a:gs>
                        <a:gs pos="100000">
                          <a:srgbClr val="003B00"/>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7" name="Line 50">
              <a:extLst>
                <a:ext uri="{FF2B5EF4-FFF2-40B4-BE49-F238E27FC236}">
                  <a16:creationId xmlns:a16="http://schemas.microsoft.com/office/drawing/2014/main" id="{71D3E488-043B-41B5-9601-2AA75893B9F6}"/>
                </a:ext>
              </a:extLst>
            </p:cNvPr>
            <p:cNvSpPr>
              <a:spLocks noChangeShapeType="1"/>
            </p:cNvSpPr>
            <p:nvPr/>
          </p:nvSpPr>
          <p:spPr bwMode="auto">
            <a:xfrm flipH="1">
              <a:off x="3923" y="3022"/>
              <a:ext cx="1171"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8" name="Oval 51">
              <a:extLst>
                <a:ext uri="{FF2B5EF4-FFF2-40B4-BE49-F238E27FC236}">
                  <a16:creationId xmlns:a16="http://schemas.microsoft.com/office/drawing/2014/main" id="{4224F2C9-60F7-4CFF-ABE2-8C86A2095DF0}"/>
                </a:ext>
              </a:extLst>
            </p:cNvPr>
            <p:cNvSpPr>
              <a:spLocks noChangeArrowheads="1"/>
            </p:cNvSpPr>
            <p:nvPr/>
          </p:nvSpPr>
          <p:spPr bwMode="auto">
            <a:xfrm>
              <a:off x="3198" y="3316"/>
              <a:ext cx="363" cy="395"/>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9" name="Line 52">
              <a:extLst>
                <a:ext uri="{FF2B5EF4-FFF2-40B4-BE49-F238E27FC236}">
                  <a16:creationId xmlns:a16="http://schemas.microsoft.com/office/drawing/2014/main" id="{34CB6B1C-8284-4533-83A7-F7626D142B46}"/>
                </a:ext>
              </a:extLst>
            </p:cNvPr>
            <p:cNvSpPr>
              <a:spLocks noChangeShapeType="1"/>
            </p:cNvSpPr>
            <p:nvPr/>
          </p:nvSpPr>
          <p:spPr bwMode="auto">
            <a:xfrm>
              <a:off x="4785" y="3022"/>
              <a:ext cx="2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0" name="Text Box 53">
              <a:extLst>
                <a:ext uri="{FF2B5EF4-FFF2-40B4-BE49-F238E27FC236}">
                  <a16:creationId xmlns:a16="http://schemas.microsoft.com/office/drawing/2014/main" id="{721C2190-2876-4DC4-813C-00A3844BF8F6}"/>
                </a:ext>
              </a:extLst>
            </p:cNvPr>
            <p:cNvSpPr txBox="1">
              <a:spLocks noChangeArrowheads="1"/>
            </p:cNvSpPr>
            <p:nvPr/>
          </p:nvSpPr>
          <p:spPr bwMode="auto">
            <a:xfrm>
              <a:off x="4779" y="2952"/>
              <a:ext cx="293" cy="36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32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32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 name="Text Box 54">
              <a:extLst>
                <a:ext uri="{FF2B5EF4-FFF2-40B4-BE49-F238E27FC236}">
                  <a16:creationId xmlns:a16="http://schemas.microsoft.com/office/drawing/2014/main" id="{A35AE0AC-42CF-46B4-951F-0D8B251F7FD2}"/>
                </a:ext>
              </a:extLst>
            </p:cNvPr>
            <p:cNvSpPr txBox="1">
              <a:spLocks noChangeArrowheads="1"/>
            </p:cNvSpPr>
            <p:nvPr/>
          </p:nvSpPr>
          <p:spPr bwMode="auto">
            <a:xfrm>
              <a:off x="4776" y="3337"/>
              <a:ext cx="253"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2" name="Text Box 55">
              <a:extLst>
                <a:ext uri="{FF2B5EF4-FFF2-40B4-BE49-F238E27FC236}">
                  <a16:creationId xmlns:a16="http://schemas.microsoft.com/office/drawing/2014/main" id="{356A760F-67EA-4EEE-82E8-5635F36D1E2A}"/>
                </a:ext>
              </a:extLst>
            </p:cNvPr>
            <p:cNvSpPr txBox="1">
              <a:spLocks noChangeArrowheads="1"/>
            </p:cNvSpPr>
            <p:nvPr/>
          </p:nvSpPr>
          <p:spPr bwMode="auto">
            <a:xfrm>
              <a:off x="4553" y="2699"/>
              <a:ext cx="265"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3" name="Line 56">
              <a:extLst>
                <a:ext uri="{FF2B5EF4-FFF2-40B4-BE49-F238E27FC236}">
                  <a16:creationId xmlns:a16="http://schemas.microsoft.com/office/drawing/2014/main" id="{4874687D-0246-4DEB-A4E6-53D293E25979}"/>
                </a:ext>
              </a:extLst>
            </p:cNvPr>
            <p:cNvSpPr>
              <a:spLocks noChangeShapeType="1"/>
            </p:cNvSpPr>
            <p:nvPr/>
          </p:nvSpPr>
          <p:spPr bwMode="auto">
            <a:xfrm flipH="1">
              <a:off x="3380" y="3011"/>
              <a:ext cx="37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4" name="Line 57">
              <a:extLst>
                <a:ext uri="{FF2B5EF4-FFF2-40B4-BE49-F238E27FC236}">
                  <a16:creationId xmlns:a16="http://schemas.microsoft.com/office/drawing/2014/main" id="{63A8C777-FB09-4BD1-BC24-A7780E1905DC}"/>
                </a:ext>
              </a:extLst>
            </p:cNvPr>
            <p:cNvSpPr>
              <a:spLocks noChangeShapeType="1"/>
            </p:cNvSpPr>
            <p:nvPr/>
          </p:nvSpPr>
          <p:spPr bwMode="auto">
            <a:xfrm>
              <a:off x="3380" y="3974"/>
              <a:ext cx="174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5" name="Line 58">
              <a:extLst>
                <a:ext uri="{FF2B5EF4-FFF2-40B4-BE49-F238E27FC236}">
                  <a16:creationId xmlns:a16="http://schemas.microsoft.com/office/drawing/2014/main" id="{64AA483A-36A9-4FEE-9D57-785A1C860578}"/>
                </a:ext>
              </a:extLst>
            </p:cNvPr>
            <p:cNvSpPr>
              <a:spLocks noChangeShapeType="1"/>
            </p:cNvSpPr>
            <p:nvPr/>
          </p:nvSpPr>
          <p:spPr bwMode="auto">
            <a:xfrm flipV="1">
              <a:off x="5103" y="3612"/>
              <a:ext cx="0" cy="36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6" name="Line 59">
              <a:extLst>
                <a:ext uri="{FF2B5EF4-FFF2-40B4-BE49-F238E27FC236}">
                  <a16:creationId xmlns:a16="http://schemas.microsoft.com/office/drawing/2014/main" id="{1922334A-A499-471A-B41C-B8AF84FF990F}"/>
                </a:ext>
              </a:extLst>
            </p:cNvPr>
            <p:cNvSpPr>
              <a:spLocks noChangeShapeType="1"/>
            </p:cNvSpPr>
            <p:nvPr/>
          </p:nvSpPr>
          <p:spPr bwMode="auto">
            <a:xfrm>
              <a:off x="5103" y="3011"/>
              <a:ext cx="0" cy="25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7" name="Line 60">
              <a:extLst>
                <a:ext uri="{FF2B5EF4-FFF2-40B4-BE49-F238E27FC236}">
                  <a16:creationId xmlns:a16="http://schemas.microsoft.com/office/drawing/2014/main" id="{789640DE-352E-4212-B85E-54AA00C2E4D3}"/>
                </a:ext>
              </a:extLst>
            </p:cNvPr>
            <p:cNvSpPr>
              <a:spLocks noChangeShapeType="1"/>
            </p:cNvSpPr>
            <p:nvPr/>
          </p:nvSpPr>
          <p:spPr bwMode="auto">
            <a:xfrm flipV="1">
              <a:off x="3380" y="3011"/>
              <a:ext cx="0" cy="9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8" name="Text Box 61">
              <a:extLst>
                <a:ext uri="{FF2B5EF4-FFF2-40B4-BE49-F238E27FC236}">
                  <a16:creationId xmlns:a16="http://schemas.microsoft.com/office/drawing/2014/main" id="{B2A9AFB8-1DF8-4570-8E98-C0F59B9E1A42}"/>
                </a:ext>
              </a:extLst>
            </p:cNvPr>
            <p:cNvSpPr txBox="1">
              <a:spLocks noChangeArrowheads="1"/>
            </p:cNvSpPr>
            <p:nvPr/>
          </p:nvSpPr>
          <p:spPr bwMode="auto">
            <a:xfrm>
              <a:off x="3514" y="3311"/>
              <a:ext cx="506" cy="33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10V</a:t>
              </a:r>
            </a:p>
          </p:txBody>
        </p:sp>
        <p:sp>
          <p:nvSpPr>
            <p:cNvPr id="79" name="Line 62">
              <a:extLst>
                <a:ext uri="{FF2B5EF4-FFF2-40B4-BE49-F238E27FC236}">
                  <a16:creationId xmlns:a16="http://schemas.microsoft.com/office/drawing/2014/main" id="{43F171A9-A0D0-4B61-B51D-DE3C9DD9F2EF}"/>
                </a:ext>
              </a:extLst>
            </p:cNvPr>
            <p:cNvSpPr>
              <a:spLocks noChangeShapeType="1"/>
            </p:cNvSpPr>
            <p:nvPr/>
          </p:nvSpPr>
          <p:spPr bwMode="auto">
            <a:xfrm flipV="1">
              <a:off x="3651" y="3006"/>
              <a:ext cx="285" cy="10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0" name="Line 63">
              <a:extLst>
                <a:ext uri="{FF2B5EF4-FFF2-40B4-BE49-F238E27FC236}">
                  <a16:creationId xmlns:a16="http://schemas.microsoft.com/office/drawing/2014/main" id="{AC42360B-B0E6-447D-94BC-D9954F2EFDCE}"/>
                </a:ext>
              </a:extLst>
            </p:cNvPr>
            <p:cNvSpPr>
              <a:spLocks noChangeShapeType="1"/>
            </p:cNvSpPr>
            <p:nvPr/>
          </p:nvSpPr>
          <p:spPr bwMode="auto">
            <a:xfrm flipH="1" flipV="1">
              <a:off x="3787" y="2931"/>
              <a:ext cx="46" cy="252"/>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1" name="Line 64">
              <a:extLst>
                <a:ext uri="{FF2B5EF4-FFF2-40B4-BE49-F238E27FC236}">
                  <a16:creationId xmlns:a16="http://schemas.microsoft.com/office/drawing/2014/main" id="{08032EE6-11E9-4BCB-AEF2-F4F33151A8B0}"/>
                </a:ext>
              </a:extLst>
            </p:cNvPr>
            <p:cNvSpPr>
              <a:spLocks noChangeShapeType="1"/>
            </p:cNvSpPr>
            <p:nvPr/>
          </p:nvSpPr>
          <p:spPr bwMode="auto">
            <a:xfrm>
              <a:off x="4151" y="3011"/>
              <a:ext cx="0" cy="96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0000" tIns="46800" rIns="90000" bIns="46800"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2" name="Rectangle 65">
              <a:extLst>
                <a:ext uri="{FF2B5EF4-FFF2-40B4-BE49-F238E27FC236}">
                  <a16:creationId xmlns:a16="http://schemas.microsoft.com/office/drawing/2014/main" id="{8BB02A66-C6D8-4A53-BAD3-A12416F8CDED}"/>
                </a:ext>
              </a:extLst>
            </p:cNvPr>
            <p:cNvSpPr>
              <a:spLocks noChangeArrowheads="1"/>
            </p:cNvSpPr>
            <p:nvPr/>
          </p:nvSpPr>
          <p:spPr bwMode="auto">
            <a:xfrm>
              <a:off x="4468" y="2967"/>
              <a:ext cx="297" cy="132"/>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3" name="Text Box 66">
              <a:extLst>
                <a:ext uri="{FF2B5EF4-FFF2-40B4-BE49-F238E27FC236}">
                  <a16:creationId xmlns:a16="http://schemas.microsoft.com/office/drawing/2014/main" id="{75465CBD-7CEC-4637-887D-462921DD8B08}"/>
                </a:ext>
              </a:extLst>
            </p:cNvPr>
            <p:cNvSpPr txBox="1">
              <a:spLocks noChangeArrowheads="1"/>
            </p:cNvSpPr>
            <p:nvPr/>
          </p:nvSpPr>
          <p:spPr bwMode="auto">
            <a:xfrm>
              <a:off x="3380" y="3011"/>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84" name="Text Box 67">
              <a:extLst>
                <a:ext uri="{FF2B5EF4-FFF2-40B4-BE49-F238E27FC236}">
                  <a16:creationId xmlns:a16="http://schemas.microsoft.com/office/drawing/2014/main" id="{92A2ED35-3E3A-4D12-8FE2-08C1E5AFCB47}"/>
                </a:ext>
              </a:extLst>
            </p:cNvPr>
            <p:cNvSpPr txBox="1">
              <a:spLocks noChangeArrowheads="1"/>
            </p:cNvSpPr>
            <p:nvPr/>
          </p:nvSpPr>
          <p:spPr bwMode="auto">
            <a:xfrm>
              <a:off x="3380" y="3624"/>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85" name="Group 68">
              <a:extLst>
                <a:ext uri="{FF2B5EF4-FFF2-40B4-BE49-F238E27FC236}">
                  <a16:creationId xmlns:a16="http://schemas.microsoft.com/office/drawing/2014/main" id="{58DFF952-B3A8-4B35-9157-FDBDA83CB4E9}"/>
                </a:ext>
              </a:extLst>
            </p:cNvPr>
            <p:cNvGrpSpPr>
              <a:grpSpLocks/>
            </p:cNvGrpSpPr>
            <p:nvPr/>
          </p:nvGrpSpPr>
          <p:grpSpPr bwMode="auto">
            <a:xfrm rot="10800000">
              <a:off x="5103" y="3259"/>
              <a:ext cx="90" cy="363"/>
              <a:chOff x="1565" y="2614"/>
              <a:chExt cx="90" cy="486"/>
            </a:xfrm>
          </p:grpSpPr>
          <p:sp>
            <p:nvSpPr>
              <p:cNvPr id="86" name="Arc 69">
                <a:extLst>
                  <a:ext uri="{FF2B5EF4-FFF2-40B4-BE49-F238E27FC236}">
                    <a16:creationId xmlns:a16="http://schemas.microsoft.com/office/drawing/2014/main" id="{D2DCE7AD-CEFA-4247-9ED1-B73F28B658AF}"/>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7" name="Arc 70">
                <a:extLst>
                  <a:ext uri="{FF2B5EF4-FFF2-40B4-BE49-F238E27FC236}">
                    <a16:creationId xmlns:a16="http://schemas.microsoft.com/office/drawing/2014/main" id="{1CA0615D-62B1-4606-9056-365F8AD9101F}"/>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8" name="Arc 71">
                <a:extLst>
                  <a:ext uri="{FF2B5EF4-FFF2-40B4-BE49-F238E27FC236}">
                    <a16:creationId xmlns:a16="http://schemas.microsoft.com/office/drawing/2014/main" id="{8E9E8FF1-2021-45D3-8099-4B34F6E29BBA}"/>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9" name="Arc 72">
                <a:extLst>
                  <a:ext uri="{FF2B5EF4-FFF2-40B4-BE49-F238E27FC236}">
                    <a16:creationId xmlns:a16="http://schemas.microsoft.com/office/drawing/2014/main" id="{582BC255-861D-46CA-BE8C-B78044E14C90}"/>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80585"/>
                                        </p:tgtEl>
                                        <p:attrNameLst>
                                          <p:attrName>style.visibility</p:attrName>
                                        </p:attrNameLst>
                                      </p:cBhvr>
                                      <p:to>
                                        <p:strVal val="visible"/>
                                      </p:to>
                                    </p:set>
                                    <p:anim calcmode="lin" valueType="num">
                                      <p:cBhvr>
                                        <p:cTn id="7" dur="1000" fill="hold"/>
                                        <p:tgtEl>
                                          <p:spTgt spid="280585"/>
                                        </p:tgtEl>
                                        <p:attrNameLst>
                                          <p:attrName>ppt_w</p:attrName>
                                        </p:attrNameLst>
                                      </p:cBhvr>
                                      <p:tavLst>
                                        <p:tav tm="0">
                                          <p:val>
                                            <p:fltVal val="0"/>
                                          </p:val>
                                        </p:tav>
                                        <p:tav tm="100000">
                                          <p:val>
                                            <p:strVal val="#ppt_w"/>
                                          </p:val>
                                        </p:tav>
                                      </p:tavLst>
                                    </p:anim>
                                    <p:anim calcmode="lin" valueType="num">
                                      <p:cBhvr>
                                        <p:cTn id="8" dur="1000" fill="hold"/>
                                        <p:tgtEl>
                                          <p:spTgt spid="280585"/>
                                        </p:tgtEl>
                                        <p:attrNameLst>
                                          <p:attrName>ppt_h</p:attrName>
                                        </p:attrNameLst>
                                      </p:cBhvr>
                                      <p:tavLst>
                                        <p:tav tm="0">
                                          <p:val>
                                            <p:fltVal val="0"/>
                                          </p:val>
                                        </p:tav>
                                        <p:tav tm="100000">
                                          <p:val>
                                            <p:strVal val="#ppt_h"/>
                                          </p:val>
                                        </p:tav>
                                      </p:tavLst>
                                    </p:anim>
                                    <p:anim calcmode="lin" valueType="num">
                                      <p:cBhvr>
                                        <p:cTn id="9" dur="1000" fill="hold"/>
                                        <p:tgtEl>
                                          <p:spTgt spid="28058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0585"/>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280601"/>
                                        </p:tgtEl>
                                        <p:attrNameLst>
                                          <p:attrName>style.visibility</p:attrName>
                                        </p:attrNameLst>
                                      </p:cBhvr>
                                      <p:to>
                                        <p:strVal val="visible"/>
                                      </p:to>
                                    </p:set>
                                    <p:animEffect transition="in" filter="blinds(horizontal)">
                                      <p:cBhvr>
                                        <p:cTn id="14" dur="500"/>
                                        <p:tgtEl>
                                          <p:spTgt spid="280601"/>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280586"/>
                                        </p:tgtEl>
                                        <p:attrNameLst>
                                          <p:attrName>style.visibility</p:attrName>
                                        </p:attrNameLst>
                                      </p:cBhvr>
                                      <p:to>
                                        <p:strVal val="visible"/>
                                      </p:to>
                                    </p:set>
                                    <p:anim calcmode="lin" valueType="num">
                                      <p:cBhvr additive="base">
                                        <p:cTn id="18" dur="500" fill="hold"/>
                                        <p:tgtEl>
                                          <p:spTgt spid="280586"/>
                                        </p:tgtEl>
                                        <p:attrNameLst>
                                          <p:attrName>ppt_x</p:attrName>
                                        </p:attrNameLst>
                                      </p:cBhvr>
                                      <p:tavLst>
                                        <p:tav tm="0">
                                          <p:val>
                                            <p:strVal val="1+#ppt_w/2"/>
                                          </p:val>
                                        </p:tav>
                                        <p:tav tm="100000">
                                          <p:val>
                                            <p:strVal val="#ppt_x"/>
                                          </p:val>
                                        </p:tav>
                                      </p:tavLst>
                                    </p:anim>
                                    <p:anim calcmode="lin" valueType="num">
                                      <p:cBhvr additive="base">
                                        <p:cTn id="19" dur="500" fill="hold"/>
                                        <p:tgtEl>
                                          <p:spTgt spid="28058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2000"/>
                            </p:stCondLst>
                            <p:childTnLst>
                              <p:par>
                                <p:cTn id="21" presetID="2" presetClass="entr" presetSubtype="1" fill="hold" grpId="0" nodeType="afterEffect">
                                  <p:stCondLst>
                                    <p:cond delay="0"/>
                                  </p:stCondLst>
                                  <p:childTnLst>
                                    <p:set>
                                      <p:cBhvr>
                                        <p:cTn id="22" dur="1" fill="hold">
                                          <p:stCondLst>
                                            <p:cond delay="0"/>
                                          </p:stCondLst>
                                        </p:cTn>
                                        <p:tgtEl>
                                          <p:spTgt spid="280588"/>
                                        </p:tgtEl>
                                        <p:attrNameLst>
                                          <p:attrName>style.visibility</p:attrName>
                                        </p:attrNameLst>
                                      </p:cBhvr>
                                      <p:to>
                                        <p:strVal val="visible"/>
                                      </p:to>
                                    </p:set>
                                    <p:anim calcmode="lin" valueType="num">
                                      <p:cBhvr additive="base">
                                        <p:cTn id="23" dur="500" fill="hold"/>
                                        <p:tgtEl>
                                          <p:spTgt spid="280588"/>
                                        </p:tgtEl>
                                        <p:attrNameLst>
                                          <p:attrName>ppt_x</p:attrName>
                                        </p:attrNameLst>
                                      </p:cBhvr>
                                      <p:tavLst>
                                        <p:tav tm="0">
                                          <p:val>
                                            <p:strVal val="#ppt_x"/>
                                          </p:val>
                                        </p:tav>
                                        <p:tav tm="100000">
                                          <p:val>
                                            <p:strVal val="#ppt_x"/>
                                          </p:val>
                                        </p:tav>
                                      </p:tavLst>
                                    </p:anim>
                                    <p:anim calcmode="lin" valueType="num">
                                      <p:cBhvr additive="base">
                                        <p:cTn id="24" dur="500" fill="hold"/>
                                        <p:tgtEl>
                                          <p:spTgt spid="280588"/>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065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8069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5" presetClass="entr" presetSubtype="0" fill="hold" grpId="0" nodeType="clickEffect">
                                  <p:stCondLst>
                                    <p:cond delay="0"/>
                                  </p:stCondLst>
                                  <p:childTnLst>
                                    <p:set>
                                      <p:cBhvr>
                                        <p:cTn id="36" dur="1" fill="hold">
                                          <p:stCondLst>
                                            <p:cond delay="0"/>
                                          </p:stCondLst>
                                        </p:cTn>
                                        <p:tgtEl>
                                          <p:spTgt spid="280591"/>
                                        </p:tgtEl>
                                        <p:attrNameLst>
                                          <p:attrName>style.visibility</p:attrName>
                                        </p:attrNameLst>
                                      </p:cBhvr>
                                      <p:to>
                                        <p:strVal val="visible"/>
                                      </p:to>
                                    </p:set>
                                    <p:anim calcmode="lin" valueType="num">
                                      <p:cBhvr>
                                        <p:cTn id="37" dur="1000" fill="hold"/>
                                        <p:tgtEl>
                                          <p:spTgt spid="280591"/>
                                        </p:tgtEl>
                                        <p:attrNameLst>
                                          <p:attrName>ppt_w</p:attrName>
                                        </p:attrNameLst>
                                      </p:cBhvr>
                                      <p:tavLst>
                                        <p:tav tm="0">
                                          <p:val>
                                            <p:fltVal val="0"/>
                                          </p:val>
                                        </p:tav>
                                        <p:tav tm="100000">
                                          <p:val>
                                            <p:strVal val="#ppt_w"/>
                                          </p:val>
                                        </p:tav>
                                      </p:tavLst>
                                    </p:anim>
                                    <p:anim calcmode="lin" valueType="num">
                                      <p:cBhvr>
                                        <p:cTn id="38" dur="1000" fill="hold"/>
                                        <p:tgtEl>
                                          <p:spTgt spid="280591"/>
                                        </p:tgtEl>
                                        <p:attrNameLst>
                                          <p:attrName>ppt_h</p:attrName>
                                        </p:attrNameLst>
                                      </p:cBhvr>
                                      <p:tavLst>
                                        <p:tav tm="0">
                                          <p:val>
                                            <p:fltVal val="0"/>
                                          </p:val>
                                        </p:tav>
                                        <p:tav tm="100000">
                                          <p:val>
                                            <p:strVal val="#ppt_h"/>
                                          </p:val>
                                        </p:tav>
                                      </p:tavLst>
                                    </p:anim>
                                    <p:anim calcmode="lin" valueType="num">
                                      <p:cBhvr>
                                        <p:cTn id="39" dur="1000" fill="hold"/>
                                        <p:tgtEl>
                                          <p:spTgt spid="280591"/>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28059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80695">
                                            <p:txEl>
                                              <p:pRg st="0" end="0"/>
                                            </p:txEl>
                                          </p:spTgt>
                                        </p:tgtEl>
                                        <p:attrNameLst>
                                          <p:attrName>style.visibility</p:attrName>
                                        </p:attrNameLst>
                                      </p:cBhvr>
                                      <p:to>
                                        <p:strVal val="visible"/>
                                      </p:to>
                                    </p:set>
                                    <p:animEffect transition="in" filter="wipe(left)">
                                      <p:cBhvr>
                                        <p:cTn id="45" dur="3000"/>
                                        <p:tgtEl>
                                          <p:spTgt spid="28069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8069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6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6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85" grpId="0" animBg="1"/>
      <p:bldP spid="280586" grpId="0" animBg="1" autoUpdateAnimBg="0"/>
      <p:bldP spid="280588" grpId="0" autoUpdateAnimBg="0"/>
      <p:bldP spid="280591" grpId="0"/>
      <p:bldP spid="280658" grpId="0"/>
      <p:bldP spid="280695" grpId="0" build="p" autoUpdateAnimBg="0"/>
      <p:bldP spid="63" grpId="0"/>
      <p:bldP spid="6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ext Box 2">
            <a:extLst>
              <a:ext uri="{FF2B5EF4-FFF2-40B4-BE49-F238E27FC236}">
                <a16:creationId xmlns:a16="http://schemas.microsoft.com/office/drawing/2014/main" id="{20642DDE-8E12-43B7-8F3A-1D6FE3A6B53D}"/>
              </a:ext>
            </a:extLst>
          </p:cNvPr>
          <p:cNvSpPr txBox="1">
            <a:spLocks noChangeArrowheads="1"/>
          </p:cNvSpPr>
          <p:nvPr/>
        </p:nvSpPr>
        <p:spPr bwMode="auto">
          <a:xfrm>
            <a:off x="2630041" y="636546"/>
            <a:ext cx="6011862" cy="950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动态元件初始能量为零，由</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&gt;0</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时刻电路中外加激励作用所产生的响应。</a:t>
            </a:r>
          </a:p>
        </p:txBody>
      </p:sp>
      <p:graphicFrame>
        <p:nvGraphicFramePr>
          <p:cNvPr id="283651" name="Object 3">
            <a:extLst>
              <a:ext uri="{FF2B5EF4-FFF2-40B4-BE49-F238E27FC236}">
                <a16:creationId xmlns:a16="http://schemas.microsoft.com/office/drawing/2014/main" id="{FE13936B-F94F-458A-8602-11B675AB5CF9}"/>
              </a:ext>
            </a:extLst>
          </p:cNvPr>
          <p:cNvGraphicFramePr>
            <a:graphicFrameLocks noChangeAspect="1"/>
          </p:cNvGraphicFramePr>
          <p:nvPr>
            <p:extLst>
              <p:ext uri="{D42A27DB-BD31-4B8C-83A1-F6EECF244321}">
                <p14:modId xmlns:p14="http://schemas.microsoft.com/office/powerpoint/2010/main" val="210031217"/>
              </p:ext>
            </p:extLst>
          </p:nvPr>
        </p:nvGraphicFramePr>
        <p:xfrm>
          <a:off x="2776571" y="1425687"/>
          <a:ext cx="2114220" cy="826048"/>
        </p:xfrm>
        <a:graphic>
          <a:graphicData uri="http://schemas.openxmlformats.org/presentationml/2006/ole">
            <mc:AlternateContent xmlns:mc="http://schemas.openxmlformats.org/markup-compatibility/2006">
              <mc:Choice xmlns:v="urn:schemas-microsoft-com:vml" Requires="v">
                <p:oleObj spid="_x0000_s153124" name="公式" r:id="rId4" imgW="1247567" imgH="437974" progId="Equation.3">
                  <p:embed/>
                </p:oleObj>
              </mc:Choice>
              <mc:Fallback>
                <p:oleObj name="公式" r:id="rId4" imgW="1247567" imgH="437974" progId="Equation.3">
                  <p:embed/>
                  <p:pic>
                    <p:nvPicPr>
                      <p:cNvPr id="283651" name="Object 3">
                        <a:extLst>
                          <a:ext uri="{FF2B5EF4-FFF2-40B4-BE49-F238E27FC236}">
                            <a16:creationId xmlns:a16="http://schemas.microsoft.com/office/drawing/2014/main" id="{FE13936B-F94F-458A-8602-11B675AB5C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571" y="1425687"/>
                        <a:ext cx="2114220" cy="826048"/>
                      </a:xfrm>
                      <a:prstGeom prst="rect">
                        <a:avLst/>
                      </a:prstGeom>
                      <a:noFill/>
                      <a:ln>
                        <a:noFill/>
                      </a:ln>
                      <a:effectLst/>
                      <a:extLst/>
                    </p:spPr>
                  </p:pic>
                </p:oleObj>
              </mc:Fallback>
            </mc:AlternateContent>
          </a:graphicData>
        </a:graphic>
      </p:graphicFrame>
      <p:sp>
        <p:nvSpPr>
          <p:cNvPr id="283653" name="Rectangle 5">
            <a:extLst>
              <a:ext uri="{FF2B5EF4-FFF2-40B4-BE49-F238E27FC236}">
                <a16:creationId xmlns:a16="http://schemas.microsoft.com/office/drawing/2014/main" id="{D422A1E6-9FFC-4A53-A05C-D650825C1475}"/>
              </a:ext>
            </a:extLst>
          </p:cNvPr>
          <p:cNvSpPr>
            <a:spLocks noChangeArrowheads="1"/>
          </p:cNvSpPr>
          <p:nvPr/>
        </p:nvSpPr>
        <p:spPr bwMode="auto">
          <a:xfrm>
            <a:off x="323850" y="91787"/>
            <a:ext cx="7488238" cy="58477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§7-4 </a:t>
            </a:r>
            <a:r>
              <a:rPr kumimoji="1" lang="zh-CN" altLang="en-US" sz="32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一阶电路的零状态响应         </a:t>
            </a:r>
          </a:p>
        </p:txBody>
      </p:sp>
      <p:sp>
        <p:nvSpPr>
          <p:cNvPr id="283656" name="Text Box 8">
            <a:extLst>
              <a:ext uri="{FF2B5EF4-FFF2-40B4-BE49-F238E27FC236}">
                <a16:creationId xmlns:a16="http://schemas.microsoft.com/office/drawing/2014/main" id="{C832F942-F740-4130-A3A2-08E385D1E47D}"/>
              </a:ext>
            </a:extLst>
          </p:cNvPr>
          <p:cNvSpPr txBox="1">
            <a:spLocks noChangeArrowheads="1"/>
          </p:cNvSpPr>
          <p:nvPr/>
        </p:nvSpPr>
        <p:spPr bwMode="auto">
          <a:xfrm>
            <a:off x="149241" y="1481102"/>
            <a:ext cx="2347480" cy="83099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zh-CN"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r>
              <a:rPr kumimoji="1" lang="zh-CN" altLang="en-US"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的输入</a:t>
            </a:r>
            <a:r>
              <a:rPr kumimoji="1" lang="en-US" altLang="zh-CN"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输出方程是</a:t>
            </a:r>
          </a:p>
        </p:txBody>
      </p:sp>
      <p:sp>
        <p:nvSpPr>
          <p:cNvPr id="283657" name="Text Box 9">
            <a:extLst>
              <a:ext uri="{FF2B5EF4-FFF2-40B4-BE49-F238E27FC236}">
                <a16:creationId xmlns:a16="http://schemas.microsoft.com/office/drawing/2014/main" id="{4B1189C6-4BF8-4A68-9BC1-9A53046C1022}"/>
              </a:ext>
            </a:extLst>
          </p:cNvPr>
          <p:cNvSpPr txBox="1">
            <a:spLocks noChangeArrowheads="1"/>
          </p:cNvSpPr>
          <p:nvPr/>
        </p:nvSpPr>
        <p:spPr bwMode="auto">
          <a:xfrm>
            <a:off x="109636" y="913893"/>
            <a:ext cx="2433158" cy="461665"/>
          </a:xfrm>
          <a:prstGeom prst="rect">
            <a:avLst/>
          </a:prstGeom>
          <a:noFill/>
          <a:ln w="28575">
            <a:solidFill>
              <a:srgbClr val="00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零状态响应定义：</a:t>
            </a:r>
          </a:p>
        </p:txBody>
      </p:sp>
      <p:grpSp>
        <p:nvGrpSpPr>
          <p:cNvPr id="283667" name="Group 19">
            <a:extLst>
              <a:ext uri="{FF2B5EF4-FFF2-40B4-BE49-F238E27FC236}">
                <a16:creationId xmlns:a16="http://schemas.microsoft.com/office/drawing/2014/main" id="{4AB6DE0A-5629-4582-A3F6-F482830596A0}"/>
              </a:ext>
            </a:extLst>
          </p:cNvPr>
          <p:cNvGrpSpPr>
            <a:grpSpLocks/>
          </p:cNvGrpSpPr>
          <p:nvPr/>
        </p:nvGrpSpPr>
        <p:grpSpPr bwMode="auto">
          <a:xfrm>
            <a:off x="5989094" y="1474410"/>
            <a:ext cx="2996293" cy="2180868"/>
            <a:chOff x="385" y="2269"/>
            <a:chExt cx="2200" cy="1424"/>
          </a:xfrm>
        </p:grpSpPr>
        <p:sp>
          <p:nvSpPr>
            <p:cNvPr id="12303" name="Line 20">
              <a:extLst>
                <a:ext uri="{FF2B5EF4-FFF2-40B4-BE49-F238E27FC236}">
                  <a16:creationId xmlns:a16="http://schemas.microsoft.com/office/drawing/2014/main" id="{E60112E7-F443-45F4-8778-9EF08ADAA669}"/>
                </a:ext>
              </a:extLst>
            </p:cNvPr>
            <p:cNvSpPr>
              <a:spLocks noChangeShapeType="1"/>
            </p:cNvSpPr>
            <p:nvPr/>
          </p:nvSpPr>
          <p:spPr bwMode="auto">
            <a:xfrm>
              <a:off x="567" y="3384"/>
              <a:ext cx="1741"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04" name="Line 21">
              <a:extLst>
                <a:ext uri="{FF2B5EF4-FFF2-40B4-BE49-F238E27FC236}">
                  <a16:creationId xmlns:a16="http://schemas.microsoft.com/office/drawing/2014/main" id="{EB4E151E-F6F4-43EF-8534-29E85F718573}"/>
                </a:ext>
              </a:extLst>
            </p:cNvPr>
            <p:cNvSpPr>
              <a:spLocks noChangeShapeType="1"/>
            </p:cNvSpPr>
            <p:nvPr/>
          </p:nvSpPr>
          <p:spPr bwMode="auto">
            <a:xfrm flipH="1" flipV="1">
              <a:off x="2290" y="3067"/>
              <a:ext cx="1" cy="31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05" name="Line 22">
              <a:extLst>
                <a:ext uri="{FF2B5EF4-FFF2-40B4-BE49-F238E27FC236}">
                  <a16:creationId xmlns:a16="http://schemas.microsoft.com/office/drawing/2014/main" id="{AD1DDCA1-C68D-425C-B960-96663B427A0D}"/>
                </a:ext>
              </a:extLst>
            </p:cNvPr>
            <p:cNvSpPr>
              <a:spLocks noChangeShapeType="1"/>
            </p:cNvSpPr>
            <p:nvPr/>
          </p:nvSpPr>
          <p:spPr bwMode="auto">
            <a:xfrm flipV="1">
              <a:off x="2290" y="2614"/>
              <a:ext cx="0" cy="329"/>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06" name="Oval 23">
              <a:extLst>
                <a:ext uri="{FF2B5EF4-FFF2-40B4-BE49-F238E27FC236}">
                  <a16:creationId xmlns:a16="http://schemas.microsoft.com/office/drawing/2014/main" id="{09C993B5-7A4F-4D85-A9E7-35E51F7CE6D0}"/>
                </a:ext>
              </a:extLst>
            </p:cNvPr>
            <p:cNvSpPr>
              <a:spLocks noChangeArrowheads="1"/>
            </p:cNvSpPr>
            <p:nvPr/>
          </p:nvSpPr>
          <p:spPr bwMode="auto">
            <a:xfrm>
              <a:off x="385" y="2795"/>
              <a:ext cx="363" cy="363"/>
            </a:xfrm>
            <a:prstGeom prst="ellipse">
              <a:avLst/>
            </a:prstGeom>
            <a:solidFill>
              <a:schemeClr val="tx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2307" name="Group 24">
              <a:extLst>
                <a:ext uri="{FF2B5EF4-FFF2-40B4-BE49-F238E27FC236}">
                  <a16:creationId xmlns:a16="http://schemas.microsoft.com/office/drawing/2014/main" id="{1955F176-A145-456A-9DF5-922228A6055F}"/>
                </a:ext>
              </a:extLst>
            </p:cNvPr>
            <p:cNvGrpSpPr>
              <a:grpSpLocks/>
            </p:cNvGrpSpPr>
            <p:nvPr/>
          </p:nvGrpSpPr>
          <p:grpSpPr bwMode="auto">
            <a:xfrm>
              <a:off x="1292" y="3038"/>
              <a:ext cx="263" cy="336"/>
              <a:chOff x="1872" y="496"/>
              <a:chExt cx="240" cy="272"/>
            </a:xfrm>
          </p:grpSpPr>
          <p:sp>
            <p:nvSpPr>
              <p:cNvPr id="12335" name="Line 25">
                <a:extLst>
                  <a:ext uri="{FF2B5EF4-FFF2-40B4-BE49-F238E27FC236}">
                    <a16:creationId xmlns:a16="http://schemas.microsoft.com/office/drawing/2014/main" id="{6E9159D1-D5AD-4806-8298-DBA19A72B5DC}"/>
                  </a:ext>
                </a:extLst>
              </p:cNvPr>
              <p:cNvSpPr>
                <a:spLocks noChangeShapeType="1"/>
              </p:cNvSpPr>
              <p:nvPr/>
            </p:nvSpPr>
            <p:spPr bwMode="auto">
              <a:xfrm>
                <a:off x="1872" y="768"/>
                <a:ext cx="240"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36" name="Text Box 26">
                <a:extLst>
                  <a:ext uri="{FF2B5EF4-FFF2-40B4-BE49-F238E27FC236}">
                    <a16:creationId xmlns:a16="http://schemas.microsoft.com/office/drawing/2014/main" id="{7B587E66-C54F-4921-A516-F92B563D1020}"/>
                  </a:ext>
                </a:extLst>
              </p:cNvPr>
              <p:cNvSpPr txBox="1">
                <a:spLocks noChangeArrowheads="1"/>
              </p:cNvSpPr>
              <p:nvPr/>
            </p:nvSpPr>
            <p:spPr bwMode="auto">
              <a:xfrm>
                <a:off x="1891" y="496"/>
                <a:ext cx="148"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2308" name="Line 27">
              <a:extLst>
                <a:ext uri="{FF2B5EF4-FFF2-40B4-BE49-F238E27FC236}">
                  <a16:creationId xmlns:a16="http://schemas.microsoft.com/office/drawing/2014/main" id="{437EBDE2-FAFE-4D3D-88EE-DEF29ED3C8B2}"/>
                </a:ext>
              </a:extLst>
            </p:cNvPr>
            <p:cNvSpPr>
              <a:spLocks noChangeShapeType="1"/>
            </p:cNvSpPr>
            <p:nvPr/>
          </p:nvSpPr>
          <p:spPr bwMode="auto">
            <a:xfrm flipH="1" flipV="1">
              <a:off x="975" y="2614"/>
              <a:ext cx="158" cy="136"/>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09" name="Text Box 28">
              <a:extLst>
                <a:ext uri="{FF2B5EF4-FFF2-40B4-BE49-F238E27FC236}">
                  <a16:creationId xmlns:a16="http://schemas.microsoft.com/office/drawing/2014/main" id="{287E9D62-453E-4F63-8439-602DEF16C653}"/>
                </a:ext>
              </a:extLst>
            </p:cNvPr>
            <p:cNvSpPr txBox="1">
              <a:spLocks noChangeArrowheads="1"/>
            </p:cNvSpPr>
            <p:nvPr/>
          </p:nvSpPr>
          <p:spPr bwMode="auto">
            <a:xfrm>
              <a:off x="708" y="2269"/>
              <a:ext cx="588"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12310" name="Text Box 29">
              <a:extLst>
                <a:ext uri="{FF2B5EF4-FFF2-40B4-BE49-F238E27FC236}">
                  <a16:creationId xmlns:a16="http://schemas.microsoft.com/office/drawing/2014/main" id="{046AED23-C606-41CE-81AE-00A6DF8A7456}"/>
                </a:ext>
              </a:extLst>
            </p:cNvPr>
            <p:cNvSpPr txBox="1">
              <a:spLocks noChangeArrowheads="1"/>
            </p:cNvSpPr>
            <p:nvPr/>
          </p:nvSpPr>
          <p:spPr bwMode="auto">
            <a:xfrm>
              <a:off x="629" y="2865"/>
              <a:ext cx="568" cy="26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2311" name="Group 30">
              <a:extLst>
                <a:ext uri="{FF2B5EF4-FFF2-40B4-BE49-F238E27FC236}">
                  <a16:creationId xmlns:a16="http://schemas.microsoft.com/office/drawing/2014/main" id="{47E4561C-FC3B-4D5B-823B-3CB22DED32B2}"/>
                </a:ext>
              </a:extLst>
            </p:cNvPr>
            <p:cNvGrpSpPr>
              <a:grpSpLocks/>
            </p:cNvGrpSpPr>
            <p:nvPr/>
          </p:nvGrpSpPr>
          <p:grpSpPr bwMode="auto">
            <a:xfrm>
              <a:off x="1305" y="2582"/>
              <a:ext cx="623" cy="338"/>
              <a:chOff x="830" y="795"/>
              <a:chExt cx="568" cy="273"/>
            </a:xfrm>
          </p:grpSpPr>
          <p:grpSp>
            <p:nvGrpSpPr>
              <p:cNvPr id="12331" name="Group 31">
                <a:extLst>
                  <a:ext uri="{FF2B5EF4-FFF2-40B4-BE49-F238E27FC236}">
                    <a16:creationId xmlns:a16="http://schemas.microsoft.com/office/drawing/2014/main" id="{DD5DEECE-9083-4C77-93B4-3BA4D0F8CA25}"/>
                  </a:ext>
                </a:extLst>
              </p:cNvPr>
              <p:cNvGrpSpPr>
                <a:grpSpLocks/>
              </p:cNvGrpSpPr>
              <p:nvPr/>
            </p:nvGrpSpPr>
            <p:grpSpPr bwMode="auto">
              <a:xfrm>
                <a:off x="830" y="795"/>
                <a:ext cx="568" cy="235"/>
                <a:chOff x="830" y="795"/>
                <a:chExt cx="568" cy="235"/>
              </a:xfrm>
            </p:grpSpPr>
            <p:sp>
              <p:nvSpPr>
                <p:cNvPr id="12333" name="Text Box 32">
                  <a:extLst>
                    <a:ext uri="{FF2B5EF4-FFF2-40B4-BE49-F238E27FC236}">
                      <a16:creationId xmlns:a16="http://schemas.microsoft.com/office/drawing/2014/main" id="{A94F6875-2AFF-4723-8D96-54DF508EE5E0}"/>
                    </a:ext>
                  </a:extLst>
                </p:cNvPr>
                <p:cNvSpPr txBox="1">
                  <a:spLocks noChangeArrowheads="1"/>
                </p:cNvSpPr>
                <p:nvPr/>
              </p:nvSpPr>
              <p:spPr bwMode="auto">
                <a:xfrm>
                  <a:off x="830" y="795"/>
                  <a:ext cx="198"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2334" name="Text Box 33">
                  <a:extLst>
                    <a:ext uri="{FF2B5EF4-FFF2-40B4-BE49-F238E27FC236}">
                      <a16:creationId xmlns:a16="http://schemas.microsoft.com/office/drawing/2014/main" id="{57097258-DC5E-47BE-AE07-9AAC684BB5E4}"/>
                    </a:ext>
                  </a:extLst>
                </p:cNvPr>
                <p:cNvSpPr txBox="1">
                  <a:spLocks noChangeArrowheads="1"/>
                </p:cNvSpPr>
                <p:nvPr/>
              </p:nvSpPr>
              <p:spPr bwMode="auto">
                <a:xfrm>
                  <a:off x="1212" y="795"/>
                  <a:ext cx="186"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12332" name="Text Box 34">
                <a:extLst>
                  <a:ext uri="{FF2B5EF4-FFF2-40B4-BE49-F238E27FC236}">
                    <a16:creationId xmlns:a16="http://schemas.microsoft.com/office/drawing/2014/main" id="{45ABBBEE-95FF-45BF-AA3E-4F2C0B2AAAFA}"/>
                  </a:ext>
                </a:extLst>
              </p:cNvPr>
              <p:cNvSpPr txBox="1">
                <a:spLocks noChangeArrowheads="1"/>
              </p:cNvSpPr>
              <p:nvPr/>
            </p:nvSpPr>
            <p:spPr bwMode="auto">
              <a:xfrm>
                <a:off x="989" y="833"/>
                <a:ext cx="271"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p>
            </p:txBody>
          </p:sp>
        </p:grpSp>
        <p:sp>
          <p:nvSpPr>
            <p:cNvPr id="12312" name="Line 35">
              <a:extLst>
                <a:ext uri="{FF2B5EF4-FFF2-40B4-BE49-F238E27FC236}">
                  <a16:creationId xmlns:a16="http://schemas.microsoft.com/office/drawing/2014/main" id="{EC8533F4-DC20-43B7-A45E-3C95003E2C28}"/>
                </a:ext>
              </a:extLst>
            </p:cNvPr>
            <p:cNvSpPr>
              <a:spLocks noChangeShapeType="1"/>
            </p:cNvSpPr>
            <p:nvPr/>
          </p:nvSpPr>
          <p:spPr bwMode="auto">
            <a:xfrm flipV="1">
              <a:off x="1111" y="2613"/>
              <a:ext cx="1190"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13" name="Line 36">
              <a:extLst>
                <a:ext uri="{FF2B5EF4-FFF2-40B4-BE49-F238E27FC236}">
                  <a16:creationId xmlns:a16="http://schemas.microsoft.com/office/drawing/2014/main" id="{0C50F729-19C9-415C-85A0-EAB0690D31D4}"/>
                </a:ext>
              </a:extLst>
            </p:cNvPr>
            <p:cNvSpPr>
              <a:spLocks noChangeShapeType="1"/>
            </p:cNvSpPr>
            <p:nvPr/>
          </p:nvSpPr>
          <p:spPr bwMode="auto">
            <a:xfrm>
              <a:off x="567" y="2613"/>
              <a:ext cx="36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14" name="Line 37">
              <a:extLst>
                <a:ext uri="{FF2B5EF4-FFF2-40B4-BE49-F238E27FC236}">
                  <a16:creationId xmlns:a16="http://schemas.microsoft.com/office/drawing/2014/main" id="{B2C608FA-890F-4474-BAA7-178479D16A76}"/>
                </a:ext>
              </a:extLst>
            </p:cNvPr>
            <p:cNvSpPr>
              <a:spLocks noChangeShapeType="1"/>
            </p:cNvSpPr>
            <p:nvPr/>
          </p:nvSpPr>
          <p:spPr bwMode="auto">
            <a:xfrm>
              <a:off x="567" y="2613"/>
              <a:ext cx="0" cy="77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15" name="Text Box 38">
              <a:extLst>
                <a:ext uri="{FF2B5EF4-FFF2-40B4-BE49-F238E27FC236}">
                  <a16:creationId xmlns:a16="http://schemas.microsoft.com/office/drawing/2014/main" id="{F87C29A9-1848-4DED-BE38-C7A276DA6F4E}"/>
                </a:ext>
              </a:extLst>
            </p:cNvPr>
            <p:cNvSpPr txBox="1">
              <a:spLocks noChangeArrowheads="1"/>
            </p:cNvSpPr>
            <p:nvPr/>
          </p:nvSpPr>
          <p:spPr bwMode="auto">
            <a:xfrm>
              <a:off x="2350" y="2586"/>
              <a:ext cx="235"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2316" name="Group 39">
              <a:extLst>
                <a:ext uri="{FF2B5EF4-FFF2-40B4-BE49-F238E27FC236}">
                  <a16:creationId xmlns:a16="http://schemas.microsoft.com/office/drawing/2014/main" id="{8063880D-3E56-4A4C-98F5-71CB7AA91DC6}"/>
                </a:ext>
              </a:extLst>
            </p:cNvPr>
            <p:cNvGrpSpPr>
              <a:grpSpLocks/>
            </p:cNvGrpSpPr>
            <p:nvPr/>
          </p:nvGrpSpPr>
          <p:grpSpPr bwMode="auto">
            <a:xfrm>
              <a:off x="1854" y="2630"/>
              <a:ext cx="308" cy="764"/>
              <a:chOff x="1994" y="747"/>
              <a:chExt cx="281" cy="617"/>
            </a:xfrm>
          </p:grpSpPr>
          <p:grpSp>
            <p:nvGrpSpPr>
              <p:cNvPr id="12327" name="Group 40">
                <a:extLst>
                  <a:ext uri="{FF2B5EF4-FFF2-40B4-BE49-F238E27FC236}">
                    <a16:creationId xmlns:a16="http://schemas.microsoft.com/office/drawing/2014/main" id="{EEA919DA-A4C6-4EE1-861A-6642DD4DE53E}"/>
                  </a:ext>
                </a:extLst>
              </p:cNvPr>
              <p:cNvGrpSpPr>
                <a:grpSpLocks/>
              </p:cNvGrpSpPr>
              <p:nvPr/>
            </p:nvGrpSpPr>
            <p:grpSpPr bwMode="auto">
              <a:xfrm>
                <a:off x="2076" y="747"/>
                <a:ext cx="199" cy="617"/>
                <a:chOff x="1644" y="1275"/>
                <a:chExt cx="199" cy="617"/>
              </a:xfrm>
            </p:grpSpPr>
            <p:sp>
              <p:nvSpPr>
                <p:cNvPr id="12329" name="Text Box 41">
                  <a:extLst>
                    <a:ext uri="{FF2B5EF4-FFF2-40B4-BE49-F238E27FC236}">
                      <a16:creationId xmlns:a16="http://schemas.microsoft.com/office/drawing/2014/main" id="{3CB70EAC-B461-4768-B662-A36F56C9B9A8}"/>
                    </a:ext>
                  </a:extLst>
                </p:cNvPr>
                <p:cNvSpPr txBox="1">
                  <a:spLocks noChangeArrowheads="1"/>
                </p:cNvSpPr>
                <p:nvPr/>
              </p:nvSpPr>
              <p:spPr bwMode="auto">
                <a:xfrm>
                  <a:off x="1645" y="1275"/>
                  <a:ext cx="198"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2330" name="Text Box 42">
                  <a:extLst>
                    <a:ext uri="{FF2B5EF4-FFF2-40B4-BE49-F238E27FC236}">
                      <a16:creationId xmlns:a16="http://schemas.microsoft.com/office/drawing/2014/main" id="{A763113C-B308-4D11-A3D4-848A88485979}"/>
                    </a:ext>
                  </a:extLst>
                </p:cNvPr>
                <p:cNvSpPr txBox="1">
                  <a:spLocks noChangeArrowheads="1"/>
                </p:cNvSpPr>
                <p:nvPr/>
              </p:nvSpPr>
              <p:spPr bwMode="auto">
                <a:xfrm>
                  <a:off x="1644" y="1657"/>
                  <a:ext cx="187"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sp>
            <p:nvSpPr>
              <p:cNvPr id="12328" name="Text Box 43">
                <a:extLst>
                  <a:ext uri="{FF2B5EF4-FFF2-40B4-BE49-F238E27FC236}">
                    <a16:creationId xmlns:a16="http://schemas.microsoft.com/office/drawing/2014/main" id="{A870020E-D559-4181-B059-E6FFA1F5AA6C}"/>
                  </a:ext>
                </a:extLst>
              </p:cNvPr>
              <p:cNvSpPr txBox="1">
                <a:spLocks noChangeArrowheads="1"/>
              </p:cNvSpPr>
              <p:nvPr/>
            </p:nvSpPr>
            <p:spPr bwMode="auto">
              <a:xfrm>
                <a:off x="1994" y="929"/>
                <a:ext cx="278"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2317" name="Group 44">
              <a:extLst>
                <a:ext uri="{FF2B5EF4-FFF2-40B4-BE49-F238E27FC236}">
                  <a16:creationId xmlns:a16="http://schemas.microsoft.com/office/drawing/2014/main" id="{F50CFEAD-73C3-4B65-A21B-4AB5FA8C1021}"/>
                </a:ext>
              </a:extLst>
            </p:cNvPr>
            <p:cNvGrpSpPr>
              <a:grpSpLocks/>
            </p:cNvGrpSpPr>
            <p:nvPr/>
          </p:nvGrpSpPr>
          <p:grpSpPr bwMode="auto">
            <a:xfrm>
              <a:off x="2154" y="2931"/>
              <a:ext cx="317" cy="136"/>
              <a:chOff x="1824" y="1680"/>
              <a:chExt cx="192" cy="96"/>
            </a:xfrm>
          </p:grpSpPr>
          <p:sp>
            <p:nvSpPr>
              <p:cNvPr id="12325" name="Line 45">
                <a:extLst>
                  <a:ext uri="{FF2B5EF4-FFF2-40B4-BE49-F238E27FC236}">
                    <a16:creationId xmlns:a16="http://schemas.microsoft.com/office/drawing/2014/main" id="{D52744C5-1EB7-4495-A9BA-D0C15C4072A9}"/>
                  </a:ext>
                </a:extLst>
              </p:cNvPr>
              <p:cNvSpPr>
                <a:spLocks noChangeShapeType="1"/>
              </p:cNvSpPr>
              <p:nvPr/>
            </p:nvSpPr>
            <p:spPr bwMode="auto">
              <a:xfrm>
                <a:off x="1824" y="1680"/>
                <a:ext cx="192"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26" name="Line 46">
                <a:extLst>
                  <a:ext uri="{FF2B5EF4-FFF2-40B4-BE49-F238E27FC236}">
                    <a16:creationId xmlns:a16="http://schemas.microsoft.com/office/drawing/2014/main" id="{84C4C32C-7422-40FA-8005-172EE3572F64}"/>
                  </a:ext>
                </a:extLst>
              </p:cNvPr>
              <p:cNvSpPr>
                <a:spLocks noChangeShapeType="1"/>
              </p:cNvSpPr>
              <p:nvPr/>
            </p:nvSpPr>
            <p:spPr bwMode="auto">
              <a:xfrm>
                <a:off x="1824" y="1776"/>
                <a:ext cx="192"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12318" name="Line 47">
              <a:extLst>
                <a:ext uri="{FF2B5EF4-FFF2-40B4-BE49-F238E27FC236}">
                  <a16:creationId xmlns:a16="http://schemas.microsoft.com/office/drawing/2014/main" id="{39F126FA-DEBF-4A41-B788-EAC74DFC7D1D}"/>
                </a:ext>
              </a:extLst>
            </p:cNvPr>
            <p:cNvSpPr>
              <a:spLocks noChangeShapeType="1"/>
            </p:cNvSpPr>
            <p:nvPr/>
          </p:nvSpPr>
          <p:spPr bwMode="auto">
            <a:xfrm flipH="1">
              <a:off x="930" y="2614"/>
              <a:ext cx="202" cy="1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19" name="Text Box 48">
              <a:extLst>
                <a:ext uri="{FF2B5EF4-FFF2-40B4-BE49-F238E27FC236}">
                  <a16:creationId xmlns:a16="http://schemas.microsoft.com/office/drawing/2014/main" id="{98A138C2-A6EC-4426-AD21-3FB09CA4B3C9}"/>
                </a:ext>
              </a:extLst>
            </p:cNvPr>
            <p:cNvSpPr txBox="1">
              <a:spLocks noChangeArrowheads="1"/>
            </p:cNvSpPr>
            <p:nvPr/>
          </p:nvSpPr>
          <p:spPr bwMode="auto">
            <a:xfrm>
              <a:off x="1527" y="2269"/>
              <a:ext cx="235"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320" name="Text Box 49">
              <a:extLst>
                <a:ext uri="{FF2B5EF4-FFF2-40B4-BE49-F238E27FC236}">
                  <a16:creationId xmlns:a16="http://schemas.microsoft.com/office/drawing/2014/main" id="{5C1F5EED-EFB8-4422-8337-F6DB5912C3BC}"/>
                </a:ext>
              </a:extLst>
            </p:cNvPr>
            <p:cNvSpPr txBox="1">
              <a:spLocks noChangeArrowheads="1"/>
            </p:cNvSpPr>
            <p:nvPr/>
          </p:nvSpPr>
          <p:spPr bwMode="auto">
            <a:xfrm>
              <a:off x="658" y="3402"/>
              <a:ext cx="1360" cy="29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12321" name="Rectangle 50">
              <a:extLst>
                <a:ext uri="{FF2B5EF4-FFF2-40B4-BE49-F238E27FC236}">
                  <a16:creationId xmlns:a16="http://schemas.microsoft.com/office/drawing/2014/main" id="{19C2C225-6C64-4368-BBDD-2D35C3590A36}"/>
                </a:ext>
              </a:extLst>
            </p:cNvPr>
            <p:cNvSpPr>
              <a:spLocks noChangeArrowheads="1"/>
            </p:cNvSpPr>
            <p:nvPr/>
          </p:nvSpPr>
          <p:spPr bwMode="auto">
            <a:xfrm>
              <a:off x="1474" y="2543"/>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2322" name="Group 51">
              <a:extLst>
                <a:ext uri="{FF2B5EF4-FFF2-40B4-BE49-F238E27FC236}">
                  <a16:creationId xmlns:a16="http://schemas.microsoft.com/office/drawing/2014/main" id="{95A1A599-1C72-4FD8-A501-F8A140083A04}"/>
                </a:ext>
              </a:extLst>
            </p:cNvPr>
            <p:cNvGrpSpPr>
              <a:grpSpLocks/>
            </p:cNvGrpSpPr>
            <p:nvPr/>
          </p:nvGrpSpPr>
          <p:grpSpPr bwMode="auto">
            <a:xfrm>
              <a:off x="713" y="2584"/>
              <a:ext cx="217" cy="764"/>
              <a:chOff x="1645" y="1275"/>
              <a:chExt cx="197" cy="617"/>
            </a:xfrm>
          </p:grpSpPr>
          <p:sp>
            <p:nvSpPr>
              <p:cNvPr id="12323" name="Text Box 52">
                <a:extLst>
                  <a:ext uri="{FF2B5EF4-FFF2-40B4-BE49-F238E27FC236}">
                    <a16:creationId xmlns:a16="http://schemas.microsoft.com/office/drawing/2014/main" id="{AFB817B3-DC9E-46CE-87E4-9C1505A5FD0D}"/>
                  </a:ext>
                </a:extLst>
              </p:cNvPr>
              <p:cNvSpPr txBox="1">
                <a:spLocks noChangeArrowheads="1"/>
              </p:cNvSpPr>
              <p:nvPr/>
            </p:nvSpPr>
            <p:spPr bwMode="auto">
              <a:xfrm>
                <a:off x="1645" y="1275"/>
                <a:ext cx="197"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2324" name="Text Box 53">
                <a:extLst>
                  <a:ext uri="{FF2B5EF4-FFF2-40B4-BE49-F238E27FC236}">
                    <a16:creationId xmlns:a16="http://schemas.microsoft.com/office/drawing/2014/main" id="{71370EED-9D60-402E-B211-712A39B93331}"/>
                  </a:ext>
                </a:extLst>
              </p:cNvPr>
              <p:cNvSpPr txBox="1">
                <a:spLocks noChangeArrowheads="1"/>
              </p:cNvSpPr>
              <p:nvPr/>
            </p:nvSpPr>
            <p:spPr bwMode="auto">
              <a:xfrm>
                <a:off x="1645" y="1657"/>
                <a:ext cx="185" cy="23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grpSp>
      <p:sp>
        <p:nvSpPr>
          <p:cNvPr id="283706" name="Text Box 58">
            <a:extLst>
              <a:ext uri="{FF2B5EF4-FFF2-40B4-BE49-F238E27FC236}">
                <a16:creationId xmlns:a16="http://schemas.microsoft.com/office/drawing/2014/main" id="{51580201-C804-401A-9F91-A43AFAAF3727}"/>
              </a:ext>
            </a:extLst>
          </p:cNvPr>
          <p:cNvSpPr txBox="1">
            <a:spLocks noChangeArrowheads="1"/>
          </p:cNvSpPr>
          <p:nvPr/>
        </p:nvSpPr>
        <p:spPr bwMode="auto">
          <a:xfrm>
            <a:off x="102796" y="2281924"/>
            <a:ext cx="2551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用三要素法分析零状态响应</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283710" name="Object 62">
            <a:extLst>
              <a:ext uri="{FF2B5EF4-FFF2-40B4-BE49-F238E27FC236}">
                <a16:creationId xmlns:a16="http://schemas.microsoft.com/office/drawing/2014/main" id="{41B3AB08-4677-4793-9E79-E61D8514C78B}"/>
              </a:ext>
            </a:extLst>
          </p:cNvPr>
          <p:cNvGraphicFramePr>
            <a:graphicFrameLocks noChangeAspect="1"/>
          </p:cNvGraphicFramePr>
          <p:nvPr>
            <p:extLst>
              <p:ext uri="{D42A27DB-BD31-4B8C-83A1-F6EECF244321}">
                <p14:modId xmlns:p14="http://schemas.microsoft.com/office/powerpoint/2010/main" val="4055273095"/>
              </p:ext>
            </p:extLst>
          </p:nvPr>
        </p:nvGraphicFramePr>
        <p:xfrm>
          <a:off x="634129" y="4359043"/>
          <a:ext cx="1081088" cy="409575"/>
        </p:xfrm>
        <a:graphic>
          <a:graphicData uri="http://schemas.openxmlformats.org/presentationml/2006/ole">
            <mc:AlternateContent xmlns:mc="http://schemas.openxmlformats.org/markup-compatibility/2006">
              <mc:Choice xmlns:v="urn:schemas-microsoft-com:vml" Requires="v">
                <p:oleObj spid="_x0000_s153125" name="Equation" r:id="rId6" imgW="469800" imgH="177480" progId="Equation.DSMT4">
                  <p:embed/>
                </p:oleObj>
              </mc:Choice>
              <mc:Fallback>
                <p:oleObj name="Equation" r:id="rId6" imgW="469800" imgH="177480" progId="Equation.DSMT4">
                  <p:embed/>
                  <p:pic>
                    <p:nvPicPr>
                      <p:cNvPr id="283710" name="Object 62">
                        <a:extLst>
                          <a:ext uri="{FF2B5EF4-FFF2-40B4-BE49-F238E27FC236}">
                            <a16:creationId xmlns:a16="http://schemas.microsoft.com/office/drawing/2014/main" id="{41B3AB08-4677-4793-9E79-E61D8514C78B}"/>
                          </a:ext>
                        </a:extLst>
                      </p:cNvPr>
                      <p:cNvPicPr>
                        <a:picLocks noChangeAspect="1" noChangeArrowheads="1"/>
                      </p:cNvPicPr>
                      <p:nvPr/>
                    </p:nvPicPr>
                    <p:blipFill>
                      <a:blip r:embed="rId7"/>
                      <a:srcRect/>
                      <a:stretch>
                        <a:fillRect/>
                      </a:stretch>
                    </p:blipFill>
                    <p:spPr bwMode="auto">
                      <a:xfrm>
                        <a:off x="634129" y="4359043"/>
                        <a:ext cx="1081088" cy="409575"/>
                      </a:xfrm>
                      <a:prstGeom prst="rect">
                        <a:avLst/>
                      </a:prstGeom>
                      <a:noFill/>
                      <a:ln>
                        <a:noFill/>
                      </a:ln>
                      <a:effectLst/>
                      <a:extLst/>
                    </p:spPr>
                  </p:pic>
                </p:oleObj>
              </mc:Fallback>
            </mc:AlternateContent>
          </a:graphicData>
        </a:graphic>
      </p:graphicFrame>
      <p:graphicFrame>
        <p:nvGraphicFramePr>
          <p:cNvPr id="283711" name="Object 63">
            <a:extLst>
              <a:ext uri="{FF2B5EF4-FFF2-40B4-BE49-F238E27FC236}">
                <a16:creationId xmlns:a16="http://schemas.microsoft.com/office/drawing/2014/main" id="{990CB9C9-EE41-4CA1-BAC5-082C84419531}"/>
              </a:ext>
            </a:extLst>
          </p:cNvPr>
          <p:cNvGraphicFramePr>
            <a:graphicFrameLocks noChangeAspect="1"/>
          </p:cNvGraphicFramePr>
          <p:nvPr>
            <p:extLst>
              <p:ext uri="{D42A27DB-BD31-4B8C-83A1-F6EECF244321}">
                <p14:modId xmlns:p14="http://schemas.microsoft.com/office/powerpoint/2010/main" val="3346212033"/>
              </p:ext>
            </p:extLst>
          </p:nvPr>
        </p:nvGraphicFramePr>
        <p:xfrm>
          <a:off x="504723" y="3777947"/>
          <a:ext cx="1745744" cy="533345"/>
        </p:xfrm>
        <a:graphic>
          <a:graphicData uri="http://schemas.openxmlformats.org/presentationml/2006/ole">
            <mc:AlternateContent xmlns:mc="http://schemas.openxmlformats.org/markup-compatibility/2006">
              <mc:Choice xmlns:v="urn:schemas-microsoft-com:vml" Requires="v">
                <p:oleObj spid="_x0000_s153126" name="Equation" r:id="rId8" imgW="749300" imgH="228600" progId="Equation.DSMT4">
                  <p:embed/>
                </p:oleObj>
              </mc:Choice>
              <mc:Fallback>
                <p:oleObj name="Equation" r:id="rId8" imgW="749300" imgH="228600" progId="Equation.DSMT4">
                  <p:embed/>
                  <p:pic>
                    <p:nvPicPr>
                      <p:cNvPr id="283711" name="Object 63">
                        <a:extLst>
                          <a:ext uri="{FF2B5EF4-FFF2-40B4-BE49-F238E27FC236}">
                            <a16:creationId xmlns:a16="http://schemas.microsoft.com/office/drawing/2014/main" id="{990CB9C9-EE41-4CA1-BAC5-082C844195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723" y="3777947"/>
                        <a:ext cx="1745744" cy="533345"/>
                      </a:xfrm>
                      <a:prstGeom prst="rect">
                        <a:avLst/>
                      </a:prstGeom>
                      <a:noFill/>
                      <a:ln>
                        <a:noFill/>
                      </a:ln>
                      <a:effectLst/>
                      <a:extLst/>
                    </p:spPr>
                  </p:pic>
                </p:oleObj>
              </mc:Fallback>
            </mc:AlternateContent>
          </a:graphicData>
        </a:graphic>
      </p:graphicFrame>
      <p:graphicFrame>
        <p:nvGraphicFramePr>
          <p:cNvPr id="283712" name="Object 64">
            <a:extLst>
              <a:ext uri="{FF2B5EF4-FFF2-40B4-BE49-F238E27FC236}">
                <a16:creationId xmlns:a16="http://schemas.microsoft.com/office/drawing/2014/main" id="{478D4134-986C-4281-BA0B-D74DA964321B}"/>
              </a:ext>
            </a:extLst>
          </p:cNvPr>
          <p:cNvGraphicFramePr>
            <a:graphicFrameLocks noChangeAspect="1"/>
          </p:cNvGraphicFramePr>
          <p:nvPr>
            <p:extLst>
              <p:ext uri="{D42A27DB-BD31-4B8C-83A1-F6EECF244321}">
                <p14:modId xmlns:p14="http://schemas.microsoft.com/office/powerpoint/2010/main" val="3588932266"/>
              </p:ext>
            </p:extLst>
          </p:nvPr>
        </p:nvGraphicFramePr>
        <p:xfrm>
          <a:off x="588607" y="3232066"/>
          <a:ext cx="1493019" cy="498130"/>
        </p:xfrm>
        <a:graphic>
          <a:graphicData uri="http://schemas.openxmlformats.org/presentationml/2006/ole">
            <mc:AlternateContent xmlns:mc="http://schemas.openxmlformats.org/markup-compatibility/2006">
              <mc:Choice xmlns:v="urn:schemas-microsoft-com:vml" Requires="v">
                <p:oleObj spid="_x0000_s153127" name="Equation" r:id="rId10" imgW="685800" imgH="228600" progId="Equation.DSMT4">
                  <p:embed/>
                </p:oleObj>
              </mc:Choice>
              <mc:Fallback>
                <p:oleObj name="Equation" r:id="rId10" imgW="685800" imgH="228600" progId="Equation.DSMT4">
                  <p:embed/>
                  <p:pic>
                    <p:nvPicPr>
                      <p:cNvPr id="283712" name="Object 64">
                        <a:extLst>
                          <a:ext uri="{FF2B5EF4-FFF2-40B4-BE49-F238E27FC236}">
                            <a16:creationId xmlns:a16="http://schemas.microsoft.com/office/drawing/2014/main" id="{478D4134-986C-4281-BA0B-D74DA964321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8607" y="3232066"/>
                        <a:ext cx="1493019" cy="498130"/>
                      </a:xfrm>
                      <a:prstGeom prst="rect">
                        <a:avLst/>
                      </a:prstGeom>
                      <a:noFill/>
                      <a:ln>
                        <a:noFill/>
                      </a:ln>
                      <a:effectLst/>
                      <a:extLst/>
                    </p:spPr>
                  </p:pic>
                </p:oleObj>
              </mc:Fallback>
            </mc:AlternateContent>
          </a:graphicData>
        </a:graphic>
      </p:graphicFrame>
      <p:graphicFrame>
        <p:nvGraphicFramePr>
          <p:cNvPr id="49" name="Object 14">
            <a:extLst>
              <a:ext uri="{FF2B5EF4-FFF2-40B4-BE49-F238E27FC236}">
                <a16:creationId xmlns:a16="http://schemas.microsoft.com/office/drawing/2014/main" id="{D59B1D44-4251-4773-8A03-CE6C3F53F749}"/>
              </a:ext>
            </a:extLst>
          </p:cNvPr>
          <p:cNvGraphicFramePr>
            <a:graphicFrameLocks noChangeAspect="1"/>
          </p:cNvGraphicFramePr>
          <p:nvPr>
            <p:extLst>
              <p:ext uri="{D42A27DB-BD31-4B8C-83A1-F6EECF244321}">
                <p14:modId xmlns:p14="http://schemas.microsoft.com/office/powerpoint/2010/main" val="207177360"/>
              </p:ext>
            </p:extLst>
          </p:nvPr>
        </p:nvGraphicFramePr>
        <p:xfrm>
          <a:off x="51271" y="4629657"/>
          <a:ext cx="2767013" cy="1344613"/>
        </p:xfrm>
        <a:graphic>
          <a:graphicData uri="http://schemas.openxmlformats.org/presentationml/2006/ole">
            <mc:AlternateContent xmlns:mc="http://schemas.openxmlformats.org/markup-compatibility/2006">
              <mc:Choice xmlns:v="urn:schemas-microsoft-com:vml" Requires="v">
                <p:oleObj spid="_x0000_s153128" name="Equation" r:id="rId12" imgW="1688760" imgH="711000" progId="Equation.DSMT4">
                  <p:embed/>
                </p:oleObj>
              </mc:Choice>
              <mc:Fallback>
                <p:oleObj name="Equation" r:id="rId12" imgW="1688760" imgH="711000" progId="Equation.DSMT4">
                  <p:embed/>
                  <p:pic>
                    <p:nvPicPr>
                      <p:cNvPr id="49" name="Object 14">
                        <a:extLst>
                          <a:ext uri="{FF2B5EF4-FFF2-40B4-BE49-F238E27FC236}">
                            <a16:creationId xmlns:a16="http://schemas.microsoft.com/office/drawing/2014/main" id="{D59B1D44-4251-4773-8A03-CE6C3F53F749}"/>
                          </a:ext>
                        </a:extLst>
                      </p:cNvPr>
                      <p:cNvPicPr>
                        <a:picLocks noChangeAspect="1" noChangeArrowheads="1"/>
                      </p:cNvPicPr>
                      <p:nvPr/>
                    </p:nvPicPr>
                    <p:blipFill>
                      <a:blip r:embed="rId13"/>
                      <a:srcRect/>
                      <a:stretch>
                        <a:fillRect/>
                      </a:stretch>
                    </p:blipFill>
                    <p:spPr bwMode="auto">
                      <a:xfrm>
                        <a:off x="51271" y="4629657"/>
                        <a:ext cx="2767013" cy="1344613"/>
                      </a:xfrm>
                      <a:prstGeom prst="rect">
                        <a:avLst/>
                      </a:prstGeom>
                      <a:noFill/>
                      <a:ln>
                        <a:noFill/>
                      </a:ln>
                      <a:effectLst/>
                      <a:extLst/>
                    </p:spPr>
                  </p:pic>
                </p:oleObj>
              </mc:Fallback>
            </mc:AlternateContent>
          </a:graphicData>
        </a:graphic>
      </p:graphicFrame>
      <p:sp>
        <p:nvSpPr>
          <p:cNvPr id="50" name="Text Box 15">
            <a:extLst>
              <a:ext uri="{FF2B5EF4-FFF2-40B4-BE49-F238E27FC236}">
                <a16:creationId xmlns:a16="http://schemas.microsoft.com/office/drawing/2014/main" id="{B61074B9-BFAB-4FC8-8CC9-4E8C76A2D21E}"/>
              </a:ext>
            </a:extLst>
          </p:cNvPr>
          <p:cNvSpPr txBox="1">
            <a:spLocks noChangeArrowheads="1"/>
          </p:cNvSpPr>
          <p:nvPr/>
        </p:nvSpPr>
        <p:spPr bwMode="auto">
          <a:xfrm>
            <a:off x="3031315" y="2228671"/>
            <a:ext cx="2538290" cy="120032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由电容电流与其电压的</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VAR</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关系可以得出</a:t>
            </a:r>
          </a:p>
        </p:txBody>
      </p:sp>
      <p:graphicFrame>
        <p:nvGraphicFramePr>
          <p:cNvPr id="51" name="Object 16">
            <a:extLst>
              <a:ext uri="{FF2B5EF4-FFF2-40B4-BE49-F238E27FC236}">
                <a16:creationId xmlns:a16="http://schemas.microsoft.com/office/drawing/2014/main" id="{05BB2B4B-1732-45A6-81FC-677EF3429BA7}"/>
              </a:ext>
            </a:extLst>
          </p:cNvPr>
          <p:cNvGraphicFramePr>
            <a:graphicFrameLocks noChangeAspect="1"/>
          </p:cNvGraphicFramePr>
          <p:nvPr>
            <p:extLst>
              <p:ext uri="{D42A27DB-BD31-4B8C-83A1-F6EECF244321}">
                <p14:modId xmlns:p14="http://schemas.microsoft.com/office/powerpoint/2010/main" val="4199297075"/>
              </p:ext>
            </p:extLst>
          </p:nvPr>
        </p:nvGraphicFramePr>
        <p:xfrm>
          <a:off x="3012199" y="3418775"/>
          <a:ext cx="3216025" cy="773002"/>
        </p:xfrm>
        <a:graphic>
          <a:graphicData uri="http://schemas.openxmlformats.org/presentationml/2006/ole">
            <mc:AlternateContent xmlns:mc="http://schemas.openxmlformats.org/markup-compatibility/2006">
              <mc:Choice xmlns:v="urn:schemas-microsoft-com:vml" Requires="v">
                <p:oleObj spid="_x0000_s153129" name="Equation" r:id="rId14" imgW="1955520" imgH="419040" progId="Equation.DSMT4">
                  <p:embed/>
                </p:oleObj>
              </mc:Choice>
              <mc:Fallback>
                <p:oleObj name="Equation" r:id="rId14" imgW="1955520" imgH="419040" progId="Equation.DSMT4">
                  <p:embed/>
                  <p:pic>
                    <p:nvPicPr>
                      <p:cNvPr id="51" name="Object 16">
                        <a:extLst>
                          <a:ext uri="{FF2B5EF4-FFF2-40B4-BE49-F238E27FC236}">
                            <a16:creationId xmlns:a16="http://schemas.microsoft.com/office/drawing/2014/main" id="{05BB2B4B-1732-45A6-81FC-677EF3429BA7}"/>
                          </a:ext>
                        </a:extLst>
                      </p:cNvPr>
                      <p:cNvPicPr>
                        <a:picLocks noChangeAspect="1" noChangeArrowheads="1"/>
                      </p:cNvPicPr>
                      <p:nvPr/>
                    </p:nvPicPr>
                    <p:blipFill>
                      <a:blip r:embed="rId15"/>
                      <a:srcRect/>
                      <a:stretch>
                        <a:fillRect/>
                      </a:stretch>
                    </p:blipFill>
                    <p:spPr bwMode="auto">
                      <a:xfrm>
                        <a:off x="3012199" y="3418775"/>
                        <a:ext cx="3216025" cy="773002"/>
                      </a:xfrm>
                      <a:prstGeom prst="rect">
                        <a:avLst/>
                      </a:prstGeom>
                      <a:noFill/>
                      <a:ln>
                        <a:noFill/>
                      </a:ln>
                      <a:effectLst/>
                      <a:extLst/>
                    </p:spPr>
                  </p:pic>
                </p:oleObj>
              </mc:Fallback>
            </mc:AlternateContent>
          </a:graphicData>
        </a:graphic>
      </p:graphicFrame>
      <p:grpSp>
        <p:nvGrpSpPr>
          <p:cNvPr id="62" name="Group 24">
            <a:extLst>
              <a:ext uri="{FF2B5EF4-FFF2-40B4-BE49-F238E27FC236}">
                <a16:creationId xmlns:a16="http://schemas.microsoft.com/office/drawing/2014/main" id="{99093A74-D25A-4089-A8E9-7EB9ECF9302C}"/>
              </a:ext>
            </a:extLst>
          </p:cNvPr>
          <p:cNvGrpSpPr>
            <a:grpSpLocks/>
          </p:cNvGrpSpPr>
          <p:nvPr/>
        </p:nvGrpSpPr>
        <p:grpSpPr bwMode="auto">
          <a:xfrm>
            <a:off x="2850034" y="4666964"/>
            <a:ext cx="2743200" cy="457200"/>
            <a:chOff x="527" y="1727"/>
            <a:chExt cx="1728" cy="288"/>
          </a:xfrm>
        </p:grpSpPr>
        <p:sp>
          <p:nvSpPr>
            <p:cNvPr id="63" name="Line 25">
              <a:extLst>
                <a:ext uri="{FF2B5EF4-FFF2-40B4-BE49-F238E27FC236}">
                  <a16:creationId xmlns:a16="http://schemas.microsoft.com/office/drawing/2014/main" id="{7A0B666C-55D3-4A29-A0C6-BFA8CBA57D4E}"/>
                </a:ext>
              </a:extLst>
            </p:cNvPr>
            <p:cNvSpPr>
              <a:spLocks noChangeShapeType="1"/>
            </p:cNvSpPr>
            <p:nvPr/>
          </p:nvSpPr>
          <p:spPr bwMode="auto">
            <a:xfrm>
              <a:off x="863" y="1871"/>
              <a:ext cx="1392" cy="0"/>
            </a:xfrm>
            <a:prstGeom prst="line">
              <a:avLst/>
            </a:prstGeom>
            <a:noFill/>
            <a:ln w="28575">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5" name="Text Box 27">
              <a:extLst>
                <a:ext uri="{FF2B5EF4-FFF2-40B4-BE49-F238E27FC236}">
                  <a16:creationId xmlns:a16="http://schemas.microsoft.com/office/drawing/2014/main" id="{2B8240B9-634F-464E-BB19-D2BB9824BACB}"/>
                </a:ext>
              </a:extLst>
            </p:cNvPr>
            <p:cNvSpPr txBox="1">
              <a:spLocks noChangeArrowheads="1"/>
            </p:cNvSpPr>
            <p:nvPr/>
          </p:nvSpPr>
          <p:spPr bwMode="auto">
            <a:xfrm>
              <a:off x="527" y="1727"/>
              <a:ext cx="326" cy="28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p>
          </p:txBody>
        </p:sp>
      </p:grpSp>
      <p:grpSp>
        <p:nvGrpSpPr>
          <p:cNvPr id="66" name="Group 38">
            <a:extLst>
              <a:ext uri="{FF2B5EF4-FFF2-40B4-BE49-F238E27FC236}">
                <a16:creationId xmlns:a16="http://schemas.microsoft.com/office/drawing/2014/main" id="{7951D8E9-4AAA-4B85-9720-8AE2F7F1067C}"/>
              </a:ext>
            </a:extLst>
          </p:cNvPr>
          <p:cNvGrpSpPr>
            <a:grpSpLocks/>
          </p:cNvGrpSpPr>
          <p:nvPr/>
        </p:nvGrpSpPr>
        <p:grpSpPr bwMode="auto">
          <a:xfrm>
            <a:off x="3002434" y="4077072"/>
            <a:ext cx="2950490" cy="2426629"/>
            <a:chOff x="623" y="1375"/>
            <a:chExt cx="1693" cy="1360"/>
          </a:xfrm>
        </p:grpSpPr>
        <p:sp>
          <p:nvSpPr>
            <p:cNvPr id="67" name="Line 39">
              <a:extLst>
                <a:ext uri="{FF2B5EF4-FFF2-40B4-BE49-F238E27FC236}">
                  <a16:creationId xmlns:a16="http://schemas.microsoft.com/office/drawing/2014/main" id="{D0206897-C2B5-4A01-81E3-DDFA26657158}"/>
                </a:ext>
              </a:extLst>
            </p:cNvPr>
            <p:cNvSpPr>
              <a:spLocks noChangeShapeType="1"/>
            </p:cNvSpPr>
            <p:nvPr/>
          </p:nvSpPr>
          <p:spPr bwMode="auto">
            <a:xfrm>
              <a:off x="623" y="2255"/>
              <a:ext cx="1553"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8" name="Line 40">
              <a:extLst>
                <a:ext uri="{FF2B5EF4-FFF2-40B4-BE49-F238E27FC236}">
                  <a16:creationId xmlns:a16="http://schemas.microsoft.com/office/drawing/2014/main" id="{70549BD9-B2C4-463D-A737-8B6427B01EB7}"/>
                </a:ext>
              </a:extLst>
            </p:cNvPr>
            <p:cNvSpPr>
              <a:spLocks noChangeShapeType="1"/>
            </p:cNvSpPr>
            <p:nvPr/>
          </p:nvSpPr>
          <p:spPr bwMode="auto">
            <a:xfrm flipV="1">
              <a:off x="863" y="1631"/>
              <a:ext cx="0" cy="1104"/>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9" name="Text Box 41">
              <a:extLst>
                <a:ext uri="{FF2B5EF4-FFF2-40B4-BE49-F238E27FC236}">
                  <a16:creationId xmlns:a16="http://schemas.microsoft.com/office/drawing/2014/main" id="{705491AB-29D8-49CB-AB6C-60242481CEDD}"/>
                </a:ext>
              </a:extLst>
            </p:cNvPr>
            <p:cNvSpPr txBox="1">
              <a:spLocks noChangeArrowheads="1"/>
            </p:cNvSpPr>
            <p:nvPr/>
          </p:nvSpPr>
          <p:spPr bwMode="auto">
            <a:xfrm>
              <a:off x="2149" y="2101"/>
              <a:ext cx="167" cy="29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0" name="Text Box 42">
              <a:extLst>
                <a:ext uri="{FF2B5EF4-FFF2-40B4-BE49-F238E27FC236}">
                  <a16:creationId xmlns:a16="http://schemas.microsoft.com/office/drawing/2014/main" id="{AD26FE3E-238D-4A9E-A7A0-E85A67890137}"/>
                </a:ext>
              </a:extLst>
            </p:cNvPr>
            <p:cNvSpPr txBox="1">
              <a:spLocks noChangeArrowheads="1"/>
            </p:cNvSpPr>
            <p:nvPr/>
          </p:nvSpPr>
          <p:spPr bwMode="auto">
            <a:xfrm>
              <a:off x="703" y="1375"/>
              <a:ext cx="313" cy="29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 name="Text Box 43">
              <a:extLst>
                <a:ext uri="{FF2B5EF4-FFF2-40B4-BE49-F238E27FC236}">
                  <a16:creationId xmlns:a16="http://schemas.microsoft.com/office/drawing/2014/main" id="{CFBCDD63-677E-4406-8331-EEC4E6A7DC2D}"/>
                </a:ext>
              </a:extLst>
            </p:cNvPr>
            <p:cNvSpPr txBox="1">
              <a:spLocks noChangeArrowheads="1"/>
            </p:cNvSpPr>
            <p:nvPr/>
          </p:nvSpPr>
          <p:spPr bwMode="auto">
            <a:xfrm>
              <a:off x="681" y="2252"/>
              <a:ext cx="221" cy="22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O</a:t>
              </a:r>
            </a:p>
          </p:txBody>
        </p:sp>
      </p:grpSp>
      <p:grpSp>
        <p:nvGrpSpPr>
          <p:cNvPr id="72" name="Group 46">
            <a:extLst>
              <a:ext uri="{FF2B5EF4-FFF2-40B4-BE49-F238E27FC236}">
                <a16:creationId xmlns:a16="http://schemas.microsoft.com/office/drawing/2014/main" id="{979B0352-DFF5-4ABD-8F69-C95DF66DE65B}"/>
              </a:ext>
            </a:extLst>
          </p:cNvPr>
          <p:cNvGrpSpPr>
            <a:grpSpLocks/>
          </p:cNvGrpSpPr>
          <p:nvPr/>
        </p:nvGrpSpPr>
        <p:grpSpPr bwMode="auto">
          <a:xfrm>
            <a:off x="2984972" y="4920964"/>
            <a:ext cx="2565400" cy="762000"/>
            <a:chOff x="591" y="1919"/>
            <a:chExt cx="1616" cy="344"/>
          </a:xfrm>
        </p:grpSpPr>
        <p:sp>
          <p:nvSpPr>
            <p:cNvPr id="73" name="Freeform 47">
              <a:extLst>
                <a:ext uri="{FF2B5EF4-FFF2-40B4-BE49-F238E27FC236}">
                  <a16:creationId xmlns:a16="http://schemas.microsoft.com/office/drawing/2014/main" id="{556BB08B-9281-492C-B575-CDA84CF72AB8}"/>
                </a:ext>
              </a:extLst>
            </p:cNvPr>
            <p:cNvSpPr>
              <a:spLocks/>
            </p:cNvSpPr>
            <p:nvPr/>
          </p:nvSpPr>
          <p:spPr bwMode="auto">
            <a:xfrm>
              <a:off x="863" y="1919"/>
              <a:ext cx="1344" cy="344"/>
            </a:xfrm>
            <a:custGeom>
              <a:avLst/>
              <a:gdLst>
                <a:gd name="T0" fmla="*/ 0 w 1344"/>
                <a:gd name="T1" fmla="*/ 344 h 344"/>
                <a:gd name="T2" fmla="*/ 288 w 1344"/>
                <a:gd name="T3" fmla="*/ 152 h 344"/>
                <a:gd name="T4" fmla="*/ 624 w 1344"/>
                <a:gd name="T5" fmla="*/ 56 h 344"/>
                <a:gd name="T6" fmla="*/ 1104 w 1344"/>
                <a:gd name="T7" fmla="*/ 8 h 344"/>
                <a:gd name="T8" fmla="*/ 1344 w 1344"/>
                <a:gd name="T9" fmla="*/ 8 h 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4" h="344">
                  <a:moveTo>
                    <a:pt x="0" y="344"/>
                  </a:moveTo>
                  <a:cubicBezTo>
                    <a:pt x="92" y="272"/>
                    <a:pt x="184" y="200"/>
                    <a:pt x="288" y="152"/>
                  </a:cubicBezTo>
                  <a:cubicBezTo>
                    <a:pt x="392" y="104"/>
                    <a:pt x="488" y="80"/>
                    <a:pt x="624" y="56"/>
                  </a:cubicBezTo>
                  <a:cubicBezTo>
                    <a:pt x="760" y="32"/>
                    <a:pt x="984" y="16"/>
                    <a:pt x="1104" y="8"/>
                  </a:cubicBezTo>
                  <a:cubicBezTo>
                    <a:pt x="1224" y="0"/>
                    <a:pt x="1304" y="8"/>
                    <a:pt x="1344" y="8"/>
                  </a:cubicBezTo>
                </a:path>
              </a:pathLst>
            </a:custGeom>
            <a:noFill/>
            <a:ln w="28575" cap="flat" cmpd="sng">
              <a:solidFill>
                <a:srgbClr val="FF3300"/>
              </a:solidFill>
              <a:prstDash val="solid"/>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4" name="Line 48">
              <a:extLst>
                <a:ext uri="{FF2B5EF4-FFF2-40B4-BE49-F238E27FC236}">
                  <a16:creationId xmlns:a16="http://schemas.microsoft.com/office/drawing/2014/main" id="{72E476CB-0E29-4BE3-81BA-2C4A4A90E91A}"/>
                </a:ext>
              </a:extLst>
            </p:cNvPr>
            <p:cNvSpPr>
              <a:spLocks noChangeShapeType="1"/>
            </p:cNvSpPr>
            <p:nvPr/>
          </p:nvSpPr>
          <p:spPr bwMode="auto">
            <a:xfrm>
              <a:off x="591" y="2246"/>
              <a:ext cx="27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75" name="Group 28">
            <a:extLst>
              <a:ext uri="{FF2B5EF4-FFF2-40B4-BE49-F238E27FC236}">
                <a16:creationId xmlns:a16="http://schemas.microsoft.com/office/drawing/2014/main" id="{C1D64FE0-5C64-4BD3-8000-7B10D9D544E2}"/>
              </a:ext>
            </a:extLst>
          </p:cNvPr>
          <p:cNvGrpSpPr>
            <a:grpSpLocks/>
          </p:cNvGrpSpPr>
          <p:nvPr/>
        </p:nvGrpSpPr>
        <p:grpSpPr bwMode="auto">
          <a:xfrm>
            <a:off x="5950966" y="4189437"/>
            <a:ext cx="3157538" cy="2047875"/>
            <a:chOff x="3204" y="2186"/>
            <a:chExt cx="1989" cy="1290"/>
          </a:xfrm>
        </p:grpSpPr>
        <p:sp>
          <p:nvSpPr>
            <p:cNvPr id="76" name="Line 29">
              <a:extLst>
                <a:ext uri="{FF2B5EF4-FFF2-40B4-BE49-F238E27FC236}">
                  <a16:creationId xmlns:a16="http://schemas.microsoft.com/office/drawing/2014/main" id="{95E69427-4F45-4343-B7CC-3590A5B78303}"/>
                </a:ext>
              </a:extLst>
            </p:cNvPr>
            <p:cNvSpPr>
              <a:spLocks noChangeShapeType="1"/>
            </p:cNvSpPr>
            <p:nvPr/>
          </p:nvSpPr>
          <p:spPr bwMode="auto">
            <a:xfrm>
              <a:off x="3357" y="3163"/>
              <a:ext cx="1637"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7" name="Line 30">
              <a:extLst>
                <a:ext uri="{FF2B5EF4-FFF2-40B4-BE49-F238E27FC236}">
                  <a16:creationId xmlns:a16="http://schemas.microsoft.com/office/drawing/2014/main" id="{BCAEA42D-F74B-4335-9968-62F97EEC2F32}"/>
                </a:ext>
              </a:extLst>
            </p:cNvPr>
            <p:cNvSpPr>
              <a:spLocks noChangeShapeType="1"/>
            </p:cNvSpPr>
            <p:nvPr/>
          </p:nvSpPr>
          <p:spPr bwMode="auto">
            <a:xfrm flipV="1">
              <a:off x="3515" y="2286"/>
              <a:ext cx="0" cy="119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8" name="Freeform 31">
              <a:extLst>
                <a:ext uri="{FF2B5EF4-FFF2-40B4-BE49-F238E27FC236}">
                  <a16:creationId xmlns:a16="http://schemas.microsoft.com/office/drawing/2014/main" id="{BEB5E974-E1CC-4203-ACEC-9334662086C8}"/>
                </a:ext>
              </a:extLst>
            </p:cNvPr>
            <p:cNvSpPr>
              <a:spLocks/>
            </p:cNvSpPr>
            <p:nvPr/>
          </p:nvSpPr>
          <p:spPr bwMode="auto">
            <a:xfrm>
              <a:off x="3515" y="2536"/>
              <a:ext cx="1321" cy="588"/>
            </a:xfrm>
            <a:custGeom>
              <a:avLst/>
              <a:gdLst>
                <a:gd name="T0" fmla="*/ 0 w 1200"/>
                <a:gd name="T1" fmla="*/ 0 h 450"/>
                <a:gd name="T2" fmla="*/ 175 w 1200"/>
                <a:gd name="T3" fmla="*/ 328 h 450"/>
                <a:gd name="T4" fmla="*/ 466 w 1200"/>
                <a:gd name="T5" fmla="*/ 574 h 450"/>
                <a:gd name="T6" fmla="*/ 1105 w 1200"/>
                <a:gd name="T7" fmla="*/ 737 h 450"/>
                <a:gd name="T8" fmla="*/ 1454 w 1200"/>
                <a:gd name="T9" fmla="*/ 755 h 4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 h="450">
                  <a:moveTo>
                    <a:pt x="0" y="0"/>
                  </a:moveTo>
                  <a:cubicBezTo>
                    <a:pt x="40" y="68"/>
                    <a:pt x="80" y="136"/>
                    <a:pt x="144" y="192"/>
                  </a:cubicBezTo>
                  <a:cubicBezTo>
                    <a:pt x="208" y="248"/>
                    <a:pt x="256" y="296"/>
                    <a:pt x="384" y="336"/>
                  </a:cubicBezTo>
                  <a:cubicBezTo>
                    <a:pt x="512" y="376"/>
                    <a:pt x="776" y="414"/>
                    <a:pt x="912" y="432"/>
                  </a:cubicBezTo>
                  <a:cubicBezTo>
                    <a:pt x="1048" y="450"/>
                    <a:pt x="1140" y="440"/>
                    <a:pt x="1200" y="442"/>
                  </a:cubicBezTo>
                </a:path>
              </a:pathLst>
            </a:custGeom>
            <a:noFill/>
            <a:ln w="28575" cap="flat" cmpd="sng">
              <a:solidFill>
                <a:srgbClr val="FF3300"/>
              </a:solidFill>
              <a:prstDash val="solid"/>
              <a:round/>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9" name="Text Box 32">
              <a:extLst>
                <a:ext uri="{FF2B5EF4-FFF2-40B4-BE49-F238E27FC236}">
                  <a16:creationId xmlns:a16="http://schemas.microsoft.com/office/drawing/2014/main" id="{FF1F22A6-9B53-488A-A9D4-C4C4A5DF073A}"/>
                </a:ext>
              </a:extLst>
            </p:cNvPr>
            <p:cNvSpPr txBox="1">
              <a:spLocks noChangeArrowheads="1"/>
            </p:cNvSpPr>
            <p:nvPr/>
          </p:nvSpPr>
          <p:spPr bwMode="auto">
            <a:xfrm>
              <a:off x="5010" y="3061"/>
              <a:ext cx="183" cy="33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0" name="Text Box 33">
              <a:extLst>
                <a:ext uri="{FF2B5EF4-FFF2-40B4-BE49-F238E27FC236}">
                  <a16:creationId xmlns:a16="http://schemas.microsoft.com/office/drawing/2014/main" id="{08BD311C-9121-48D5-89E6-32D8D062F9C3}"/>
                </a:ext>
              </a:extLst>
            </p:cNvPr>
            <p:cNvSpPr txBox="1">
              <a:spLocks noChangeArrowheads="1"/>
            </p:cNvSpPr>
            <p:nvPr/>
          </p:nvSpPr>
          <p:spPr bwMode="auto">
            <a:xfrm>
              <a:off x="3528" y="2186"/>
              <a:ext cx="304" cy="327"/>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81" name="Object 34">
              <a:extLst>
                <a:ext uri="{FF2B5EF4-FFF2-40B4-BE49-F238E27FC236}">
                  <a16:creationId xmlns:a16="http://schemas.microsoft.com/office/drawing/2014/main" id="{C5BD37D7-929E-4CA4-9A29-1E651C9C3A3B}"/>
                </a:ext>
              </a:extLst>
            </p:cNvPr>
            <p:cNvGraphicFramePr>
              <a:graphicFrameLocks noChangeAspect="1"/>
            </p:cNvGraphicFramePr>
            <p:nvPr/>
          </p:nvGraphicFramePr>
          <p:xfrm>
            <a:off x="3204" y="2205"/>
            <a:ext cx="261" cy="544"/>
          </p:xfrm>
          <a:graphic>
            <a:graphicData uri="http://schemas.openxmlformats.org/presentationml/2006/ole">
              <mc:AlternateContent xmlns:mc="http://schemas.openxmlformats.org/markup-compatibility/2006">
                <mc:Choice xmlns:v="urn:schemas-microsoft-com:vml" Requires="v">
                  <p:oleObj spid="_x0000_s153130" name="公式" r:id="rId16" imgW="238146" imgH="428596" progId="Equation.3">
                    <p:embed/>
                  </p:oleObj>
                </mc:Choice>
                <mc:Fallback>
                  <p:oleObj name="公式" r:id="rId16" imgW="238146" imgH="428596" progId="Equation.3">
                    <p:embed/>
                    <p:pic>
                      <p:nvPicPr>
                        <p:cNvPr id="81" name="Object 34">
                          <a:extLst>
                            <a:ext uri="{FF2B5EF4-FFF2-40B4-BE49-F238E27FC236}">
                              <a16:creationId xmlns:a16="http://schemas.microsoft.com/office/drawing/2014/main" id="{C5BD37D7-929E-4CA4-9A29-1E651C9C3A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04" y="2205"/>
                          <a:ext cx="261" cy="54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 name="Text Box 35">
              <a:extLst>
                <a:ext uri="{FF2B5EF4-FFF2-40B4-BE49-F238E27FC236}">
                  <a16:creationId xmlns:a16="http://schemas.microsoft.com/office/drawing/2014/main" id="{D61BCF4B-0BD3-496D-8A94-5DED2C93DEC6}"/>
                </a:ext>
              </a:extLst>
            </p:cNvPr>
            <p:cNvSpPr txBox="1">
              <a:spLocks noChangeArrowheads="1"/>
            </p:cNvSpPr>
            <p:nvPr/>
          </p:nvSpPr>
          <p:spPr bwMode="auto">
            <a:xfrm>
              <a:off x="3251" y="3163"/>
              <a:ext cx="233" cy="25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O</a:t>
              </a:r>
            </a:p>
          </p:txBody>
        </p:sp>
        <p:sp>
          <p:nvSpPr>
            <p:cNvPr id="83" name="Line 36">
              <a:extLst>
                <a:ext uri="{FF2B5EF4-FFF2-40B4-BE49-F238E27FC236}">
                  <a16:creationId xmlns:a16="http://schemas.microsoft.com/office/drawing/2014/main" id="{142E5CCF-AA06-46F3-BC3B-5BD2D0F4C656}"/>
                </a:ext>
              </a:extLst>
            </p:cNvPr>
            <p:cNvSpPr>
              <a:spLocks noChangeShapeType="1"/>
            </p:cNvSpPr>
            <p:nvPr/>
          </p:nvSpPr>
          <p:spPr bwMode="auto">
            <a:xfrm flipH="1">
              <a:off x="3274" y="3147"/>
              <a:ext cx="231"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4" name="Line 37">
              <a:extLst>
                <a:ext uri="{FF2B5EF4-FFF2-40B4-BE49-F238E27FC236}">
                  <a16:creationId xmlns:a16="http://schemas.microsoft.com/office/drawing/2014/main" id="{CA9F5C62-FC9E-47CF-B50C-E18BBA520682}"/>
                </a:ext>
              </a:extLst>
            </p:cNvPr>
            <p:cNvSpPr>
              <a:spLocks noChangeShapeType="1"/>
            </p:cNvSpPr>
            <p:nvPr/>
          </p:nvSpPr>
          <p:spPr bwMode="auto">
            <a:xfrm flipV="1">
              <a:off x="3505" y="2553"/>
              <a:ext cx="0" cy="594"/>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85" name="AutoShape 45" descr="新闻纸">
            <a:extLst>
              <a:ext uri="{FF2B5EF4-FFF2-40B4-BE49-F238E27FC236}">
                <a16:creationId xmlns:a16="http://schemas.microsoft.com/office/drawing/2014/main" id="{5E03B69F-BF6A-42F8-9D14-C9FB8AC6BD21}"/>
              </a:ext>
            </a:extLst>
          </p:cNvPr>
          <p:cNvSpPr>
            <a:spLocks noChangeArrowheads="1"/>
          </p:cNvSpPr>
          <p:nvPr/>
        </p:nvSpPr>
        <p:spPr bwMode="auto">
          <a:xfrm>
            <a:off x="6800191" y="4689361"/>
            <a:ext cx="824728" cy="501652"/>
          </a:xfrm>
          <a:prstGeom prst="wedgeRoundRectCallout">
            <a:avLst>
              <a:gd name="adj1" fmla="val -99376"/>
              <a:gd name="adj2" fmla="val -44741"/>
              <a:gd name="adj3" fmla="val 16667"/>
            </a:avLst>
          </a:prstGeom>
          <a:solidFill>
            <a:srgbClr val="92D050"/>
          </a:solidFill>
          <a:ln>
            <a:no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跃变</a:t>
            </a:r>
          </a:p>
        </p:txBody>
      </p:sp>
      <p:sp>
        <p:nvSpPr>
          <p:cNvPr id="86" name="AutoShape 44" descr="新闻纸">
            <a:extLst>
              <a:ext uri="{FF2B5EF4-FFF2-40B4-BE49-F238E27FC236}">
                <a16:creationId xmlns:a16="http://schemas.microsoft.com/office/drawing/2014/main" id="{65136DD1-7DF6-4C11-8FAB-477BC83B2190}"/>
              </a:ext>
            </a:extLst>
          </p:cNvPr>
          <p:cNvSpPr>
            <a:spLocks noChangeArrowheads="1"/>
          </p:cNvSpPr>
          <p:nvPr/>
        </p:nvSpPr>
        <p:spPr bwMode="auto">
          <a:xfrm>
            <a:off x="3843266" y="6025036"/>
            <a:ext cx="787870" cy="647900"/>
          </a:xfrm>
          <a:prstGeom prst="wedgeRoundRectCallout">
            <a:avLst>
              <a:gd name="adj1" fmla="val -108072"/>
              <a:gd name="adj2" fmla="val -105799"/>
              <a:gd name="adj3" fmla="val 16667"/>
            </a:avLst>
          </a:prstGeom>
          <a:solidFill>
            <a:srgbClr val="92D050"/>
          </a:solidFill>
          <a:ln>
            <a:no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连续函数</a:t>
            </a:r>
          </a:p>
        </p:txBody>
      </p:sp>
      <p:cxnSp>
        <p:nvCxnSpPr>
          <p:cNvPr id="3" name="直接连接符 2">
            <a:extLst>
              <a:ext uri="{FF2B5EF4-FFF2-40B4-BE49-F238E27FC236}">
                <a16:creationId xmlns:a16="http://schemas.microsoft.com/office/drawing/2014/main" id="{EE2069B5-E140-4D40-9C98-498E5763BD7C}"/>
              </a:ext>
            </a:extLst>
          </p:cNvPr>
          <p:cNvCxnSpPr>
            <a:cxnSpLocks/>
          </p:cNvCxnSpPr>
          <p:nvPr/>
        </p:nvCxnSpPr>
        <p:spPr bwMode="auto">
          <a:xfrm flipH="1">
            <a:off x="2813520" y="2427937"/>
            <a:ext cx="51156" cy="4075330"/>
          </a:xfrm>
          <a:prstGeom prst="line">
            <a:avLst/>
          </a:prstGeom>
          <a:solidFill>
            <a:schemeClr val="accent1"/>
          </a:solidFill>
          <a:ln w="19050" cap="flat" cmpd="sng" algn="ctr">
            <a:solidFill>
              <a:srgbClr val="0000C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283653"/>
                                        </p:tgtEl>
                                        <p:attrNameLst>
                                          <p:attrName>style.visibility</p:attrName>
                                        </p:attrNameLst>
                                      </p:cBhvr>
                                      <p:to>
                                        <p:strVal val="visible"/>
                                      </p:to>
                                    </p:set>
                                    <p:anim calcmode="lin" valueType="num">
                                      <p:cBhvr additive="base">
                                        <p:cTn id="7" dur="500" fill="hold"/>
                                        <p:tgtEl>
                                          <p:spTgt spid="283653"/>
                                        </p:tgtEl>
                                        <p:attrNameLst>
                                          <p:attrName>ppt_x</p:attrName>
                                        </p:attrNameLst>
                                      </p:cBhvr>
                                      <p:tavLst>
                                        <p:tav tm="0">
                                          <p:val>
                                            <p:strVal val="0-#ppt_w/2"/>
                                          </p:val>
                                        </p:tav>
                                        <p:tav tm="100000">
                                          <p:val>
                                            <p:strVal val="#ppt_x"/>
                                          </p:val>
                                        </p:tav>
                                      </p:tavLst>
                                    </p:anim>
                                    <p:anim calcmode="lin" valueType="num">
                                      <p:cBhvr additive="base">
                                        <p:cTn id="8" dur="500" fill="hold"/>
                                        <p:tgtEl>
                                          <p:spTgt spid="28365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3657"/>
                                        </p:tgtEl>
                                        <p:attrNameLst>
                                          <p:attrName>style.visibility</p:attrName>
                                        </p:attrNameLst>
                                      </p:cBhvr>
                                      <p:to>
                                        <p:strVal val="visible"/>
                                      </p:to>
                                    </p:set>
                                    <p:anim calcmode="lin" valueType="num">
                                      <p:cBhvr additive="base">
                                        <p:cTn id="13" dur="500" fill="hold"/>
                                        <p:tgtEl>
                                          <p:spTgt spid="283657"/>
                                        </p:tgtEl>
                                        <p:attrNameLst>
                                          <p:attrName>ppt_x</p:attrName>
                                        </p:attrNameLst>
                                      </p:cBhvr>
                                      <p:tavLst>
                                        <p:tav tm="0">
                                          <p:val>
                                            <p:strVal val="0-#ppt_w/2"/>
                                          </p:val>
                                        </p:tav>
                                        <p:tav tm="100000">
                                          <p:val>
                                            <p:strVal val="#ppt_x"/>
                                          </p:val>
                                        </p:tav>
                                      </p:tavLst>
                                    </p:anim>
                                    <p:anim calcmode="lin" valueType="num">
                                      <p:cBhvr additive="base">
                                        <p:cTn id="14" dur="500" fill="hold"/>
                                        <p:tgtEl>
                                          <p:spTgt spid="283657"/>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4" presetClass="entr" presetSubtype="32" fill="hold" grpId="0" nodeType="afterEffect">
                                  <p:stCondLst>
                                    <p:cond delay="0"/>
                                  </p:stCondLst>
                                  <p:iterate type="lt">
                                    <p:tmPct val="100000"/>
                                  </p:iterate>
                                  <p:childTnLst>
                                    <p:set>
                                      <p:cBhvr>
                                        <p:cTn id="17" dur="1" fill="hold">
                                          <p:stCondLst>
                                            <p:cond delay="0"/>
                                          </p:stCondLst>
                                        </p:cTn>
                                        <p:tgtEl>
                                          <p:spTgt spid="283650"/>
                                        </p:tgtEl>
                                        <p:attrNameLst>
                                          <p:attrName>style.visibility</p:attrName>
                                        </p:attrNameLst>
                                      </p:cBhvr>
                                      <p:to>
                                        <p:strVal val="visible"/>
                                      </p:to>
                                    </p:set>
                                    <p:animEffect transition="in" filter="box(out)">
                                      <p:cBhvr>
                                        <p:cTn id="18" dur="75"/>
                                        <p:tgtEl>
                                          <p:spTgt spid="2836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83656"/>
                                        </p:tgtEl>
                                        <p:attrNameLst>
                                          <p:attrName>style.visibility</p:attrName>
                                        </p:attrNameLst>
                                      </p:cBhvr>
                                      <p:to>
                                        <p:strVal val="visible"/>
                                      </p:to>
                                    </p:set>
                                    <p:anim calcmode="lin" valueType="num">
                                      <p:cBhvr additive="base">
                                        <p:cTn id="23" dur="500" fill="hold"/>
                                        <p:tgtEl>
                                          <p:spTgt spid="283656"/>
                                        </p:tgtEl>
                                        <p:attrNameLst>
                                          <p:attrName>ppt_x</p:attrName>
                                        </p:attrNameLst>
                                      </p:cBhvr>
                                      <p:tavLst>
                                        <p:tav tm="0">
                                          <p:val>
                                            <p:strVal val="0-#ppt_w/2"/>
                                          </p:val>
                                        </p:tav>
                                        <p:tav tm="100000">
                                          <p:val>
                                            <p:strVal val="#ppt_x"/>
                                          </p:val>
                                        </p:tav>
                                      </p:tavLst>
                                    </p:anim>
                                    <p:anim calcmode="lin" valueType="num">
                                      <p:cBhvr additive="base">
                                        <p:cTn id="24" dur="500" fill="hold"/>
                                        <p:tgtEl>
                                          <p:spTgt spid="283656"/>
                                        </p:tgtEl>
                                        <p:attrNameLst>
                                          <p:attrName>ppt_y</p:attrName>
                                        </p:attrNameLst>
                                      </p:cBhvr>
                                      <p:tavLst>
                                        <p:tav tm="0">
                                          <p:val>
                                            <p:strVal val="#ppt_y"/>
                                          </p:val>
                                        </p:tav>
                                        <p:tav tm="100000">
                                          <p:val>
                                            <p:strVal val="#ppt_y"/>
                                          </p:val>
                                        </p:tav>
                                      </p:tavLst>
                                    </p:anim>
                                  </p:childTnLst>
                                </p:cTn>
                              </p:par>
                              <p:par>
                                <p:cTn id="25" presetID="18" presetClass="entr" presetSubtype="6" fill="hold" nodeType="withEffect">
                                  <p:stCondLst>
                                    <p:cond delay="0"/>
                                  </p:stCondLst>
                                  <p:childTnLst>
                                    <p:set>
                                      <p:cBhvr>
                                        <p:cTn id="26" dur="1" fill="hold">
                                          <p:stCondLst>
                                            <p:cond delay="0"/>
                                          </p:stCondLst>
                                        </p:cTn>
                                        <p:tgtEl>
                                          <p:spTgt spid="283651"/>
                                        </p:tgtEl>
                                        <p:attrNameLst>
                                          <p:attrName>style.visibility</p:attrName>
                                        </p:attrNameLst>
                                      </p:cBhvr>
                                      <p:to>
                                        <p:strVal val="visible"/>
                                      </p:to>
                                    </p:set>
                                    <p:animEffect transition="in" filter="strips(downRight)">
                                      <p:cBhvr>
                                        <p:cTn id="27" dur="3000"/>
                                        <p:tgtEl>
                                          <p:spTgt spid="283651"/>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283706"/>
                                        </p:tgtEl>
                                        <p:attrNameLst>
                                          <p:attrName>style.visibility</p:attrName>
                                        </p:attrNameLst>
                                      </p:cBhvr>
                                      <p:to>
                                        <p:strVal val="visible"/>
                                      </p:to>
                                    </p:set>
                                    <p:anim calcmode="lin" valueType="num">
                                      <p:cBhvr additive="base">
                                        <p:cTn id="32" dur="500" fill="hold"/>
                                        <p:tgtEl>
                                          <p:spTgt spid="283706"/>
                                        </p:tgtEl>
                                        <p:attrNameLst>
                                          <p:attrName>ppt_x</p:attrName>
                                        </p:attrNameLst>
                                      </p:cBhvr>
                                      <p:tavLst>
                                        <p:tav tm="0">
                                          <p:val>
                                            <p:strVal val="1+#ppt_w/2"/>
                                          </p:val>
                                        </p:tav>
                                        <p:tav tm="100000">
                                          <p:val>
                                            <p:strVal val="#ppt_x"/>
                                          </p:val>
                                        </p:tav>
                                      </p:tavLst>
                                    </p:anim>
                                    <p:anim calcmode="lin" valueType="num">
                                      <p:cBhvr additive="base">
                                        <p:cTn id="33" dur="500" fill="hold"/>
                                        <p:tgtEl>
                                          <p:spTgt spid="283706"/>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28371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83711"/>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28371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wipe(left)">
                                      <p:cBhvr>
                                        <p:cTn id="50" dur="3000"/>
                                        <p:tgtEl>
                                          <p:spTgt spid="4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down)">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50"/>
                                        </p:tgtEl>
                                        <p:attrNameLst>
                                          <p:attrName>style.visibility</p:attrName>
                                        </p:attrNameLst>
                                      </p:cBhvr>
                                      <p:to>
                                        <p:strVal val="visible"/>
                                      </p:to>
                                    </p:set>
                                    <p:anim calcmode="lin" valueType="num">
                                      <p:cBhvr additive="base">
                                        <p:cTn id="60" dur="500" fill="hold"/>
                                        <p:tgtEl>
                                          <p:spTgt spid="50"/>
                                        </p:tgtEl>
                                        <p:attrNameLst>
                                          <p:attrName>ppt_x</p:attrName>
                                        </p:attrNameLst>
                                      </p:cBhvr>
                                      <p:tavLst>
                                        <p:tav tm="0">
                                          <p:val>
                                            <p:strVal val="0-#ppt_w/2"/>
                                          </p:val>
                                        </p:tav>
                                        <p:tav tm="100000">
                                          <p:val>
                                            <p:strVal val="#ppt_x"/>
                                          </p:val>
                                        </p:tav>
                                      </p:tavLst>
                                    </p:anim>
                                    <p:anim calcmode="lin" valueType="num">
                                      <p:cBhvr additive="base">
                                        <p:cTn id="61"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wipe(left)">
                                      <p:cBhvr>
                                        <p:cTn id="66" dur="3000"/>
                                        <p:tgtEl>
                                          <p:spTgt spid="51"/>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66"/>
                                        </p:tgtEl>
                                        <p:attrNameLst>
                                          <p:attrName>style.visibility</p:attrName>
                                        </p:attrNameLst>
                                      </p:cBhvr>
                                      <p:to>
                                        <p:strVal val="visible"/>
                                      </p:to>
                                    </p:set>
                                    <p:animEffect transition="in" filter="dissolve">
                                      <p:cBhvr>
                                        <p:cTn id="71" dur="500"/>
                                        <p:tgtEl>
                                          <p:spTgt spid="66"/>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62"/>
                                        </p:tgtEl>
                                        <p:attrNameLst>
                                          <p:attrName>style.visibility</p:attrName>
                                        </p:attrNameLst>
                                      </p:cBhvr>
                                      <p:to>
                                        <p:strVal val="visible"/>
                                      </p:to>
                                    </p:set>
                                    <p:animEffect transition="in" filter="dissolve">
                                      <p:cBhvr>
                                        <p:cTn id="76" dur="500"/>
                                        <p:tgtEl>
                                          <p:spTgt spid="62"/>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72"/>
                                        </p:tgtEl>
                                        <p:attrNameLst>
                                          <p:attrName>style.visibility</p:attrName>
                                        </p:attrNameLst>
                                      </p:cBhvr>
                                      <p:to>
                                        <p:strVal val="visible"/>
                                      </p:to>
                                    </p:set>
                                    <p:animEffect transition="in" filter="dissolve">
                                      <p:cBhvr>
                                        <p:cTn id="81" dur="500"/>
                                        <p:tgtEl>
                                          <p:spTgt spid="72"/>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75"/>
                                        </p:tgtEl>
                                        <p:attrNameLst>
                                          <p:attrName>style.visibility</p:attrName>
                                        </p:attrNameLst>
                                      </p:cBhvr>
                                      <p:to>
                                        <p:strVal val="visible"/>
                                      </p:to>
                                    </p:set>
                                    <p:animEffect transition="in" filter="blinds(horizontal)">
                                      <p:cBhvr>
                                        <p:cTn id="86" dur="500"/>
                                        <p:tgtEl>
                                          <p:spTgt spid="75"/>
                                        </p:tgtEl>
                                      </p:cBhvr>
                                    </p:animEffect>
                                  </p:childTnLst>
                                </p:cTn>
                              </p:par>
                            </p:childTnLst>
                          </p:cTn>
                        </p:par>
                        <p:par>
                          <p:cTn id="87" fill="hold">
                            <p:stCondLst>
                              <p:cond delay="500"/>
                            </p:stCondLst>
                            <p:childTnLst>
                              <p:par>
                                <p:cTn id="88" presetID="20" presetClass="entr" presetSubtype="0" fill="hold" grpId="0" nodeType="after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wedge">
                                      <p:cBhvr>
                                        <p:cTn id="90" dur="2000"/>
                                        <p:tgtEl>
                                          <p:spTgt spid="85"/>
                                        </p:tgtEl>
                                      </p:cBhvr>
                                    </p:animEffect>
                                  </p:childTnLst>
                                </p:cTn>
                              </p:par>
                            </p:childTnLst>
                          </p:cTn>
                        </p:par>
                        <p:par>
                          <p:cTn id="91" fill="hold">
                            <p:stCondLst>
                              <p:cond delay="2500"/>
                            </p:stCondLst>
                            <p:childTnLst>
                              <p:par>
                                <p:cTn id="92" presetID="20" presetClass="entr" presetSubtype="0" fill="hold" grpId="0" nodeType="afterEffect">
                                  <p:stCondLst>
                                    <p:cond delay="0"/>
                                  </p:stCondLst>
                                  <p:childTnLst>
                                    <p:set>
                                      <p:cBhvr>
                                        <p:cTn id="93" dur="1" fill="hold">
                                          <p:stCondLst>
                                            <p:cond delay="0"/>
                                          </p:stCondLst>
                                        </p:cTn>
                                        <p:tgtEl>
                                          <p:spTgt spid="86"/>
                                        </p:tgtEl>
                                        <p:attrNameLst>
                                          <p:attrName>style.visibility</p:attrName>
                                        </p:attrNameLst>
                                      </p:cBhvr>
                                      <p:to>
                                        <p:strVal val="visible"/>
                                      </p:to>
                                    </p:set>
                                    <p:animEffect transition="in" filter="wedge">
                                      <p:cBhvr>
                                        <p:cTn id="94" dur="2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0" grpId="0" autoUpdateAnimBg="0"/>
      <p:bldP spid="283653" grpId="0" autoUpdateAnimBg="0"/>
      <p:bldP spid="283656" grpId="0"/>
      <p:bldP spid="283657" grpId="0" animBg="1"/>
      <p:bldP spid="283706" grpId="0" autoUpdateAnimBg="0"/>
      <p:bldP spid="50" grpId="0"/>
      <p:bldP spid="85" grpId="0" animBg="1"/>
      <p:bldP spid="8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26F8D79-A1AA-4A75-9B1D-576CB61900A9}"/>
              </a:ext>
            </a:extLst>
          </p:cNvPr>
          <p:cNvSpPr>
            <a:spLocks noChangeArrowheads="1"/>
          </p:cNvSpPr>
          <p:nvPr/>
        </p:nvSpPr>
        <p:spPr bwMode="auto">
          <a:xfrm>
            <a:off x="342272" y="57533"/>
            <a:ext cx="6913562" cy="573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零状态线性和零输入线性</a:t>
            </a:r>
          </a:p>
        </p:txBody>
      </p:sp>
      <p:sp>
        <p:nvSpPr>
          <p:cNvPr id="400387" name="Rectangle 3">
            <a:extLst>
              <a:ext uri="{FF2B5EF4-FFF2-40B4-BE49-F238E27FC236}">
                <a16:creationId xmlns:a16="http://schemas.microsoft.com/office/drawing/2014/main" id="{73E1F522-2149-4748-A84D-52197E99E821}"/>
              </a:ext>
            </a:extLst>
          </p:cNvPr>
          <p:cNvSpPr>
            <a:spLocks noChangeArrowheads="1"/>
          </p:cNvSpPr>
          <p:nvPr/>
        </p:nvSpPr>
        <p:spPr bwMode="auto">
          <a:xfrm>
            <a:off x="610530" y="681444"/>
            <a:ext cx="2646878"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图中零状态响应为</a:t>
            </a:r>
          </a:p>
        </p:txBody>
      </p:sp>
      <p:graphicFrame>
        <p:nvGraphicFramePr>
          <p:cNvPr id="400388" name="Object 4">
            <a:extLst>
              <a:ext uri="{FF2B5EF4-FFF2-40B4-BE49-F238E27FC236}">
                <a16:creationId xmlns:a16="http://schemas.microsoft.com/office/drawing/2014/main" id="{1E4FFF6D-80D8-4E13-91DC-103A3C055B98}"/>
              </a:ext>
            </a:extLst>
          </p:cNvPr>
          <p:cNvGraphicFramePr>
            <a:graphicFrameLocks noChangeAspect="1"/>
          </p:cNvGraphicFramePr>
          <p:nvPr>
            <p:extLst/>
          </p:nvPr>
        </p:nvGraphicFramePr>
        <p:xfrm>
          <a:off x="595272" y="1190352"/>
          <a:ext cx="4178300" cy="673100"/>
        </p:xfrm>
        <a:graphic>
          <a:graphicData uri="http://schemas.openxmlformats.org/presentationml/2006/ole">
            <mc:AlternateContent xmlns:mc="http://schemas.openxmlformats.org/markup-compatibility/2006">
              <mc:Choice xmlns:v="urn:schemas-microsoft-com:vml" Requires="v">
                <p:oleObj spid="_x0000_s154194" name="Equation" r:id="rId3" imgW="4178300" imgH="673100" progId="Equation.DSMT4">
                  <p:embed/>
                </p:oleObj>
              </mc:Choice>
              <mc:Fallback>
                <p:oleObj name="Equation" r:id="rId3" imgW="4178300" imgH="673100" progId="Equation.DSMT4">
                  <p:embed/>
                  <p:pic>
                    <p:nvPicPr>
                      <p:cNvPr id="400388" name="Object 4">
                        <a:extLst>
                          <a:ext uri="{FF2B5EF4-FFF2-40B4-BE49-F238E27FC236}">
                            <a16:creationId xmlns:a16="http://schemas.microsoft.com/office/drawing/2014/main" id="{1E4FFF6D-80D8-4E13-91DC-103A3C055B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272" y="1190352"/>
                        <a:ext cx="41783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0393" name="Object 9">
            <a:extLst>
              <a:ext uri="{FF2B5EF4-FFF2-40B4-BE49-F238E27FC236}">
                <a16:creationId xmlns:a16="http://schemas.microsoft.com/office/drawing/2014/main" id="{94939492-056B-4C4D-8683-390CCC98749E}"/>
              </a:ext>
            </a:extLst>
          </p:cNvPr>
          <p:cNvGraphicFramePr>
            <a:graphicFrameLocks noChangeAspect="1"/>
          </p:cNvGraphicFramePr>
          <p:nvPr>
            <p:extLst/>
          </p:nvPr>
        </p:nvGraphicFramePr>
        <p:xfrm>
          <a:off x="541998" y="1857526"/>
          <a:ext cx="5854700" cy="673100"/>
        </p:xfrm>
        <a:graphic>
          <a:graphicData uri="http://schemas.openxmlformats.org/presentationml/2006/ole">
            <mc:AlternateContent xmlns:mc="http://schemas.openxmlformats.org/markup-compatibility/2006">
              <mc:Choice xmlns:v="urn:schemas-microsoft-com:vml" Requires="v">
                <p:oleObj spid="_x0000_s154195" name="Equation" r:id="rId5" imgW="5854680" imgH="672840" progId="Equation.DSMT4">
                  <p:embed/>
                </p:oleObj>
              </mc:Choice>
              <mc:Fallback>
                <p:oleObj name="Equation" r:id="rId5" imgW="5854680" imgH="672840" progId="Equation.DSMT4">
                  <p:embed/>
                  <p:pic>
                    <p:nvPicPr>
                      <p:cNvPr id="400393" name="Object 9">
                        <a:extLst>
                          <a:ext uri="{FF2B5EF4-FFF2-40B4-BE49-F238E27FC236}">
                            <a16:creationId xmlns:a16="http://schemas.microsoft.com/office/drawing/2014/main" id="{94939492-056B-4C4D-8683-390CCC98749E}"/>
                          </a:ext>
                        </a:extLst>
                      </p:cNvPr>
                      <p:cNvPicPr>
                        <a:picLocks noChangeAspect="1" noChangeArrowheads="1"/>
                      </p:cNvPicPr>
                      <p:nvPr/>
                    </p:nvPicPr>
                    <p:blipFill>
                      <a:blip r:embed="rId6"/>
                      <a:srcRect/>
                      <a:stretch>
                        <a:fillRect/>
                      </a:stretch>
                    </p:blipFill>
                    <p:spPr bwMode="auto">
                      <a:xfrm>
                        <a:off x="541998" y="1857526"/>
                        <a:ext cx="58547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0395" name="Rectangle 11">
            <a:extLst>
              <a:ext uri="{FF2B5EF4-FFF2-40B4-BE49-F238E27FC236}">
                <a16:creationId xmlns:a16="http://schemas.microsoft.com/office/drawing/2014/main" id="{E14E9566-9A5B-48BA-AC11-77473069579A}"/>
              </a:ext>
            </a:extLst>
          </p:cNvPr>
          <p:cNvSpPr>
            <a:spLocks noChangeArrowheads="1"/>
          </p:cNvSpPr>
          <p:nvPr/>
        </p:nvSpPr>
        <p:spPr bwMode="auto">
          <a:xfrm>
            <a:off x="495857" y="2561413"/>
            <a:ext cx="4716356"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因此当激励增大</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倍，零状态响应</a:t>
            </a:r>
          </a:p>
        </p:txBody>
      </p:sp>
      <p:graphicFrame>
        <p:nvGraphicFramePr>
          <p:cNvPr id="400396" name="Object 12">
            <a:extLst>
              <a:ext uri="{FF2B5EF4-FFF2-40B4-BE49-F238E27FC236}">
                <a16:creationId xmlns:a16="http://schemas.microsoft.com/office/drawing/2014/main" id="{46631ADE-146C-4219-85F5-F597CA803380}"/>
              </a:ext>
            </a:extLst>
          </p:cNvPr>
          <p:cNvGraphicFramePr>
            <a:graphicFrameLocks noChangeAspect="1"/>
          </p:cNvGraphicFramePr>
          <p:nvPr>
            <p:extLst/>
          </p:nvPr>
        </p:nvGraphicFramePr>
        <p:xfrm>
          <a:off x="5196485" y="2671370"/>
          <a:ext cx="863600" cy="431800"/>
        </p:xfrm>
        <a:graphic>
          <a:graphicData uri="http://schemas.openxmlformats.org/presentationml/2006/ole">
            <mc:AlternateContent xmlns:mc="http://schemas.openxmlformats.org/markup-compatibility/2006">
              <mc:Choice xmlns:v="urn:schemas-microsoft-com:vml" Requires="v">
                <p:oleObj spid="_x0000_s154196" name="Equation" r:id="rId7" imgW="863225" imgH="431613" progId="Equation.DSMT4">
                  <p:embed/>
                </p:oleObj>
              </mc:Choice>
              <mc:Fallback>
                <p:oleObj name="Equation" r:id="rId7" imgW="863225" imgH="431613" progId="Equation.DSMT4">
                  <p:embed/>
                  <p:pic>
                    <p:nvPicPr>
                      <p:cNvPr id="400396" name="Object 12">
                        <a:extLst>
                          <a:ext uri="{FF2B5EF4-FFF2-40B4-BE49-F238E27FC236}">
                            <a16:creationId xmlns:a16="http://schemas.microsoft.com/office/drawing/2014/main" id="{46631ADE-146C-4219-85F5-F597CA8033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6485" y="2671370"/>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0398" name="Rectangle 14">
            <a:extLst>
              <a:ext uri="{FF2B5EF4-FFF2-40B4-BE49-F238E27FC236}">
                <a16:creationId xmlns:a16="http://schemas.microsoft.com/office/drawing/2014/main" id="{6A5B9F89-39D1-4973-BAC6-800A93439C75}"/>
              </a:ext>
            </a:extLst>
          </p:cNvPr>
          <p:cNvSpPr>
            <a:spLocks noChangeArrowheads="1"/>
          </p:cNvSpPr>
          <p:nvPr/>
        </p:nvSpPr>
        <p:spPr bwMode="auto">
          <a:xfrm>
            <a:off x="6128762" y="2507901"/>
            <a:ext cx="2254143"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即也增大</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倍。</a:t>
            </a:r>
          </a:p>
        </p:txBody>
      </p:sp>
      <p:sp>
        <p:nvSpPr>
          <p:cNvPr id="400399" name="Rectangle 15">
            <a:extLst>
              <a:ext uri="{FF2B5EF4-FFF2-40B4-BE49-F238E27FC236}">
                <a16:creationId xmlns:a16="http://schemas.microsoft.com/office/drawing/2014/main" id="{64583719-35CE-4FE6-841C-6CA02D405DD1}"/>
              </a:ext>
            </a:extLst>
          </p:cNvPr>
          <p:cNvSpPr>
            <a:spLocks noChangeArrowheads="1"/>
          </p:cNvSpPr>
          <p:nvPr/>
        </p:nvSpPr>
        <p:spPr bwMode="auto">
          <a:xfrm>
            <a:off x="610530" y="3078403"/>
            <a:ext cx="3570208"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这种关系称</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零状态线性。</a:t>
            </a:r>
          </a:p>
        </p:txBody>
      </p:sp>
      <p:graphicFrame>
        <p:nvGraphicFramePr>
          <p:cNvPr id="16396" name="Object 16">
            <a:extLst>
              <a:ext uri="{FF2B5EF4-FFF2-40B4-BE49-F238E27FC236}">
                <a16:creationId xmlns:a16="http://schemas.microsoft.com/office/drawing/2014/main" id="{CD61E4E6-7145-41BE-BDAD-0CF7299A5AC9}"/>
              </a:ext>
            </a:extLst>
          </p:cNvPr>
          <p:cNvGraphicFramePr>
            <a:graphicFrameLocks noChangeAspect="1"/>
          </p:cNvGraphicFramePr>
          <p:nvPr>
            <p:extLst/>
          </p:nvPr>
        </p:nvGraphicFramePr>
        <p:xfrm>
          <a:off x="5744444" y="150773"/>
          <a:ext cx="3348037" cy="2166937"/>
        </p:xfrm>
        <a:graphic>
          <a:graphicData uri="http://schemas.openxmlformats.org/presentationml/2006/ole">
            <mc:AlternateContent xmlns:mc="http://schemas.openxmlformats.org/markup-compatibility/2006">
              <mc:Choice xmlns:v="urn:schemas-microsoft-com:vml" Requires="v">
                <p:oleObj spid="_x0000_s154197" name="Visio" r:id="rId9" imgW="1661465" imgH="1158434" progId="Visio.Drawing.11">
                  <p:embed/>
                </p:oleObj>
              </mc:Choice>
              <mc:Fallback>
                <p:oleObj name="Visio" r:id="rId9" imgW="1661465" imgH="1158434" progId="Visio.Drawing.11">
                  <p:embed/>
                  <p:pic>
                    <p:nvPicPr>
                      <p:cNvPr id="16396" name="Object 16">
                        <a:extLst>
                          <a:ext uri="{FF2B5EF4-FFF2-40B4-BE49-F238E27FC236}">
                            <a16:creationId xmlns:a16="http://schemas.microsoft.com/office/drawing/2014/main" id="{CD61E4E6-7145-41BE-BDAD-0CF7299A5A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4444" y="150773"/>
                        <a:ext cx="3348037" cy="216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2">
            <a:extLst>
              <a:ext uri="{FF2B5EF4-FFF2-40B4-BE49-F238E27FC236}">
                <a16:creationId xmlns:a16="http://schemas.microsoft.com/office/drawing/2014/main" id="{18C10C32-1AC3-415B-AEDE-C099F2147DAF}"/>
              </a:ext>
            </a:extLst>
          </p:cNvPr>
          <p:cNvSpPr>
            <a:spLocks noChangeArrowheads="1"/>
          </p:cNvSpPr>
          <p:nvPr/>
        </p:nvSpPr>
        <p:spPr bwMode="auto">
          <a:xfrm>
            <a:off x="551787" y="3548747"/>
            <a:ext cx="2646878"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图中零输入响应为</a:t>
            </a:r>
          </a:p>
        </p:txBody>
      </p:sp>
      <p:graphicFrame>
        <p:nvGraphicFramePr>
          <p:cNvPr id="14" name="Object 15">
            <a:extLst>
              <a:ext uri="{FF2B5EF4-FFF2-40B4-BE49-F238E27FC236}">
                <a16:creationId xmlns:a16="http://schemas.microsoft.com/office/drawing/2014/main" id="{B1425B9F-6897-48AF-9904-B0ABBB21054A}"/>
              </a:ext>
            </a:extLst>
          </p:cNvPr>
          <p:cNvGraphicFramePr>
            <a:graphicFrameLocks noChangeAspect="1"/>
          </p:cNvGraphicFramePr>
          <p:nvPr>
            <p:extLst/>
          </p:nvPr>
        </p:nvGraphicFramePr>
        <p:xfrm>
          <a:off x="5974213" y="2912379"/>
          <a:ext cx="3168650" cy="2573337"/>
        </p:xfrm>
        <a:graphic>
          <a:graphicData uri="http://schemas.openxmlformats.org/presentationml/2006/ole">
            <mc:AlternateContent xmlns:mc="http://schemas.openxmlformats.org/markup-compatibility/2006">
              <mc:Choice xmlns:v="urn:schemas-microsoft-com:vml" Requires="v">
                <p:oleObj spid="_x0000_s154198" name="Visio" r:id="rId11" imgW="1564156" imgH="1154020" progId="Visio.Drawing.11">
                  <p:embed/>
                </p:oleObj>
              </mc:Choice>
              <mc:Fallback>
                <p:oleObj name="Visio" r:id="rId11" imgW="1564156" imgH="1154020" progId="Visio.Drawing.11">
                  <p:embed/>
                  <p:pic>
                    <p:nvPicPr>
                      <p:cNvPr id="14" name="Object 15">
                        <a:extLst>
                          <a:ext uri="{FF2B5EF4-FFF2-40B4-BE49-F238E27FC236}">
                            <a16:creationId xmlns:a16="http://schemas.microsoft.com/office/drawing/2014/main" id="{B1425B9F-6897-48AF-9904-B0ABBB21054A}"/>
                          </a:ext>
                        </a:extLst>
                      </p:cNvPr>
                      <p:cNvPicPr>
                        <a:picLocks noChangeAspect="1" noChangeArrowheads="1"/>
                      </p:cNvPicPr>
                      <p:nvPr/>
                    </p:nvPicPr>
                    <p:blipFill>
                      <a:blip r:embed="rId12"/>
                      <a:srcRect/>
                      <a:stretch>
                        <a:fillRect/>
                      </a:stretch>
                    </p:blipFill>
                    <p:spPr bwMode="auto">
                      <a:xfrm>
                        <a:off x="5974213" y="2912379"/>
                        <a:ext cx="3168650" cy="257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3">
            <a:extLst>
              <a:ext uri="{FF2B5EF4-FFF2-40B4-BE49-F238E27FC236}">
                <a16:creationId xmlns:a16="http://schemas.microsoft.com/office/drawing/2014/main" id="{3822F95E-DB40-49BC-878F-05A3EAEC0A66}"/>
              </a:ext>
            </a:extLst>
          </p:cNvPr>
          <p:cNvGraphicFramePr>
            <a:graphicFrameLocks noChangeAspect="1"/>
          </p:cNvGraphicFramePr>
          <p:nvPr>
            <p:extLst/>
          </p:nvPr>
        </p:nvGraphicFramePr>
        <p:xfrm>
          <a:off x="733782" y="3953953"/>
          <a:ext cx="4038600" cy="673100"/>
        </p:xfrm>
        <a:graphic>
          <a:graphicData uri="http://schemas.openxmlformats.org/presentationml/2006/ole">
            <mc:AlternateContent xmlns:mc="http://schemas.openxmlformats.org/markup-compatibility/2006">
              <mc:Choice xmlns:v="urn:schemas-microsoft-com:vml" Requires="v">
                <p:oleObj spid="_x0000_s154199" name="Equation" r:id="rId13" imgW="4038480" imgH="672840" progId="Equation.DSMT4">
                  <p:embed/>
                </p:oleObj>
              </mc:Choice>
              <mc:Fallback>
                <p:oleObj name="Equation" r:id="rId13" imgW="4038480" imgH="672840" progId="Equation.DSMT4">
                  <p:embed/>
                  <p:pic>
                    <p:nvPicPr>
                      <p:cNvPr id="15" name="Object 3">
                        <a:extLst>
                          <a:ext uri="{FF2B5EF4-FFF2-40B4-BE49-F238E27FC236}">
                            <a16:creationId xmlns:a16="http://schemas.microsoft.com/office/drawing/2014/main" id="{3822F95E-DB40-49BC-878F-05A3EAEC0A66}"/>
                          </a:ext>
                        </a:extLst>
                      </p:cNvPr>
                      <p:cNvPicPr>
                        <a:picLocks noChangeAspect="1" noChangeArrowheads="1"/>
                      </p:cNvPicPr>
                      <p:nvPr/>
                    </p:nvPicPr>
                    <p:blipFill>
                      <a:blip r:embed="rId14"/>
                      <a:srcRect/>
                      <a:stretch>
                        <a:fillRect/>
                      </a:stretch>
                    </p:blipFill>
                    <p:spPr bwMode="auto">
                      <a:xfrm>
                        <a:off x="733782" y="3953953"/>
                        <a:ext cx="4038600" cy="673100"/>
                      </a:xfrm>
                      <a:prstGeom prst="rect">
                        <a:avLst/>
                      </a:prstGeom>
                      <a:noFill/>
                      <a:ln>
                        <a:noFill/>
                      </a:ln>
                      <a:effectLst/>
                      <a:extLst/>
                    </p:spPr>
                  </p:pic>
                </p:oleObj>
              </mc:Fallback>
            </mc:AlternateContent>
          </a:graphicData>
        </a:graphic>
      </p:graphicFrame>
      <p:graphicFrame>
        <p:nvGraphicFramePr>
          <p:cNvPr id="17" name="Object 8">
            <a:extLst>
              <a:ext uri="{FF2B5EF4-FFF2-40B4-BE49-F238E27FC236}">
                <a16:creationId xmlns:a16="http://schemas.microsoft.com/office/drawing/2014/main" id="{765C302C-F0FF-497A-A3D9-27DE45B31E1A}"/>
              </a:ext>
            </a:extLst>
          </p:cNvPr>
          <p:cNvGraphicFramePr>
            <a:graphicFrameLocks noChangeAspect="1"/>
          </p:cNvGraphicFramePr>
          <p:nvPr>
            <p:extLst/>
          </p:nvPr>
        </p:nvGraphicFramePr>
        <p:xfrm>
          <a:off x="419101" y="4592548"/>
          <a:ext cx="5854700" cy="711200"/>
        </p:xfrm>
        <a:graphic>
          <a:graphicData uri="http://schemas.openxmlformats.org/presentationml/2006/ole">
            <mc:AlternateContent xmlns:mc="http://schemas.openxmlformats.org/markup-compatibility/2006">
              <mc:Choice xmlns:v="urn:schemas-microsoft-com:vml" Requires="v">
                <p:oleObj spid="_x0000_s154200" name="Equation" r:id="rId15" imgW="5854680" imgH="711000" progId="Equation.DSMT4">
                  <p:embed/>
                </p:oleObj>
              </mc:Choice>
              <mc:Fallback>
                <p:oleObj name="Equation" r:id="rId15" imgW="5854680" imgH="711000" progId="Equation.DSMT4">
                  <p:embed/>
                  <p:pic>
                    <p:nvPicPr>
                      <p:cNvPr id="17" name="Object 8">
                        <a:extLst>
                          <a:ext uri="{FF2B5EF4-FFF2-40B4-BE49-F238E27FC236}">
                            <a16:creationId xmlns:a16="http://schemas.microsoft.com/office/drawing/2014/main" id="{765C302C-F0FF-497A-A3D9-27DE45B31E1A}"/>
                          </a:ext>
                        </a:extLst>
                      </p:cNvPr>
                      <p:cNvPicPr>
                        <a:picLocks noChangeAspect="1" noChangeArrowheads="1"/>
                      </p:cNvPicPr>
                      <p:nvPr/>
                    </p:nvPicPr>
                    <p:blipFill>
                      <a:blip r:embed="rId16"/>
                      <a:srcRect/>
                      <a:stretch>
                        <a:fillRect/>
                      </a:stretch>
                    </p:blipFill>
                    <p:spPr bwMode="auto">
                      <a:xfrm>
                        <a:off x="419101" y="4592548"/>
                        <a:ext cx="58547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10">
            <a:extLst>
              <a:ext uri="{FF2B5EF4-FFF2-40B4-BE49-F238E27FC236}">
                <a16:creationId xmlns:a16="http://schemas.microsoft.com/office/drawing/2014/main" id="{D9E10D76-CD44-4EB7-ACCE-053B45D15D53}"/>
              </a:ext>
            </a:extLst>
          </p:cNvPr>
          <p:cNvSpPr>
            <a:spLocks noChangeArrowheads="1"/>
          </p:cNvSpPr>
          <p:nvPr/>
        </p:nvSpPr>
        <p:spPr bwMode="auto">
          <a:xfrm>
            <a:off x="358247" y="5318009"/>
            <a:ext cx="5024132"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因此初始状态增大</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倍，零输入响应</a:t>
            </a:r>
          </a:p>
        </p:txBody>
      </p:sp>
      <p:graphicFrame>
        <p:nvGraphicFramePr>
          <p:cNvPr id="19" name="Object 11">
            <a:extLst>
              <a:ext uri="{FF2B5EF4-FFF2-40B4-BE49-F238E27FC236}">
                <a16:creationId xmlns:a16="http://schemas.microsoft.com/office/drawing/2014/main" id="{17A904C7-B74B-4A8F-AB37-664A2F886F17}"/>
              </a:ext>
            </a:extLst>
          </p:cNvPr>
          <p:cNvGraphicFramePr>
            <a:graphicFrameLocks noChangeAspect="1"/>
          </p:cNvGraphicFramePr>
          <p:nvPr>
            <p:extLst/>
          </p:nvPr>
        </p:nvGraphicFramePr>
        <p:xfrm>
          <a:off x="5340357" y="5381993"/>
          <a:ext cx="876300" cy="431800"/>
        </p:xfrm>
        <a:graphic>
          <a:graphicData uri="http://schemas.openxmlformats.org/presentationml/2006/ole">
            <mc:AlternateContent xmlns:mc="http://schemas.openxmlformats.org/markup-compatibility/2006">
              <mc:Choice xmlns:v="urn:schemas-microsoft-com:vml" Requires="v">
                <p:oleObj spid="_x0000_s154201" name="Equation" r:id="rId17" imgW="876300" imgH="431800" progId="Equation.DSMT4">
                  <p:embed/>
                </p:oleObj>
              </mc:Choice>
              <mc:Fallback>
                <p:oleObj name="Equation" r:id="rId17" imgW="876300" imgH="431800" progId="Equation.DSMT4">
                  <p:embed/>
                  <p:pic>
                    <p:nvPicPr>
                      <p:cNvPr id="19" name="Object 11">
                        <a:extLst>
                          <a:ext uri="{FF2B5EF4-FFF2-40B4-BE49-F238E27FC236}">
                            <a16:creationId xmlns:a16="http://schemas.microsoft.com/office/drawing/2014/main" id="{17A904C7-B74B-4A8F-AB37-664A2F886F1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40357" y="5381993"/>
                        <a:ext cx="8763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13">
            <a:extLst>
              <a:ext uri="{FF2B5EF4-FFF2-40B4-BE49-F238E27FC236}">
                <a16:creationId xmlns:a16="http://schemas.microsoft.com/office/drawing/2014/main" id="{86F3CCB3-6EE8-4247-893F-6E01EDADF9F5}"/>
              </a:ext>
            </a:extLst>
          </p:cNvPr>
          <p:cNvSpPr>
            <a:spLocks noChangeArrowheads="1"/>
          </p:cNvSpPr>
          <p:nvPr/>
        </p:nvSpPr>
        <p:spPr bwMode="auto">
          <a:xfrm>
            <a:off x="6431466" y="5284927"/>
            <a:ext cx="2254143" cy="559769"/>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即也增大</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倍。</a:t>
            </a:r>
          </a:p>
        </p:txBody>
      </p:sp>
      <p:sp>
        <p:nvSpPr>
          <p:cNvPr id="21" name="Rectangle 14">
            <a:extLst>
              <a:ext uri="{FF2B5EF4-FFF2-40B4-BE49-F238E27FC236}">
                <a16:creationId xmlns:a16="http://schemas.microsoft.com/office/drawing/2014/main" id="{EB94E73A-B44D-49AF-954E-3C3313F8E2EB}"/>
              </a:ext>
            </a:extLst>
          </p:cNvPr>
          <p:cNvSpPr>
            <a:spLocks noChangeArrowheads="1"/>
          </p:cNvSpPr>
          <p:nvPr/>
        </p:nvSpPr>
        <p:spPr bwMode="auto">
          <a:xfrm>
            <a:off x="2564635" y="5930986"/>
            <a:ext cx="4752975" cy="57349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这种关系称</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零输入线性</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cxnSp>
        <p:nvCxnSpPr>
          <p:cNvPr id="3" name="直接连接符 2">
            <a:extLst>
              <a:ext uri="{FF2B5EF4-FFF2-40B4-BE49-F238E27FC236}">
                <a16:creationId xmlns:a16="http://schemas.microsoft.com/office/drawing/2014/main" id="{1F5380A2-97BA-4449-A1A4-CE7CFFF5BC3E}"/>
              </a:ext>
            </a:extLst>
          </p:cNvPr>
          <p:cNvCxnSpPr/>
          <p:nvPr/>
        </p:nvCxnSpPr>
        <p:spPr bwMode="auto">
          <a:xfrm>
            <a:off x="107504" y="3638172"/>
            <a:ext cx="6166297" cy="0"/>
          </a:xfrm>
          <a:prstGeom prst="line">
            <a:avLst/>
          </a:prstGeom>
          <a:solidFill>
            <a:schemeClr val="accent1"/>
          </a:solidFill>
          <a:ln w="28575" cap="flat" cmpd="sng" algn="ctr">
            <a:solidFill>
              <a:srgbClr val="0000CC"/>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0387"/>
                                        </p:tgtEl>
                                        <p:attrNameLst>
                                          <p:attrName>style.visibility</p:attrName>
                                        </p:attrNameLst>
                                      </p:cBhvr>
                                      <p:to>
                                        <p:strVal val="visible"/>
                                      </p:to>
                                    </p:set>
                                    <p:animEffect transition="in" filter="wipe(left)">
                                      <p:cBhvr>
                                        <p:cTn id="7" dur="2000"/>
                                        <p:tgtEl>
                                          <p:spTgt spid="400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0388"/>
                                        </p:tgtEl>
                                        <p:attrNameLst>
                                          <p:attrName>style.visibility</p:attrName>
                                        </p:attrNameLst>
                                      </p:cBhvr>
                                      <p:to>
                                        <p:strVal val="visible"/>
                                      </p:to>
                                    </p:set>
                                    <p:animEffect transition="in" filter="wipe(left)">
                                      <p:cBhvr>
                                        <p:cTn id="12" dur="2000"/>
                                        <p:tgtEl>
                                          <p:spTgt spid="400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0393"/>
                                        </p:tgtEl>
                                        <p:attrNameLst>
                                          <p:attrName>style.visibility</p:attrName>
                                        </p:attrNameLst>
                                      </p:cBhvr>
                                      <p:to>
                                        <p:strVal val="visible"/>
                                      </p:to>
                                    </p:set>
                                    <p:animEffect transition="in" filter="wipe(left)">
                                      <p:cBhvr>
                                        <p:cTn id="17" dur="2000"/>
                                        <p:tgtEl>
                                          <p:spTgt spid="4003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0395"/>
                                        </p:tgtEl>
                                        <p:attrNameLst>
                                          <p:attrName>style.visibility</p:attrName>
                                        </p:attrNameLst>
                                      </p:cBhvr>
                                      <p:to>
                                        <p:strVal val="visible"/>
                                      </p:to>
                                    </p:set>
                                    <p:animEffect transition="in" filter="wipe(left)">
                                      <p:cBhvr>
                                        <p:cTn id="22" dur="2000"/>
                                        <p:tgtEl>
                                          <p:spTgt spid="400395"/>
                                        </p:tgtEl>
                                      </p:cBhvr>
                                    </p:animEffect>
                                  </p:childTnLst>
                                </p:cTn>
                              </p:par>
                            </p:childTnLst>
                          </p:cTn>
                        </p:par>
                        <p:par>
                          <p:cTn id="23" fill="hold" nodeType="afterGroup">
                            <p:stCondLst>
                              <p:cond delay="2000"/>
                            </p:stCondLst>
                            <p:childTnLst>
                              <p:par>
                                <p:cTn id="24" presetID="4" presetClass="entr" presetSubtype="16" fill="hold" nodeType="afterEffect">
                                  <p:stCondLst>
                                    <p:cond delay="0"/>
                                  </p:stCondLst>
                                  <p:childTnLst>
                                    <p:set>
                                      <p:cBhvr>
                                        <p:cTn id="25" dur="1" fill="hold">
                                          <p:stCondLst>
                                            <p:cond delay="0"/>
                                          </p:stCondLst>
                                        </p:cTn>
                                        <p:tgtEl>
                                          <p:spTgt spid="400396"/>
                                        </p:tgtEl>
                                        <p:attrNameLst>
                                          <p:attrName>style.visibility</p:attrName>
                                        </p:attrNameLst>
                                      </p:cBhvr>
                                      <p:to>
                                        <p:strVal val="visible"/>
                                      </p:to>
                                    </p:set>
                                    <p:animEffect transition="in" filter="box(in)">
                                      <p:cBhvr>
                                        <p:cTn id="26" dur="1000"/>
                                        <p:tgtEl>
                                          <p:spTgt spid="40039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00398"/>
                                        </p:tgtEl>
                                        <p:attrNameLst>
                                          <p:attrName>style.visibility</p:attrName>
                                        </p:attrNameLst>
                                      </p:cBhvr>
                                      <p:to>
                                        <p:strVal val="visible"/>
                                      </p:to>
                                    </p:set>
                                    <p:animEffect transition="in" filter="wipe(left)">
                                      <p:cBhvr>
                                        <p:cTn id="31" dur="2000"/>
                                        <p:tgtEl>
                                          <p:spTgt spid="4003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00399"/>
                                        </p:tgtEl>
                                        <p:attrNameLst>
                                          <p:attrName>style.visibility</p:attrName>
                                        </p:attrNameLst>
                                      </p:cBhvr>
                                      <p:to>
                                        <p:strVal val="visible"/>
                                      </p:to>
                                    </p:set>
                                    <p:animEffect transition="in" filter="wipe(left)">
                                      <p:cBhvr>
                                        <p:cTn id="36" dur="1000"/>
                                        <p:tgtEl>
                                          <p:spTgt spid="40039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down)">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20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20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20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2000"/>
                                        <p:tgtEl>
                                          <p:spTgt spid="18"/>
                                        </p:tgtEl>
                                      </p:cBhvr>
                                    </p:animEffect>
                                  </p:childTnLst>
                                </p:cTn>
                              </p:par>
                            </p:childTnLst>
                          </p:cTn>
                        </p:par>
                        <p:par>
                          <p:cTn id="66" fill="hold">
                            <p:stCondLst>
                              <p:cond delay="2000"/>
                            </p:stCondLst>
                            <p:childTnLst>
                              <p:par>
                                <p:cTn id="67" presetID="4" presetClass="entr" presetSubtype="16" fill="hold" nodeType="after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box(in)">
                                      <p:cBhvr>
                                        <p:cTn id="69" dur="10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20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left)">
                                      <p:cBhvr>
                                        <p:cTn id="79"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p:bldP spid="400395" grpId="0"/>
      <p:bldP spid="400398" grpId="0"/>
      <p:bldP spid="400399" grpId="0"/>
      <p:bldP spid="13" grpId="0"/>
      <p:bldP spid="18" grpId="0"/>
      <p:bldP spid="20" grpId="0"/>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AF7418C1-DF61-462B-A7FF-5A8552EEC6C5}"/>
              </a:ext>
            </a:extLst>
          </p:cNvPr>
          <p:cNvSpPr txBox="1">
            <a:spLocks noChangeArrowheads="1"/>
          </p:cNvSpPr>
          <p:nvPr/>
        </p:nvSpPr>
        <p:spPr bwMode="auto">
          <a:xfrm>
            <a:off x="503238" y="-36513"/>
            <a:ext cx="6588125" cy="5794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5. </a:t>
            </a:r>
            <a:r>
              <a:rPr kumimoji="1" lang="zh-CN" altLang="en-US" sz="32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全响应的两种分解方式</a:t>
            </a:r>
          </a:p>
        </p:txBody>
      </p:sp>
      <p:graphicFrame>
        <p:nvGraphicFramePr>
          <p:cNvPr id="294956" name="Object 44">
            <a:extLst>
              <a:ext uri="{FF2B5EF4-FFF2-40B4-BE49-F238E27FC236}">
                <a16:creationId xmlns:a16="http://schemas.microsoft.com/office/drawing/2014/main" id="{4EC18E17-FCAF-4E15-821E-01DC32508A9D}"/>
              </a:ext>
            </a:extLst>
          </p:cNvPr>
          <p:cNvGraphicFramePr>
            <a:graphicFrameLocks noChangeAspect="1"/>
          </p:cNvGraphicFramePr>
          <p:nvPr>
            <p:extLst/>
          </p:nvPr>
        </p:nvGraphicFramePr>
        <p:xfrm>
          <a:off x="4765020" y="1601242"/>
          <a:ext cx="4275637" cy="747638"/>
        </p:xfrm>
        <a:graphic>
          <a:graphicData uri="http://schemas.openxmlformats.org/presentationml/2006/ole">
            <mc:AlternateContent xmlns:mc="http://schemas.openxmlformats.org/markup-compatibility/2006">
              <mc:Choice xmlns:v="urn:schemas-microsoft-com:vml" Requires="v">
                <p:oleObj spid="_x0000_s156896" name="Equation" r:id="rId3" imgW="1993680" imgH="355320" progId="Equation.DSMT4">
                  <p:embed/>
                </p:oleObj>
              </mc:Choice>
              <mc:Fallback>
                <p:oleObj name="Equation" r:id="rId3" imgW="1993680" imgH="355320" progId="Equation.DSMT4">
                  <p:embed/>
                  <p:pic>
                    <p:nvPicPr>
                      <p:cNvPr id="294956" name="Object 44">
                        <a:extLst>
                          <a:ext uri="{FF2B5EF4-FFF2-40B4-BE49-F238E27FC236}">
                            <a16:creationId xmlns:a16="http://schemas.microsoft.com/office/drawing/2014/main" id="{4EC18E17-FCAF-4E15-821E-01DC32508A9D}"/>
                          </a:ext>
                        </a:extLst>
                      </p:cNvPr>
                      <p:cNvPicPr>
                        <a:picLocks noChangeAspect="1" noChangeArrowheads="1"/>
                      </p:cNvPicPr>
                      <p:nvPr/>
                    </p:nvPicPr>
                    <p:blipFill>
                      <a:blip r:embed="rId4"/>
                      <a:srcRect/>
                      <a:stretch>
                        <a:fillRect/>
                      </a:stretch>
                    </p:blipFill>
                    <p:spPr bwMode="auto">
                      <a:xfrm>
                        <a:off x="4765020" y="1601242"/>
                        <a:ext cx="4275637" cy="747638"/>
                      </a:xfrm>
                      <a:prstGeom prst="rect">
                        <a:avLst/>
                      </a:prstGeom>
                      <a:noFill/>
                      <a:ln>
                        <a:noFill/>
                      </a:ln>
                      <a:effectLst/>
                      <a:extLst/>
                    </p:spPr>
                  </p:pic>
                </p:oleObj>
              </mc:Fallback>
            </mc:AlternateContent>
          </a:graphicData>
        </a:graphic>
      </p:graphicFrame>
      <p:sp>
        <p:nvSpPr>
          <p:cNvPr id="294959" name="AutoShape 47">
            <a:extLst>
              <a:ext uri="{FF2B5EF4-FFF2-40B4-BE49-F238E27FC236}">
                <a16:creationId xmlns:a16="http://schemas.microsoft.com/office/drawing/2014/main" id="{AE38F31A-2A7E-427D-A439-C90E74B58D37}"/>
              </a:ext>
            </a:extLst>
          </p:cNvPr>
          <p:cNvSpPr>
            <a:spLocks noChangeArrowheads="1"/>
          </p:cNvSpPr>
          <p:nvPr/>
        </p:nvSpPr>
        <p:spPr bwMode="auto">
          <a:xfrm>
            <a:off x="5404032" y="454492"/>
            <a:ext cx="1597422" cy="702449"/>
          </a:xfrm>
          <a:prstGeom prst="wedgeRoundRectCallout">
            <a:avLst>
              <a:gd name="adj1" fmla="val -37718"/>
              <a:gd name="adj2" fmla="val 172647"/>
              <a:gd name="adj3" fmla="val 16667"/>
            </a:avLst>
          </a:prstGeom>
          <a:solidFill>
            <a:srgbClr val="CCFFFF"/>
          </a:solidFill>
          <a:ln>
            <a:solidFill>
              <a:schemeClr val="accent1"/>
            </a:solid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强制分量（稳态分量）</a:t>
            </a:r>
          </a:p>
        </p:txBody>
      </p:sp>
      <p:sp>
        <p:nvSpPr>
          <p:cNvPr id="294960" name="AutoShape 48">
            <a:extLst>
              <a:ext uri="{FF2B5EF4-FFF2-40B4-BE49-F238E27FC236}">
                <a16:creationId xmlns:a16="http://schemas.microsoft.com/office/drawing/2014/main" id="{3C82F15C-763F-40FE-9BB1-13E57C70E788}"/>
              </a:ext>
            </a:extLst>
          </p:cNvPr>
          <p:cNvSpPr>
            <a:spLocks noChangeArrowheads="1"/>
          </p:cNvSpPr>
          <p:nvPr/>
        </p:nvSpPr>
        <p:spPr bwMode="auto">
          <a:xfrm>
            <a:off x="7422826" y="580245"/>
            <a:ext cx="1597423" cy="630833"/>
          </a:xfrm>
          <a:prstGeom prst="wedgeRoundRectCallout">
            <a:avLst>
              <a:gd name="adj1" fmla="val -49331"/>
              <a:gd name="adj2" fmla="val 153576"/>
              <a:gd name="adj3" fmla="val 16667"/>
            </a:avLst>
          </a:prstGeom>
          <a:solidFill>
            <a:srgbClr val="CCFFFF"/>
          </a:solidFill>
          <a:ln>
            <a:solidFill>
              <a:schemeClr val="accent1"/>
            </a:solid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自由分量（暂态分量）</a:t>
            </a:r>
          </a:p>
        </p:txBody>
      </p:sp>
      <p:graphicFrame>
        <p:nvGraphicFramePr>
          <p:cNvPr id="294962" name="Object 50">
            <a:extLst>
              <a:ext uri="{FF2B5EF4-FFF2-40B4-BE49-F238E27FC236}">
                <a16:creationId xmlns:a16="http://schemas.microsoft.com/office/drawing/2014/main" id="{08B5BB7D-EBDD-4F49-BEB8-ECBC04C290CC}"/>
              </a:ext>
            </a:extLst>
          </p:cNvPr>
          <p:cNvGraphicFramePr>
            <a:graphicFrameLocks noChangeAspect="1"/>
          </p:cNvGraphicFramePr>
          <p:nvPr>
            <p:extLst/>
          </p:nvPr>
        </p:nvGraphicFramePr>
        <p:xfrm>
          <a:off x="5113573" y="2224444"/>
          <a:ext cx="3775759" cy="902043"/>
        </p:xfrm>
        <a:graphic>
          <a:graphicData uri="http://schemas.openxmlformats.org/presentationml/2006/ole">
            <mc:AlternateContent xmlns:mc="http://schemas.openxmlformats.org/markup-compatibility/2006">
              <mc:Choice xmlns:v="urn:schemas-microsoft-com:vml" Requires="v">
                <p:oleObj spid="_x0000_s156897" name="Equation" r:id="rId5" imgW="2019240" imgH="482400" progId="Equation.DSMT4">
                  <p:embed/>
                </p:oleObj>
              </mc:Choice>
              <mc:Fallback>
                <p:oleObj name="Equation" r:id="rId5" imgW="2019240" imgH="482400" progId="Equation.DSMT4">
                  <p:embed/>
                  <p:pic>
                    <p:nvPicPr>
                      <p:cNvPr id="294962" name="Object 50">
                        <a:extLst>
                          <a:ext uri="{FF2B5EF4-FFF2-40B4-BE49-F238E27FC236}">
                            <a16:creationId xmlns:a16="http://schemas.microsoft.com/office/drawing/2014/main" id="{08B5BB7D-EBDD-4F49-BEB8-ECBC04C290CC}"/>
                          </a:ext>
                        </a:extLst>
                      </p:cNvPr>
                      <p:cNvPicPr>
                        <a:picLocks noChangeAspect="1" noChangeArrowheads="1"/>
                      </p:cNvPicPr>
                      <p:nvPr/>
                    </p:nvPicPr>
                    <p:blipFill>
                      <a:blip r:embed="rId6"/>
                      <a:srcRect/>
                      <a:stretch>
                        <a:fillRect/>
                      </a:stretch>
                    </p:blipFill>
                    <p:spPr bwMode="auto">
                      <a:xfrm>
                        <a:off x="5113573" y="2224444"/>
                        <a:ext cx="3775759" cy="902043"/>
                      </a:xfrm>
                      <a:prstGeom prst="rect">
                        <a:avLst/>
                      </a:prstGeom>
                      <a:noFill/>
                      <a:ln>
                        <a:noFill/>
                      </a:ln>
                      <a:effectLst/>
                      <a:extLst/>
                    </p:spPr>
                  </p:pic>
                </p:oleObj>
              </mc:Fallback>
            </mc:AlternateContent>
          </a:graphicData>
        </a:graphic>
      </p:graphicFrame>
      <p:sp>
        <p:nvSpPr>
          <p:cNvPr id="294963" name="AutoShape 51">
            <a:extLst>
              <a:ext uri="{FF2B5EF4-FFF2-40B4-BE49-F238E27FC236}">
                <a16:creationId xmlns:a16="http://schemas.microsoft.com/office/drawing/2014/main" id="{225111F0-F8D6-4F37-B42A-2A3BB16BC86A}"/>
              </a:ext>
            </a:extLst>
          </p:cNvPr>
          <p:cNvSpPr>
            <a:spLocks noChangeArrowheads="1"/>
          </p:cNvSpPr>
          <p:nvPr/>
        </p:nvSpPr>
        <p:spPr bwMode="auto">
          <a:xfrm>
            <a:off x="5199873" y="3254120"/>
            <a:ext cx="1578574" cy="389952"/>
          </a:xfrm>
          <a:prstGeom prst="wedgeRoundRectCallout">
            <a:avLst>
              <a:gd name="adj1" fmla="val -8191"/>
              <a:gd name="adj2" fmla="val -206844"/>
              <a:gd name="adj3" fmla="val 16667"/>
            </a:avLst>
          </a:prstGeom>
          <a:solidFill>
            <a:srgbClr val="CCFFFF"/>
          </a:solidFill>
          <a:ln>
            <a:solidFill>
              <a:schemeClr val="accent1"/>
            </a:solid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p>
        </p:txBody>
      </p:sp>
      <p:sp>
        <p:nvSpPr>
          <p:cNvPr id="294964" name="AutoShape 52">
            <a:extLst>
              <a:ext uri="{FF2B5EF4-FFF2-40B4-BE49-F238E27FC236}">
                <a16:creationId xmlns:a16="http://schemas.microsoft.com/office/drawing/2014/main" id="{B4A9CF54-8293-42F9-A39A-9DAB6155727F}"/>
              </a:ext>
            </a:extLst>
          </p:cNvPr>
          <p:cNvSpPr>
            <a:spLocks noChangeArrowheads="1"/>
          </p:cNvSpPr>
          <p:nvPr/>
        </p:nvSpPr>
        <p:spPr bwMode="auto">
          <a:xfrm>
            <a:off x="6927093" y="3181576"/>
            <a:ext cx="1816386" cy="430123"/>
          </a:xfrm>
          <a:prstGeom prst="wedgeRoundRectCallout">
            <a:avLst>
              <a:gd name="adj1" fmla="val -8165"/>
              <a:gd name="adj2" fmla="val -140894"/>
              <a:gd name="adj3" fmla="val 16667"/>
            </a:avLst>
          </a:prstGeom>
          <a:solidFill>
            <a:srgbClr val="CCFFFF"/>
          </a:solidFill>
          <a:ln>
            <a:solidFill>
              <a:schemeClr val="accent1"/>
            </a:solidFill>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零输入响应</a:t>
            </a:r>
          </a:p>
        </p:txBody>
      </p:sp>
      <p:sp>
        <p:nvSpPr>
          <p:cNvPr id="10" name="Text Box 2">
            <a:extLst>
              <a:ext uri="{FF2B5EF4-FFF2-40B4-BE49-F238E27FC236}">
                <a16:creationId xmlns:a16="http://schemas.microsoft.com/office/drawing/2014/main" id="{8EEFD56F-E91E-46BB-AE95-B58A1A66A4C2}"/>
              </a:ext>
            </a:extLst>
          </p:cNvPr>
          <p:cNvSpPr txBox="1">
            <a:spLocks noChangeArrowheads="1"/>
          </p:cNvSpPr>
          <p:nvPr/>
        </p:nvSpPr>
        <p:spPr bwMode="auto">
          <a:xfrm>
            <a:off x="78217" y="6229945"/>
            <a:ext cx="8962440" cy="461665"/>
          </a:xfrm>
          <a:prstGeom prst="rect">
            <a:avLst/>
          </a:prstGeom>
          <a:solidFill>
            <a:srgbClr val="FFFF99"/>
          </a:solid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全响应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零输入响应，称线性动态电路的</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叠加定理</a:t>
            </a:r>
          </a:p>
        </p:txBody>
      </p:sp>
      <p:grpSp>
        <p:nvGrpSpPr>
          <p:cNvPr id="11" name="Group 15">
            <a:extLst>
              <a:ext uri="{FF2B5EF4-FFF2-40B4-BE49-F238E27FC236}">
                <a16:creationId xmlns:a16="http://schemas.microsoft.com/office/drawing/2014/main" id="{186345BE-EFE7-4181-8D74-0A711BEDFAD5}"/>
              </a:ext>
            </a:extLst>
          </p:cNvPr>
          <p:cNvGrpSpPr>
            <a:grpSpLocks/>
          </p:cNvGrpSpPr>
          <p:nvPr/>
        </p:nvGrpSpPr>
        <p:grpSpPr bwMode="auto">
          <a:xfrm>
            <a:off x="34925" y="3934495"/>
            <a:ext cx="2766626" cy="2101934"/>
            <a:chOff x="249" y="2496"/>
            <a:chExt cx="1568" cy="1326"/>
          </a:xfrm>
        </p:grpSpPr>
        <p:sp>
          <p:nvSpPr>
            <p:cNvPr id="12" name="Oval 16">
              <a:extLst>
                <a:ext uri="{FF2B5EF4-FFF2-40B4-BE49-F238E27FC236}">
                  <a16:creationId xmlns:a16="http://schemas.microsoft.com/office/drawing/2014/main" id="{59969100-A4F4-47F3-A7C5-6A702D5819BD}"/>
                </a:ext>
              </a:extLst>
            </p:cNvPr>
            <p:cNvSpPr>
              <a:spLocks noChangeArrowheads="1"/>
            </p:cNvSpPr>
            <p:nvPr/>
          </p:nvSpPr>
          <p:spPr bwMode="auto">
            <a:xfrm>
              <a:off x="249" y="2950"/>
              <a:ext cx="363" cy="363"/>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Line 17">
              <a:extLst>
                <a:ext uri="{FF2B5EF4-FFF2-40B4-BE49-F238E27FC236}">
                  <a16:creationId xmlns:a16="http://schemas.microsoft.com/office/drawing/2014/main" id="{38DB3A00-2ED4-4CD8-87E6-55D6B1CDAAE0}"/>
                </a:ext>
              </a:extLst>
            </p:cNvPr>
            <p:cNvSpPr>
              <a:spLocks noChangeShapeType="1"/>
            </p:cNvSpPr>
            <p:nvPr/>
          </p:nvSpPr>
          <p:spPr bwMode="auto">
            <a:xfrm>
              <a:off x="431" y="2814"/>
              <a:ext cx="0" cy="72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 name="Line 18">
              <a:extLst>
                <a:ext uri="{FF2B5EF4-FFF2-40B4-BE49-F238E27FC236}">
                  <a16:creationId xmlns:a16="http://schemas.microsoft.com/office/drawing/2014/main" id="{7C7AB23D-FD95-45E2-880A-1D76E8B6A9FF}"/>
                </a:ext>
              </a:extLst>
            </p:cNvPr>
            <p:cNvSpPr>
              <a:spLocks noChangeShapeType="1"/>
            </p:cNvSpPr>
            <p:nvPr/>
          </p:nvSpPr>
          <p:spPr bwMode="auto">
            <a:xfrm flipV="1">
              <a:off x="1701" y="2810"/>
              <a:ext cx="0" cy="23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5" name="Line 19">
              <a:extLst>
                <a:ext uri="{FF2B5EF4-FFF2-40B4-BE49-F238E27FC236}">
                  <a16:creationId xmlns:a16="http://schemas.microsoft.com/office/drawing/2014/main" id="{1D9F54A5-4523-4B93-B7D5-4D624684F8D7}"/>
                </a:ext>
              </a:extLst>
            </p:cNvPr>
            <p:cNvSpPr>
              <a:spLocks noChangeShapeType="1"/>
            </p:cNvSpPr>
            <p:nvPr/>
          </p:nvSpPr>
          <p:spPr bwMode="auto">
            <a:xfrm flipV="1">
              <a:off x="1701" y="3161"/>
              <a:ext cx="0" cy="379"/>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6" name="Line 20">
              <a:extLst>
                <a:ext uri="{FF2B5EF4-FFF2-40B4-BE49-F238E27FC236}">
                  <a16:creationId xmlns:a16="http://schemas.microsoft.com/office/drawing/2014/main" id="{7BC2A5E2-006C-4001-A8D2-5A1BD18BB855}"/>
                </a:ext>
              </a:extLst>
            </p:cNvPr>
            <p:cNvSpPr>
              <a:spLocks noChangeShapeType="1"/>
            </p:cNvSpPr>
            <p:nvPr/>
          </p:nvSpPr>
          <p:spPr bwMode="auto">
            <a:xfrm flipH="1" flipV="1">
              <a:off x="703" y="2795"/>
              <a:ext cx="192" cy="136"/>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7" name="Text Box 21">
              <a:extLst>
                <a:ext uri="{FF2B5EF4-FFF2-40B4-BE49-F238E27FC236}">
                  <a16:creationId xmlns:a16="http://schemas.microsoft.com/office/drawing/2014/main" id="{09900F53-6CCA-43CC-8B44-A9850E20D450}"/>
                </a:ext>
              </a:extLst>
            </p:cNvPr>
            <p:cNvSpPr txBox="1">
              <a:spLocks noChangeArrowheads="1"/>
            </p:cNvSpPr>
            <p:nvPr/>
          </p:nvSpPr>
          <p:spPr bwMode="auto">
            <a:xfrm>
              <a:off x="500" y="2496"/>
              <a:ext cx="55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18" name="Text Box 22">
              <a:extLst>
                <a:ext uri="{FF2B5EF4-FFF2-40B4-BE49-F238E27FC236}">
                  <a16:creationId xmlns:a16="http://schemas.microsoft.com/office/drawing/2014/main" id="{364F5E10-7713-475F-8023-691AC32C47DA}"/>
                </a:ext>
              </a:extLst>
            </p:cNvPr>
            <p:cNvSpPr txBox="1">
              <a:spLocks noChangeArrowheads="1"/>
            </p:cNvSpPr>
            <p:nvPr/>
          </p:nvSpPr>
          <p:spPr bwMode="auto">
            <a:xfrm>
              <a:off x="627" y="2994"/>
              <a:ext cx="295"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Line 23">
              <a:extLst>
                <a:ext uri="{FF2B5EF4-FFF2-40B4-BE49-F238E27FC236}">
                  <a16:creationId xmlns:a16="http://schemas.microsoft.com/office/drawing/2014/main" id="{98EC7C41-4A09-4164-96E2-5FA0E7DA5F8A}"/>
                </a:ext>
              </a:extLst>
            </p:cNvPr>
            <p:cNvSpPr>
              <a:spLocks noChangeShapeType="1"/>
            </p:cNvSpPr>
            <p:nvPr/>
          </p:nvSpPr>
          <p:spPr bwMode="auto">
            <a:xfrm>
              <a:off x="884" y="2814"/>
              <a:ext cx="81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0" name="Line 24">
              <a:extLst>
                <a:ext uri="{FF2B5EF4-FFF2-40B4-BE49-F238E27FC236}">
                  <a16:creationId xmlns:a16="http://schemas.microsoft.com/office/drawing/2014/main" id="{EF8FDFDD-4C29-4623-A4E8-88109893E48D}"/>
                </a:ext>
              </a:extLst>
            </p:cNvPr>
            <p:cNvSpPr>
              <a:spLocks noChangeShapeType="1"/>
            </p:cNvSpPr>
            <p:nvPr/>
          </p:nvSpPr>
          <p:spPr bwMode="auto">
            <a:xfrm>
              <a:off x="431" y="2814"/>
              <a:ext cx="23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1" name="Text Box 25">
              <a:extLst>
                <a:ext uri="{FF2B5EF4-FFF2-40B4-BE49-F238E27FC236}">
                  <a16:creationId xmlns:a16="http://schemas.microsoft.com/office/drawing/2014/main" id="{3846F8F1-7830-46F0-AE18-E5BA91742A48}"/>
                </a:ext>
              </a:extLst>
            </p:cNvPr>
            <p:cNvSpPr txBox="1">
              <a:spLocks noChangeArrowheads="1"/>
            </p:cNvSpPr>
            <p:nvPr/>
          </p:nvSpPr>
          <p:spPr bwMode="auto">
            <a:xfrm>
              <a:off x="1292" y="3040"/>
              <a:ext cx="24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2" name="Group 26">
              <a:extLst>
                <a:ext uri="{FF2B5EF4-FFF2-40B4-BE49-F238E27FC236}">
                  <a16:creationId xmlns:a16="http://schemas.microsoft.com/office/drawing/2014/main" id="{3ACC38C4-F630-4A4E-AE5E-37CC89EBD9C3}"/>
                </a:ext>
              </a:extLst>
            </p:cNvPr>
            <p:cNvGrpSpPr>
              <a:grpSpLocks/>
            </p:cNvGrpSpPr>
            <p:nvPr/>
          </p:nvGrpSpPr>
          <p:grpSpPr bwMode="auto">
            <a:xfrm>
              <a:off x="533" y="2791"/>
              <a:ext cx="204" cy="751"/>
              <a:chOff x="1601" y="1271"/>
              <a:chExt cx="288" cy="627"/>
            </a:xfrm>
          </p:grpSpPr>
          <p:sp>
            <p:nvSpPr>
              <p:cNvPr id="31" name="Text Box 27">
                <a:extLst>
                  <a:ext uri="{FF2B5EF4-FFF2-40B4-BE49-F238E27FC236}">
                    <a16:creationId xmlns:a16="http://schemas.microsoft.com/office/drawing/2014/main" id="{ED9C7555-F765-43F6-A26C-E0FC1FA2EB31}"/>
                  </a:ext>
                </a:extLst>
              </p:cNvPr>
              <p:cNvSpPr txBox="1">
                <a:spLocks noChangeArrowheads="1"/>
              </p:cNvSpPr>
              <p:nvPr/>
            </p:nvSpPr>
            <p:spPr bwMode="auto">
              <a:xfrm>
                <a:off x="1601" y="1271"/>
                <a:ext cx="288"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2" name="Text Box 28">
                <a:extLst>
                  <a:ext uri="{FF2B5EF4-FFF2-40B4-BE49-F238E27FC236}">
                    <a16:creationId xmlns:a16="http://schemas.microsoft.com/office/drawing/2014/main" id="{ED9D7B62-0E51-4825-B478-7B7E0C8D736C}"/>
                  </a:ext>
                </a:extLst>
              </p:cNvPr>
              <p:cNvSpPr txBox="1">
                <a:spLocks noChangeArrowheads="1"/>
              </p:cNvSpPr>
              <p:nvPr/>
            </p:nvSpPr>
            <p:spPr bwMode="auto">
              <a:xfrm>
                <a:off x="1601" y="1655"/>
                <a:ext cx="271"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grpSp>
          <p:nvGrpSpPr>
            <p:cNvPr id="23" name="Group 29">
              <a:extLst>
                <a:ext uri="{FF2B5EF4-FFF2-40B4-BE49-F238E27FC236}">
                  <a16:creationId xmlns:a16="http://schemas.microsoft.com/office/drawing/2014/main" id="{9A38B332-F651-446C-B9DB-FE9B108C2201}"/>
                </a:ext>
              </a:extLst>
            </p:cNvPr>
            <p:cNvGrpSpPr>
              <a:grpSpLocks/>
            </p:cNvGrpSpPr>
            <p:nvPr/>
          </p:nvGrpSpPr>
          <p:grpSpPr bwMode="auto">
            <a:xfrm>
              <a:off x="1566" y="3037"/>
              <a:ext cx="251" cy="99"/>
              <a:chOff x="1824" y="1680"/>
              <a:chExt cx="152" cy="70"/>
            </a:xfrm>
          </p:grpSpPr>
          <p:sp>
            <p:nvSpPr>
              <p:cNvPr id="29" name="Line 30">
                <a:extLst>
                  <a:ext uri="{FF2B5EF4-FFF2-40B4-BE49-F238E27FC236}">
                    <a16:creationId xmlns:a16="http://schemas.microsoft.com/office/drawing/2014/main" id="{CFA48B30-F35E-45CD-9484-3E78BF0DE3AA}"/>
                  </a:ext>
                </a:extLst>
              </p:cNvPr>
              <p:cNvSpPr>
                <a:spLocks noChangeShapeType="1"/>
              </p:cNvSpPr>
              <p:nvPr/>
            </p:nvSpPr>
            <p:spPr bwMode="auto">
              <a:xfrm>
                <a:off x="1824" y="1680"/>
                <a:ext cx="15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0" name="Line 31">
                <a:extLst>
                  <a:ext uri="{FF2B5EF4-FFF2-40B4-BE49-F238E27FC236}">
                    <a16:creationId xmlns:a16="http://schemas.microsoft.com/office/drawing/2014/main" id="{36E2FDE6-0D3A-4055-93A1-1B363C556CD0}"/>
                  </a:ext>
                </a:extLst>
              </p:cNvPr>
              <p:cNvSpPr>
                <a:spLocks noChangeShapeType="1"/>
              </p:cNvSpPr>
              <p:nvPr/>
            </p:nvSpPr>
            <p:spPr bwMode="auto">
              <a:xfrm>
                <a:off x="1824" y="1750"/>
                <a:ext cx="15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24" name="Line 32">
              <a:extLst>
                <a:ext uri="{FF2B5EF4-FFF2-40B4-BE49-F238E27FC236}">
                  <a16:creationId xmlns:a16="http://schemas.microsoft.com/office/drawing/2014/main" id="{22C4B548-139B-44F9-993F-49EDE0DD525D}"/>
                </a:ext>
              </a:extLst>
            </p:cNvPr>
            <p:cNvSpPr>
              <a:spLocks noChangeShapeType="1"/>
            </p:cNvSpPr>
            <p:nvPr/>
          </p:nvSpPr>
          <p:spPr bwMode="auto">
            <a:xfrm flipH="1">
              <a:off x="703" y="2814"/>
              <a:ext cx="181" cy="11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 name="Line 33">
              <a:extLst>
                <a:ext uri="{FF2B5EF4-FFF2-40B4-BE49-F238E27FC236}">
                  <a16:creationId xmlns:a16="http://schemas.microsoft.com/office/drawing/2014/main" id="{DE7B760E-CCDB-4D7E-B4C5-259FDD5CED14}"/>
                </a:ext>
              </a:extLst>
            </p:cNvPr>
            <p:cNvSpPr>
              <a:spLocks noChangeShapeType="1"/>
            </p:cNvSpPr>
            <p:nvPr/>
          </p:nvSpPr>
          <p:spPr bwMode="auto">
            <a:xfrm>
              <a:off x="431" y="3540"/>
              <a:ext cx="127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6" name="Text Box 34">
              <a:extLst>
                <a:ext uri="{FF2B5EF4-FFF2-40B4-BE49-F238E27FC236}">
                  <a16:creationId xmlns:a16="http://schemas.microsoft.com/office/drawing/2014/main" id="{05AE12A2-6DE4-4D1A-A394-8C43A25A9515}"/>
                </a:ext>
              </a:extLst>
            </p:cNvPr>
            <p:cNvSpPr txBox="1">
              <a:spLocks noChangeArrowheads="1"/>
            </p:cNvSpPr>
            <p:nvPr/>
          </p:nvSpPr>
          <p:spPr bwMode="auto">
            <a:xfrm>
              <a:off x="1263" y="2496"/>
              <a:ext cx="221"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Text Box 35">
              <a:extLst>
                <a:ext uri="{FF2B5EF4-FFF2-40B4-BE49-F238E27FC236}">
                  <a16:creationId xmlns:a16="http://schemas.microsoft.com/office/drawing/2014/main" id="{6886FDAA-315F-46A5-8112-DED8D8A03037}"/>
                </a:ext>
              </a:extLst>
            </p:cNvPr>
            <p:cNvSpPr txBox="1">
              <a:spLocks noChangeArrowheads="1"/>
            </p:cNvSpPr>
            <p:nvPr/>
          </p:nvSpPr>
          <p:spPr bwMode="auto">
            <a:xfrm>
              <a:off x="508" y="3531"/>
              <a:ext cx="1160" cy="29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 </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Rectangle 36">
              <a:extLst>
                <a:ext uri="{FF2B5EF4-FFF2-40B4-BE49-F238E27FC236}">
                  <a16:creationId xmlns:a16="http://schemas.microsoft.com/office/drawing/2014/main" id="{9B1AB01C-6807-4FA2-BB96-0F035F31332A}"/>
                </a:ext>
              </a:extLst>
            </p:cNvPr>
            <p:cNvSpPr>
              <a:spLocks noChangeArrowheads="1"/>
            </p:cNvSpPr>
            <p:nvPr/>
          </p:nvSpPr>
          <p:spPr bwMode="auto">
            <a:xfrm>
              <a:off x="1156" y="2749"/>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3" name="Group 40">
            <a:extLst>
              <a:ext uri="{FF2B5EF4-FFF2-40B4-BE49-F238E27FC236}">
                <a16:creationId xmlns:a16="http://schemas.microsoft.com/office/drawing/2014/main" id="{BB78A2B8-B1AB-4440-A221-6FCBFEA6B7AA}"/>
              </a:ext>
            </a:extLst>
          </p:cNvPr>
          <p:cNvGrpSpPr>
            <a:grpSpLocks/>
          </p:cNvGrpSpPr>
          <p:nvPr/>
        </p:nvGrpSpPr>
        <p:grpSpPr bwMode="auto">
          <a:xfrm>
            <a:off x="2967301" y="3909225"/>
            <a:ext cx="3042685" cy="2101934"/>
            <a:chOff x="1957" y="2496"/>
            <a:chExt cx="1789" cy="1326"/>
          </a:xfrm>
        </p:grpSpPr>
        <p:sp>
          <p:nvSpPr>
            <p:cNvPr id="34" name="Line 41">
              <a:extLst>
                <a:ext uri="{FF2B5EF4-FFF2-40B4-BE49-F238E27FC236}">
                  <a16:creationId xmlns:a16="http://schemas.microsoft.com/office/drawing/2014/main" id="{D687FC56-9CE9-4D4E-BB81-655BA404E3CA}"/>
                </a:ext>
              </a:extLst>
            </p:cNvPr>
            <p:cNvSpPr>
              <a:spLocks noChangeShapeType="1"/>
            </p:cNvSpPr>
            <p:nvPr/>
          </p:nvSpPr>
          <p:spPr bwMode="auto">
            <a:xfrm>
              <a:off x="1957" y="3067"/>
              <a:ext cx="18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5" name="Line 42">
              <a:extLst>
                <a:ext uri="{FF2B5EF4-FFF2-40B4-BE49-F238E27FC236}">
                  <a16:creationId xmlns:a16="http://schemas.microsoft.com/office/drawing/2014/main" id="{586E9A83-51CE-4EF3-955F-B035373FE14B}"/>
                </a:ext>
              </a:extLst>
            </p:cNvPr>
            <p:cNvSpPr>
              <a:spLocks noChangeShapeType="1"/>
            </p:cNvSpPr>
            <p:nvPr/>
          </p:nvSpPr>
          <p:spPr bwMode="auto">
            <a:xfrm>
              <a:off x="1957" y="3158"/>
              <a:ext cx="18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36" name="Group 43">
              <a:extLst>
                <a:ext uri="{FF2B5EF4-FFF2-40B4-BE49-F238E27FC236}">
                  <a16:creationId xmlns:a16="http://schemas.microsoft.com/office/drawing/2014/main" id="{985DF543-8B3C-47B0-BE99-7D2683F8D079}"/>
                </a:ext>
              </a:extLst>
            </p:cNvPr>
            <p:cNvGrpSpPr>
              <a:grpSpLocks/>
            </p:cNvGrpSpPr>
            <p:nvPr/>
          </p:nvGrpSpPr>
          <p:grpSpPr bwMode="auto">
            <a:xfrm>
              <a:off x="2200" y="2496"/>
              <a:ext cx="1546" cy="1326"/>
              <a:chOff x="249" y="2496"/>
              <a:chExt cx="1546" cy="1326"/>
            </a:xfrm>
          </p:grpSpPr>
          <p:sp>
            <p:nvSpPr>
              <p:cNvPr id="37" name="Oval 44">
                <a:extLst>
                  <a:ext uri="{FF2B5EF4-FFF2-40B4-BE49-F238E27FC236}">
                    <a16:creationId xmlns:a16="http://schemas.microsoft.com/office/drawing/2014/main" id="{E0165CFF-B029-4405-94C8-D40FAC9686A9}"/>
                  </a:ext>
                </a:extLst>
              </p:cNvPr>
              <p:cNvSpPr>
                <a:spLocks noChangeArrowheads="1"/>
              </p:cNvSpPr>
              <p:nvPr/>
            </p:nvSpPr>
            <p:spPr bwMode="auto">
              <a:xfrm>
                <a:off x="249" y="2950"/>
                <a:ext cx="363" cy="363"/>
              </a:xfrm>
              <a:prstGeom prst="ellipse">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099FF"/>
                        </a:gs>
                        <a:gs pos="100000">
                          <a:srgbClr val="004776"/>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Line 45">
                <a:extLst>
                  <a:ext uri="{FF2B5EF4-FFF2-40B4-BE49-F238E27FC236}">
                    <a16:creationId xmlns:a16="http://schemas.microsoft.com/office/drawing/2014/main" id="{D3E4A455-2FEA-44BF-8F84-868796CC05A0}"/>
                  </a:ext>
                </a:extLst>
              </p:cNvPr>
              <p:cNvSpPr>
                <a:spLocks noChangeShapeType="1"/>
              </p:cNvSpPr>
              <p:nvPr/>
            </p:nvSpPr>
            <p:spPr bwMode="auto">
              <a:xfrm>
                <a:off x="431" y="2814"/>
                <a:ext cx="0" cy="72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9" name="Line 46">
                <a:extLst>
                  <a:ext uri="{FF2B5EF4-FFF2-40B4-BE49-F238E27FC236}">
                    <a16:creationId xmlns:a16="http://schemas.microsoft.com/office/drawing/2014/main" id="{FF7E9606-CB98-4E2C-B500-265FF5EB0B7D}"/>
                  </a:ext>
                </a:extLst>
              </p:cNvPr>
              <p:cNvSpPr>
                <a:spLocks noChangeShapeType="1"/>
              </p:cNvSpPr>
              <p:nvPr/>
            </p:nvSpPr>
            <p:spPr bwMode="auto">
              <a:xfrm flipV="1">
                <a:off x="1701" y="2810"/>
                <a:ext cx="0" cy="23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0" name="Line 47">
                <a:extLst>
                  <a:ext uri="{FF2B5EF4-FFF2-40B4-BE49-F238E27FC236}">
                    <a16:creationId xmlns:a16="http://schemas.microsoft.com/office/drawing/2014/main" id="{BC006C3C-FDBF-4C8C-A435-FE62362FF714}"/>
                  </a:ext>
                </a:extLst>
              </p:cNvPr>
              <p:cNvSpPr>
                <a:spLocks noChangeShapeType="1"/>
              </p:cNvSpPr>
              <p:nvPr/>
            </p:nvSpPr>
            <p:spPr bwMode="auto">
              <a:xfrm flipV="1">
                <a:off x="1701" y="3161"/>
                <a:ext cx="0" cy="379"/>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 name="Line 48">
                <a:extLst>
                  <a:ext uri="{FF2B5EF4-FFF2-40B4-BE49-F238E27FC236}">
                    <a16:creationId xmlns:a16="http://schemas.microsoft.com/office/drawing/2014/main" id="{AA444303-9A8B-49A1-88C8-123BB212C5E0}"/>
                  </a:ext>
                </a:extLst>
              </p:cNvPr>
              <p:cNvSpPr>
                <a:spLocks noChangeShapeType="1"/>
              </p:cNvSpPr>
              <p:nvPr/>
            </p:nvSpPr>
            <p:spPr bwMode="auto">
              <a:xfrm flipH="1" flipV="1">
                <a:off x="703" y="2795"/>
                <a:ext cx="192" cy="136"/>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2" name="Text Box 49">
                <a:extLst>
                  <a:ext uri="{FF2B5EF4-FFF2-40B4-BE49-F238E27FC236}">
                    <a16:creationId xmlns:a16="http://schemas.microsoft.com/office/drawing/2014/main" id="{27E76002-2B96-4E53-8BAA-F2C0A26F4573}"/>
                  </a:ext>
                </a:extLst>
              </p:cNvPr>
              <p:cNvSpPr txBox="1">
                <a:spLocks noChangeArrowheads="1"/>
              </p:cNvSpPr>
              <p:nvPr/>
            </p:nvSpPr>
            <p:spPr bwMode="auto">
              <a:xfrm>
                <a:off x="490" y="2496"/>
                <a:ext cx="57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43" name="Text Box 50">
                <a:extLst>
                  <a:ext uri="{FF2B5EF4-FFF2-40B4-BE49-F238E27FC236}">
                    <a16:creationId xmlns:a16="http://schemas.microsoft.com/office/drawing/2014/main" id="{00F92C73-1A90-436A-BA42-9892E6B45F7F}"/>
                  </a:ext>
                </a:extLst>
              </p:cNvPr>
              <p:cNvSpPr txBox="1">
                <a:spLocks noChangeArrowheads="1"/>
              </p:cNvSpPr>
              <p:nvPr/>
            </p:nvSpPr>
            <p:spPr bwMode="auto">
              <a:xfrm>
                <a:off x="622" y="2994"/>
                <a:ext cx="30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Line 51">
                <a:extLst>
                  <a:ext uri="{FF2B5EF4-FFF2-40B4-BE49-F238E27FC236}">
                    <a16:creationId xmlns:a16="http://schemas.microsoft.com/office/drawing/2014/main" id="{2C7685A7-56D1-401C-8F36-6B2B60C4A042}"/>
                  </a:ext>
                </a:extLst>
              </p:cNvPr>
              <p:cNvSpPr>
                <a:spLocks noChangeShapeType="1"/>
              </p:cNvSpPr>
              <p:nvPr/>
            </p:nvSpPr>
            <p:spPr bwMode="auto">
              <a:xfrm>
                <a:off x="884" y="2814"/>
                <a:ext cx="81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 name="Line 52">
                <a:extLst>
                  <a:ext uri="{FF2B5EF4-FFF2-40B4-BE49-F238E27FC236}">
                    <a16:creationId xmlns:a16="http://schemas.microsoft.com/office/drawing/2014/main" id="{1FF9E4C2-9761-46D3-BFC8-0F6E3E860C9D}"/>
                  </a:ext>
                </a:extLst>
              </p:cNvPr>
              <p:cNvSpPr>
                <a:spLocks noChangeShapeType="1"/>
              </p:cNvSpPr>
              <p:nvPr/>
            </p:nvSpPr>
            <p:spPr bwMode="auto">
              <a:xfrm>
                <a:off x="431" y="2814"/>
                <a:ext cx="23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6" name="Text Box 53">
                <a:extLst>
                  <a:ext uri="{FF2B5EF4-FFF2-40B4-BE49-F238E27FC236}">
                    <a16:creationId xmlns:a16="http://schemas.microsoft.com/office/drawing/2014/main" id="{B4B7A935-2506-48B4-96D3-8B478CECED98}"/>
                  </a:ext>
                </a:extLst>
              </p:cNvPr>
              <p:cNvSpPr txBox="1">
                <a:spLocks noChangeArrowheads="1"/>
              </p:cNvSpPr>
              <p:nvPr/>
            </p:nvSpPr>
            <p:spPr bwMode="auto">
              <a:xfrm>
                <a:off x="1292" y="3040"/>
                <a:ext cx="24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7" name="Group 54">
                <a:extLst>
                  <a:ext uri="{FF2B5EF4-FFF2-40B4-BE49-F238E27FC236}">
                    <a16:creationId xmlns:a16="http://schemas.microsoft.com/office/drawing/2014/main" id="{8C9B9BAB-EAB0-43BD-B1F2-541AF66D5EB5}"/>
                  </a:ext>
                </a:extLst>
              </p:cNvPr>
              <p:cNvGrpSpPr>
                <a:grpSpLocks/>
              </p:cNvGrpSpPr>
              <p:nvPr/>
            </p:nvGrpSpPr>
            <p:grpSpPr bwMode="auto">
              <a:xfrm>
                <a:off x="527" y="2791"/>
                <a:ext cx="212" cy="751"/>
                <a:chOff x="1594" y="1271"/>
                <a:chExt cx="300" cy="627"/>
              </a:xfrm>
            </p:grpSpPr>
            <p:sp>
              <p:nvSpPr>
                <p:cNvPr id="56" name="Text Box 55">
                  <a:extLst>
                    <a:ext uri="{FF2B5EF4-FFF2-40B4-BE49-F238E27FC236}">
                      <a16:creationId xmlns:a16="http://schemas.microsoft.com/office/drawing/2014/main" id="{439FA29C-EDFD-4C3F-9A77-22D39A5B7730}"/>
                    </a:ext>
                  </a:extLst>
                </p:cNvPr>
                <p:cNvSpPr txBox="1">
                  <a:spLocks noChangeArrowheads="1"/>
                </p:cNvSpPr>
                <p:nvPr/>
              </p:nvSpPr>
              <p:spPr bwMode="auto">
                <a:xfrm>
                  <a:off x="1595" y="1271"/>
                  <a:ext cx="299"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7" name="Text Box 56">
                  <a:extLst>
                    <a:ext uri="{FF2B5EF4-FFF2-40B4-BE49-F238E27FC236}">
                      <a16:creationId xmlns:a16="http://schemas.microsoft.com/office/drawing/2014/main" id="{152CDF15-2864-4529-A5D2-B03F9EA4B2C7}"/>
                    </a:ext>
                  </a:extLst>
                </p:cNvPr>
                <p:cNvSpPr txBox="1">
                  <a:spLocks noChangeArrowheads="1"/>
                </p:cNvSpPr>
                <p:nvPr/>
              </p:nvSpPr>
              <p:spPr bwMode="auto">
                <a:xfrm>
                  <a:off x="1594" y="1655"/>
                  <a:ext cx="281"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grpSp>
            <p:nvGrpSpPr>
              <p:cNvPr id="48" name="Group 57">
                <a:extLst>
                  <a:ext uri="{FF2B5EF4-FFF2-40B4-BE49-F238E27FC236}">
                    <a16:creationId xmlns:a16="http://schemas.microsoft.com/office/drawing/2014/main" id="{D9C11554-85A6-449A-AEEA-2AA74766972B}"/>
                  </a:ext>
                </a:extLst>
              </p:cNvPr>
              <p:cNvGrpSpPr>
                <a:grpSpLocks/>
              </p:cNvGrpSpPr>
              <p:nvPr/>
            </p:nvGrpSpPr>
            <p:grpSpPr bwMode="auto">
              <a:xfrm>
                <a:off x="1567" y="3041"/>
                <a:ext cx="228" cy="136"/>
                <a:chOff x="1824" y="1680"/>
                <a:chExt cx="138" cy="96"/>
              </a:xfrm>
            </p:grpSpPr>
            <p:sp>
              <p:nvSpPr>
                <p:cNvPr id="54" name="Line 58">
                  <a:extLst>
                    <a:ext uri="{FF2B5EF4-FFF2-40B4-BE49-F238E27FC236}">
                      <a16:creationId xmlns:a16="http://schemas.microsoft.com/office/drawing/2014/main" id="{7C1EB4E9-46F7-48D0-A0DE-43E154E03A08}"/>
                    </a:ext>
                  </a:extLst>
                </p:cNvPr>
                <p:cNvSpPr>
                  <a:spLocks noChangeShapeType="1"/>
                </p:cNvSpPr>
                <p:nvPr/>
              </p:nvSpPr>
              <p:spPr bwMode="auto">
                <a:xfrm flipV="1">
                  <a:off x="1824" y="1680"/>
                  <a:ext cx="13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5" name="Line 59">
                  <a:extLst>
                    <a:ext uri="{FF2B5EF4-FFF2-40B4-BE49-F238E27FC236}">
                      <a16:creationId xmlns:a16="http://schemas.microsoft.com/office/drawing/2014/main" id="{6B5F437C-4008-40EB-B4D8-1F320C1F01FC}"/>
                    </a:ext>
                  </a:extLst>
                </p:cNvPr>
                <p:cNvSpPr>
                  <a:spLocks noChangeShapeType="1"/>
                </p:cNvSpPr>
                <p:nvPr/>
              </p:nvSpPr>
              <p:spPr bwMode="auto">
                <a:xfrm>
                  <a:off x="1824" y="1776"/>
                  <a:ext cx="13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49" name="Line 60">
                <a:extLst>
                  <a:ext uri="{FF2B5EF4-FFF2-40B4-BE49-F238E27FC236}">
                    <a16:creationId xmlns:a16="http://schemas.microsoft.com/office/drawing/2014/main" id="{A66FDA12-F372-4C5C-85BA-CAF7AC68C11D}"/>
                  </a:ext>
                </a:extLst>
              </p:cNvPr>
              <p:cNvSpPr>
                <a:spLocks noChangeShapeType="1"/>
              </p:cNvSpPr>
              <p:nvPr/>
            </p:nvSpPr>
            <p:spPr bwMode="auto">
              <a:xfrm flipH="1">
                <a:off x="703" y="2814"/>
                <a:ext cx="181" cy="11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0" name="Line 61">
                <a:extLst>
                  <a:ext uri="{FF2B5EF4-FFF2-40B4-BE49-F238E27FC236}">
                    <a16:creationId xmlns:a16="http://schemas.microsoft.com/office/drawing/2014/main" id="{737A2517-D583-4A54-82C5-D33D25BD9CC7}"/>
                  </a:ext>
                </a:extLst>
              </p:cNvPr>
              <p:cNvSpPr>
                <a:spLocks noChangeShapeType="1"/>
              </p:cNvSpPr>
              <p:nvPr/>
            </p:nvSpPr>
            <p:spPr bwMode="auto">
              <a:xfrm>
                <a:off x="431" y="3540"/>
                <a:ext cx="127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1" name="Text Box 62">
                <a:extLst>
                  <a:ext uri="{FF2B5EF4-FFF2-40B4-BE49-F238E27FC236}">
                    <a16:creationId xmlns:a16="http://schemas.microsoft.com/office/drawing/2014/main" id="{16C67200-1F4D-4A03-9F02-B364E47F13DF}"/>
                  </a:ext>
                </a:extLst>
              </p:cNvPr>
              <p:cNvSpPr txBox="1">
                <a:spLocks noChangeArrowheads="1"/>
              </p:cNvSpPr>
              <p:nvPr/>
            </p:nvSpPr>
            <p:spPr bwMode="auto">
              <a:xfrm>
                <a:off x="1258" y="2496"/>
                <a:ext cx="229"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Text Box 63">
                <a:extLst>
                  <a:ext uri="{FF2B5EF4-FFF2-40B4-BE49-F238E27FC236}">
                    <a16:creationId xmlns:a16="http://schemas.microsoft.com/office/drawing/2014/main" id="{5AFF79A9-DE9C-49B7-8D1A-01A4DBA18B79}"/>
                  </a:ext>
                </a:extLst>
              </p:cNvPr>
              <p:cNvSpPr txBox="1">
                <a:spLocks noChangeArrowheads="1"/>
              </p:cNvSpPr>
              <p:nvPr/>
            </p:nvSpPr>
            <p:spPr bwMode="auto">
              <a:xfrm>
                <a:off x="571" y="3531"/>
                <a:ext cx="1034" cy="29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 </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53" name="Rectangle 64">
                <a:extLst>
                  <a:ext uri="{FF2B5EF4-FFF2-40B4-BE49-F238E27FC236}">
                    <a16:creationId xmlns:a16="http://schemas.microsoft.com/office/drawing/2014/main" id="{4B2CF245-1696-46BE-A725-58B80147EC22}"/>
                  </a:ext>
                </a:extLst>
              </p:cNvPr>
              <p:cNvSpPr>
                <a:spLocks noChangeArrowheads="1"/>
              </p:cNvSpPr>
              <p:nvPr/>
            </p:nvSpPr>
            <p:spPr bwMode="auto">
              <a:xfrm>
                <a:off x="1156" y="2749"/>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pSp>
      <p:grpSp>
        <p:nvGrpSpPr>
          <p:cNvPr id="58" name="Group 65">
            <a:extLst>
              <a:ext uri="{FF2B5EF4-FFF2-40B4-BE49-F238E27FC236}">
                <a16:creationId xmlns:a16="http://schemas.microsoft.com/office/drawing/2014/main" id="{EF6F3954-87E5-44CF-96E2-AAC4EE615805}"/>
              </a:ext>
            </a:extLst>
          </p:cNvPr>
          <p:cNvGrpSpPr>
            <a:grpSpLocks/>
          </p:cNvGrpSpPr>
          <p:nvPr/>
        </p:nvGrpSpPr>
        <p:grpSpPr bwMode="auto">
          <a:xfrm>
            <a:off x="6151408" y="3717032"/>
            <a:ext cx="2822988" cy="2247940"/>
            <a:chOff x="3891" y="2359"/>
            <a:chExt cx="1614" cy="1417"/>
          </a:xfrm>
        </p:grpSpPr>
        <p:sp>
          <p:nvSpPr>
            <p:cNvPr id="59" name="Text Box 66">
              <a:extLst>
                <a:ext uri="{FF2B5EF4-FFF2-40B4-BE49-F238E27FC236}">
                  <a16:creationId xmlns:a16="http://schemas.microsoft.com/office/drawing/2014/main" id="{BA579792-42F7-4C04-9DF5-F492195A9F0D}"/>
                </a:ext>
              </a:extLst>
            </p:cNvPr>
            <p:cNvSpPr txBox="1">
              <a:spLocks noChangeArrowheads="1"/>
            </p:cNvSpPr>
            <p:nvPr/>
          </p:nvSpPr>
          <p:spPr bwMode="auto">
            <a:xfrm>
              <a:off x="3891" y="2974"/>
              <a:ext cx="22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0" name="Line 67">
              <a:extLst>
                <a:ext uri="{FF2B5EF4-FFF2-40B4-BE49-F238E27FC236}">
                  <a16:creationId xmlns:a16="http://schemas.microsoft.com/office/drawing/2014/main" id="{EEC32FBF-E52C-49B2-9DBB-9241F2230CE7}"/>
                </a:ext>
              </a:extLst>
            </p:cNvPr>
            <p:cNvSpPr>
              <a:spLocks noChangeShapeType="1"/>
            </p:cNvSpPr>
            <p:nvPr/>
          </p:nvSpPr>
          <p:spPr bwMode="auto">
            <a:xfrm>
              <a:off x="4131" y="2768"/>
              <a:ext cx="0" cy="72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1" name="Line 68">
              <a:extLst>
                <a:ext uri="{FF2B5EF4-FFF2-40B4-BE49-F238E27FC236}">
                  <a16:creationId xmlns:a16="http://schemas.microsoft.com/office/drawing/2014/main" id="{782BE785-11D1-4286-A697-75483E98CD47}"/>
                </a:ext>
              </a:extLst>
            </p:cNvPr>
            <p:cNvSpPr>
              <a:spLocks noChangeShapeType="1"/>
            </p:cNvSpPr>
            <p:nvPr/>
          </p:nvSpPr>
          <p:spPr bwMode="auto">
            <a:xfrm flipV="1">
              <a:off x="5401" y="2764"/>
              <a:ext cx="0" cy="23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2" name="Line 69">
              <a:extLst>
                <a:ext uri="{FF2B5EF4-FFF2-40B4-BE49-F238E27FC236}">
                  <a16:creationId xmlns:a16="http://schemas.microsoft.com/office/drawing/2014/main" id="{8214F7F0-A9EF-4DA5-8F64-1A7D15029CFE}"/>
                </a:ext>
              </a:extLst>
            </p:cNvPr>
            <p:cNvSpPr>
              <a:spLocks noChangeShapeType="1"/>
            </p:cNvSpPr>
            <p:nvPr/>
          </p:nvSpPr>
          <p:spPr bwMode="auto">
            <a:xfrm flipV="1">
              <a:off x="5401" y="3115"/>
              <a:ext cx="0" cy="379"/>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3" name="Text Box 70">
              <a:extLst>
                <a:ext uri="{FF2B5EF4-FFF2-40B4-BE49-F238E27FC236}">
                  <a16:creationId xmlns:a16="http://schemas.microsoft.com/office/drawing/2014/main" id="{6A03DB8F-AC9F-4972-A046-83182A696A20}"/>
                </a:ext>
              </a:extLst>
            </p:cNvPr>
            <p:cNvSpPr txBox="1">
              <a:spLocks noChangeArrowheads="1"/>
            </p:cNvSpPr>
            <p:nvPr/>
          </p:nvSpPr>
          <p:spPr bwMode="auto">
            <a:xfrm>
              <a:off x="4307" y="2359"/>
              <a:ext cx="55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64" name="Text Box 71">
              <a:extLst>
                <a:ext uri="{FF2B5EF4-FFF2-40B4-BE49-F238E27FC236}">
                  <a16:creationId xmlns:a16="http://schemas.microsoft.com/office/drawing/2014/main" id="{F3B41720-3BFF-46DF-A3CC-713337DA13CE}"/>
                </a:ext>
              </a:extLst>
            </p:cNvPr>
            <p:cNvSpPr txBox="1">
              <a:spLocks noChangeArrowheads="1"/>
            </p:cNvSpPr>
            <p:nvPr/>
          </p:nvSpPr>
          <p:spPr bwMode="auto">
            <a:xfrm>
              <a:off x="4222" y="2949"/>
              <a:ext cx="298"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5" name="Line 72">
              <a:extLst>
                <a:ext uri="{FF2B5EF4-FFF2-40B4-BE49-F238E27FC236}">
                  <a16:creationId xmlns:a16="http://schemas.microsoft.com/office/drawing/2014/main" id="{AF3420C3-6D22-4CA6-899E-7525B2D7048A}"/>
                </a:ext>
              </a:extLst>
            </p:cNvPr>
            <p:cNvSpPr>
              <a:spLocks noChangeShapeType="1"/>
            </p:cNvSpPr>
            <p:nvPr/>
          </p:nvSpPr>
          <p:spPr bwMode="auto">
            <a:xfrm>
              <a:off x="4584" y="2768"/>
              <a:ext cx="81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6" name="Line 73">
              <a:extLst>
                <a:ext uri="{FF2B5EF4-FFF2-40B4-BE49-F238E27FC236}">
                  <a16:creationId xmlns:a16="http://schemas.microsoft.com/office/drawing/2014/main" id="{54B825EE-6214-43F3-841D-9840C522DE6B}"/>
                </a:ext>
              </a:extLst>
            </p:cNvPr>
            <p:cNvSpPr>
              <a:spLocks noChangeShapeType="1"/>
            </p:cNvSpPr>
            <p:nvPr/>
          </p:nvSpPr>
          <p:spPr bwMode="auto">
            <a:xfrm>
              <a:off x="4131" y="2768"/>
              <a:ext cx="23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7" name="Text Box 74">
              <a:extLst>
                <a:ext uri="{FF2B5EF4-FFF2-40B4-BE49-F238E27FC236}">
                  <a16:creationId xmlns:a16="http://schemas.microsoft.com/office/drawing/2014/main" id="{E93EEF35-3746-4CC1-B849-0E96B2360F8D}"/>
                </a:ext>
              </a:extLst>
            </p:cNvPr>
            <p:cNvSpPr txBox="1">
              <a:spLocks noChangeArrowheads="1"/>
            </p:cNvSpPr>
            <p:nvPr/>
          </p:nvSpPr>
          <p:spPr bwMode="auto">
            <a:xfrm>
              <a:off x="4992" y="2994"/>
              <a:ext cx="24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8" name="Group 75">
              <a:extLst>
                <a:ext uri="{FF2B5EF4-FFF2-40B4-BE49-F238E27FC236}">
                  <a16:creationId xmlns:a16="http://schemas.microsoft.com/office/drawing/2014/main" id="{C8AAC6C5-6B43-42C1-8E6F-A55FBE7956D2}"/>
                </a:ext>
              </a:extLst>
            </p:cNvPr>
            <p:cNvGrpSpPr>
              <a:grpSpLocks/>
            </p:cNvGrpSpPr>
            <p:nvPr/>
          </p:nvGrpSpPr>
          <p:grpSpPr bwMode="auto">
            <a:xfrm>
              <a:off x="4171" y="2723"/>
              <a:ext cx="206" cy="752"/>
              <a:chOff x="1598" y="1271"/>
              <a:chExt cx="290" cy="628"/>
            </a:xfrm>
          </p:grpSpPr>
          <p:sp>
            <p:nvSpPr>
              <p:cNvPr id="78" name="Text Box 76">
                <a:extLst>
                  <a:ext uri="{FF2B5EF4-FFF2-40B4-BE49-F238E27FC236}">
                    <a16:creationId xmlns:a16="http://schemas.microsoft.com/office/drawing/2014/main" id="{FEA0DC25-FD0F-4322-A650-47354A2CAE61}"/>
                  </a:ext>
                </a:extLst>
              </p:cNvPr>
              <p:cNvSpPr txBox="1">
                <a:spLocks noChangeArrowheads="1"/>
              </p:cNvSpPr>
              <p:nvPr/>
            </p:nvSpPr>
            <p:spPr bwMode="auto">
              <a:xfrm>
                <a:off x="1598" y="1271"/>
                <a:ext cx="290"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9" name="Text Box 77">
                <a:extLst>
                  <a:ext uri="{FF2B5EF4-FFF2-40B4-BE49-F238E27FC236}">
                    <a16:creationId xmlns:a16="http://schemas.microsoft.com/office/drawing/2014/main" id="{2D9548F3-EAD8-4282-9649-08BE5C03B4C7}"/>
                  </a:ext>
                </a:extLst>
              </p:cNvPr>
              <p:cNvSpPr txBox="1">
                <a:spLocks noChangeArrowheads="1"/>
              </p:cNvSpPr>
              <p:nvPr/>
            </p:nvSpPr>
            <p:spPr bwMode="auto">
              <a:xfrm>
                <a:off x="1600" y="1656"/>
                <a:ext cx="273" cy="24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pSp>
        <p:grpSp>
          <p:nvGrpSpPr>
            <p:cNvPr id="69" name="Group 78">
              <a:extLst>
                <a:ext uri="{FF2B5EF4-FFF2-40B4-BE49-F238E27FC236}">
                  <a16:creationId xmlns:a16="http://schemas.microsoft.com/office/drawing/2014/main" id="{05548494-3980-49BF-B14B-E7CB59BB07FD}"/>
                </a:ext>
              </a:extLst>
            </p:cNvPr>
            <p:cNvGrpSpPr>
              <a:grpSpLocks/>
            </p:cNvGrpSpPr>
            <p:nvPr/>
          </p:nvGrpSpPr>
          <p:grpSpPr bwMode="auto">
            <a:xfrm>
              <a:off x="5261" y="2991"/>
              <a:ext cx="244" cy="140"/>
              <a:chOff x="1824" y="1680"/>
              <a:chExt cx="148" cy="99"/>
            </a:xfrm>
          </p:grpSpPr>
          <p:sp>
            <p:nvSpPr>
              <p:cNvPr id="76" name="Line 79">
                <a:extLst>
                  <a:ext uri="{FF2B5EF4-FFF2-40B4-BE49-F238E27FC236}">
                    <a16:creationId xmlns:a16="http://schemas.microsoft.com/office/drawing/2014/main" id="{C23A08AA-5CD5-4F05-9200-10B8C7C098BA}"/>
                  </a:ext>
                </a:extLst>
              </p:cNvPr>
              <p:cNvSpPr>
                <a:spLocks noChangeShapeType="1"/>
              </p:cNvSpPr>
              <p:nvPr/>
            </p:nvSpPr>
            <p:spPr bwMode="auto">
              <a:xfrm flipV="1">
                <a:off x="1824" y="1680"/>
                <a:ext cx="14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7" name="Line 80">
                <a:extLst>
                  <a:ext uri="{FF2B5EF4-FFF2-40B4-BE49-F238E27FC236}">
                    <a16:creationId xmlns:a16="http://schemas.microsoft.com/office/drawing/2014/main" id="{4CB78A2E-DC80-4A45-8643-96373ACA0E97}"/>
                  </a:ext>
                </a:extLst>
              </p:cNvPr>
              <p:cNvSpPr>
                <a:spLocks noChangeShapeType="1"/>
              </p:cNvSpPr>
              <p:nvPr/>
            </p:nvSpPr>
            <p:spPr bwMode="auto">
              <a:xfrm>
                <a:off x="1824" y="1779"/>
                <a:ext cx="14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70" name="Line 81">
              <a:extLst>
                <a:ext uri="{FF2B5EF4-FFF2-40B4-BE49-F238E27FC236}">
                  <a16:creationId xmlns:a16="http://schemas.microsoft.com/office/drawing/2014/main" id="{06728A55-0EAA-4B60-944C-5DBC654453C0}"/>
                </a:ext>
              </a:extLst>
            </p:cNvPr>
            <p:cNvSpPr>
              <a:spLocks noChangeShapeType="1"/>
            </p:cNvSpPr>
            <p:nvPr/>
          </p:nvSpPr>
          <p:spPr bwMode="auto">
            <a:xfrm flipH="1">
              <a:off x="4377" y="2768"/>
              <a:ext cx="207" cy="11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 name="Line 82">
              <a:extLst>
                <a:ext uri="{FF2B5EF4-FFF2-40B4-BE49-F238E27FC236}">
                  <a16:creationId xmlns:a16="http://schemas.microsoft.com/office/drawing/2014/main" id="{EAE2475F-B091-499F-813E-1C9EAC08E17A}"/>
                </a:ext>
              </a:extLst>
            </p:cNvPr>
            <p:cNvSpPr>
              <a:spLocks noChangeShapeType="1"/>
            </p:cNvSpPr>
            <p:nvPr/>
          </p:nvSpPr>
          <p:spPr bwMode="auto">
            <a:xfrm>
              <a:off x="4131" y="3494"/>
              <a:ext cx="127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 name="Text Box 83">
              <a:extLst>
                <a:ext uri="{FF2B5EF4-FFF2-40B4-BE49-F238E27FC236}">
                  <a16:creationId xmlns:a16="http://schemas.microsoft.com/office/drawing/2014/main" id="{673B079C-2A5F-450C-A031-34C51B96325C}"/>
                </a:ext>
              </a:extLst>
            </p:cNvPr>
            <p:cNvSpPr txBox="1">
              <a:spLocks noChangeArrowheads="1"/>
            </p:cNvSpPr>
            <p:nvPr/>
          </p:nvSpPr>
          <p:spPr bwMode="auto">
            <a:xfrm>
              <a:off x="4962" y="2468"/>
              <a:ext cx="22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3" name="Text Box 84">
              <a:extLst>
                <a:ext uri="{FF2B5EF4-FFF2-40B4-BE49-F238E27FC236}">
                  <a16:creationId xmlns:a16="http://schemas.microsoft.com/office/drawing/2014/main" id="{A3BD25F5-AD14-4487-B62A-4375013A79A1}"/>
                </a:ext>
              </a:extLst>
            </p:cNvPr>
            <p:cNvSpPr txBox="1">
              <a:spLocks noChangeArrowheads="1"/>
            </p:cNvSpPr>
            <p:nvPr/>
          </p:nvSpPr>
          <p:spPr bwMode="auto">
            <a:xfrm>
              <a:off x="4208" y="3485"/>
              <a:ext cx="1160" cy="29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 </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4" name="Rectangle 85">
              <a:extLst>
                <a:ext uri="{FF2B5EF4-FFF2-40B4-BE49-F238E27FC236}">
                  <a16:creationId xmlns:a16="http://schemas.microsoft.com/office/drawing/2014/main" id="{D8DF56EB-6FFD-401E-99D7-AE0520B17B70}"/>
                </a:ext>
              </a:extLst>
            </p:cNvPr>
            <p:cNvSpPr>
              <a:spLocks noChangeArrowheads="1"/>
            </p:cNvSpPr>
            <p:nvPr/>
          </p:nvSpPr>
          <p:spPr bwMode="auto">
            <a:xfrm>
              <a:off x="4856" y="2723"/>
              <a:ext cx="297" cy="137"/>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5" name="Line 86">
              <a:extLst>
                <a:ext uri="{FF2B5EF4-FFF2-40B4-BE49-F238E27FC236}">
                  <a16:creationId xmlns:a16="http://schemas.microsoft.com/office/drawing/2014/main" id="{12376E30-3905-4D6E-B149-1C4427A8711D}"/>
                </a:ext>
              </a:extLst>
            </p:cNvPr>
            <p:cNvSpPr>
              <a:spLocks noChangeShapeType="1"/>
            </p:cNvSpPr>
            <p:nvPr/>
          </p:nvSpPr>
          <p:spPr bwMode="auto">
            <a:xfrm flipH="1" flipV="1">
              <a:off x="4422" y="2659"/>
              <a:ext cx="91" cy="27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aphicFrame>
        <p:nvGraphicFramePr>
          <p:cNvPr id="80" name="Object 18">
            <a:extLst>
              <a:ext uri="{FF2B5EF4-FFF2-40B4-BE49-F238E27FC236}">
                <a16:creationId xmlns:a16="http://schemas.microsoft.com/office/drawing/2014/main" id="{E50E032A-C8BD-4E7A-9AED-2CD7558ABA4C}"/>
              </a:ext>
            </a:extLst>
          </p:cNvPr>
          <p:cNvGraphicFramePr>
            <a:graphicFrameLocks noChangeAspect="1"/>
          </p:cNvGraphicFramePr>
          <p:nvPr>
            <p:extLst>
              <p:ext uri="{D42A27DB-BD31-4B8C-83A1-F6EECF244321}">
                <p14:modId xmlns:p14="http://schemas.microsoft.com/office/powerpoint/2010/main" val="3599201800"/>
              </p:ext>
            </p:extLst>
          </p:nvPr>
        </p:nvGraphicFramePr>
        <p:xfrm>
          <a:off x="119104" y="642790"/>
          <a:ext cx="4418012" cy="1898650"/>
        </p:xfrm>
        <a:graphic>
          <a:graphicData uri="http://schemas.openxmlformats.org/presentationml/2006/ole">
            <mc:AlternateContent xmlns:mc="http://schemas.openxmlformats.org/markup-compatibility/2006">
              <mc:Choice xmlns:v="urn:schemas-microsoft-com:vml" Requires="v">
                <p:oleObj spid="_x0000_s156898" name="Equation" r:id="rId7" imgW="3835080" imgH="1650960" progId="Equation.DSMT4">
                  <p:embed/>
                </p:oleObj>
              </mc:Choice>
              <mc:Fallback>
                <p:oleObj name="Equation" r:id="rId7" imgW="3835080" imgH="1650960" progId="Equation.DSMT4">
                  <p:embed/>
                  <p:pic>
                    <p:nvPicPr>
                      <p:cNvPr id="80" name="Object 18">
                        <a:extLst>
                          <a:ext uri="{FF2B5EF4-FFF2-40B4-BE49-F238E27FC236}">
                            <a16:creationId xmlns:a16="http://schemas.microsoft.com/office/drawing/2014/main" id="{E50E032A-C8BD-4E7A-9AED-2CD7558ABA4C}"/>
                          </a:ext>
                        </a:extLst>
                      </p:cNvPr>
                      <p:cNvPicPr>
                        <a:picLocks noChangeAspect="1" noChangeArrowheads="1"/>
                      </p:cNvPicPr>
                      <p:nvPr/>
                    </p:nvPicPr>
                    <p:blipFill>
                      <a:blip r:embed="rId8"/>
                      <a:srcRect/>
                      <a:stretch>
                        <a:fillRect/>
                      </a:stretch>
                    </p:blipFill>
                    <p:spPr bwMode="auto">
                      <a:xfrm>
                        <a:off x="119104" y="642790"/>
                        <a:ext cx="4418012" cy="1898650"/>
                      </a:xfrm>
                      <a:prstGeom prst="rect">
                        <a:avLst/>
                      </a:prstGeom>
                      <a:noFill/>
                      <a:ln>
                        <a:noFill/>
                      </a:ln>
                      <a:effectLst/>
                      <a:extLst/>
                    </p:spPr>
                  </p:pic>
                </p:oleObj>
              </mc:Fallback>
            </mc:AlternateContent>
          </a:graphicData>
        </a:graphic>
      </p:graphicFrame>
      <p:sp>
        <p:nvSpPr>
          <p:cNvPr id="81" name="Text Box 2">
            <a:extLst>
              <a:ext uri="{FF2B5EF4-FFF2-40B4-BE49-F238E27FC236}">
                <a16:creationId xmlns:a16="http://schemas.microsoft.com/office/drawing/2014/main" id="{61DD77DB-5A4A-405D-9A8E-C1259A30BB65}"/>
              </a:ext>
            </a:extLst>
          </p:cNvPr>
          <p:cNvSpPr txBox="1">
            <a:spLocks noChangeArrowheads="1"/>
          </p:cNvSpPr>
          <p:nvPr/>
        </p:nvSpPr>
        <p:spPr bwMode="auto">
          <a:xfrm>
            <a:off x="645429" y="1278828"/>
            <a:ext cx="6415950"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强制分量（稳态响应）</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自由分量（暂态响应）</a:t>
            </a:r>
          </a:p>
        </p:txBody>
      </p:sp>
      <p:sp>
        <p:nvSpPr>
          <p:cNvPr id="82" name="Text Box 2">
            <a:extLst>
              <a:ext uri="{FF2B5EF4-FFF2-40B4-BE49-F238E27FC236}">
                <a16:creationId xmlns:a16="http://schemas.microsoft.com/office/drawing/2014/main" id="{FFC9CA8A-D131-47BB-8055-5937CC31FB2D}"/>
              </a:ext>
            </a:extLst>
          </p:cNvPr>
          <p:cNvSpPr txBox="1">
            <a:spLocks noChangeArrowheads="1"/>
          </p:cNvSpPr>
          <p:nvPr/>
        </p:nvSpPr>
        <p:spPr bwMode="auto">
          <a:xfrm>
            <a:off x="536023" y="2797930"/>
            <a:ext cx="4771804" cy="46166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零输入响应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left)">
                                      <p:cBhvr>
                                        <p:cTn id="7" dur="20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
                                            <p:txEl>
                                              <p:pRg st="0" end="0"/>
                                            </p:txEl>
                                          </p:spTgt>
                                        </p:tgtEl>
                                        <p:attrNameLst>
                                          <p:attrName>style.visibility</p:attrName>
                                        </p:attrNameLst>
                                      </p:cBhvr>
                                      <p:to>
                                        <p:strVal val="visible"/>
                                      </p:to>
                                    </p:set>
                                    <p:animEffect transition="in" filter="wipe(left)">
                                      <p:cBhvr>
                                        <p:cTn id="12" dur="3000"/>
                                        <p:tgtEl>
                                          <p:spTgt spid="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
                                            <p:txEl>
                                              <p:pRg st="0" end="0"/>
                                            </p:txEl>
                                          </p:spTgt>
                                        </p:tgtEl>
                                        <p:attrNameLst>
                                          <p:attrName>style.visibility</p:attrName>
                                        </p:attrNameLst>
                                      </p:cBhvr>
                                      <p:to>
                                        <p:strVal val="visible"/>
                                      </p:to>
                                    </p:set>
                                    <p:animEffect transition="in" filter="wipe(left)">
                                      <p:cBhvr>
                                        <p:cTn id="17" dur="3000"/>
                                        <p:tgtEl>
                                          <p:spTgt spid="8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949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9496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94959"/>
                                        </p:tgtEl>
                                        <p:attrNameLst>
                                          <p:attrName>style.visibility</p:attrName>
                                        </p:attrNameLst>
                                      </p:cBhvr>
                                      <p:to>
                                        <p:strVal val="visible"/>
                                      </p:to>
                                    </p:set>
                                    <p:animEffect transition="in" filter="box(in)">
                                      <p:cBhvr>
                                        <p:cTn id="30" dur="500"/>
                                        <p:tgtEl>
                                          <p:spTgt spid="294959"/>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294960"/>
                                        </p:tgtEl>
                                        <p:attrNameLst>
                                          <p:attrName>style.visibility</p:attrName>
                                        </p:attrNameLst>
                                      </p:cBhvr>
                                      <p:to>
                                        <p:strVal val="visible"/>
                                      </p:to>
                                    </p:set>
                                    <p:animEffect transition="in" filter="box(in)">
                                      <p:cBhvr>
                                        <p:cTn id="35" dur="500"/>
                                        <p:tgtEl>
                                          <p:spTgt spid="294960"/>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94963"/>
                                        </p:tgtEl>
                                        <p:attrNameLst>
                                          <p:attrName>style.visibility</p:attrName>
                                        </p:attrNameLst>
                                      </p:cBhvr>
                                      <p:to>
                                        <p:strVal val="visible"/>
                                      </p:to>
                                    </p:set>
                                    <p:animEffect transition="in" filter="box(in)">
                                      <p:cBhvr>
                                        <p:cTn id="40" dur="500"/>
                                        <p:tgtEl>
                                          <p:spTgt spid="294963"/>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294964"/>
                                        </p:tgtEl>
                                        <p:attrNameLst>
                                          <p:attrName>style.visibility</p:attrName>
                                        </p:attrNameLst>
                                      </p:cBhvr>
                                      <p:to>
                                        <p:strVal val="visible"/>
                                      </p:to>
                                    </p:set>
                                    <p:animEffect transition="in" filter="box(in)">
                                      <p:cBhvr>
                                        <p:cTn id="45" dur="500"/>
                                        <p:tgtEl>
                                          <p:spTgt spid="29496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linds(horizontal)">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blinds(horizontal)">
                                      <p:cBhvr>
                                        <p:cTn id="55" dur="5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blinds(horizontal)">
                                      <p:cBhvr>
                                        <p:cTn id="60" dur="500"/>
                                        <p:tgtEl>
                                          <p:spTgt spid="5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0">
                                            <p:txEl>
                                              <p:pRg st="0" end="0"/>
                                            </p:txEl>
                                          </p:spTgt>
                                        </p:tgtEl>
                                        <p:attrNameLst>
                                          <p:attrName>style.visibility</p:attrName>
                                        </p:attrNameLst>
                                      </p:cBhvr>
                                      <p:to>
                                        <p:strVal val="visible"/>
                                      </p:to>
                                    </p:set>
                                    <p:animEffect transition="in" filter="wipe(left)">
                                      <p:cBhvr>
                                        <p:cTn id="65" dur="3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59" grpId="0" animBg="1"/>
      <p:bldP spid="294960" grpId="0" animBg="1"/>
      <p:bldP spid="294963" grpId="0" animBg="1"/>
      <p:bldP spid="294964" grpId="0" animBg="1"/>
      <p:bldP spid="10" grpId="0" build="p" autoUpdateAnimBg="0"/>
      <p:bldP spid="81" grpId="0" build="p" autoUpdateAnimBg="0"/>
      <p:bldP spid="8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25" name="Object 5">
            <a:extLst>
              <a:ext uri="{FF2B5EF4-FFF2-40B4-BE49-F238E27FC236}">
                <a16:creationId xmlns:a16="http://schemas.microsoft.com/office/drawing/2014/main" id="{3C6556A8-1F26-42B7-A164-2DC8A6236E9E}"/>
              </a:ext>
            </a:extLst>
          </p:cNvPr>
          <p:cNvGraphicFramePr>
            <a:graphicFrameLocks noChangeAspect="1"/>
          </p:cNvGraphicFramePr>
          <p:nvPr>
            <p:extLst/>
          </p:nvPr>
        </p:nvGraphicFramePr>
        <p:xfrm>
          <a:off x="611189" y="2540576"/>
          <a:ext cx="3365024" cy="776834"/>
        </p:xfrm>
        <a:graphic>
          <a:graphicData uri="http://schemas.openxmlformats.org/presentationml/2006/ole">
            <mc:AlternateContent xmlns:mc="http://schemas.openxmlformats.org/markup-compatibility/2006">
              <mc:Choice xmlns:v="urn:schemas-microsoft-com:vml" Requires="v">
                <p:oleObj spid="_x0000_s158438" name="Equation" r:id="rId3" imgW="1816100" imgH="419100" progId="Equation.DSMT4">
                  <p:embed/>
                </p:oleObj>
              </mc:Choice>
              <mc:Fallback>
                <p:oleObj name="Equation" r:id="rId3" imgW="1816100" imgH="419100" progId="Equation.DSMT4">
                  <p:embed/>
                  <p:pic>
                    <p:nvPicPr>
                      <p:cNvPr id="337925" name="Object 5">
                        <a:extLst>
                          <a:ext uri="{FF2B5EF4-FFF2-40B4-BE49-F238E27FC236}">
                            <a16:creationId xmlns:a16="http://schemas.microsoft.com/office/drawing/2014/main" id="{3C6556A8-1F26-42B7-A164-2DC8A6236E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9" y="2540576"/>
                        <a:ext cx="3365024" cy="776834"/>
                      </a:xfrm>
                      <a:prstGeom prst="rect">
                        <a:avLst/>
                      </a:prstGeom>
                      <a:noFill/>
                      <a:ln>
                        <a:noFill/>
                      </a:ln>
                      <a:effectLst/>
                      <a:extLst/>
                    </p:spPr>
                  </p:pic>
                </p:oleObj>
              </mc:Fallback>
            </mc:AlternateContent>
          </a:graphicData>
        </a:graphic>
      </p:graphicFrame>
      <p:sp>
        <p:nvSpPr>
          <p:cNvPr id="337926" name="Text Box 6">
            <a:extLst>
              <a:ext uri="{FF2B5EF4-FFF2-40B4-BE49-F238E27FC236}">
                <a16:creationId xmlns:a16="http://schemas.microsoft.com/office/drawing/2014/main" id="{1AF5DEE0-C8BB-4AFA-829D-FE00850277AB}"/>
              </a:ext>
            </a:extLst>
          </p:cNvPr>
          <p:cNvSpPr txBox="1">
            <a:spLocks noChangeArrowheads="1"/>
          </p:cNvSpPr>
          <p:nvPr/>
        </p:nvSpPr>
        <p:spPr bwMode="auto">
          <a:xfrm>
            <a:off x="611188" y="2115042"/>
            <a:ext cx="3365024"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电路的输入</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输出方程为</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7927" name="Text Box 7">
            <a:extLst>
              <a:ext uri="{FF2B5EF4-FFF2-40B4-BE49-F238E27FC236}">
                <a16:creationId xmlns:a16="http://schemas.microsoft.com/office/drawing/2014/main" id="{6425F79C-871F-44B6-B958-9B4578E493DA}"/>
              </a:ext>
            </a:extLst>
          </p:cNvPr>
          <p:cNvSpPr txBox="1">
            <a:spLocks noChangeArrowheads="1"/>
          </p:cNvSpPr>
          <p:nvPr/>
        </p:nvSpPr>
        <p:spPr bwMode="auto">
          <a:xfrm>
            <a:off x="180974" y="726335"/>
            <a:ext cx="7848600" cy="523220"/>
          </a:xfrm>
          <a:prstGeom prst="rect">
            <a:avLst/>
          </a:prstGeom>
          <a:solidFill>
            <a:schemeClr val="tx1"/>
          </a:solidFill>
          <a:ln>
            <a:noFill/>
          </a:ln>
          <a:extLst>
            <a:ext uri="{91240B29-F687-4F45-9708-019B960494DF}">
              <a14:hiddenLine xmlns:a14="http://schemas.microsoft.com/office/drawing/2010/main" w="38100">
                <a:solidFill>
                  <a:srgbClr val="00FFFF"/>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sz="2800" b="1" i="1"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RLC</a:t>
            </a:r>
            <a:r>
              <a:rPr kumimoji="1"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串联电路的零输入响应特点分析</a:t>
            </a:r>
          </a:p>
        </p:txBody>
      </p:sp>
      <p:sp>
        <p:nvSpPr>
          <p:cNvPr id="337928" name="Text Box 8">
            <a:extLst>
              <a:ext uri="{FF2B5EF4-FFF2-40B4-BE49-F238E27FC236}">
                <a16:creationId xmlns:a16="http://schemas.microsoft.com/office/drawing/2014/main" id="{94D8A720-7464-491F-B478-076E88A5DA45}"/>
              </a:ext>
            </a:extLst>
          </p:cNvPr>
          <p:cNvSpPr txBox="1">
            <a:spLocks noChangeArrowheads="1"/>
          </p:cNvSpPr>
          <p:nvPr/>
        </p:nvSpPr>
        <p:spPr bwMode="auto">
          <a:xfrm>
            <a:off x="599007" y="1224399"/>
            <a:ext cx="4848759"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电路如图所示，已知：</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graphicFrame>
        <p:nvGraphicFramePr>
          <p:cNvPr id="337941" name="Object 21">
            <a:extLst>
              <a:ext uri="{FF2B5EF4-FFF2-40B4-BE49-F238E27FC236}">
                <a16:creationId xmlns:a16="http://schemas.microsoft.com/office/drawing/2014/main" id="{04695C0D-E3AC-48F3-9F1E-62AE627700F6}"/>
              </a:ext>
            </a:extLst>
          </p:cNvPr>
          <p:cNvGraphicFramePr>
            <a:graphicFrameLocks noChangeAspect="1"/>
          </p:cNvGraphicFramePr>
          <p:nvPr>
            <p:extLst/>
          </p:nvPr>
        </p:nvGraphicFramePr>
        <p:xfrm>
          <a:off x="5616575" y="1014933"/>
          <a:ext cx="3527425" cy="2312987"/>
        </p:xfrm>
        <a:graphic>
          <a:graphicData uri="http://schemas.openxmlformats.org/presentationml/2006/ole">
            <mc:AlternateContent xmlns:mc="http://schemas.openxmlformats.org/markup-compatibility/2006">
              <mc:Choice xmlns:v="urn:schemas-microsoft-com:vml" Requires="v">
                <p:oleObj spid="_x0000_s158439" name="Visio" r:id="rId5" imgW="1484071" imgH="973689" progId="Visio.Drawing.11">
                  <p:embed/>
                </p:oleObj>
              </mc:Choice>
              <mc:Fallback>
                <p:oleObj name="Visio" r:id="rId5" imgW="1484071" imgH="973689" progId="Visio.Drawing.11">
                  <p:embed/>
                  <p:pic>
                    <p:nvPicPr>
                      <p:cNvPr id="337941" name="Object 21">
                        <a:extLst>
                          <a:ext uri="{FF2B5EF4-FFF2-40B4-BE49-F238E27FC236}">
                            <a16:creationId xmlns:a16="http://schemas.microsoft.com/office/drawing/2014/main" id="{04695C0D-E3AC-48F3-9F1E-62AE62770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6575" y="1014933"/>
                        <a:ext cx="3527425" cy="2312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43" name="Text Box 23">
            <a:extLst>
              <a:ext uri="{FF2B5EF4-FFF2-40B4-BE49-F238E27FC236}">
                <a16:creationId xmlns:a16="http://schemas.microsoft.com/office/drawing/2014/main" id="{F280CBB8-1DB7-46BA-8778-23BF982BF323}"/>
              </a:ext>
            </a:extLst>
          </p:cNvPr>
          <p:cNvSpPr txBox="1">
            <a:spLocks noChangeArrowheads="1"/>
          </p:cNvSpPr>
          <p:nvPr/>
        </p:nvSpPr>
        <p:spPr bwMode="auto">
          <a:xfrm>
            <a:off x="537843" y="3258253"/>
            <a:ext cx="4801314"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以电容电压为变量时的初始条件：</a:t>
            </a:r>
          </a:p>
        </p:txBody>
      </p:sp>
      <p:sp>
        <p:nvSpPr>
          <p:cNvPr id="337944" name="Text Box 24">
            <a:extLst>
              <a:ext uri="{FF2B5EF4-FFF2-40B4-BE49-F238E27FC236}">
                <a16:creationId xmlns:a16="http://schemas.microsoft.com/office/drawing/2014/main" id="{A0FE421F-CC44-4178-8725-108F417AE8FB}"/>
              </a:ext>
            </a:extLst>
          </p:cNvPr>
          <p:cNvSpPr txBox="1">
            <a:spLocks noChangeArrowheads="1"/>
          </p:cNvSpPr>
          <p:nvPr/>
        </p:nvSpPr>
        <p:spPr bwMode="auto">
          <a:xfrm>
            <a:off x="836933" y="3820431"/>
            <a:ext cx="146867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7945" name="Text Box 25">
            <a:extLst>
              <a:ext uri="{FF2B5EF4-FFF2-40B4-BE49-F238E27FC236}">
                <a16:creationId xmlns:a16="http://schemas.microsoft.com/office/drawing/2014/main" id="{CCD836F2-97A9-438E-BB33-02CDD23CF0A7}"/>
              </a:ext>
            </a:extLst>
          </p:cNvPr>
          <p:cNvSpPr txBox="1">
            <a:spLocks noChangeArrowheads="1"/>
          </p:cNvSpPr>
          <p:nvPr/>
        </p:nvSpPr>
        <p:spPr bwMode="auto">
          <a:xfrm>
            <a:off x="2401816" y="3792242"/>
            <a:ext cx="107433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sp>
        <p:nvSpPr>
          <p:cNvPr id="337946" name="Line 26">
            <a:extLst>
              <a:ext uri="{FF2B5EF4-FFF2-40B4-BE49-F238E27FC236}">
                <a16:creationId xmlns:a16="http://schemas.microsoft.com/office/drawing/2014/main" id="{60695766-1B30-45AF-8414-192B6BF0030B}"/>
              </a:ext>
            </a:extLst>
          </p:cNvPr>
          <p:cNvSpPr>
            <a:spLocks noChangeShapeType="1"/>
          </p:cNvSpPr>
          <p:nvPr/>
        </p:nvSpPr>
        <p:spPr bwMode="auto">
          <a:xfrm>
            <a:off x="2268324" y="4653136"/>
            <a:ext cx="419281" cy="0"/>
          </a:xfrm>
          <a:prstGeom prst="line">
            <a:avLst/>
          </a:prstGeom>
          <a:noFill/>
          <a:ln w="76200">
            <a:solidFill>
              <a:srgbClr val="33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aphicFrame>
        <p:nvGraphicFramePr>
          <p:cNvPr id="337947" name="Object 27">
            <a:extLst>
              <a:ext uri="{FF2B5EF4-FFF2-40B4-BE49-F238E27FC236}">
                <a16:creationId xmlns:a16="http://schemas.microsoft.com/office/drawing/2014/main" id="{B84DBEA8-A0BD-4BD9-BB72-1C247727F698}"/>
              </a:ext>
            </a:extLst>
          </p:cNvPr>
          <p:cNvGraphicFramePr>
            <a:graphicFrameLocks noChangeAspect="1"/>
          </p:cNvGraphicFramePr>
          <p:nvPr>
            <p:extLst/>
          </p:nvPr>
        </p:nvGraphicFramePr>
        <p:xfrm>
          <a:off x="2779706" y="4286368"/>
          <a:ext cx="1422436" cy="873233"/>
        </p:xfrm>
        <a:graphic>
          <a:graphicData uri="http://schemas.openxmlformats.org/presentationml/2006/ole">
            <mc:AlternateContent xmlns:mc="http://schemas.openxmlformats.org/markup-compatibility/2006">
              <mc:Choice xmlns:v="urn:schemas-microsoft-com:vml" Requires="v">
                <p:oleObj spid="_x0000_s158440" name="公式" r:id="rId7" imgW="828580" imgH="505030" progId="Equation.3">
                  <p:embed/>
                </p:oleObj>
              </mc:Choice>
              <mc:Fallback>
                <p:oleObj name="公式" r:id="rId7" imgW="828580" imgH="505030" progId="Equation.3">
                  <p:embed/>
                  <p:pic>
                    <p:nvPicPr>
                      <p:cNvPr id="337947" name="Object 27">
                        <a:extLst>
                          <a:ext uri="{FF2B5EF4-FFF2-40B4-BE49-F238E27FC236}">
                            <a16:creationId xmlns:a16="http://schemas.microsoft.com/office/drawing/2014/main" id="{B84DBEA8-A0BD-4BD9-BB72-1C247727F6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9706" y="4286368"/>
                        <a:ext cx="1422436" cy="873233"/>
                      </a:xfrm>
                      <a:prstGeom prst="rect">
                        <a:avLst/>
                      </a:prstGeom>
                      <a:noFill/>
                      <a:ln>
                        <a:noFill/>
                      </a:ln>
                      <a:effectLst/>
                      <a:extLst/>
                    </p:spPr>
                  </p:pic>
                </p:oleObj>
              </mc:Fallback>
            </mc:AlternateContent>
          </a:graphicData>
        </a:graphic>
      </p:graphicFrame>
      <p:graphicFrame>
        <p:nvGraphicFramePr>
          <p:cNvPr id="337949" name="Object 29">
            <a:extLst>
              <a:ext uri="{FF2B5EF4-FFF2-40B4-BE49-F238E27FC236}">
                <a16:creationId xmlns:a16="http://schemas.microsoft.com/office/drawing/2014/main" id="{AFE21A6F-A23F-4BE1-98D1-C39F9257AAB9}"/>
              </a:ext>
            </a:extLst>
          </p:cNvPr>
          <p:cNvGraphicFramePr>
            <a:graphicFrameLocks noChangeAspect="1"/>
          </p:cNvGraphicFramePr>
          <p:nvPr>
            <p:extLst/>
          </p:nvPr>
        </p:nvGraphicFramePr>
        <p:xfrm>
          <a:off x="467544" y="4354572"/>
          <a:ext cx="2019548" cy="794261"/>
        </p:xfrm>
        <a:graphic>
          <a:graphicData uri="http://schemas.openxmlformats.org/presentationml/2006/ole">
            <mc:AlternateContent xmlns:mc="http://schemas.openxmlformats.org/markup-compatibility/2006">
              <mc:Choice xmlns:v="urn:schemas-microsoft-com:vml" Requires="v">
                <p:oleObj spid="_x0000_s158441" name="Equation" r:id="rId9" imgW="1129810" imgH="444307" progId="Equation.DSMT4">
                  <p:embed/>
                </p:oleObj>
              </mc:Choice>
              <mc:Fallback>
                <p:oleObj name="Equation" r:id="rId9" imgW="1129810" imgH="444307" progId="Equation.DSMT4">
                  <p:embed/>
                  <p:pic>
                    <p:nvPicPr>
                      <p:cNvPr id="337949" name="Object 29">
                        <a:extLst>
                          <a:ext uri="{FF2B5EF4-FFF2-40B4-BE49-F238E27FC236}">
                            <a16:creationId xmlns:a16="http://schemas.microsoft.com/office/drawing/2014/main" id="{AFE21A6F-A23F-4BE1-98D1-C39F9257AA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544" y="4354572"/>
                        <a:ext cx="2019548" cy="794261"/>
                      </a:xfrm>
                      <a:prstGeom prst="rect">
                        <a:avLst/>
                      </a:prstGeom>
                      <a:noFill/>
                      <a:ln>
                        <a:noFill/>
                      </a:ln>
                      <a:effectLst/>
                      <a:extLst/>
                    </p:spPr>
                  </p:pic>
                </p:oleObj>
              </mc:Fallback>
            </mc:AlternateContent>
          </a:graphicData>
        </a:graphic>
      </p:graphicFrame>
      <p:sp>
        <p:nvSpPr>
          <p:cNvPr id="14" name="Rectangle 14">
            <a:extLst>
              <a:ext uri="{FF2B5EF4-FFF2-40B4-BE49-F238E27FC236}">
                <a16:creationId xmlns:a16="http://schemas.microsoft.com/office/drawing/2014/main" id="{457B82EE-2ACE-43C6-806B-B575C66AD789}"/>
              </a:ext>
            </a:extLst>
          </p:cNvPr>
          <p:cNvSpPr>
            <a:spLocks noChangeArrowheads="1"/>
          </p:cNvSpPr>
          <p:nvPr/>
        </p:nvSpPr>
        <p:spPr bwMode="auto">
          <a:xfrm>
            <a:off x="395288" y="-33338"/>
            <a:ext cx="6811962" cy="701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§7-5 </a:t>
            </a:r>
            <a:r>
              <a:rPr kumimoji="1" lang="zh-CN" altLang="en-US" sz="40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二阶电路的零输入响应</a:t>
            </a:r>
          </a:p>
        </p:txBody>
      </p:sp>
      <p:sp>
        <p:nvSpPr>
          <p:cNvPr id="15" name="Text Box 11">
            <a:extLst>
              <a:ext uri="{FF2B5EF4-FFF2-40B4-BE49-F238E27FC236}">
                <a16:creationId xmlns:a16="http://schemas.microsoft.com/office/drawing/2014/main" id="{EE970356-905C-4183-97C6-75AC1F59479A}"/>
              </a:ext>
            </a:extLst>
          </p:cNvPr>
          <p:cNvSpPr txBox="1">
            <a:spLocks noChangeArrowheads="1"/>
          </p:cNvSpPr>
          <p:nvPr/>
        </p:nvSpPr>
        <p:spPr bwMode="auto">
          <a:xfrm>
            <a:off x="371891" y="5402768"/>
            <a:ext cx="141577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特征根：</a:t>
            </a:r>
          </a:p>
        </p:txBody>
      </p:sp>
      <p:graphicFrame>
        <p:nvGraphicFramePr>
          <p:cNvPr id="16" name="Object 6">
            <a:extLst>
              <a:ext uri="{FF2B5EF4-FFF2-40B4-BE49-F238E27FC236}">
                <a16:creationId xmlns:a16="http://schemas.microsoft.com/office/drawing/2014/main" id="{6BEEC7C3-8833-41CB-BB2D-2D8D5479E2B9}"/>
              </a:ext>
            </a:extLst>
          </p:cNvPr>
          <p:cNvGraphicFramePr>
            <a:graphicFrameLocks noChangeAspect="1"/>
          </p:cNvGraphicFramePr>
          <p:nvPr>
            <p:extLst/>
          </p:nvPr>
        </p:nvGraphicFramePr>
        <p:xfrm>
          <a:off x="1703388" y="5276850"/>
          <a:ext cx="2263775" cy="663575"/>
        </p:xfrm>
        <a:graphic>
          <a:graphicData uri="http://schemas.openxmlformats.org/presentationml/2006/ole">
            <mc:AlternateContent xmlns:mc="http://schemas.openxmlformats.org/markup-compatibility/2006">
              <mc:Choice xmlns:v="urn:schemas-microsoft-com:vml" Requires="v">
                <p:oleObj spid="_x0000_s158442" name="Equation" r:id="rId11" imgW="1549080" imgH="444240" progId="Equation.DSMT4">
                  <p:embed/>
                </p:oleObj>
              </mc:Choice>
              <mc:Fallback>
                <p:oleObj name="Equation" r:id="rId11" imgW="1549080" imgH="444240" progId="Equation.DSMT4">
                  <p:embed/>
                  <p:pic>
                    <p:nvPicPr>
                      <p:cNvPr id="16" name="Object 6">
                        <a:extLst>
                          <a:ext uri="{FF2B5EF4-FFF2-40B4-BE49-F238E27FC236}">
                            <a16:creationId xmlns:a16="http://schemas.microsoft.com/office/drawing/2014/main" id="{6BEEC7C3-8833-41CB-BB2D-2D8D5479E2B9}"/>
                          </a:ext>
                        </a:extLst>
                      </p:cNvPr>
                      <p:cNvPicPr>
                        <a:picLocks noChangeAspect="1" noChangeArrowheads="1"/>
                      </p:cNvPicPr>
                      <p:nvPr/>
                    </p:nvPicPr>
                    <p:blipFill>
                      <a:blip r:embed="rId12"/>
                      <a:srcRect/>
                      <a:stretch>
                        <a:fillRect/>
                      </a:stretch>
                    </p:blipFill>
                    <p:spPr bwMode="auto">
                      <a:xfrm>
                        <a:off x="1703388" y="5276850"/>
                        <a:ext cx="2263775" cy="663575"/>
                      </a:xfrm>
                      <a:prstGeom prst="rect">
                        <a:avLst/>
                      </a:prstGeom>
                      <a:noFill/>
                      <a:ln>
                        <a:noFill/>
                      </a:ln>
                      <a:effectLst/>
                      <a:extLst/>
                    </p:spPr>
                  </p:pic>
                </p:oleObj>
              </mc:Fallback>
            </mc:AlternateContent>
          </a:graphicData>
        </a:graphic>
      </p:graphicFrame>
      <p:graphicFrame>
        <p:nvGraphicFramePr>
          <p:cNvPr id="17" name="Object 10">
            <a:extLst>
              <a:ext uri="{FF2B5EF4-FFF2-40B4-BE49-F238E27FC236}">
                <a16:creationId xmlns:a16="http://schemas.microsoft.com/office/drawing/2014/main" id="{6C34D76D-6DC4-4360-81E0-B003B3E29019}"/>
              </a:ext>
            </a:extLst>
          </p:cNvPr>
          <p:cNvGraphicFramePr>
            <a:graphicFrameLocks noChangeAspect="1"/>
          </p:cNvGraphicFramePr>
          <p:nvPr>
            <p:extLst/>
          </p:nvPr>
        </p:nvGraphicFramePr>
        <p:xfrm>
          <a:off x="3942593" y="5253671"/>
          <a:ext cx="2139921" cy="636420"/>
        </p:xfrm>
        <a:graphic>
          <a:graphicData uri="http://schemas.openxmlformats.org/presentationml/2006/ole">
            <mc:AlternateContent xmlns:mc="http://schemas.openxmlformats.org/markup-compatibility/2006">
              <mc:Choice xmlns:v="urn:schemas-microsoft-com:vml" Requires="v">
                <p:oleObj spid="_x0000_s158443" name="公式" r:id="rId13" imgW="1647766" imgH="476426" progId="Equation.3">
                  <p:embed/>
                </p:oleObj>
              </mc:Choice>
              <mc:Fallback>
                <p:oleObj name="公式" r:id="rId13" imgW="1647766" imgH="476426" progId="Equation.3">
                  <p:embed/>
                  <p:pic>
                    <p:nvPicPr>
                      <p:cNvPr id="17" name="Object 10">
                        <a:extLst>
                          <a:ext uri="{FF2B5EF4-FFF2-40B4-BE49-F238E27FC236}">
                            <a16:creationId xmlns:a16="http://schemas.microsoft.com/office/drawing/2014/main" id="{6C34D76D-6DC4-4360-81E0-B003B3E2901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2593" y="5253671"/>
                        <a:ext cx="2139921" cy="636420"/>
                      </a:xfrm>
                      <a:prstGeom prst="rect">
                        <a:avLst/>
                      </a:prstGeom>
                      <a:noFill/>
                      <a:ln>
                        <a:noFill/>
                      </a:ln>
                      <a:effectLst/>
                      <a:extLst/>
                    </p:spPr>
                  </p:pic>
                </p:oleObj>
              </mc:Fallback>
            </mc:AlternateContent>
          </a:graphicData>
        </a:graphic>
      </p:graphicFrame>
      <p:graphicFrame>
        <p:nvGraphicFramePr>
          <p:cNvPr id="18" name="Object 9">
            <a:extLst>
              <a:ext uri="{FF2B5EF4-FFF2-40B4-BE49-F238E27FC236}">
                <a16:creationId xmlns:a16="http://schemas.microsoft.com/office/drawing/2014/main" id="{E3063B3E-0BD1-4101-B9CE-6650D0D6851A}"/>
              </a:ext>
            </a:extLst>
          </p:cNvPr>
          <p:cNvGraphicFramePr>
            <a:graphicFrameLocks noChangeAspect="1"/>
          </p:cNvGraphicFramePr>
          <p:nvPr>
            <p:extLst/>
          </p:nvPr>
        </p:nvGraphicFramePr>
        <p:xfrm>
          <a:off x="6153150" y="5269183"/>
          <a:ext cx="2210550" cy="636420"/>
        </p:xfrm>
        <a:graphic>
          <a:graphicData uri="http://schemas.openxmlformats.org/presentationml/2006/ole">
            <mc:AlternateContent xmlns:mc="http://schemas.openxmlformats.org/markup-compatibility/2006">
              <mc:Choice xmlns:v="urn:schemas-microsoft-com:vml" Requires="v">
                <p:oleObj spid="_x0000_s158444" name="Equation" r:id="rId15" imgW="1054080" imgH="291960" progId="Equation.DSMT4">
                  <p:embed/>
                </p:oleObj>
              </mc:Choice>
              <mc:Fallback>
                <p:oleObj name="Equation" r:id="rId15" imgW="1054080" imgH="291960" progId="Equation.DSMT4">
                  <p:embed/>
                  <p:pic>
                    <p:nvPicPr>
                      <p:cNvPr id="18" name="Object 9">
                        <a:extLst>
                          <a:ext uri="{FF2B5EF4-FFF2-40B4-BE49-F238E27FC236}">
                            <a16:creationId xmlns:a16="http://schemas.microsoft.com/office/drawing/2014/main" id="{E3063B3E-0BD1-4101-B9CE-6650D0D6851A}"/>
                          </a:ext>
                        </a:extLst>
                      </p:cNvPr>
                      <p:cNvPicPr>
                        <a:picLocks noChangeAspect="1" noChangeArrowheads="1"/>
                      </p:cNvPicPr>
                      <p:nvPr/>
                    </p:nvPicPr>
                    <p:blipFill>
                      <a:blip r:embed="rId16"/>
                      <a:srcRect/>
                      <a:stretch>
                        <a:fillRect/>
                      </a:stretch>
                    </p:blipFill>
                    <p:spPr bwMode="auto">
                      <a:xfrm>
                        <a:off x="6153150" y="5269183"/>
                        <a:ext cx="2210550" cy="636420"/>
                      </a:xfrm>
                      <a:prstGeom prst="rect">
                        <a:avLst/>
                      </a:prstGeom>
                      <a:noFill/>
                      <a:ln w="9525">
                        <a:solidFill>
                          <a:srgbClr val="FFFF99"/>
                        </a:solidFill>
                        <a:miter lim="800000"/>
                        <a:headEnd/>
                        <a:tailEnd/>
                      </a:ln>
                      <a:effectLst/>
                      <a:extLst/>
                    </p:spPr>
                  </p:pic>
                </p:oleObj>
              </mc:Fallback>
            </mc:AlternateContent>
          </a:graphicData>
        </a:graphic>
      </p:graphicFrame>
      <p:graphicFrame>
        <p:nvGraphicFramePr>
          <p:cNvPr id="19" name="Object 5">
            <a:extLst>
              <a:ext uri="{FF2B5EF4-FFF2-40B4-BE49-F238E27FC236}">
                <a16:creationId xmlns:a16="http://schemas.microsoft.com/office/drawing/2014/main" id="{18C27F3B-597D-4846-8E23-AA9F68A3B6BD}"/>
              </a:ext>
            </a:extLst>
          </p:cNvPr>
          <p:cNvGraphicFramePr>
            <a:graphicFrameLocks noChangeAspect="1"/>
          </p:cNvGraphicFramePr>
          <p:nvPr>
            <p:extLst/>
          </p:nvPr>
        </p:nvGraphicFramePr>
        <p:xfrm>
          <a:off x="6153150" y="4470323"/>
          <a:ext cx="2832099" cy="402394"/>
        </p:xfrm>
        <a:graphic>
          <a:graphicData uri="http://schemas.openxmlformats.org/presentationml/2006/ole">
            <mc:AlternateContent xmlns:mc="http://schemas.openxmlformats.org/markup-compatibility/2006">
              <mc:Choice xmlns:v="urn:schemas-microsoft-com:vml" Requires="v">
                <p:oleObj spid="_x0000_s158445" name="Equation" r:id="rId17" imgW="2057400" imgH="291960" progId="Equation.DSMT4">
                  <p:embed/>
                </p:oleObj>
              </mc:Choice>
              <mc:Fallback>
                <p:oleObj name="Equation" r:id="rId17" imgW="2057400" imgH="291960" progId="Equation.DSMT4">
                  <p:embed/>
                  <p:pic>
                    <p:nvPicPr>
                      <p:cNvPr id="19" name="Object 5">
                        <a:extLst>
                          <a:ext uri="{FF2B5EF4-FFF2-40B4-BE49-F238E27FC236}">
                            <a16:creationId xmlns:a16="http://schemas.microsoft.com/office/drawing/2014/main" id="{18C27F3B-597D-4846-8E23-AA9F68A3B6BD}"/>
                          </a:ext>
                        </a:extLst>
                      </p:cNvPr>
                      <p:cNvPicPr>
                        <a:picLocks noChangeAspect="1" noChangeArrowheads="1"/>
                      </p:cNvPicPr>
                      <p:nvPr/>
                    </p:nvPicPr>
                    <p:blipFill>
                      <a:blip r:embed="rId18"/>
                      <a:srcRect/>
                      <a:stretch>
                        <a:fillRect/>
                      </a:stretch>
                    </p:blipFill>
                    <p:spPr bwMode="auto">
                      <a:xfrm>
                        <a:off x="6153150" y="4470323"/>
                        <a:ext cx="2832099" cy="402394"/>
                      </a:xfrm>
                      <a:prstGeom prst="rect">
                        <a:avLst/>
                      </a:prstGeom>
                      <a:noFill/>
                      <a:ln>
                        <a:noFill/>
                      </a:ln>
                      <a:effectLst/>
                      <a:extLst/>
                    </p:spPr>
                  </p:pic>
                </p:oleObj>
              </mc:Fallback>
            </mc:AlternateContent>
          </a:graphicData>
        </a:graphic>
      </p:graphicFrame>
      <p:sp>
        <p:nvSpPr>
          <p:cNvPr id="20" name="Text Box 11">
            <a:extLst>
              <a:ext uri="{FF2B5EF4-FFF2-40B4-BE49-F238E27FC236}">
                <a16:creationId xmlns:a16="http://schemas.microsoft.com/office/drawing/2014/main" id="{8FF047A3-33B2-47A6-BB24-B31B871BFB0A}"/>
              </a:ext>
            </a:extLst>
          </p:cNvPr>
          <p:cNvSpPr txBox="1">
            <a:spLocks noChangeArrowheads="1"/>
          </p:cNvSpPr>
          <p:nvPr/>
        </p:nvSpPr>
        <p:spPr bwMode="auto">
          <a:xfrm>
            <a:off x="4323496" y="4450375"/>
            <a:ext cx="2031325"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特征方程为：</a:t>
            </a:r>
          </a:p>
        </p:txBody>
      </p:sp>
      <p:graphicFrame>
        <p:nvGraphicFramePr>
          <p:cNvPr id="21" name="Object 9">
            <a:extLst>
              <a:ext uri="{FF2B5EF4-FFF2-40B4-BE49-F238E27FC236}">
                <a16:creationId xmlns:a16="http://schemas.microsoft.com/office/drawing/2014/main" id="{1058EB8F-A48E-42B4-B92D-BFA003BB7A91}"/>
              </a:ext>
            </a:extLst>
          </p:cNvPr>
          <p:cNvGraphicFramePr>
            <a:graphicFrameLocks noChangeAspect="1"/>
          </p:cNvGraphicFramePr>
          <p:nvPr>
            <p:extLst/>
          </p:nvPr>
        </p:nvGraphicFramePr>
        <p:xfrm>
          <a:off x="3119439" y="6005513"/>
          <a:ext cx="823154" cy="697808"/>
        </p:xfrm>
        <a:graphic>
          <a:graphicData uri="http://schemas.openxmlformats.org/presentationml/2006/ole">
            <mc:AlternateContent xmlns:mc="http://schemas.openxmlformats.org/markup-compatibility/2006">
              <mc:Choice xmlns:v="urn:schemas-microsoft-com:vml" Requires="v">
                <p:oleObj spid="_x0000_s158446" name="Equation" r:id="rId19" imgW="482400" imgH="393480" progId="Equation.DSMT4">
                  <p:embed/>
                </p:oleObj>
              </mc:Choice>
              <mc:Fallback>
                <p:oleObj name="Equation" r:id="rId19" imgW="482400" imgH="393480" progId="Equation.DSMT4">
                  <p:embed/>
                  <p:pic>
                    <p:nvPicPr>
                      <p:cNvPr id="21" name="Object 9">
                        <a:extLst>
                          <a:ext uri="{FF2B5EF4-FFF2-40B4-BE49-F238E27FC236}">
                            <a16:creationId xmlns:a16="http://schemas.microsoft.com/office/drawing/2014/main" id="{1058EB8F-A48E-42B4-B92D-BFA003BB7A91}"/>
                          </a:ext>
                        </a:extLst>
                      </p:cNvPr>
                      <p:cNvPicPr>
                        <a:picLocks noChangeAspect="1" noChangeArrowheads="1"/>
                      </p:cNvPicPr>
                      <p:nvPr/>
                    </p:nvPicPr>
                    <p:blipFill>
                      <a:blip r:embed="rId20"/>
                      <a:srcRect/>
                      <a:stretch>
                        <a:fillRect/>
                      </a:stretch>
                    </p:blipFill>
                    <p:spPr bwMode="auto">
                      <a:xfrm>
                        <a:off x="3119439" y="6005513"/>
                        <a:ext cx="823154" cy="697808"/>
                      </a:xfrm>
                      <a:prstGeom prst="rect">
                        <a:avLst/>
                      </a:prstGeom>
                      <a:noFill/>
                      <a:ln w="9525">
                        <a:solidFill>
                          <a:srgbClr val="FFFF99"/>
                        </a:solidFill>
                        <a:miter lim="800000"/>
                        <a:headEnd/>
                        <a:tailEnd/>
                      </a:ln>
                      <a:effectLst/>
                      <a:extLst/>
                    </p:spPr>
                  </p:pic>
                </p:oleObj>
              </mc:Fallback>
            </mc:AlternateContent>
          </a:graphicData>
        </a:graphic>
      </p:graphicFrame>
      <p:graphicFrame>
        <p:nvGraphicFramePr>
          <p:cNvPr id="22" name="Object 9">
            <a:extLst>
              <a:ext uri="{FF2B5EF4-FFF2-40B4-BE49-F238E27FC236}">
                <a16:creationId xmlns:a16="http://schemas.microsoft.com/office/drawing/2014/main" id="{48D8EFAF-7A15-4FF3-AAF4-D6E9D43790C4}"/>
              </a:ext>
            </a:extLst>
          </p:cNvPr>
          <p:cNvGraphicFramePr>
            <a:graphicFrameLocks noChangeAspect="1"/>
          </p:cNvGraphicFramePr>
          <p:nvPr>
            <p:extLst/>
          </p:nvPr>
        </p:nvGraphicFramePr>
        <p:xfrm>
          <a:off x="4332288" y="5926138"/>
          <a:ext cx="1190625" cy="742950"/>
        </p:xfrm>
        <a:graphic>
          <a:graphicData uri="http://schemas.openxmlformats.org/presentationml/2006/ole">
            <mc:AlternateContent xmlns:mc="http://schemas.openxmlformats.org/markup-compatibility/2006">
              <mc:Choice xmlns:v="urn:schemas-microsoft-com:vml" Requires="v">
                <p:oleObj spid="_x0000_s158447" name="Equation" r:id="rId21" imgW="698400" imgH="419040" progId="Equation.DSMT4">
                  <p:embed/>
                </p:oleObj>
              </mc:Choice>
              <mc:Fallback>
                <p:oleObj name="Equation" r:id="rId21" imgW="698400" imgH="419040" progId="Equation.DSMT4">
                  <p:embed/>
                  <p:pic>
                    <p:nvPicPr>
                      <p:cNvPr id="22" name="Object 9">
                        <a:extLst>
                          <a:ext uri="{FF2B5EF4-FFF2-40B4-BE49-F238E27FC236}">
                            <a16:creationId xmlns:a16="http://schemas.microsoft.com/office/drawing/2014/main" id="{48D8EFAF-7A15-4FF3-AAF4-D6E9D43790C4}"/>
                          </a:ext>
                        </a:extLst>
                      </p:cNvPr>
                      <p:cNvPicPr>
                        <a:picLocks noChangeAspect="1" noChangeArrowheads="1"/>
                      </p:cNvPicPr>
                      <p:nvPr/>
                    </p:nvPicPr>
                    <p:blipFill>
                      <a:blip r:embed="rId22"/>
                      <a:srcRect/>
                      <a:stretch>
                        <a:fillRect/>
                      </a:stretch>
                    </p:blipFill>
                    <p:spPr bwMode="auto">
                      <a:xfrm>
                        <a:off x="4332288" y="5926138"/>
                        <a:ext cx="1190625" cy="742950"/>
                      </a:xfrm>
                      <a:prstGeom prst="rect">
                        <a:avLst/>
                      </a:prstGeom>
                      <a:noFill/>
                      <a:ln w="9525">
                        <a:solidFill>
                          <a:srgbClr val="FFFF99"/>
                        </a:solidFill>
                        <a:miter lim="800000"/>
                        <a:headEnd/>
                        <a:tailEnd/>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37927"/>
                                        </p:tgtEl>
                                        <p:attrNameLst>
                                          <p:attrName>style.visibility</p:attrName>
                                        </p:attrNameLst>
                                      </p:cBhvr>
                                      <p:to>
                                        <p:strVal val="visible"/>
                                      </p:to>
                                    </p:set>
                                    <p:animEffect transition="in" filter="fade">
                                      <p:cBhvr>
                                        <p:cTn id="7" dur="1000"/>
                                        <p:tgtEl>
                                          <p:spTgt spid="337927"/>
                                        </p:tgtEl>
                                      </p:cBhvr>
                                    </p:animEffect>
                                    <p:anim calcmode="lin" valueType="num">
                                      <p:cBhvr>
                                        <p:cTn id="8" dur="1000" fill="hold"/>
                                        <p:tgtEl>
                                          <p:spTgt spid="337927"/>
                                        </p:tgtEl>
                                        <p:attrNameLst>
                                          <p:attrName>ppt_x</p:attrName>
                                        </p:attrNameLst>
                                      </p:cBhvr>
                                      <p:tavLst>
                                        <p:tav tm="0">
                                          <p:val>
                                            <p:strVal val="#ppt_x"/>
                                          </p:val>
                                        </p:tav>
                                        <p:tav tm="100000">
                                          <p:val>
                                            <p:strVal val="#ppt_x"/>
                                          </p:val>
                                        </p:tav>
                                      </p:tavLst>
                                    </p:anim>
                                    <p:anim calcmode="lin" valueType="num">
                                      <p:cBhvr>
                                        <p:cTn id="9" dur="1000" fill="hold"/>
                                        <p:tgtEl>
                                          <p:spTgt spid="33792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337928"/>
                                        </p:tgtEl>
                                        <p:attrNameLst>
                                          <p:attrName>style.visibility</p:attrName>
                                        </p:attrNameLst>
                                      </p:cBhvr>
                                      <p:to>
                                        <p:strVal val="visible"/>
                                      </p:to>
                                    </p:set>
                                    <p:animEffect transition="in" filter="box(in)">
                                      <p:cBhvr>
                                        <p:cTn id="14" dur="1000"/>
                                        <p:tgtEl>
                                          <p:spTgt spid="337928"/>
                                        </p:tgtEl>
                                      </p:cBhvr>
                                    </p:animEffect>
                                  </p:childTnLst>
                                </p:cTn>
                              </p:par>
                            </p:childTnLst>
                          </p:cTn>
                        </p:par>
                        <p:par>
                          <p:cTn id="15" fill="hold" nodeType="afterGroup">
                            <p:stCondLst>
                              <p:cond delay="1000"/>
                            </p:stCondLst>
                            <p:childTnLst>
                              <p:par>
                                <p:cTn id="16" presetID="4" presetClass="entr" presetSubtype="16" fill="hold" nodeType="afterEffect">
                                  <p:stCondLst>
                                    <p:cond delay="0"/>
                                  </p:stCondLst>
                                  <p:childTnLst>
                                    <p:set>
                                      <p:cBhvr>
                                        <p:cTn id="17" dur="1" fill="hold">
                                          <p:stCondLst>
                                            <p:cond delay="0"/>
                                          </p:stCondLst>
                                        </p:cTn>
                                        <p:tgtEl>
                                          <p:spTgt spid="337941"/>
                                        </p:tgtEl>
                                        <p:attrNameLst>
                                          <p:attrName>style.visibility</p:attrName>
                                        </p:attrNameLst>
                                      </p:cBhvr>
                                      <p:to>
                                        <p:strVal val="visible"/>
                                      </p:to>
                                    </p:set>
                                    <p:animEffect transition="in" filter="box(in)">
                                      <p:cBhvr>
                                        <p:cTn id="18" dur="1000"/>
                                        <p:tgtEl>
                                          <p:spTgt spid="33794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37926"/>
                                        </p:tgtEl>
                                        <p:attrNameLst>
                                          <p:attrName>style.visibility</p:attrName>
                                        </p:attrNameLst>
                                      </p:cBhvr>
                                      <p:to>
                                        <p:strVal val="visible"/>
                                      </p:to>
                                    </p:set>
                                    <p:animEffect transition="in" filter="wipe(left)">
                                      <p:cBhvr>
                                        <p:cTn id="23" dur="2000"/>
                                        <p:tgtEl>
                                          <p:spTgt spid="3379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37925"/>
                                        </p:tgtEl>
                                        <p:attrNameLst>
                                          <p:attrName>style.visibility</p:attrName>
                                        </p:attrNameLst>
                                      </p:cBhvr>
                                      <p:to>
                                        <p:strVal val="visible"/>
                                      </p:to>
                                    </p:set>
                                    <p:animEffect transition="in" filter="wipe(left)">
                                      <p:cBhvr>
                                        <p:cTn id="28" dur="2000"/>
                                        <p:tgtEl>
                                          <p:spTgt spid="33792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37943"/>
                                        </p:tgtEl>
                                        <p:attrNameLst>
                                          <p:attrName>style.visibility</p:attrName>
                                        </p:attrNameLst>
                                      </p:cBhvr>
                                      <p:to>
                                        <p:strVal val="visible"/>
                                      </p:to>
                                    </p:set>
                                    <p:animEffect transition="in" filter="wipe(left)">
                                      <p:cBhvr>
                                        <p:cTn id="31" dur="500"/>
                                        <p:tgtEl>
                                          <p:spTgt spid="33794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37944"/>
                                        </p:tgtEl>
                                        <p:attrNameLst>
                                          <p:attrName>style.visibility</p:attrName>
                                        </p:attrNameLst>
                                      </p:cBhvr>
                                      <p:to>
                                        <p:strVal val="visible"/>
                                      </p:to>
                                    </p:set>
                                    <p:animEffect transition="in" filter="wipe(left)">
                                      <p:cBhvr>
                                        <p:cTn id="36" dur="3000"/>
                                        <p:tgtEl>
                                          <p:spTgt spid="337944"/>
                                        </p:tgtEl>
                                      </p:cBhvr>
                                    </p:animEffect>
                                  </p:childTnLst>
                                </p:cTn>
                              </p:par>
                            </p:childTnLst>
                          </p:cTn>
                        </p:par>
                        <p:par>
                          <p:cTn id="37" fill="hold" nodeType="afterGroup">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337945"/>
                                        </p:tgtEl>
                                        <p:attrNameLst>
                                          <p:attrName>style.visibility</p:attrName>
                                        </p:attrNameLst>
                                      </p:cBhvr>
                                      <p:to>
                                        <p:strVal val="visible"/>
                                      </p:to>
                                    </p:set>
                                    <p:animEffect transition="in" filter="wipe(left)">
                                      <p:cBhvr>
                                        <p:cTn id="40" dur="3000"/>
                                        <p:tgtEl>
                                          <p:spTgt spid="3379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33794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8" fill="hold" nodeType="clickEffect">
                                  <p:stCondLst>
                                    <p:cond delay="0"/>
                                  </p:stCondLst>
                                  <p:childTnLst>
                                    <p:set>
                                      <p:cBhvr>
                                        <p:cTn id="48" dur="1" fill="hold">
                                          <p:stCondLst>
                                            <p:cond delay="0"/>
                                          </p:stCondLst>
                                        </p:cTn>
                                        <p:tgtEl>
                                          <p:spTgt spid="337946"/>
                                        </p:tgtEl>
                                        <p:attrNameLst>
                                          <p:attrName>style.visibility</p:attrName>
                                        </p:attrNameLst>
                                      </p:cBhvr>
                                      <p:to>
                                        <p:strVal val="visible"/>
                                      </p:to>
                                    </p:set>
                                    <p:animEffect transition="in" filter="slide(fromLeft)">
                                      <p:cBhvr>
                                        <p:cTn id="49" dur="500"/>
                                        <p:tgtEl>
                                          <p:spTgt spid="33794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37947"/>
                                        </p:tgtEl>
                                        <p:attrNameLst>
                                          <p:attrName>style.visibility</p:attrName>
                                        </p:attrNameLst>
                                      </p:cBhvr>
                                      <p:to>
                                        <p:strVal val="visible"/>
                                      </p:to>
                                    </p:set>
                                    <p:animEffect transition="in" filter="wipe(left)">
                                      <p:cBhvr>
                                        <p:cTn id="54" dur="2000"/>
                                        <p:tgtEl>
                                          <p:spTgt spid="33794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20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left)">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left)">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wipe(left)">
                                      <p:cBhvr>
                                        <p:cTn id="79" dur="2000"/>
                                        <p:tgtEl>
                                          <p:spTgt spid="17"/>
                                        </p:tgtEl>
                                      </p:cBhvr>
                                    </p:animEffect>
                                  </p:childTnLst>
                                </p:cTn>
                              </p:par>
                            </p:childTnLst>
                          </p:cTn>
                        </p:par>
                      </p:childTnLst>
                    </p:cTn>
                  </p:par>
                  <p:par>
                    <p:cTn id="80" fill="hold">
                      <p:stCondLst>
                        <p:cond delay="indefinite"/>
                      </p:stCondLst>
                      <p:childTnLst>
                        <p:par>
                          <p:cTn id="81" fill="hold">
                            <p:stCondLst>
                              <p:cond delay="0"/>
                            </p:stCondLst>
                            <p:childTnLst>
                              <p:par>
                                <p:cTn id="82" presetID="18" presetClass="entr" presetSubtype="6" fill="hold" nodeType="click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strips(downRight)">
                                      <p:cBhvr>
                                        <p:cTn id="84" dur="2000"/>
                                        <p:tgtEl>
                                          <p:spTgt spid="18"/>
                                        </p:tgtEl>
                                      </p:cBhvr>
                                    </p:animEffect>
                                  </p:childTnLst>
                                </p:cTn>
                              </p:par>
                            </p:childTnLst>
                          </p:cTn>
                        </p:par>
                      </p:childTnLst>
                    </p:cTn>
                  </p:par>
                  <p:par>
                    <p:cTn id="85" fill="hold">
                      <p:stCondLst>
                        <p:cond delay="indefinite"/>
                      </p:stCondLst>
                      <p:childTnLst>
                        <p:par>
                          <p:cTn id="86" fill="hold">
                            <p:stCondLst>
                              <p:cond delay="0"/>
                            </p:stCondLst>
                            <p:childTnLst>
                              <p:par>
                                <p:cTn id="87" presetID="18" presetClass="entr" presetSubtype="6" fill="hold" nodeType="click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strips(downRight)">
                                      <p:cBhvr>
                                        <p:cTn id="89" dur="2000"/>
                                        <p:tgtEl>
                                          <p:spTgt spid="21"/>
                                        </p:tgtEl>
                                      </p:cBhvr>
                                    </p:animEffect>
                                  </p:childTnLst>
                                </p:cTn>
                              </p:par>
                            </p:childTnLst>
                          </p:cTn>
                        </p:par>
                      </p:childTnLst>
                    </p:cTn>
                  </p:par>
                  <p:par>
                    <p:cTn id="90" fill="hold">
                      <p:stCondLst>
                        <p:cond delay="indefinite"/>
                      </p:stCondLst>
                      <p:childTnLst>
                        <p:par>
                          <p:cTn id="91" fill="hold">
                            <p:stCondLst>
                              <p:cond delay="0"/>
                            </p:stCondLst>
                            <p:childTnLst>
                              <p:par>
                                <p:cTn id="92" presetID="18" presetClass="entr" presetSubtype="6" fill="hold" nodeType="click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strips(downRight)">
                                      <p:cBhvr>
                                        <p:cTn id="94"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6" grpId="0"/>
      <p:bldP spid="337927" grpId="0" animBg="1"/>
      <p:bldP spid="337928" grpId="0"/>
      <p:bldP spid="337943" grpId="0" autoUpdateAnimBg="0"/>
      <p:bldP spid="337944" grpId="0" autoUpdateAnimBg="0"/>
      <p:bldP spid="337945" grpId="0" autoUpdateAnimBg="0"/>
      <p:bldP spid="15" grpId="0" autoUpdateAnimBg="0"/>
      <p:bldP spid="2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E130DC13-1055-4D38-B3C6-783AA518BA36}"/>
              </a:ext>
            </a:extLst>
          </p:cNvPr>
          <p:cNvSpPr>
            <a:spLocks noChangeArrowheads="1"/>
          </p:cNvSpPr>
          <p:nvPr/>
        </p:nvSpPr>
        <p:spPr bwMode="auto">
          <a:xfrm>
            <a:off x="376854" y="1009216"/>
            <a:ext cx="5545137" cy="461665"/>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二阶电路零状态响应的四种情况</a:t>
            </a:r>
          </a:p>
        </p:txBody>
      </p:sp>
      <p:graphicFrame>
        <p:nvGraphicFramePr>
          <p:cNvPr id="306182" name="Object 6">
            <a:extLst>
              <a:ext uri="{FF2B5EF4-FFF2-40B4-BE49-F238E27FC236}">
                <a16:creationId xmlns:a16="http://schemas.microsoft.com/office/drawing/2014/main" id="{EF2A1738-1181-4533-B47E-63A5337E02C7}"/>
              </a:ext>
            </a:extLst>
          </p:cNvPr>
          <p:cNvGraphicFramePr>
            <a:graphicFrameLocks noChangeAspect="1"/>
          </p:cNvGraphicFramePr>
          <p:nvPr>
            <p:extLst/>
          </p:nvPr>
        </p:nvGraphicFramePr>
        <p:xfrm>
          <a:off x="1591393" y="266145"/>
          <a:ext cx="2556025" cy="750066"/>
        </p:xfrm>
        <a:graphic>
          <a:graphicData uri="http://schemas.openxmlformats.org/presentationml/2006/ole">
            <mc:AlternateContent xmlns:mc="http://schemas.openxmlformats.org/markup-compatibility/2006">
              <mc:Choice xmlns:v="urn:schemas-microsoft-com:vml" Requires="v">
                <p:oleObj spid="_x0000_s159166" name="Equation" r:id="rId3" imgW="1549080" imgH="444240" progId="Equation.DSMT4">
                  <p:embed/>
                </p:oleObj>
              </mc:Choice>
              <mc:Fallback>
                <p:oleObj name="Equation" r:id="rId3" imgW="1549080" imgH="444240" progId="Equation.DSMT4">
                  <p:embed/>
                  <p:pic>
                    <p:nvPicPr>
                      <p:cNvPr id="306182" name="Object 6">
                        <a:extLst>
                          <a:ext uri="{FF2B5EF4-FFF2-40B4-BE49-F238E27FC236}">
                            <a16:creationId xmlns:a16="http://schemas.microsoft.com/office/drawing/2014/main" id="{EF2A1738-1181-4533-B47E-63A5337E02C7}"/>
                          </a:ext>
                        </a:extLst>
                      </p:cNvPr>
                      <p:cNvPicPr>
                        <a:picLocks noChangeAspect="1" noChangeArrowheads="1"/>
                      </p:cNvPicPr>
                      <p:nvPr/>
                    </p:nvPicPr>
                    <p:blipFill>
                      <a:blip r:embed="rId4"/>
                      <a:srcRect/>
                      <a:stretch>
                        <a:fillRect/>
                      </a:stretch>
                    </p:blipFill>
                    <p:spPr bwMode="auto">
                      <a:xfrm>
                        <a:off x="1591393" y="266145"/>
                        <a:ext cx="2556025" cy="750066"/>
                      </a:xfrm>
                      <a:prstGeom prst="rect">
                        <a:avLst/>
                      </a:prstGeom>
                      <a:noFill/>
                      <a:ln>
                        <a:noFill/>
                      </a:ln>
                      <a:effectLst/>
                      <a:extLst/>
                    </p:spPr>
                  </p:pic>
                </p:oleObj>
              </mc:Fallback>
            </mc:AlternateContent>
          </a:graphicData>
        </a:graphic>
      </p:graphicFrame>
      <p:grpSp>
        <p:nvGrpSpPr>
          <p:cNvPr id="8" name="组合 7">
            <a:extLst>
              <a:ext uri="{FF2B5EF4-FFF2-40B4-BE49-F238E27FC236}">
                <a16:creationId xmlns:a16="http://schemas.microsoft.com/office/drawing/2014/main" id="{9BB95B31-8BD2-431B-B431-9522827185A1}"/>
              </a:ext>
            </a:extLst>
          </p:cNvPr>
          <p:cNvGrpSpPr/>
          <p:nvPr/>
        </p:nvGrpSpPr>
        <p:grpSpPr>
          <a:xfrm>
            <a:off x="681663" y="1460278"/>
            <a:ext cx="7795047" cy="798067"/>
            <a:chOff x="681663" y="1460278"/>
            <a:chExt cx="7795047" cy="798067"/>
          </a:xfrm>
        </p:grpSpPr>
        <p:graphicFrame>
          <p:nvGraphicFramePr>
            <p:cNvPr id="306179" name="Object 3">
              <a:extLst>
                <a:ext uri="{FF2B5EF4-FFF2-40B4-BE49-F238E27FC236}">
                  <a16:creationId xmlns:a16="http://schemas.microsoft.com/office/drawing/2014/main" id="{B6091935-4584-4FC7-8C2E-7BE82E1C1646}"/>
                </a:ext>
              </a:extLst>
            </p:cNvPr>
            <p:cNvGraphicFramePr>
              <a:graphicFrameLocks noChangeAspect="1"/>
            </p:cNvGraphicFramePr>
            <p:nvPr>
              <p:extLst/>
            </p:nvPr>
          </p:nvGraphicFramePr>
          <p:xfrm>
            <a:off x="681663" y="1460278"/>
            <a:ext cx="1669532" cy="798067"/>
          </p:xfrm>
          <a:graphic>
            <a:graphicData uri="http://schemas.openxmlformats.org/presentationml/2006/ole">
              <mc:AlternateContent xmlns:mc="http://schemas.openxmlformats.org/markup-compatibility/2006">
                <mc:Choice xmlns:v="urn:schemas-microsoft-com:vml" Requires="v">
                  <p:oleObj spid="_x0000_s159167" name="Equation" r:id="rId5" imgW="1409400" imgH="698400" progId="Equation.DSMT4">
                    <p:embed/>
                  </p:oleObj>
                </mc:Choice>
                <mc:Fallback>
                  <p:oleObj name="Equation" r:id="rId5" imgW="1409400" imgH="698400" progId="Equation.DSMT4">
                    <p:embed/>
                    <p:pic>
                      <p:nvPicPr>
                        <p:cNvPr id="306179" name="Object 3">
                          <a:extLst>
                            <a:ext uri="{FF2B5EF4-FFF2-40B4-BE49-F238E27FC236}">
                              <a16:creationId xmlns:a16="http://schemas.microsoft.com/office/drawing/2014/main" id="{B6091935-4584-4FC7-8C2E-7BE82E1C1646}"/>
                            </a:ext>
                          </a:extLst>
                        </p:cNvPr>
                        <p:cNvPicPr>
                          <a:picLocks noChangeAspect="1" noChangeArrowheads="1"/>
                        </p:cNvPicPr>
                        <p:nvPr/>
                      </p:nvPicPr>
                      <p:blipFill>
                        <a:blip r:embed="rId6"/>
                        <a:srcRect/>
                        <a:stretch>
                          <a:fillRect/>
                        </a:stretch>
                      </p:blipFill>
                      <p:spPr bwMode="auto">
                        <a:xfrm>
                          <a:off x="681663" y="1460278"/>
                          <a:ext cx="1669532" cy="798067"/>
                        </a:xfrm>
                        <a:prstGeom prst="rect">
                          <a:avLst/>
                        </a:prstGeom>
                        <a:noFill/>
                        <a:ln>
                          <a:noFill/>
                        </a:ln>
                        <a:effectLst/>
                        <a:extLst/>
                      </p:spPr>
                    </p:pic>
                  </p:oleObj>
                </mc:Fallback>
              </mc:AlternateContent>
            </a:graphicData>
          </a:graphic>
        </p:graphicFrame>
        <p:sp>
          <p:nvSpPr>
            <p:cNvPr id="306183" name="Text Box 7">
              <a:extLst>
                <a:ext uri="{FF2B5EF4-FFF2-40B4-BE49-F238E27FC236}">
                  <a16:creationId xmlns:a16="http://schemas.microsoft.com/office/drawing/2014/main" id="{3239E45D-C41A-4427-9DA3-D4AEEBD029C5}"/>
                </a:ext>
              </a:extLst>
            </p:cNvPr>
            <p:cNvSpPr txBox="1">
              <a:spLocks noChangeArrowheads="1"/>
            </p:cNvSpPr>
            <p:nvPr/>
          </p:nvSpPr>
          <p:spPr bwMode="auto">
            <a:xfrm>
              <a:off x="2412512" y="1552275"/>
              <a:ext cx="6064198" cy="461665"/>
            </a:xfrm>
            <a:prstGeom prst="rect">
              <a:avLst/>
            </a:prstGeom>
            <a:no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有两个不等实数根，称过阻，则响应形式为</a:t>
              </a:r>
            </a:p>
          </p:txBody>
        </p:sp>
      </p:grpSp>
      <p:graphicFrame>
        <p:nvGraphicFramePr>
          <p:cNvPr id="306186" name="Object 10">
            <a:extLst>
              <a:ext uri="{FF2B5EF4-FFF2-40B4-BE49-F238E27FC236}">
                <a16:creationId xmlns:a16="http://schemas.microsoft.com/office/drawing/2014/main" id="{EE9F7FD0-58C4-4C0D-B028-D8C8F9DFEF08}"/>
              </a:ext>
            </a:extLst>
          </p:cNvPr>
          <p:cNvGraphicFramePr>
            <a:graphicFrameLocks noChangeAspect="1"/>
          </p:cNvGraphicFramePr>
          <p:nvPr>
            <p:extLst/>
          </p:nvPr>
        </p:nvGraphicFramePr>
        <p:xfrm>
          <a:off x="4103539" y="307187"/>
          <a:ext cx="2556024" cy="760170"/>
        </p:xfrm>
        <a:graphic>
          <a:graphicData uri="http://schemas.openxmlformats.org/presentationml/2006/ole">
            <mc:AlternateContent xmlns:mc="http://schemas.openxmlformats.org/markup-compatibility/2006">
              <mc:Choice xmlns:v="urn:schemas-microsoft-com:vml" Requires="v">
                <p:oleObj spid="_x0000_s159168" name="公式" r:id="rId7" imgW="1647766" imgH="476426" progId="Equation.3">
                  <p:embed/>
                </p:oleObj>
              </mc:Choice>
              <mc:Fallback>
                <p:oleObj name="公式" r:id="rId7" imgW="1647766" imgH="476426" progId="Equation.3">
                  <p:embed/>
                  <p:pic>
                    <p:nvPicPr>
                      <p:cNvPr id="306186" name="Object 10">
                        <a:extLst>
                          <a:ext uri="{FF2B5EF4-FFF2-40B4-BE49-F238E27FC236}">
                            <a16:creationId xmlns:a16="http://schemas.microsoft.com/office/drawing/2014/main" id="{EE9F7FD0-58C4-4C0D-B028-D8C8F9DFEF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3539" y="307187"/>
                        <a:ext cx="2556024" cy="760170"/>
                      </a:xfrm>
                      <a:prstGeom prst="rect">
                        <a:avLst/>
                      </a:prstGeom>
                      <a:noFill/>
                      <a:ln>
                        <a:noFill/>
                      </a:ln>
                      <a:effectLst/>
                      <a:extLst/>
                    </p:spPr>
                  </p:pic>
                </p:oleObj>
              </mc:Fallback>
            </mc:AlternateContent>
          </a:graphicData>
        </a:graphic>
      </p:graphicFrame>
      <p:sp>
        <p:nvSpPr>
          <p:cNvPr id="306187" name="Text Box 11">
            <a:extLst>
              <a:ext uri="{FF2B5EF4-FFF2-40B4-BE49-F238E27FC236}">
                <a16:creationId xmlns:a16="http://schemas.microsoft.com/office/drawing/2014/main" id="{C1430390-7C60-4AE8-B0C7-8194B8777E59}"/>
              </a:ext>
            </a:extLst>
          </p:cNvPr>
          <p:cNvSpPr txBox="1">
            <a:spLocks noChangeArrowheads="1"/>
          </p:cNvSpPr>
          <p:nvPr/>
        </p:nvSpPr>
        <p:spPr bwMode="auto">
          <a:xfrm>
            <a:off x="253925" y="363608"/>
            <a:ext cx="141577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特征根：</a:t>
            </a:r>
          </a:p>
        </p:txBody>
      </p:sp>
      <p:graphicFrame>
        <p:nvGraphicFramePr>
          <p:cNvPr id="12" name="Object 5">
            <a:extLst>
              <a:ext uri="{FF2B5EF4-FFF2-40B4-BE49-F238E27FC236}">
                <a16:creationId xmlns:a16="http://schemas.microsoft.com/office/drawing/2014/main" id="{147E6FF7-8E2E-4395-99DF-BB307073C834}"/>
              </a:ext>
            </a:extLst>
          </p:cNvPr>
          <p:cNvGraphicFramePr>
            <a:graphicFrameLocks noChangeAspect="1"/>
          </p:cNvGraphicFramePr>
          <p:nvPr>
            <p:extLst/>
          </p:nvPr>
        </p:nvGraphicFramePr>
        <p:xfrm>
          <a:off x="995416" y="2333347"/>
          <a:ext cx="2310318" cy="439811"/>
        </p:xfrm>
        <a:graphic>
          <a:graphicData uri="http://schemas.openxmlformats.org/presentationml/2006/ole">
            <mc:AlternateContent xmlns:mc="http://schemas.openxmlformats.org/markup-compatibility/2006">
              <mc:Choice xmlns:v="urn:schemas-microsoft-com:vml" Requires="v">
                <p:oleObj spid="_x0000_s159169" name="Equation" r:id="rId9" imgW="1841400" imgH="355320" progId="Equation.DSMT4">
                  <p:embed/>
                </p:oleObj>
              </mc:Choice>
              <mc:Fallback>
                <p:oleObj name="Equation" r:id="rId9" imgW="1841400" imgH="355320" progId="Equation.DSMT4">
                  <p:embed/>
                  <p:pic>
                    <p:nvPicPr>
                      <p:cNvPr id="12" name="Object 5">
                        <a:extLst>
                          <a:ext uri="{FF2B5EF4-FFF2-40B4-BE49-F238E27FC236}">
                            <a16:creationId xmlns:a16="http://schemas.microsoft.com/office/drawing/2014/main" id="{147E6FF7-8E2E-4395-99DF-BB307073C834}"/>
                          </a:ext>
                        </a:extLst>
                      </p:cNvPr>
                      <p:cNvPicPr>
                        <a:picLocks noChangeAspect="1" noChangeArrowheads="1"/>
                      </p:cNvPicPr>
                      <p:nvPr/>
                    </p:nvPicPr>
                    <p:blipFill>
                      <a:blip r:embed="rId10"/>
                      <a:srcRect/>
                      <a:stretch>
                        <a:fillRect/>
                      </a:stretch>
                    </p:blipFill>
                    <p:spPr bwMode="auto">
                      <a:xfrm>
                        <a:off x="995416" y="2333347"/>
                        <a:ext cx="2310318" cy="439811"/>
                      </a:xfrm>
                      <a:prstGeom prst="rect">
                        <a:avLst/>
                      </a:prstGeom>
                      <a:solidFill>
                        <a:srgbClr val="FFFF99"/>
                      </a:solidFill>
                      <a:ln>
                        <a:solidFill>
                          <a:schemeClr val="accent1"/>
                        </a:solidFill>
                      </a:ln>
                      <a:effectLst/>
                    </p:spPr>
                  </p:pic>
                </p:oleObj>
              </mc:Fallback>
            </mc:AlternateContent>
          </a:graphicData>
        </a:graphic>
      </p:graphicFrame>
      <p:grpSp>
        <p:nvGrpSpPr>
          <p:cNvPr id="21" name="Group 15">
            <a:extLst>
              <a:ext uri="{FF2B5EF4-FFF2-40B4-BE49-F238E27FC236}">
                <a16:creationId xmlns:a16="http://schemas.microsoft.com/office/drawing/2014/main" id="{0E8436B5-E623-4A6E-9537-5A9EDFF135A4}"/>
              </a:ext>
            </a:extLst>
          </p:cNvPr>
          <p:cNvGrpSpPr>
            <a:grpSpLocks/>
          </p:cNvGrpSpPr>
          <p:nvPr/>
        </p:nvGrpSpPr>
        <p:grpSpPr bwMode="auto">
          <a:xfrm>
            <a:off x="251521" y="2780928"/>
            <a:ext cx="3490047" cy="2308625"/>
            <a:chOff x="1914" y="578"/>
            <a:chExt cx="3130" cy="1582"/>
          </a:xfrm>
        </p:grpSpPr>
        <p:grpSp>
          <p:nvGrpSpPr>
            <p:cNvPr id="22" name="Group 16">
              <a:extLst>
                <a:ext uri="{FF2B5EF4-FFF2-40B4-BE49-F238E27FC236}">
                  <a16:creationId xmlns:a16="http://schemas.microsoft.com/office/drawing/2014/main" id="{016AE56E-C965-4EA3-9FF3-16E2AC76AE88}"/>
                </a:ext>
              </a:extLst>
            </p:cNvPr>
            <p:cNvGrpSpPr>
              <a:grpSpLocks/>
            </p:cNvGrpSpPr>
            <p:nvPr/>
          </p:nvGrpSpPr>
          <p:grpSpPr bwMode="auto">
            <a:xfrm>
              <a:off x="1914" y="578"/>
              <a:ext cx="3130" cy="1582"/>
              <a:chOff x="1022" y="240"/>
              <a:chExt cx="3130" cy="1582"/>
            </a:xfrm>
          </p:grpSpPr>
          <p:sp>
            <p:nvSpPr>
              <p:cNvPr id="32" name="Line 17">
                <a:extLst>
                  <a:ext uri="{FF2B5EF4-FFF2-40B4-BE49-F238E27FC236}">
                    <a16:creationId xmlns:a16="http://schemas.microsoft.com/office/drawing/2014/main" id="{9E0819E7-F6A8-4D21-A2E7-88F10A8BDFA7}"/>
                  </a:ext>
                </a:extLst>
              </p:cNvPr>
              <p:cNvSpPr>
                <a:spLocks noChangeShapeType="1"/>
              </p:cNvSpPr>
              <p:nvPr/>
            </p:nvSpPr>
            <p:spPr bwMode="auto">
              <a:xfrm>
                <a:off x="1091" y="1188"/>
                <a:ext cx="3061"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3" name="Line 18">
                <a:extLst>
                  <a:ext uri="{FF2B5EF4-FFF2-40B4-BE49-F238E27FC236}">
                    <a16:creationId xmlns:a16="http://schemas.microsoft.com/office/drawing/2014/main" id="{D8D5AC18-8FA9-49AE-A614-519000F9CFA2}"/>
                  </a:ext>
                </a:extLst>
              </p:cNvPr>
              <p:cNvSpPr>
                <a:spLocks noChangeShapeType="1"/>
              </p:cNvSpPr>
              <p:nvPr/>
            </p:nvSpPr>
            <p:spPr bwMode="auto">
              <a:xfrm>
                <a:off x="1323" y="240"/>
                <a:ext cx="0" cy="1582"/>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4" name="Text Box 19">
                <a:extLst>
                  <a:ext uri="{FF2B5EF4-FFF2-40B4-BE49-F238E27FC236}">
                    <a16:creationId xmlns:a16="http://schemas.microsoft.com/office/drawing/2014/main" id="{5D4D6677-2AFE-4E67-81E5-58722964DE1A}"/>
                  </a:ext>
                </a:extLst>
              </p:cNvPr>
              <p:cNvSpPr txBox="1">
                <a:spLocks noChangeArrowheads="1"/>
              </p:cNvSpPr>
              <p:nvPr/>
            </p:nvSpPr>
            <p:spPr bwMode="auto">
              <a:xfrm>
                <a:off x="3974" y="1142"/>
                <a:ext cx="1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5" name="Freeform 20">
                <a:extLst>
                  <a:ext uri="{FF2B5EF4-FFF2-40B4-BE49-F238E27FC236}">
                    <a16:creationId xmlns:a16="http://schemas.microsoft.com/office/drawing/2014/main" id="{58AC24FE-7F0F-447C-BBD6-215DEAFA60E2}"/>
                  </a:ext>
                </a:extLst>
              </p:cNvPr>
              <p:cNvSpPr>
                <a:spLocks/>
              </p:cNvSpPr>
              <p:nvPr/>
            </p:nvSpPr>
            <p:spPr bwMode="auto">
              <a:xfrm>
                <a:off x="1323" y="555"/>
                <a:ext cx="2687" cy="560"/>
              </a:xfrm>
              <a:custGeom>
                <a:avLst/>
                <a:gdLst>
                  <a:gd name="T0" fmla="*/ 0 w 2602"/>
                  <a:gd name="T1" fmla="*/ 10 h 517"/>
                  <a:gd name="T2" fmla="*/ 133 w 2602"/>
                  <a:gd name="T3" fmla="*/ 10 h 517"/>
                  <a:gd name="T4" fmla="*/ 297 w 2602"/>
                  <a:gd name="T5" fmla="*/ 66 h 517"/>
                  <a:gd name="T6" fmla="*/ 676 w 2602"/>
                  <a:gd name="T7" fmla="*/ 212 h 517"/>
                  <a:gd name="T8" fmla="*/ 758 w 2602"/>
                  <a:gd name="T9" fmla="*/ 246 h 517"/>
                  <a:gd name="T10" fmla="*/ 962 w 2602"/>
                  <a:gd name="T11" fmla="*/ 313 h 517"/>
                  <a:gd name="T12" fmla="*/ 1229 w 2602"/>
                  <a:gd name="T13" fmla="*/ 381 h 517"/>
                  <a:gd name="T14" fmla="*/ 2067 w 2602"/>
                  <a:gd name="T15" fmla="*/ 528 h 517"/>
                  <a:gd name="T16" fmla="*/ 2775 w 2602"/>
                  <a:gd name="T17" fmla="*/ 607 h 5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02" h="517">
                    <a:moveTo>
                      <a:pt x="0" y="8"/>
                    </a:moveTo>
                    <a:cubicBezTo>
                      <a:pt x="39" y="4"/>
                      <a:pt x="79" y="0"/>
                      <a:pt x="125" y="8"/>
                    </a:cubicBezTo>
                    <a:cubicBezTo>
                      <a:pt x="171" y="16"/>
                      <a:pt x="194" y="27"/>
                      <a:pt x="279" y="56"/>
                    </a:cubicBezTo>
                    <a:cubicBezTo>
                      <a:pt x="364" y="85"/>
                      <a:pt x="562" y="155"/>
                      <a:pt x="634" y="181"/>
                    </a:cubicBezTo>
                    <a:cubicBezTo>
                      <a:pt x="706" y="207"/>
                      <a:pt x="666" y="196"/>
                      <a:pt x="711" y="210"/>
                    </a:cubicBezTo>
                    <a:cubicBezTo>
                      <a:pt x="756" y="224"/>
                      <a:pt x="830" y="248"/>
                      <a:pt x="903" y="267"/>
                    </a:cubicBezTo>
                    <a:cubicBezTo>
                      <a:pt x="976" y="286"/>
                      <a:pt x="979" y="294"/>
                      <a:pt x="1152" y="325"/>
                    </a:cubicBezTo>
                    <a:cubicBezTo>
                      <a:pt x="1325" y="356"/>
                      <a:pt x="1697" y="418"/>
                      <a:pt x="1939" y="450"/>
                    </a:cubicBezTo>
                    <a:cubicBezTo>
                      <a:pt x="2181" y="482"/>
                      <a:pt x="2492" y="506"/>
                      <a:pt x="2602" y="517"/>
                    </a:cubicBezTo>
                  </a:path>
                </a:pathLst>
              </a:custGeom>
              <a:noFill/>
              <a:ln w="28575" cmpd="sng">
                <a:solidFill>
                  <a:srgbClr val="CC33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6" name="Text Box 21">
                <a:extLst>
                  <a:ext uri="{FF2B5EF4-FFF2-40B4-BE49-F238E27FC236}">
                    <a16:creationId xmlns:a16="http://schemas.microsoft.com/office/drawing/2014/main" id="{CF23538D-0236-48AC-9EB7-711EF433CF24}"/>
                  </a:ext>
                </a:extLst>
              </p:cNvPr>
              <p:cNvSpPr txBox="1">
                <a:spLocks noChangeArrowheads="1"/>
              </p:cNvSpPr>
              <p:nvPr/>
            </p:nvSpPr>
            <p:spPr bwMode="auto">
              <a:xfrm>
                <a:off x="1022" y="373"/>
                <a:ext cx="321"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 name="Text Box 22">
                <a:extLst>
                  <a:ext uri="{FF2B5EF4-FFF2-40B4-BE49-F238E27FC236}">
                    <a16:creationId xmlns:a16="http://schemas.microsoft.com/office/drawing/2014/main" id="{2EB39E83-F3FD-4578-ACD4-DAB5368115EB}"/>
                  </a:ext>
                </a:extLst>
              </p:cNvPr>
              <p:cNvSpPr txBox="1">
                <a:spLocks noChangeArrowheads="1"/>
              </p:cNvSpPr>
              <p:nvPr/>
            </p:nvSpPr>
            <p:spPr bwMode="auto">
              <a:xfrm>
                <a:off x="1781" y="352"/>
                <a:ext cx="310"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3" name="Freeform 23">
              <a:extLst>
                <a:ext uri="{FF2B5EF4-FFF2-40B4-BE49-F238E27FC236}">
                  <a16:creationId xmlns:a16="http://schemas.microsoft.com/office/drawing/2014/main" id="{99A28DD9-E47C-4A69-B015-F29A5062A004}"/>
                </a:ext>
              </a:extLst>
            </p:cNvPr>
            <p:cNvSpPr>
              <a:spLocks/>
            </p:cNvSpPr>
            <p:nvPr/>
          </p:nvSpPr>
          <p:spPr bwMode="auto">
            <a:xfrm>
              <a:off x="2215" y="1232"/>
              <a:ext cx="2222" cy="275"/>
            </a:xfrm>
            <a:custGeom>
              <a:avLst/>
              <a:gdLst>
                <a:gd name="T0" fmla="*/ 0 w 2151"/>
                <a:gd name="T1" fmla="*/ 298 h 254"/>
                <a:gd name="T2" fmla="*/ 133 w 2151"/>
                <a:gd name="T3" fmla="*/ 118 h 254"/>
                <a:gd name="T4" fmla="*/ 358 w 2151"/>
                <a:gd name="T5" fmla="*/ 5 h 254"/>
                <a:gd name="T6" fmla="*/ 615 w 2151"/>
                <a:gd name="T7" fmla="*/ 84 h 254"/>
                <a:gd name="T8" fmla="*/ 1014 w 2151"/>
                <a:gd name="T9" fmla="*/ 185 h 254"/>
                <a:gd name="T10" fmla="*/ 1404 w 2151"/>
                <a:gd name="T11" fmla="*/ 231 h 254"/>
                <a:gd name="T12" fmla="*/ 1773 w 2151"/>
                <a:gd name="T13" fmla="*/ 264 h 254"/>
                <a:gd name="T14" fmla="*/ 2295 w 2151"/>
                <a:gd name="T15" fmla="*/ 287 h 2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51" h="254">
                  <a:moveTo>
                    <a:pt x="0" y="254"/>
                  </a:moveTo>
                  <a:cubicBezTo>
                    <a:pt x="21" y="229"/>
                    <a:pt x="69" y="142"/>
                    <a:pt x="125" y="101"/>
                  </a:cubicBezTo>
                  <a:cubicBezTo>
                    <a:pt x="181" y="60"/>
                    <a:pt x="261" y="10"/>
                    <a:pt x="336" y="5"/>
                  </a:cubicBezTo>
                  <a:cubicBezTo>
                    <a:pt x="411" y="0"/>
                    <a:pt x="474" y="47"/>
                    <a:pt x="576" y="72"/>
                  </a:cubicBezTo>
                  <a:cubicBezTo>
                    <a:pt x="678" y="97"/>
                    <a:pt x="828" y="137"/>
                    <a:pt x="951" y="158"/>
                  </a:cubicBezTo>
                  <a:cubicBezTo>
                    <a:pt x="1074" y="179"/>
                    <a:pt x="1198" y="186"/>
                    <a:pt x="1316" y="197"/>
                  </a:cubicBezTo>
                  <a:cubicBezTo>
                    <a:pt x="1434" y="208"/>
                    <a:pt x="1522" y="217"/>
                    <a:pt x="1661" y="225"/>
                  </a:cubicBezTo>
                  <a:cubicBezTo>
                    <a:pt x="1800" y="233"/>
                    <a:pt x="2049" y="241"/>
                    <a:pt x="2151" y="245"/>
                  </a:cubicBezTo>
                </a:path>
              </a:pathLst>
            </a:custGeom>
            <a:noFill/>
            <a:ln w="28575" cmpd="sng">
              <a:solidFill>
                <a:srgbClr val="33CC33"/>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4" name="Freeform 24">
              <a:extLst>
                <a:ext uri="{FF2B5EF4-FFF2-40B4-BE49-F238E27FC236}">
                  <a16:creationId xmlns:a16="http://schemas.microsoft.com/office/drawing/2014/main" id="{9094EC90-133F-4C1F-81E1-B3D6E765CCCD}"/>
                </a:ext>
              </a:extLst>
            </p:cNvPr>
            <p:cNvSpPr>
              <a:spLocks/>
            </p:cNvSpPr>
            <p:nvPr/>
          </p:nvSpPr>
          <p:spPr bwMode="auto">
            <a:xfrm>
              <a:off x="2215" y="922"/>
              <a:ext cx="2300" cy="1126"/>
            </a:xfrm>
            <a:custGeom>
              <a:avLst/>
              <a:gdLst>
                <a:gd name="T0" fmla="*/ 0 w 2227"/>
                <a:gd name="T1" fmla="*/ 0 h 1039"/>
                <a:gd name="T2" fmla="*/ 215 w 2227"/>
                <a:gd name="T3" fmla="*/ 384 h 1039"/>
                <a:gd name="T4" fmla="*/ 512 w 2227"/>
                <a:gd name="T5" fmla="*/ 836 h 1039"/>
                <a:gd name="T6" fmla="*/ 809 w 2227"/>
                <a:gd name="T7" fmla="*/ 1174 h 1039"/>
                <a:gd name="T8" fmla="*/ 1044 w 2227"/>
                <a:gd name="T9" fmla="*/ 1117 h 1039"/>
                <a:gd name="T10" fmla="*/ 1321 w 2227"/>
                <a:gd name="T11" fmla="*/ 902 h 1039"/>
                <a:gd name="T12" fmla="*/ 1721 w 2227"/>
                <a:gd name="T13" fmla="*/ 779 h 1039"/>
                <a:gd name="T14" fmla="*/ 2375 w 2227"/>
                <a:gd name="T15" fmla="*/ 699 h 103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27" h="1039">
                  <a:moveTo>
                    <a:pt x="0" y="0"/>
                  </a:moveTo>
                  <a:cubicBezTo>
                    <a:pt x="34" y="55"/>
                    <a:pt x="121" y="209"/>
                    <a:pt x="201" y="327"/>
                  </a:cubicBezTo>
                  <a:cubicBezTo>
                    <a:pt x="281" y="445"/>
                    <a:pt x="387" y="599"/>
                    <a:pt x="480" y="711"/>
                  </a:cubicBezTo>
                  <a:cubicBezTo>
                    <a:pt x="573" y="823"/>
                    <a:pt x="675" y="959"/>
                    <a:pt x="758" y="999"/>
                  </a:cubicBezTo>
                  <a:cubicBezTo>
                    <a:pt x="841" y="1039"/>
                    <a:pt x="899" y="989"/>
                    <a:pt x="979" y="951"/>
                  </a:cubicBezTo>
                  <a:cubicBezTo>
                    <a:pt x="1059" y="913"/>
                    <a:pt x="1132" y="816"/>
                    <a:pt x="1238" y="768"/>
                  </a:cubicBezTo>
                  <a:cubicBezTo>
                    <a:pt x="1344" y="720"/>
                    <a:pt x="1448" y="692"/>
                    <a:pt x="1613" y="663"/>
                  </a:cubicBezTo>
                  <a:cubicBezTo>
                    <a:pt x="1778" y="634"/>
                    <a:pt x="2125" y="606"/>
                    <a:pt x="2227" y="595"/>
                  </a:cubicBezTo>
                </a:path>
              </a:pathLst>
            </a:custGeom>
            <a:noFill/>
            <a:ln w="28575" cmpd="sng">
              <a:solidFill>
                <a:srgbClr val="0000CC"/>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 name="Text Box 25">
              <a:extLst>
                <a:ext uri="{FF2B5EF4-FFF2-40B4-BE49-F238E27FC236}">
                  <a16:creationId xmlns:a16="http://schemas.microsoft.com/office/drawing/2014/main" id="{FC573F53-95C3-413C-A1C3-E9D0D547E96E}"/>
                </a:ext>
              </a:extLst>
            </p:cNvPr>
            <p:cNvSpPr txBox="1">
              <a:spLocks noChangeArrowheads="1"/>
            </p:cNvSpPr>
            <p:nvPr/>
          </p:nvSpPr>
          <p:spPr bwMode="auto">
            <a:xfrm>
              <a:off x="2404" y="1440"/>
              <a:ext cx="278"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6" name="Text Box 26">
              <a:extLst>
                <a:ext uri="{FF2B5EF4-FFF2-40B4-BE49-F238E27FC236}">
                  <a16:creationId xmlns:a16="http://schemas.microsoft.com/office/drawing/2014/main" id="{F699CC5D-7C07-4CC9-9970-11B4DD922F29}"/>
                </a:ext>
              </a:extLst>
            </p:cNvPr>
            <p:cNvSpPr txBox="1">
              <a:spLocks noChangeArrowheads="1"/>
            </p:cNvSpPr>
            <p:nvPr/>
          </p:nvSpPr>
          <p:spPr bwMode="auto">
            <a:xfrm>
              <a:off x="2893" y="1475"/>
              <a:ext cx="375"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Text Box 27">
              <a:extLst>
                <a:ext uri="{FF2B5EF4-FFF2-40B4-BE49-F238E27FC236}">
                  <a16:creationId xmlns:a16="http://schemas.microsoft.com/office/drawing/2014/main" id="{38A6C043-EB9F-40DF-8281-02D5109C3F5E}"/>
                </a:ext>
              </a:extLst>
            </p:cNvPr>
            <p:cNvSpPr txBox="1">
              <a:spLocks noChangeArrowheads="1"/>
            </p:cNvSpPr>
            <p:nvPr/>
          </p:nvSpPr>
          <p:spPr bwMode="auto">
            <a:xfrm>
              <a:off x="3460" y="1661"/>
              <a:ext cx="303"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Text Box 28">
              <a:extLst>
                <a:ext uri="{FF2B5EF4-FFF2-40B4-BE49-F238E27FC236}">
                  <a16:creationId xmlns:a16="http://schemas.microsoft.com/office/drawing/2014/main" id="{BCF5DBE0-4E33-4CAA-A8A0-32F96842DE3B}"/>
                </a:ext>
              </a:extLst>
            </p:cNvPr>
            <p:cNvSpPr txBox="1">
              <a:spLocks noChangeArrowheads="1"/>
            </p:cNvSpPr>
            <p:nvPr/>
          </p:nvSpPr>
          <p:spPr bwMode="auto">
            <a:xfrm>
              <a:off x="2653" y="981"/>
              <a:ext cx="372"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Line 29">
              <a:extLst>
                <a:ext uri="{FF2B5EF4-FFF2-40B4-BE49-F238E27FC236}">
                  <a16:creationId xmlns:a16="http://schemas.microsoft.com/office/drawing/2014/main" id="{F3A97329-5F38-4670-B572-362331432431}"/>
                </a:ext>
              </a:extLst>
            </p:cNvPr>
            <p:cNvSpPr>
              <a:spLocks noChangeShapeType="1"/>
            </p:cNvSpPr>
            <p:nvPr/>
          </p:nvSpPr>
          <p:spPr bwMode="auto">
            <a:xfrm flipV="1">
              <a:off x="2606" y="1237"/>
              <a:ext cx="0" cy="288"/>
            </a:xfrm>
            <a:prstGeom prst="line">
              <a:avLst/>
            </a:prstGeom>
            <a:noFill/>
            <a:ln w="38100">
              <a:solidFill>
                <a:srgbClr val="33CC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0" name="Line 30">
              <a:extLst>
                <a:ext uri="{FF2B5EF4-FFF2-40B4-BE49-F238E27FC236}">
                  <a16:creationId xmlns:a16="http://schemas.microsoft.com/office/drawing/2014/main" id="{962118E0-3FF8-4BF5-8BF3-9EF2C4A9A4CA}"/>
                </a:ext>
              </a:extLst>
            </p:cNvPr>
            <p:cNvSpPr>
              <a:spLocks noChangeShapeType="1"/>
            </p:cNvSpPr>
            <p:nvPr/>
          </p:nvSpPr>
          <p:spPr bwMode="auto">
            <a:xfrm>
              <a:off x="3038" y="1525"/>
              <a:ext cx="0" cy="528"/>
            </a:xfrm>
            <a:prstGeom prst="line">
              <a:avLst/>
            </a:prstGeom>
            <a:noFill/>
            <a:ln w="38100">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1" name="Text Box 31">
              <a:extLst>
                <a:ext uri="{FF2B5EF4-FFF2-40B4-BE49-F238E27FC236}">
                  <a16:creationId xmlns:a16="http://schemas.microsoft.com/office/drawing/2014/main" id="{2CFC0C73-4660-48C6-B5A5-3B15D88F2671}"/>
                </a:ext>
              </a:extLst>
            </p:cNvPr>
            <p:cNvSpPr txBox="1">
              <a:spLocks noChangeArrowheads="1"/>
            </p:cNvSpPr>
            <p:nvPr/>
          </p:nvSpPr>
          <p:spPr bwMode="auto">
            <a:xfrm>
              <a:off x="1974" y="1525"/>
              <a:ext cx="226" cy="291"/>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38" name="Text Box 3">
            <a:extLst>
              <a:ext uri="{FF2B5EF4-FFF2-40B4-BE49-F238E27FC236}">
                <a16:creationId xmlns:a16="http://schemas.microsoft.com/office/drawing/2014/main" id="{919503A5-97A1-4F9E-8162-623FD57B7100}"/>
              </a:ext>
            </a:extLst>
          </p:cNvPr>
          <p:cNvSpPr txBox="1">
            <a:spLocks noChangeArrowheads="1"/>
          </p:cNvSpPr>
          <p:nvPr/>
        </p:nvSpPr>
        <p:spPr bwMode="auto">
          <a:xfrm>
            <a:off x="251521" y="5071807"/>
            <a:ext cx="3910045"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 &lt; </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&lt; </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r>
              <a:rPr kumimoji="1"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减小</a:t>
            </a:r>
            <a:r>
              <a:rPr kumimoji="1" lang="zh-CN" altLang="en-US"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增加。</a:t>
            </a:r>
          </a:p>
        </p:txBody>
      </p:sp>
      <p:sp>
        <p:nvSpPr>
          <p:cNvPr id="39" name="Text Box 4">
            <a:extLst>
              <a:ext uri="{FF2B5EF4-FFF2-40B4-BE49-F238E27FC236}">
                <a16:creationId xmlns:a16="http://schemas.microsoft.com/office/drawing/2014/main" id="{AFE59A5B-9FFB-4C1E-9BAA-5A6915353297}"/>
              </a:ext>
            </a:extLst>
          </p:cNvPr>
          <p:cNvSpPr txBox="1">
            <a:spLocks noChangeArrowheads="1"/>
          </p:cNvSpPr>
          <p:nvPr/>
        </p:nvSpPr>
        <p:spPr bwMode="auto">
          <a:xfrm>
            <a:off x="329950" y="5557005"/>
            <a:ext cx="3376245"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r>
              <a:rPr kumimoji="1" lang="en-US" altLang="zh-CN"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减小</a:t>
            </a:r>
            <a:r>
              <a:rPr kumimoji="1" lang="zh-CN" altLang="en-US" sz="24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减小。</a:t>
            </a:r>
          </a:p>
        </p:txBody>
      </p:sp>
      <p:sp>
        <p:nvSpPr>
          <p:cNvPr id="40" name="AutoShape 13">
            <a:extLst>
              <a:ext uri="{FF2B5EF4-FFF2-40B4-BE49-F238E27FC236}">
                <a16:creationId xmlns:a16="http://schemas.microsoft.com/office/drawing/2014/main" id="{75F4C6E0-EC98-4706-B989-F31A56E20956}"/>
              </a:ext>
            </a:extLst>
          </p:cNvPr>
          <p:cNvSpPr>
            <a:spLocks noChangeArrowheads="1"/>
          </p:cNvSpPr>
          <p:nvPr/>
        </p:nvSpPr>
        <p:spPr bwMode="auto">
          <a:xfrm flipV="1">
            <a:off x="4644008" y="3059994"/>
            <a:ext cx="720725" cy="503237"/>
          </a:xfrm>
          <a:custGeom>
            <a:avLst/>
            <a:gdLst>
              <a:gd name="T0" fmla="*/ 18063003 w 21600"/>
              <a:gd name="T1" fmla="*/ 0 h 21600"/>
              <a:gd name="T2" fmla="*/ 12076515 w 21600"/>
              <a:gd name="T3" fmla="*/ 3476622 h 21600"/>
              <a:gd name="T4" fmla="*/ 0 w 21600"/>
              <a:gd name="T5" fmla="*/ 11014437 h 21600"/>
              <a:gd name="T6" fmla="*/ 9613771 w 21600"/>
              <a:gd name="T7" fmla="*/ 11724420 h 21600"/>
              <a:gd name="T8" fmla="*/ 19227542 w 21600"/>
              <a:gd name="T9" fmla="*/ 8036648 h 21600"/>
              <a:gd name="T10" fmla="*/ 24048358 w 21600"/>
              <a:gd name="T11" fmla="*/ 3476622 h 21600"/>
              <a:gd name="T12" fmla="*/ 17694720 60000 65536"/>
              <a:gd name="T13" fmla="*/ 11796480 60000 65536"/>
              <a:gd name="T14" fmla="*/ 11796480 60000 65536"/>
              <a:gd name="T15" fmla="*/ 5898240 60000 65536"/>
              <a:gd name="T16" fmla="*/ 0 60000 65536"/>
              <a:gd name="T17" fmla="*/ 0 60000 65536"/>
              <a:gd name="T18" fmla="*/ 0 w 21600"/>
              <a:gd name="T19" fmla="*/ 18982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24" y="0"/>
                </a:moveTo>
                <a:lnTo>
                  <a:pt x="10847" y="6405"/>
                </a:lnTo>
                <a:lnTo>
                  <a:pt x="15177" y="6405"/>
                </a:lnTo>
                <a:lnTo>
                  <a:pt x="15177" y="18982"/>
                </a:lnTo>
                <a:lnTo>
                  <a:pt x="0" y="18982"/>
                </a:lnTo>
                <a:lnTo>
                  <a:pt x="0" y="21600"/>
                </a:lnTo>
                <a:lnTo>
                  <a:pt x="17270" y="21600"/>
                </a:lnTo>
                <a:lnTo>
                  <a:pt x="17270" y="6405"/>
                </a:lnTo>
                <a:lnTo>
                  <a:pt x="21600" y="6405"/>
                </a:lnTo>
                <a:lnTo>
                  <a:pt x="16224"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 name="AutoShape 14">
            <a:extLst>
              <a:ext uri="{FF2B5EF4-FFF2-40B4-BE49-F238E27FC236}">
                <a16:creationId xmlns:a16="http://schemas.microsoft.com/office/drawing/2014/main" id="{814EF6A7-0186-4C0C-AA24-B3BE89EB36CA}"/>
              </a:ext>
            </a:extLst>
          </p:cNvPr>
          <p:cNvSpPr>
            <a:spLocks noChangeArrowheads="1"/>
          </p:cNvSpPr>
          <p:nvPr/>
        </p:nvSpPr>
        <p:spPr bwMode="auto">
          <a:xfrm>
            <a:off x="4391925" y="2790308"/>
            <a:ext cx="1150938" cy="141288"/>
          </a:xfrm>
          <a:prstGeom prst="rightArrow">
            <a:avLst>
              <a:gd name="adj1" fmla="val 50000"/>
              <a:gd name="adj2" fmla="val 203651"/>
            </a:avLst>
          </a:prstGeom>
          <a:solidFill>
            <a:srgbClr val="00CC66"/>
          </a:solidFill>
          <a:ln>
            <a:noFill/>
          </a:ln>
          <a:effectLst/>
          <a:extLst>
            <a:ext uri="{91240B29-F687-4F45-9708-019B960494DF}">
              <a14:hiddenLine xmlns:a14="http://schemas.microsoft.com/office/drawing/2010/main" w="9525" algn="ctr">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2" name="Group 35">
            <a:extLst>
              <a:ext uri="{FF2B5EF4-FFF2-40B4-BE49-F238E27FC236}">
                <a16:creationId xmlns:a16="http://schemas.microsoft.com/office/drawing/2014/main" id="{84641846-B844-4E17-AA7A-98591CAFBBF3}"/>
              </a:ext>
            </a:extLst>
          </p:cNvPr>
          <p:cNvGrpSpPr>
            <a:grpSpLocks/>
          </p:cNvGrpSpPr>
          <p:nvPr/>
        </p:nvGrpSpPr>
        <p:grpSpPr bwMode="auto">
          <a:xfrm>
            <a:off x="3618832" y="2350684"/>
            <a:ext cx="2414236" cy="1727272"/>
            <a:chOff x="765" y="2840"/>
            <a:chExt cx="1870" cy="1301"/>
          </a:xfrm>
        </p:grpSpPr>
        <p:sp>
          <p:nvSpPr>
            <p:cNvPr id="43" name="Text Box 36">
              <a:extLst>
                <a:ext uri="{FF2B5EF4-FFF2-40B4-BE49-F238E27FC236}">
                  <a16:creationId xmlns:a16="http://schemas.microsoft.com/office/drawing/2014/main" id="{B2B8D0CF-CBD3-4B19-BCA8-EE5F8D9F8D01}"/>
                </a:ext>
              </a:extLst>
            </p:cNvPr>
            <p:cNvSpPr txBox="1">
              <a:spLocks noChangeArrowheads="1"/>
            </p:cNvSpPr>
            <p:nvPr/>
          </p:nvSpPr>
          <p:spPr bwMode="auto">
            <a:xfrm>
              <a:off x="899" y="3853"/>
              <a:ext cx="11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Line 37">
              <a:extLst>
                <a:ext uri="{FF2B5EF4-FFF2-40B4-BE49-F238E27FC236}">
                  <a16:creationId xmlns:a16="http://schemas.microsoft.com/office/drawing/2014/main" id="{7EC292CE-4E83-4791-8148-F54FC15875AD}"/>
                </a:ext>
              </a:extLst>
            </p:cNvPr>
            <p:cNvSpPr>
              <a:spLocks noChangeShapeType="1"/>
            </p:cNvSpPr>
            <p:nvPr/>
          </p:nvSpPr>
          <p:spPr bwMode="auto">
            <a:xfrm>
              <a:off x="2381" y="2840"/>
              <a:ext cx="0" cy="31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5" name="Line 38">
              <a:extLst>
                <a:ext uri="{FF2B5EF4-FFF2-40B4-BE49-F238E27FC236}">
                  <a16:creationId xmlns:a16="http://schemas.microsoft.com/office/drawing/2014/main" id="{DDD750DE-29B4-47A0-A170-AFCCDB5E5FE3}"/>
                </a:ext>
              </a:extLst>
            </p:cNvPr>
            <p:cNvSpPr>
              <a:spLocks noChangeShapeType="1"/>
            </p:cNvSpPr>
            <p:nvPr/>
          </p:nvSpPr>
          <p:spPr bwMode="auto">
            <a:xfrm>
              <a:off x="2381" y="3521"/>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6" name="Line 39">
              <a:extLst>
                <a:ext uri="{FF2B5EF4-FFF2-40B4-BE49-F238E27FC236}">
                  <a16:creationId xmlns:a16="http://schemas.microsoft.com/office/drawing/2014/main" id="{1A58D75E-037C-4CDB-B076-EC3CE90DF0EE}"/>
                </a:ext>
              </a:extLst>
            </p:cNvPr>
            <p:cNvSpPr>
              <a:spLocks noChangeShapeType="1"/>
            </p:cNvSpPr>
            <p:nvPr/>
          </p:nvSpPr>
          <p:spPr bwMode="auto">
            <a:xfrm>
              <a:off x="929" y="3793"/>
              <a:ext cx="145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7" name="Line 40">
              <a:extLst>
                <a:ext uri="{FF2B5EF4-FFF2-40B4-BE49-F238E27FC236}">
                  <a16:creationId xmlns:a16="http://schemas.microsoft.com/office/drawing/2014/main" id="{4CDDE3CF-4D82-48B2-B52B-49BC15882A60}"/>
                </a:ext>
              </a:extLst>
            </p:cNvPr>
            <p:cNvSpPr>
              <a:spLocks noChangeShapeType="1"/>
            </p:cNvSpPr>
            <p:nvPr/>
          </p:nvSpPr>
          <p:spPr bwMode="auto">
            <a:xfrm>
              <a:off x="929" y="2840"/>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8" name="Line 41">
              <a:extLst>
                <a:ext uri="{FF2B5EF4-FFF2-40B4-BE49-F238E27FC236}">
                  <a16:creationId xmlns:a16="http://schemas.microsoft.com/office/drawing/2014/main" id="{8D1E5B5D-3091-4E9B-8E2E-DB2EEEF10B4A}"/>
                </a:ext>
              </a:extLst>
            </p:cNvPr>
            <p:cNvSpPr>
              <a:spLocks noChangeShapeType="1"/>
            </p:cNvSpPr>
            <p:nvPr/>
          </p:nvSpPr>
          <p:spPr bwMode="auto">
            <a:xfrm flipH="1">
              <a:off x="929" y="3339"/>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9" name="Rectangle 42">
              <a:extLst>
                <a:ext uri="{FF2B5EF4-FFF2-40B4-BE49-F238E27FC236}">
                  <a16:creationId xmlns:a16="http://schemas.microsoft.com/office/drawing/2014/main" id="{D890D4D3-85AF-46CC-8DC6-32D4A9AFBC9D}"/>
                </a:ext>
              </a:extLst>
            </p:cNvPr>
            <p:cNvSpPr>
              <a:spLocks noChangeArrowheads="1"/>
            </p:cNvSpPr>
            <p:nvPr/>
          </p:nvSpPr>
          <p:spPr bwMode="auto">
            <a:xfrm>
              <a:off x="1519" y="3838"/>
              <a:ext cx="3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0" name="Rectangle 43">
              <a:extLst>
                <a:ext uri="{FF2B5EF4-FFF2-40B4-BE49-F238E27FC236}">
                  <a16:creationId xmlns:a16="http://schemas.microsoft.com/office/drawing/2014/main" id="{C77112C7-F8BF-4A5E-A87A-E3C590ACA771}"/>
                </a:ext>
              </a:extLst>
            </p:cNvPr>
            <p:cNvSpPr>
              <a:spLocks noChangeArrowheads="1"/>
            </p:cNvSpPr>
            <p:nvPr/>
          </p:nvSpPr>
          <p:spPr bwMode="auto">
            <a:xfrm>
              <a:off x="2517" y="3249"/>
              <a:ext cx="1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1" name="Rectangle 44">
              <a:extLst>
                <a:ext uri="{FF2B5EF4-FFF2-40B4-BE49-F238E27FC236}">
                  <a16:creationId xmlns:a16="http://schemas.microsoft.com/office/drawing/2014/main" id="{E0E20679-0575-46D1-9A56-169996408DFA}"/>
                </a:ext>
              </a:extLst>
            </p:cNvPr>
            <p:cNvSpPr>
              <a:spLocks noChangeArrowheads="1"/>
            </p:cNvSpPr>
            <p:nvPr/>
          </p:nvSpPr>
          <p:spPr bwMode="auto">
            <a:xfrm>
              <a:off x="1111" y="3158"/>
              <a:ext cx="3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Rectangle 45">
              <a:extLst>
                <a:ext uri="{FF2B5EF4-FFF2-40B4-BE49-F238E27FC236}">
                  <a16:creationId xmlns:a16="http://schemas.microsoft.com/office/drawing/2014/main" id="{535B5A95-5654-4F8C-9C57-076D4321753E}"/>
                </a:ext>
              </a:extLst>
            </p:cNvPr>
            <p:cNvSpPr>
              <a:spLocks noChangeArrowheads="1"/>
            </p:cNvSpPr>
            <p:nvPr/>
          </p:nvSpPr>
          <p:spPr bwMode="auto">
            <a:xfrm>
              <a:off x="765" y="2931"/>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3" name="Rectangle 46">
              <a:extLst>
                <a:ext uri="{FF2B5EF4-FFF2-40B4-BE49-F238E27FC236}">
                  <a16:creationId xmlns:a16="http://schemas.microsoft.com/office/drawing/2014/main" id="{A13A35FD-2EFD-46F9-A90B-6F00F2A51F04}"/>
                </a:ext>
              </a:extLst>
            </p:cNvPr>
            <p:cNvSpPr>
              <a:spLocks noChangeArrowheads="1"/>
            </p:cNvSpPr>
            <p:nvPr/>
          </p:nvSpPr>
          <p:spPr bwMode="auto">
            <a:xfrm>
              <a:off x="810" y="3385"/>
              <a:ext cx="1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54" name="Line 47">
              <a:extLst>
                <a:ext uri="{FF2B5EF4-FFF2-40B4-BE49-F238E27FC236}">
                  <a16:creationId xmlns:a16="http://schemas.microsoft.com/office/drawing/2014/main" id="{602A2CFB-03CA-4ECA-B623-2B3C6FE2DCEB}"/>
                </a:ext>
              </a:extLst>
            </p:cNvPr>
            <p:cNvSpPr>
              <a:spLocks noChangeShapeType="1"/>
            </p:cNvSpPr>
            <p:nvPr/>
          </p:nvSpPr>
          <p:spPr bwMode="auto">
            <a:xfrm>
              <a:off x="929" y="2840"/>
              <a:ext cx="1452"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55" name="Group 48">
              <a:extLst>
                <a:ext uri="{FF2B5EF4-FFF2-40B4-BE49-F238E27FC236}">
                  <a16:creationId xmlns:a16="http://schemas.microsoft.com/office/drawing/2014/main" id="{86856B17-EBE2-49D8-97F2-DC40ED30C1E1}"/>
                </a:ext>
              </a:extLst>
            </p:cNvPr>
            <p:cNvGrpSpPr>
              <a:grpSpLocks/>
            </p:cNvGrpSpPr>
            <p:nvPr/>
          </p:nvGrpSpPr>
          <p:grpSpPr bwMode="auto">
            <a:xfrm>
              <a:off x="793" y="3248"/>
              <a:ext cx="240" cy="90"/>
              <a:chOff x="4604" y="2478"/>
              <a:chExt cx="240" cy="90"/>
            </a:xfrm>
          </p:grpSpPr>
          <p:sp>
            <p:nvSpPr>
              <p:cNvPr id="62" name="Line 49">
                <a:extLst>
                  <a:ext uri="{FF2B5EF4-FFF2-40B4-BE49-F238E27FC236}">
                    <a16:creationId xmlns:a16="http://schemas.microsoft.com/office/drawing/2014/main" id="{C48DAA43-B2D3-43D0-A0F7-F69E740432EF}"/>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3" name="Line 50">
                <a:extLst>
                  <a:ext uri="{FF2B5EF4-FFF2-40B4-BE49-F238E27FC236}">
                    <a16:creationId xmlns:a16="http://schemas.microsoft.com/office/drawing/2014/main" id="{78D3E33B-56C2-47CB-93EE-2BF89153CD26}"/>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56" name="Rectangle 51">
              <a:extLst>
                <a:ext uri="{FF2B5EF4-FFF2-40B4-BE49-F238E27FC236}">
                  <a16:creationId xmlns:a16="http://schemas.microsoft.com/office/drawing/2014/main" id="{DF027C8C-B1B6-465E-B0A7-FD8F5D3436BA}"/>
                </a:ext>
              </a:extLst>
            </p:cNvPr>
            <p:cNvSpPr>
              <a:spLocks noChangeArrowheads="1"/>
            </p:cNvSpPr>
            <p:nvPr/>
          </p:nvSpPr>
          <p:spPr bwMode="auto">
            <a:xfrm>
              <a:off x="1565" y="3702"/>
              <a:ext cx="317" cy="136"/>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57" name="Group 52">
              <a:extLst>
                <a:ext uri="{FF2B5EF4-FFF2-40B4-BE49-F238E27FC236}">
                  <a16:creationId xmlns:a16="http://schemas.microsoft.com/office/drawing/2014/main" id="{7773C8E1-A856-49AF-A1A6-8F54D5F593FD}"/>
                </a:ext>
              </a:extLst>
            </p:cNvPr>
            <p:cNvGrpSpPr>
              <a:grpSpLocks/>
            </p:cNvGrpSpPr>
            <p:nvPr/>
          </p:nvGrpSpPr>
          <p:grpSpPr bwMode="auto">
            <a:xfrm rot="10800000">
              <a:off x="2382" y="3158"/>
              <a:ext cx="90" cy="363"/>
              <a:chOff x="1565" y="2614"/>
              <a:chExt cx="90" cy="486"/>
            </a:xfrm>
          </p:grpSpPr>
          <p:sp>
            <p:nvSpPr>
              <p:cNvPr id="58" name="Arc 53">
                <a:extLst>
                  <a:ext uri="{FF2B5EF4-FFF2-40B4-BE49-F238E27FC236}">
                    <a16:creationId xmlns:a16="http://schemas.microsoft.com/office/drawing/2014/main" id="{8F4BADE6-AB86-43C7-86C2-9906D49BF871}"/>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9" name="Arc 54">
                <a:extLst>
                  <a:ext uri="{FF2B5EF4-FFF2-40B4-BE49-F238E27FC236}">
                    <a16:creationId xmlns:a16="http://schemas.microsoft.com/office/drawing/2014/main" id="{85EA4590-C566-4C07-9328-C22226162670}"/>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0" name="Arc 55">
                <a:extLst>
                  <a:ext uri="{FF2B5EF4-FFF2-40B4-BE49-F238E27FC236}">
                    <a16:creationId xmlns:a16="http://schemas.microsoft.com/office/drawing/2014/main" id="{EF532F32-A61B-44A7-8B71-5A52E6672EF7}"/>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1" name="Arc 56">
                <a:extLst>
                  <a:ext uri="{FF2B5EF4-FFF2-40B4-BE49-F238E27FC236}">
                    <a16:creationId xmlns:a16="http://schemas.microsoft.com/office/drawing/2014/main" id="{3818AAD2-C1EA-4D19-99EC-82974E8B9370}"/>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64" name="Text Box 78">
            <a:extLst>
              <a:ext uri="{FF2B5EF4-FFF2-40B4-BE49-F238E27FC236}">
                <a16:creationId xmlns:a16="http://schemas.microsoft.com/office/drawing/2014/main" id="{4EDC3D1A-F40E-4210-AD3B-B4B08A981C06}"/>
              </a:ext>
            </a:extLst>
          </p:cNvPr>
          <p:cNvSpPr txBox="1">
            <a:spLocks noChangeArrowheads="1"/>
          </p:cNvSpPr>
          <p:nvPr/>
        </p:nvSpPr>
        <p:spPr bwMode="auto">
          <a:xfrm>
            <a:off x="5868144" y="2446372"/>
            <a:ext cx="2712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5" name="Line 80">
            <a:extLst>
              <a:ext uri="{FF2B5EF4-FFF2-40B4-BE49-F238E27FC236}">
                <a16:creationId xmlns:a16="http://schemas.microsoft.com/office/drawing/2014/main" id="{18A7836B-4B6F-49A4-88EA-20EEB8937D4A}"/>
              </a:ext>
            </a:extLst>
          </p:cNvPr>
          <p:cNvSpPr>
            <a:spLocks noChangeShapeType="1"/>
          </p:cNvSpPr>
          <p:nvPr/>
        </p:nvSpPr>
        <p:spPr bwMode="auto">
          <a:xfrm>
            <a:off x="4499992" y="2348880"/>
            <a:ext cx="908922" cy="0"/>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6" name="AutoShape 11">
            <a:extLst>
              <a:ext uri="{FF2B5EF4-FFF2-40B4-BE49-F238E27FC236}">
                <a16:creationId xmlns:a16="http://schemas.microsoft.com/office/drawing/2014/main" id="{3CD5F95E-139C-4C7B-B808-3DC62A05C32B}"/>
              </a:ext>
            </a:extLst>
          </p:cNvPr>
          <p:cNvSpPr>
            <a:spLocks noChangeArrowheads="1"/>
          </p:cNvSpPr>
          <p:nvPr/>
        </p:nvSpPr>
        <p:spPr bwMode="auto">
          <a:xfrm rot="16200000" flipH="1">
            <a:off x="7984133" y="3175039"/>
            <a:ext cx="324270" cy="490834"/>
          </a:xfrm>
          <a:custGeom>
            <a:avLst/>
            <a:gdLst>
              <a:gd name="T0" fmla="*/ 18142050 w 21600"/>
              <a:gd name="T1" fmla="*/ 0 h 21600"/>
              <a:gd name="T2" fmla="*/ 12235708 w 21600"/>
              <a:gd name="T3" fmla="*/ 3476629 h 21600"/>
              <a:gd name="T4" fmla="*/ 0 w 21600"/>
              <a:gd name="T5" fmla="*/ 11062802 h 21600"/>
              <a:gd name="T6" fmla="*/ 9613771 w 21600"/>
              <a:gd name="T7" fmla="*/ 11724467 h 21600"/>
              <a:gd name="T8" fmla="*/ 19227542 w 21600"/>
              <a:gd name="T9" fmla="*/ 8036688 h 21600"/>
              <a:gd name="T10" fmla="*/ 24048358 w 21600"/>
              <a:gd name="T11" fmla="*/ 3476629 h 21600"/>
              <a:gd name="T12" fmla="*/ 17694720 60000 65536"/>
              <a:gd name="T13" fmla="*/ 11796480 60000 65536"/>
              <a:gd name="T14" fmla="*/ 11796480 60000 65536"/>
              <a:gd name="T15" fmla="*/ 5898240 60000 65536"/>
              <a:gd name="T16" fmla="*/ 0 60000 65536"/>
              <a:gd name="T17" fmla="*/ 0 60000 65536"/>
              <a:gd name="T18" fmla="*/ 0 w 21600"/>
              <a:gd name="T19" fmla="*/ 19161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95" y="0"/>
                </a:moveTo>
                <a:lnTo>
                  <a:pt x="10990" y="6405"/>
                </a:lnTo>
                <a:lnTo>
                  <a:pt x="15320" y="6405"/>
                </a:lnTo>
                <a:lnTo>
                  <a:pt x="15320" y="19161"/>
                </a:lnTo>
                <a:lnTo>
                  <a:pt x="0" y="19161"/>
                </a:lnTo>
                <a:lnTo>
                  <a:pt x="0" y="21600"/>
                </a:lnTo>
                <a:lnTo>
                  <a:pt x="17270" y="21600"/>
                </a:lnTo>
                <a:lnTo>
                  <a:pt x="17270" y="6405"/>
                </a:lnTo>
                <a:lnTo>
                  <a:pt x="21600" y="6405"/>
                </a:lnTo>
                <a:lnTo>
                  <a:pt x="16295"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7" name="AutoShape 12">
            <a:extLst>
              <a:ext uri="{FF2B5EF4-FFF2-40B4-BE49-F238E27FC236}">
                <a16:creationId xmlns:a16="http://schemas.microsoft.com/office/drawing/2014/main" id="{64A9C482-6EB3-479F-A5EE-B5DF406BEADC}"/>
              </a:ext>
            </a:extLst>
          </p:cNvPr>
          <p:cNvSpPr>
            <a:spLocks noChangeArrowheads="1"/>
          </p:cNvSpPr>
          <p:nvPr/>
        </p:nvSpPr>
        <p:spPr bwMode="auto">
          <a:xfrm flipV="1">
            <a:off x="6864781" y="2715627"/>
            <a:ext cx="1042865" cy="503238"/>
          </a:xfrm>
          <a:custGeom>
            <a:avLst/>
            <a:gdLst>
              <a:gd name="T0" fmla="*/ 18142050 w 21600"/>
              <a:gd name="T1" fmla="*/ 0 h 21600"/>
              <a:gd name="T2" fmla="*/ 12235708 w 21600"/>
              <a:gd name="T3" fmla="*/ 3476629 h 21600"/>
              <a:gd name="T4" fmla="*/ 0 w 21600"/>
              <a:gd name="T5" fmla="*/ 11062802 h 21600"/>
              <a:gd name="T6" fmla="*/ 9613771 w 21600"/>
              <a:gd name="T7" fmla="*/ 11724467 h 21600"/>
              <a:gd name="T8" fmla="*/ 19227542 w 21600"/>
              <a:gd name="T9" fmla="*/ 8036688 h 21600"/>
              <a:gd name="T10" fmla="*/ 24048358 w 21600"/>
              <a:gd name="T11" fmla="*/ 3476629 h 21600"/>
              <a:gd name="T12" fmla="*/ 17694720 60000 65536"/>
              <a:gd name="T13" fmla="*/ 11796480 60000 65536"/>
              <a:gd name="T14" fmla="*/ 11796480 60000 65536"/>
              <a:gd name="T15" fmla="*/ 5898240 60000 65536"/>
              <a:gd name="T16" fmla="*/ 0 60000 65536"/>
              <a:gd name="T17" fmla="*/ 0 60000 65536"/>
              <a:gd name="T18" fmla="*/ 0 w 21600"/>
              <a:gd name="T19" fmla="*/ 19161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95" y="0"/>
                </a:moveTo>
                <a:lnTo>
                  <a:pt x="10990" y="6405"/>
                </a:lnTo>
                <a:lnTo>
                  <a:pt x="15320" y="6405"/>
                </a:lnTo>
                <a:lnTo>
                  <a:pt x="15320" y="19161"/>
                </a:lnTo>
                <a:lnTo>
                  <a:pt x="0" y="19161"/>
                </a:lnTo>
                <a:lnTo>
                  <a:pt x="0" y="21600"/>
                </a:lnTo>
                <a:lnTo>
                  <a:pt x="17270" y="21600"/>
                </a:lnTo>
                <a:lnTo>
                  <a:pt x="17270" y="6405"/>
                </a:lnTo>
                <a:lnTo>
                  <a:pt x="21600" y="6405"/>
                </a:lnTo>
                <a:lnTo>
                  <a:pt x="16295"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68" name="Group 57">
            <a:extLst>
              <a:ext uri="{FF2B5EF4-FFF2-40B4-BE49-F238E27FC236}">
                <a16:creationId xmlns:a16="http://schemas.microsoft.com/office/drawing/2014/main" id="{9B962991-2534-4A05-8B80-646E4004C5A1}"/>
              </a:ext>
            </a:extLst>
          </p:cNvPr>
          <p:cNvGrpSpPr>
            <a:grpSpLocks/>
          </p:cNvGrpSpPr>
          <p:nvPr/>
        </p:nvGrpSpPr>
        <p:grpSpPr bwMode="auto">
          <a:xfrm>
            <a:off x="6455477" y="2363868"/>
            <a:ext cx="2289542" cy="1713204"/>
            <a:chOff x="3243" y="2797"/>
            <a:chExt cx="1887" cy="1231"/>
          </a:xfrm>
        </p:grpSpPr>
        <p:sp>
          <p:nvSpPr>
            <p:cNvPr id="69" name="Line 58">
              <a:extLst>
                <a:ext uri="{FF2B5EF4-FFF2-40B4-BE49-F238E27FC236}">
                  <a16:creationId xmlns:a16="http://schemas.microsoft.com/office/drawing/2014/main" id="{DE156078-3A7D-4282-8F9F-453764E4B516}"/>
                </a:ext>
              </a:extLst>
            </p:cNvPr>
            <p:cNvSpPr>
              <a:spLocks noChangeShapeType="1"/>
            </p:cNvSpPr>
            <p:nvPr/>
          </p:nvSpPr>
          <p:spPr bwMode="auto">
            <a:xfrm>
              <a:off x="4876" y="2797"/>
              <a:ext cx="0" cy="31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0" name="Line 59">
              <a:extLst>
                <a:ext uri="{FF2B5EF4-FFF2-40B4-BE49-F238E27FC236}">
                  <a16:creationId xmlns:a16="http://schemas.microsoft.com/office/drawing/2014/main" id="{DADDADFD-A02C-4D47-A911-9611D16CC930}"/>
                </a:ext>
              </a:extLst>
            </p:cNvPr>
            <p:cNvSpPr>
              <a:spLocks noChangeShapeType="1"/>
            </p:cNvSpPr>
            <p:nvPr/>
          </p:nvSpPr>
          <p:spPr bwMode="auto">
            <a:xfrm>
              <a:off x="4876" y="3475"/>
              <a:ext cx="0" cy="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 name="Line 60">
              <a:extLst>
                <a:ext uri="{FF2B5EF4-FFF2-40B4-BE49-F238E27FC236}">
                  <a16:creationId xmlns:a16="http://schemas.microsoft.com/office/drawing/2014/main" id="{6C3C46C9-B0E9-456E-92C5-C56A4CF4E5A1}"/>
                </a:ext>
              </a:extLst>
            </p:cNvPr>
            <p:cNvSpPr>
              <a:spLocks noChangeShapeType="1"/>
            </p:cNvSpPr>
            <p:nvPr/>
          </p:nvSpPr>
          <p:spPr bwMode="auto">
            <a:xfrm>
              <a:off x="3424" y="3750"/>
              <a:ext cx="145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2" name="Line 61">
              <a:extLst>
                <a:ext uri="{FF2B5EF4-FFF2-40B4-BE49-F238E27FC236}">
                  <a16:creationId xmlns:a16="http://schemas.microsoft.com/office/drawing/2014/main" id="{BC6D9059-E20F-455B-8B05-0F4B1B9E7D17}"/>
                </a:ext>
              </a:extLst>
            </p:cNvPr>
            <p:cNvSpPr>
              <a:spLocks noChangeShapeType="1"/>
            </p:cNvSpPr>
            <p:nvPr/>
          </p:nvSpPr>
          <p:spPr bwMode="auto">
            <a:xfrm>
              <a:off x="3424" y="2797"/>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3" name="Line 62">
              <a:extLst>
                <a:ext uri="{FF2B5EF4-FFF2-40B4-BE49-F238E27FC236}">
                  <a16:creationId xmlns:a16="http://schemas.microsoft.com/office/drawing/2014/main" id="{9ACD6F17-CA5C-47F3-A257-0156FF917AFF}"/>
                </a:ext>
              </a:extLst>
            </p:cNvPr>
            <p:cNvSpPr>
              <a:spLocks noChangeShapeType="1"/>
            </p:cNvSpPr>
            <p:nvPr/>
          </p:nvSpPr>
          <p:spPr bwMode="auto">
            <a:xfrm flipH="1">
              <a:off x="3424" y="3296"/>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4" name="Rectangle 63">
              <a:extLst>
                <a:ext uri="{FF2B5EF4-FFF2-40B4-BE49-F238E27FC236}">
                  <a16:creationId xmlns:a16="http://schemas.microsoft.com/office/drawing/2014/main" id="{878C52D7-EC4A-4C6F-9110-57828BC9824E}"/>
                </a:ext>
              </a:extLst>
            </p:cNvPr>
            <p:cNvSpPr>
              <a:spLocks noChangeArrowheads="1"/>
            </p:cNvSpPr>
            <p:nvPr/>
          </p:nvSpPr>
          <p:spPr bwMode="auto">
            <a:xfrm>
              <a:off x="4014" y="3795"/>
              <a:ext cx="3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R</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5" name="Rectangle 64">
              <a:extLst>
                <a:ext uri="{FF2B5EF4-FFF2-40B4-BE49-F238E27FC236}">
                  <a16:creationId xmlns:a16="http://schemas.microsoft.com/office/drawing/2014/main" id="{B4F47020-68C2-42E3-BA04-FA52C5ACF9B7}"/>
                </a:ext>
              </a:extLst>
            </p:cNvPr>
            <p:cNvSpPr>
              <a:spLocks noChangeArrowheads="1"/>
            </p:cNvSpPr>
            <p:nvPr/>
          </p:nvSpPr>
          <p:spPr bwMode="auto">
            <a:xfrm>
              <a:off x="5012" y="3206"/>
              <a:ext cx="1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6" name="Rectangle 65">
              <a:extLst>
                <a:ext uri="{FF2B5EF4-FFF2-40B4-BE49-F238E27FC236}">
                  <a16:creationId xmlns:a16="http://schemas.microsoft.com/office/drawing/2014/main" id="{4DDBE312-B9F0-400E-996A-676624F13152}"/>
                </a:ext>
              </a:extLst>
            </p:cNvPr>
            <p:cNvSpPr>
              <a:spLocks noChangeArrowheads="1"/>
            </p:cNvSpPr>
            <p:nvPr/>
          </p:nvSpPr>
          <p:spPr bwMode="auto">
            <a:xfrm>
              <a:off x="3606" y="3115"/>
              <a:ext cx="3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7" name="Rectangle 66">
              <a:extLst>
                <a:ext uri="{FF2B5EF4-FFF2-40B4-BE49-F238E27FC236}">
                  <a16:creationId xmlns:a16="http://schemas.microsoft.com/office/drawing/2014/main" id="{346ABCEA-1C1F-4FE5-AD4B-DD2867E3DA2E}"/>
                </a:ext>
              </a:extLst>
            </p:cNvPr>
            <p:cNvSpPr>
              <a:spLocks noChangeArrowheads="1"/>
            </p:cNvSpPr>
            <p:nvPr/>
          </p:nvSpPr>
          <p:spPr bwMode="auto">
            <a:xfrm>
              <a:off x="3243" y="2888"/>
              <a:ext cx="1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8" name="Rectangle 67">
              <a:extLst>
                <a:ext uri="{FF2B5EF4-FFF2-40B4-BE49-F238E27FC236}">
                  <a16:creationId xmlns:a16="http://schemas.microsoft.com/office/drawing/2014/main" id="{1E114144-40A1-4E00-A39D-CCFC7FF04412}"/>
                </a:ext>
              </a:extLst>
            </p:cNvPr>
            <p:cNvSpPr>
              <a:spLocks noChangeArrowheads="1"/>
            </p:cNvSpPr>
            <p:nvPr/>
          </p:nvSpPr>
          <p:spPr bwMode="auto">
            <a:xfrm>
              <a:off x="3243" y="3342"/>
              <a:ext cx="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9" name="Line 68">
              <a:extLst>
                <a:ext uri="{FF2B5EF4-FFF2-40B4-BE49-F238E27FC236}">
                  <a16:creationId xmlns:a16="http://schemas.microsoft.com/office/drawing/2014/main" id="{564CA54E-5CEF-400D-B3DF-128649E22013}"/>
                </a:ext>
              </a:extLst>
            </p:cNvPr>
            <p:cNvSpPr>
              <a:spLocks noChangeShapeType="1"/>
            </p:cNvSpPr>
            <p:nvPr/>
          </p:nvSpPr>
          <p:spPr bwMode="auto">
            <a:xfrm>
              <a:off x="3424" y="2797"/>
              <a:ext cx="1452"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80" name="Group 69">
              <a:extLst>
                <a:ext uri="{FF2B5EF4-FFF2-40B4-BE49-F238E27FC236}">
                  <a16:creationId xmlns:a16="http://schemas.microsoft.com/office/drawing/2014/main" id="{38859B98-F369-4529-ABE2-A8071C8C1CF6}"/>
                </a:ext>
              </a:extLst>
            </p:cNvPr>
            <p:cNvGrpSpPr>
              <a:grpSpLocks/>
            </p:cNvGrpSpPr>
            <p:nvPr/>
          </p:nvGrpSpPr>
          <p:grpSpPr bwMode="auto">
            <a:xfrm>
              <a:off x="3288" y="3205"/>
              <a:ext cx="240" cy="90"/>
              <a:chOff x="4604" y="2478"/>
              <a:chExt cx="240" cy="90"/>
            </a:xfrm>
          </p:grpSpPr>
          <p:sp>
            <p:nvSpPr>
              <p:cNvPr id="87" name="Line 70">
                <a:extLst>
                  <a:ext uri="{FF2B5EF4-FFF2-40B4-BE49-F238E27FC236}">
                    <a16:creationId xmlns:a16="http://schemas.microsoft.com/office/drawing/2014/main" id="{0ABBE5CE-43B8-4223-99AB-54C73315D303}"/>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8" name="Line 71">
                <a:extLst>
                  <a:ext uri="{FF2B5EF4-FFF2-40B4-BE49-F238E27FC236}">
                    <a16:creationId xmlns:a16="http://schemas.microsoft.com/office/drawing/2014/main" id="{31477CA3-FA45-477C-94A1-E9155B63395E}"/>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81" name="Rectangle 72">
              <a:extLst>
                <a:ext uri="{FF2B5EF4-FFF2-40B4-BE49-F238E27FC236}">
                  <a16:creationId xmlns:a16="http://schemas.microsoft.com/office/drawing/2014/main" id="{5B39124F-72CE-4266-936F-4FC406280C2D}"/>
                </a:ext>
              </a:extLst>
            </p:cNvPr>
            <p:cNvSpPr>
              <a:spLocks noChangeArrowheads="1"/>
            </p:cNvSpPr>
            <p:nvPr/>
          </p:nvSpPr>
          <p:spPr bwMode="auto">
            <a:xfrm>
              <a:off x="4060" y="3659"/>
              <a:ext cx="317" cy="136"/>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82" name="Group 73">
              <a:extLst>
                <a:ext uri="{FF2B5EF4-FFF2-40B4-BE49-F238E27FC236}">
                  <a16:creationId xmlns:a16="http://schemas.microsoft.com/office/drawing/2014/main" id="{167E2E61-F876-42DA-8F4B-C85740A498B5}"/>
                </a:ext>
              </a:extLst>
            </p:cNvPr>
            <p:cNvGrpSpPr>
              <a:grpSpLocks/>
            </p:cNvGrpSpPr>
            <p:nvPr/>
          </p:nvGrpSpPr>
          <p:grpSpPr bwMode="auto">
            <a:xfrm rot="10800000">
              <a:off x="4876" y="3113"/>
              <a:ext cx="90" cy="363"/>
              <a:chOff x="1565" y="2614"/>
              <a:chExt cx="90" cy="486"/>
            </a:xfrm>
          </p:grpSpPr>
          <p:sp>
            <p:nvSpPr>
              <p:cNvPr id="83" name="Arc 74">
                <a:extLst>
                  <a:ext uri="{FF2B5EF4-FFF2-40B4-BE49-F238E27FC236}">
                    <a16:creationId xmlns:a16="http://schemas.microsoft.com/office/drawing/2014/main" id="{EC346513-0437-46FD-8FF7-D060BDD83D7E}"/>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4" name="Arc 75">
                <a:extLst>
                  <a:ext uri="{FF2B5EF4-FFF2-40B4-BE49-F238E27FC236}">
                    <a16:creationId xmlns:a16="http://schemas.microsoft.com/office/drawing/2014/main" id="{8B77ACFA-93BA-451A-8D3A-9ED33C05CCEE}"/>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5" name="Arc 76">
                <a:extLst>
                  <a:ext uri="{FF2B5EF4-FFF2-40B4-BE49-F238E27FC236}">
                    <a16:creationId xmlns:a16="http://schemas.microsoft.com/office/drawing/2014/main" id="{27E0FD0A-31E6-4438-8444-A860B83C4574}"/>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6" name="Arc 77">
                <a:extLst>
                  <a:ext uri="{FF2B5EF4-FFF2-40B4-BE49-F238E27FC236}">
                    <a16:creationId xmlns:a16="http://schemas.microsoft.com/office/drawing/2014/main" id="{54B8AB9C-8C38-4BA3-9AF7-34F5BE19566F}"/>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89" name="Text Box 79">
            <a:extLst>
              <a:ext uri="{FF2B5EF4-FFF2-40B4-BE49-F238E27FC236}">
                <a16:creationId xmlns:a16="http://schemas.microsoft.com/office/drawing/2014/main" id="{06B51843-6636-4F9D-B9CE-7EBFA759505F}"/>
              </a:ext>
            </a:extLst>
          </p:cNvPr>
          <p:cNvSpPr txBox="1">
            <a:spLocks noChangeArrowheads="1"/>
          </p:cNvSpPr>
          <p:nvPr/>
        </p:nvSpPr>
        <p:spPr bwMode="auto">
          <a:xfrm>
            <a:off x="8411790" y="2433366"/>
            <a:ext cx="33667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90" name="Line 81">
            <a:extLst>
              <a:ext uri="{FF2B5EF4-FFF2-40B4-BE49-F238E27FC236}">
                <a16:creationId xmlns:a16="http://schemas.microsoft.com/office/drawing/2014/main" id="{B07AFD8D-541E-4C90-AEE5-FA0679B3AC9F}"/>
              </a:ext>
            </a:extLst>
          </p:cNvPr>
          <p:cNvSpPr>
            <a:spLocks noChangeShapeType="1"/>
          </p:cNvSpPr>
          <p:nvPr/>
        </p:nvSpPr>
        <p:spPr bwMode="auto">
          <a:xfrm>
            <a:off x="7352394" y="2336848"/>
            <a:ext cx="431350" cy="9988"/>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 name="矩形 1">
            <a:extLst>
              <a:ext uri="{FF2B5EF4-FFF2-40B4-BE49-F238E27FC236}">
                <a16:creationId xmlns:a16="http://schemas.microsoft.com/office/drawing/2014/main" id="{358909FE-B39B-4EDB-8688-FF3CAD188E6A}"/>
              </a:ext>
            </a:extLst>
          </p:cNvPr>
          <p:cNvSpPr/>
          <p:nvPr/>
        </p:nvSpPr>
        <p:spPr>
          <a:xfrm>
            <a:off x="3946790" y="3078397"/>
            <a:ext cx="1188146"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 &lt;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&lt;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楷体_GB2312" pitchFamily="49" charset="-122"/>
              <a:cs typeface="+mn-cs"/>
            </a:endParaRPr>
          </a:p>
        </p:txBody>
      </p:sp>
      <p:sp>
        <p:nvSpPr>
          <p:cNvPr id="3" name="矩形 2">
            <a:extLst>
              <a:ext uri="{FF2B5EF4-FFF2-40B4-BE49-F238E27FC236}">
                <a16:creationId xmlns:a16="http://schemas.microsoft.com/office/drawing/2014/main" id="{DAA8C8B0-833E-406E-84E3-781AD345B9BD}"/>
              </a:ext>
            </a:extLst>
          </p:cNvPr>
          <p:cNvSpPr/>
          <p:nvPr/>
        </p:nvSpPr>
        <p:spPr>
          <a:xfrm>
            <a:off x="6808968" y="3186765"/>
            <a:ext cx="785793"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0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m</a:t>
            </a:r>
            <a:r>
              <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楷体_GB2312" pitchFamily="49" charset="-122"/>
              <a:cs typeface="+mn-cs"/>
            </a:endParaRPr>
          </a:p>
        </p:txBody>
      </p:sp>
      <p:sp>
        <p:nvSpPr>
          <p:cNvPr id="91" name="Text Box 7">
            <a:extLst>
              <a:ext uri="{FF2B5EF4-FFF2-40B4-BE49-F238E27FC236}">
                <a16:creationId xmlns:a16="http://schemas.microsoft.com/office/drawing/2014/main" id="{085308A9-B783-4C51-9B7D-8CB7DFFEBFD7}"/>
              </a:ext>
            </a:extLst>
          </p:cNvPr>
          <p:cNvSpPr txBox="1">
            <a:spLocks noChangeArrowheads="1"/>
          </p:cNvSpPr>
          <p:nvPr/>
        </p:nvSpPr>
        <p:spPr bwMode="auto">
          <a:xfrm>
            <a:off x="1671097" y="3140333"/>
            <a:ext cx="1669531" cy="461665"/>
          </a:xfrm>
          <a:prstGeom prst="rect">
            <a:avLst/>
          </a:prstGeom>
          <a:no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衰减过程</a:t>
            </a:r>
          </a:p>
        </p:txBody>
      </p:sp>
      <p:grpSp>
        <p:nvGrpSpPr>
          <p:cNvPr id="7" name="组合 6">
            <a:extLst>
              <a:ext uri="{FF2B5EF4-FFF2-40B4-BE49-F238E27FC236}">
                <a16:creationId xmlns:a16="http://schemas.microsoft.com/office/drawing/2014/main" id="{DE3ECAC8-6BA8-4F17-9474-05A7D7FCD1C2}"/>
              </a:ext>
            </a:extLst>
          </p:cNvPr>
          <p:cNvGrpSpPr/>
          <p:nvPr/>
        </p:nvGrpSpPr>
        <p:grpSpPr>
          <a:xfrm>
            <a:off x="3765899" y="3985129"/>
            <a:ext cx="5346133" cy="858932"/>
            <a:chOff x="3765899" y="3985129"/>
            <a:chExt cx="5346133" cy="858932"/>
          </a:xfrm>
        </p:grpSpPr>
        <p:graphicFrame>
          <p:nvGraphicFramePr>
            <p:cNvPr id="99" name="Object 2">
              <a:extLst>
                <a:ext uri="{FF2B5EF4-FFF2-40B4-BE49-F238E27FC236}">
                  <a16:creationId xmlns:a16="http://schemas.microsoft.com/office/drawing/2014/main" id="{34CA8F4D-24E0-488A-9280-E1BCAE9800E6}"/>
                </a:ext>
              </a:extLst>
            </p:cNvPr>
            <p:cNvGraphicFramePr>
              <a:graphicFrameLocks noChangeAspect="1"/>
            </p:cNvGraphicFramePr>
            <p:nvPr>
              <p:extLst/>
            </p:nvPr>
          </p:nvGraphicFramePr>
          <p:xfrm>
            <a:off x="3765899" y="3985129"/>
            <a:ext cx="2079456" cy="837152"/>
          </p:xfrm>
          <a:graphic>
            <a:graphicData uri="http://schemas.openxmlformats.org/presentationml/2006/ole">
              <mc:AlternateContent xmlns:mc="http://schemas.openxmlformats.org/markup-compatibility/2006">
                <mc:Choice xmlns:v="urn:schemas-microsoft-com:vml" Requires="v">
                  <p:oleObj spid="_x0000_s159170" name="Equation" r:id="rId11" imgW="1130040" imgH="444240" progId="Equation.DSMT4">
                    <p:embed/>
                  </p:oleObj>
                </mc:Choice>
                <mc:Fallback>
                  <p:oleObj name="Equation" r:id="rId11" imgW="1130040" imgH="444240" progId="Equation.DSMT4">
                    <p:embed/>
                    <p:pic>
                      <p:nvPicPr>
                        <p:cNvPr id="99" name="Object 2">
                          <a:extLst>
                            <a:ext uri="{FF2B5EF4-FFF2-40B4-BE49-F238E27FC236}">
                              <a16:creationId xmlns:a16="http://schemas.microsoft.com/office/drawing/2014/main" id="{34CA8F4D-24E0-488A-9280-E1BCAE9800E6}"/>
                            </a:ext>
                          </a:extLst>
                        </p:cNvPr>
                        <p:cNvPicPr>
                          <a:picLocks noChangeAspect="1" noChangeArrowheads="1"/>
                        </p:cNvPicPr>
                        <p:nvPr/>
                      </p:nvPicPr>
                      <p:blipFill>
                        <a:blip r:embed="rId12"/>
                        <a:srcRect/>
                        <a:stretch>
                          <a:fillRect/>
                        </a:stretch>
                      </p:blipFill>
                      <p:spPr bwMode="auto">
                        <a:xfrm>
                          <a:off x="3765899" y="3985129"/>
                          <a:ext cx="2079456" cy="837152"/>
                        </a:xfrm>
                        <a:prstGeom prst="rect">
                          <a:avLst/>
                        </a:prstGeom>
                        <a:noFill/>
                        <a:ln>
                          <a:noFill/>
                        </a:ln>
                        <a:effectLst/>
                      </p:spPr>
                    </p:pic>
                  </p:oleObj>
                </mc:Fallback>
              </mc:AlternateContent>
            </a:graphicData>
          </a:graphic>
        </p:graphicFrame>
        <p:sp>
          <p:nvSpPr>
            <p:cNvPr id="100" name="Text Box 7">
              <a:extLst>
                <a:ext uri="{FF2B5EF4-FFF2-40B4-BE49-F238E27FC236}">
                  <a16:creationId xmlns:a16="http://schemas.microsoft.com/office/drawing/2014/main" id="{4D107389-B47F-4241-B17C-22EC8732F7AF}"/>
                </a:ext>
              </a:extLst>
            </p:cNvPr>
            <p:cNvSpPr txBox="1">
              <a:spLocks noChangeArrowheads="1"/>
            </p:cNvSpPr>
            <p:nvPr/>
          </p:nvSpPr>
          <p:spPr bwMode="auto">
            <a:xfrm>
              <a:off x="5564665" y="4013064"/>
              <a:ext cx="3547367" cy="830997"/>
            </a:xfrm>
            <a:prstGeom prst="rect">
              <a:avLst/>
            </a:prstGeom>
            <a:no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有两个相等负实数根，称临界阻，则响应形式为</a:t>
              </a:r>
            </a:p>
          </p:txBody>
        </p:sp>
      </p:grpSp>
      <p:graphicFrame>
        <p:nvGraphicFramePr>
          <p:cNvPr id="101" name="Object 9">
            <a:extLst>
              <a:ext uri="{FF2B5EF4-FFF2-40B4-BE49-F238E27FC236}">
                <a16:creationId xmlns:a16="http://schemas.microsoft.com/office/drawing/2014/main" id="{36155A01-1EED-4016-90F9-BC83C7611FA7}"/>
              </a:ext>
            </a:extLst>
          </p:cNvPr>
          <p:cNvGraphicFramePr>
            <a:graphicFrameLocks noChangeAspect="1"/>
          </p:cNvGraphicFramePr>
          <p:nvPr>
            <p:extLst/>
          </p:nvPr>
        </p:nvGraphicFramePr>
        <p:xfrm>
          <a:off x="4786043" y="4982671"/>
          <a:ext cx="2752092" cy="482941"/>
        </p:xfrm>
        <a:graphic>
          <a:graphicData uri="http://schemas.openxmlformats.org/presentationml/2006/ole">
            <mc:AlternateContent xmlns:mc="http://schemas.openxmlformats.org/markup-compatibility/2006">
              <mc:Choice xmlns:v="urn:schemas-microsoft-com:vml" Requires="v">
                <p:oleObj spid="_x0000_s159171" name="Equation" r:id="rId13" imgW="2133360" imgH="355320" progId="Equation.DSMT4">
                  <p:embed/>
                </p:oleObj>
              </mc:Choice>
              <mc:Fallback>
                <p:oleObj name="Equation" r:id="rId13" imgW="2133360" imgH="355320" progId="Equation.DSMT4">
                  <p:embed/>
                  <p:pic>
                    <p:nvPicPr>
                      <p:cNvPr id="101" name="Object 9">
                        <a:extLst>
                          <a:ext uri="{FF2B5EF4-FFF2-40B4-BE49-F238E27FC236}">
                            <a16:creationId xmlns:a16="http://schemas.microsoft.com/office/drawing/2014/main" id="{36155A01-1EED-4016-90F9-BC83C7611FA7}"/>
                          </a:ext>
                        </a:extLst>
                      </p:cNvPr>
                      <p:cNvPicPr>
                        <a:picLocks noChangeAspect="1" noChangeArrowheads="1"/>
                      </p:cNvPicPr>
                      <p:nvPr/>
                    </p:nvPicPr>
                    <p:blipFill>
                      <a:blip r:embed="rId14"/>
                      <a:srcRect/>
                      <a:stretch>
                        <a:fillRect/>
                      </a:stretch>
                    </p:blipFill>
                    <p:spPr bwMode="auto">
                      <a:xfrm>
                        <a:off x="4786043" y="4982671"/>
                        <a:ext cx="2752092" cy="482941"/>
                      </a:xfrm>
                      <a:prstGeom prst="rect">
                        <a:avLst/>
                      </a:prstGeom>
                      <a:solidFill>
                        <a:srgbClr val="FFFF99"/>
                      </a:solidFill>
                      <a:ln>
                        <a:solidFill>
                          <a:schemeClr val="accent1"/>
                        </a:solidFill>
                      </a:ln>
                      <a:effectLst/>
                    </p:spPr>
                  </p:pic>
                </p:oleObj>
              </mc:Fallback>
            </mc:AlternateContent>
          </a:graphicData>
        </a:graphic>
      </p:graphicFrame>
      <p:sp>
        <p:nvSpPr>
          <p:cNvPr id="102" name="Text Box 7">
            <a:extLst>
              <a:ext uri="{FF2B5EF4-FFF2-40B4-BE49-F238E27FC236}">
                <a16:creationId xmlns:a16="http://schemas.microsoft.com/office/drawing/2014/main" id="{B595FC02-40B1-4BFE-B609-7D3BADCF0661}"/>
              </a:ext>
            </a:extLst>
          </p:cNvPr>
          <p:cNvSpPr txBox="1">
            <a:spLocks noChangeArrowheads="1"/>
          </p:cNvSpPr>
          <p:nvPr/>
        </p:nvSpPr>
        <p:spPr bwMode="auto">
          <a:xfrm>
            <a:off x="4270804" y="5631547"/>
            <a:ext cx="4205906" cy="830997"/>
          </a:xfrm>
          <a:prstGeom prst="rect">
            <a:avLst/>
          </a:prstGeom>
          <a:no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电路能量交换过程与过阻尼情况一样。</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过渡过程较长</a:t>
            </a:r>
          </a:p>
        </p:txBody>
      </p:sp>
    </p:spTree>
    <p:extLst>
      <p:ext uri="{BB962C8B-B14F-4D97-AF65-F5344CB8AC3E}">
        <p14:creationId xmlns:p14="http://schemas.microsoft.com/office/powerpoint/2010/main" val="505678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6187"/>
                                        </p:tgtEl>
                                        <p:attrNameLst>
                                          <p:attrName>style.visibility</p:attrName>
                                        </p:attrNameLst>
                                      </p:cBhvr>
                                      <p:to>
                                        <p:strVal val="visible"/>
                                      </p:to>
                                    </p:set>
                                    <p:animEffect transition="in" filter="wipe(left)">
                                      <p:cBhvr>
                                        <p:cTn id="7" dur="500"/>
                                        <p:tgtEl>
                                          <p:spTgt spid="30618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06182"/>
                                        </p:tgtEl>
                                        <p:attrNameLst>
                                          <p:attrName>style.visibility</p:attrName>
                                        </p:attrNameLst>
                                      </p:cBhvr>
                                      <p:to>
                                        <p:strVal val="visible"/>
                                      </p:to>
                                    </p:set>
                                    <p:animEffect transition="in" filter="wipe(left)">
                                      <p:cBhvr>
                                        <p:cTn id="11" dur="500"/>
                                        <p:tgtEl>
                                          <p:spTgt spid="3061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6186"/>
                                        </p:tgtEl>
                                        <p:attrNameLst>
                                          <p:attrName>style.visibility</p:attrName>
                                        </p:attrNameLst>
                                      </p:cBhvr>
                                      <p:to>
                                        <p:strVal val="visible"/>
                                      </p:to>
                                    </p:set>
                                    <p:animEffect transition="in" filter="wipe(left)">
                                      <p:cBhvr>
                                        <p:cTn id="16" dur="2000"/>
                                        <p:tgtEl>
                                          <p:spTgt spid="30618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06178"/>
                                        </p:tgtEl>
                                        <p:attrNameLst>
                                          <p:attrName>style.visibility</p:attrName>
                                        </p:attrNameLst>
                                      </p:cBhvr>
                                      <p:to>
                                        <p:strVal val="visible"/>
                                      </p:to>
                                    </p:set>
                                    <p:anim calcmode="lin" valueType="num">
                                      <p:cBhvr additive="base">
                                        <p:cTn id="21" dur="500" fill="hold"/>
                                        <p:tgtEl>
                                          <p:spTgt spid="306178"/>
                                        </p:tgtEl>
                                        <p:attrNameLst>
                                          <p:attrName>ppt_x</p:attrName>
                                        </p:attrNameLst>
                                      </p:cBhvr>
                                      <p:tavLst>
                                        <p:tav tm="0">
                                          <p:val>
                                            <p:strVal val="0-#ppt_w/2"/>
                                          </p:val>
                                        </p:tav>
                                        <p:tav tm="100000">
                                          <p:val>
                                            <p:strVal val="#ppt_x"/>
                                          </p:val>
                                        </p:tav>
                                      </p:tavLst>
                                    </p:anim>
                                    <p:anim calcmode="lin" valueType="num">
                                      <p:cBhvr additive="base">
                                        <p:cTn id="22" dur="500" fill="hold"/>
                                        <p:tgtEl>
                                          <p:spTgt spid="30617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20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blinds(horizontal)">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91"/>
                                        </p:tgtEl>
                                        <p:attrNameLst>
                                          <p:attrName>style.visibility</p:attrName>
                                        </p:attrNameLst>
                                      </p:cBhvr>
                                      <p:to>
                                        <p:strVal val="visible"/>
                                      </p:to>
                                    </p:set>
                                    <p:anim calcmode="lin" valueType="num">
                                      <p:cBhvr additive="base">
                                        <p:cTn id="41" dur="500" fill="hold"/>
                                        <p:tgtEl>
                                          <p:spTgt spid="91"/>
                                        </p:tgtEl>
                                        <p:attrNameLst>
                                          <p:attrName>ppt_x</p:attrName>
                                        </p:attrNameLst>
                                      </p:cBhvr>
                                      <p:tavLst>
                                        <p:tav tm="0">
                                          <p:val>
                                            <p:strVal val="1+#ppt_w/2"/>
                                          </p:val>
                                        </p:tav>
                                        <p:tav tm="100000">
                                          <p:val>
                                            <p:strVal val="#ppt_x"/>
                                          </p:val>
                                        </p:tav>
                                      </p:tavLst>
                                    </p:anim>
                                    <p:anim calcmode="lin" valueType="num">
                                      <p:cBhvr additive="base">
                                        <p:cTn id="42"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38">
                                            <p:txEl>
                                              <p:pRg st="0" end="0"/>
                                            </p:txEl>
                                          </p:spTgt>
                                        </p:tgtEl>
                                        <p:attrNameLst>
                                          <p:attrName>style.visibility</p:attrName>
                                        </p:attrNameLst>
                                      </p:cBhvr>
                                      <p:to>
                                        <p:strVal val="visible"/>
                                      </p:to>
                                    </p:set>
                                    <p:animEffect transition="in" filter="box(out)">
                                      <p:cBhvr>
                                        <p:cTn id="47" dur="500"/>
                                        <p:tgtEl>
                                          <p:spTgt spid="3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39">
                                            <p:txEl>
                                              <p:pRg st="0" end="0"/>
                                            </p:txEl>
                                          </p:spTgt>
                                        </p:tgtEl>
                                        <p:attrNameLst>
                                          <p:attrName>style.visibility</p:attrName>
                                        </p:attrNameLst>
                                      </p:cBhvr>
                                      <p:to>
                                        <p:strVal val="visible"/>
                                      </p:to>
                                    </p:set>
                                    <p:animEffect transition="in" filter="box(out)">
                                      <p:cBhvr>
                                        <p:cTn id="52" dur="500"/>
                                        <p:tgtEl>
                                          <p:spTgt spid="39">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up)">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6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500"/>
                                        <p:tgtEl>
                                          <p:spTgt spid="4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wipe(up)">
                                      <p:cBhvr>
                                        <p:cTn id="71" dur="500"/>
                                        <p:tgtEl>
                                          <p:spTgt spid="40"/>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6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68"/>
                                        </p:tgtEl>
                                        <p:attrNameLst>
                                          <p:attrName>style.visibility</p:attrName>
                                        </p:attrNameLst>
                                      </p:cBhvr>
                                      <p:to>
                                        <p:strVal val="visible"/>
                                      </p:to>
                                    </p:set>
                                    <p:animEffect transition="in" filter="wipe(up)">
                                      <p:cBhvr>
                                        <p:cTn id="84" dur="500"/>
                                        <p:tgtEl>
                                          <p:spTgt spid="68"/>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67"/>
                                        </p:tgtEl>
                                        <p:attrNameLst>
                                          <p:attrName>style.visibility</p:attrName>
                                        </p:attrNameLst>
                                      </p:cBhvr>
                                      <p:to>
                                        <p:strVal val="visible"/>
                                      </p:to>
                                    </p:set>
                                    <p:animEffect transition="in" filter="wipe(up)">
                                      <p:cBhvr>
                                        <p:cTn id="93" dur="500"/>
                                        <p:tgtEl>
                                          <p:spTgt spid="67"/>
                                        </p:tgtEl>
                                      </p:cBhvr>
                                    </p:animEffect>
                                  </p:childTnLst>
                                </p:cTn>
                              </p:par>
                            </p:childTnLst>
                          </p:cTn>
                        </p:par>
                        <p:par>
                          <p:cTn id="94" fill="hold">
                            <p:stCondLst>
                              <p:cond delay="500"/>
                            </p:stCondLst>
                            <p:childTnLst>
                              <p:par>
                                <p:cTn id="95" presetID="22" presetClass="entr" presetSubtype="1" fill="hold" nodeType="afterEffect">
                                  <p:stCondLst>
                                    <p:cond delay="0"/>
                                  </p:stCondLst>
                                  <p:childTnLst>
                                    <p:set>
                                      <p:cBhvr>
                                        <p:cTn id="96" dur="1" fill="hold">
                                          <p:stCondLst>
                                            <p:cond delay="0"/>
                                          </p:stCondLst>
                                        </p:cTn>
                                        <p:tgtEl>
                                          <p:spTgt spid="66"/>
                                        </p:tgtEl>
                                        <p:attrNameLst>
                                          <p:attrName>style.visibility</p:attrName>
                                        </p:attrNameLst>
                                      </p:cBhvr>
                                      <p:to>
                                        <p:strVal val="visible"/>
                                      </p:to>
                                    </p:set>
                                    <p:animEffect transition="in" filter="wipe(up)">
                                      <p:cBhvr>
                                        <p:cTn id="97" dur="500"/>
                                        <p:tgtEl>
                                          <p:spTgt spid="66"/>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9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01"/>
                                        </p:tgtEl>
                                        <p:attrNameLst>
                                          <p:attrName>style.visibility</p:attrName>
                                        </p:attrNameLst>
                                      </p:cBhvr>
                                      <p:to>
                                        <p:strVal val="visible"/>
                                      </p:to>
                                    </p:set>
                                    <p:animEffect transition="in" filter="wipe(left)">
                                      <p:cBhvr>
                                        <p:cTn id="114" dur="2000"/>
                                        <p:tgtEl>
                                          <p:spTgt spid="101"/>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2" fill="hold" grpId="0" nodeType="clickEffect">
                                  <p:stCondLst>
                                    <p:cond delay="0"/>
                                  </p:stCondLst>
                                  <p:childTnLst>
                                    <p:set>
                                      <p:cBhvr>
                                        <p:cTn id="118" dur="1" fill="hold">
                                          <p:stCondLst>
                                            <p:cond delay="0"/>
                                          </p:stCondLst>
                                        </p:cTn>
                                        <p:tgtEl>
                                          <p:spTgt spid="102"/>
                                        </p:tgtEl>
                                        <p:attrNameLst>
                                          <p:attrName>style.visibility</p:attrName>
                                        </p:attrNameLst>
                                      </p:cBhvr>
                                      <p:to>
                                        <p:strVal val="visible"/>
                                      </p:to>
                                    </p:set>
                                    <p:anim calcmode="lin" valueType="num">
                                      <p:cBhvr additive="base">
                                        <p:cTn id="119" dur="500" fill="hold"/>
                                        <p:tgtEl>
                                          <p:spTgt spid="102"/>
                                        </p:tgtEl>
                                        <p:attrNameLst>
                                          <p:attrName>ppt_x</p:attrName>
                                        </p:attrNameLst>
                                      </p:cBhvr>
                                      <p:tavLst>
                                        <p:tav tm="0">
                                          <p:val>
                                            <p:strVal val="1+#ppt_w/2"/>
                                          </p:val>
                                        </p:tav>
                                        <p:tav tm="100000">
                                          <p:val>
                                            <p:strVal val="#ppt_x"/>
                                          </p:val>
                                        </p:tav>
                                      </p:tavLst>
                                    </p:anim>
                                    <p:anim calcmode="lin" valueType="num">
                                      <p:cBhvr additive="base">
                                        <p:cTn id="120" dur="500" fill="hold"/>
                                        <p:tgtEl>
                                          <p:spTgt spid="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p:bldP spid="306187" grpId="0" autoUpdateAnimBg="0"/>
      <p:bldP spid="38" grpId="0" build="p" autoUpdateAnimBg="0"/>
      <p:bldP spid="39" grpId="0" build="p" autoUpdateAnimBg="0"/>
      <p:bldP spid="64" grpId="0"/>
      <p:bldP spid="89" grpId="0"/>
      <p:bldP spid="2" grpId="0"/>
      <p:bldP spid="3" grpId="0"/>
      <p:bldP spid="91" grpId="0"/>
      <p:bldP spid="10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6182" name="Object 6">
            <a:extLst>
              <a:ext uri="{FF2B5EF4-FFF2-40B4-BE49-F238E27FC236}">
                <a16:creationId xmlns:a16="http://schemas.microsoft.com/office/drawing/2014/main" id="{EF2A1738-1181-4533-B47E-63A5337E02C7}"/>
              </a:ext>
            </a:extLst>
          </p:cNvPr>
          <p:cNvGraphicFramePr>
            <a:graphicFrameLocks noChangeAspect="1"/>
          </p:cNvGraphicFramePr>
          <p:nvPr>
            <p:extLst/>
          </p:nvPr>
        </p:nvGraphicFramePr>
        <p:xfrm>
          <a:off x="1591393" y="266145"/>
          <a:ext cx="2556025" cy="750066"/>
        </p:xfrm>
        <a:graphic>
          <a:graphicData uri="http://schemas.openxmlformats.org/presentationml/2006/ole">
            <mc:AlternateContent xmlns:mc="http://schemas.openxmlformats.org/markup-compatibility/2006">
              <mc:Choice xmlns:v="urn:schemas-microsoft-com:vml" Requires="v">
                <p:oleObj spid="_x0000_s160116" name="Equation" r:id="rId3" imgW="1549080" imgH="444240" progId="Equation.DSMT4">
                  <p:embed/>
                </p:oleObj>
              </mc:Choice>
              <mc:Fallback>
                <p:oleObj name="Equation" r:id="rId3" imgW="1549080" imgH="444240" progId="Equation.DSMT4">
                  <p:embed/>
                  <p:pic>
                    <p:nvPicPr>
                      <p:cNvPr id="306182" name="Object 6">
                        <a:extLst>
                          <a:ext uri="{FF2B5EF4-FFF2-40B4-BE49-F238E27FC236}">
                            <a16:creationId xmlns:a16="http://schemas.microsoft.com/office/drawing/2014/main" id="{EF2A1738-1181-4533-B47E-63A5337E02C7}"/>
                          </a:ext>
                        </a:extLst>
                      </p:cNvPr>
                      <p:cNvPicPr>
                        <a:picLocks noChangeAspect="1" noChangeArrowheads="1"/>
                      </p:cNvPicPr>
                      <p:nvPr/>
                    </p:nvPicPr>
                    <p:blipFill>
                      <a:blip r:embed="rId4"/>
                      <a:srcRect/>
                      <a:stretch>
                        <a:fillRect/>
                      </a:stretch>
                    </p:blipFill>
                    <p:spPr bwMode="auto">
                      <a:xfrm>
                        <a:off x="1591393" y="266145"/>
                        <a:ext cx="2556025" cy="750066"/>
                      </a:xfrm>
                      <a:prstGeom prst="rect">
                        <a:avLst/>
                      </a:prstGeom>
                      <a:noFill/>
                      <a:ln>
                        <a:noFill/>
                      </a:ln>
                      <a:effectLst/>
                      <a:extLst/>
                    </p:spPr>
                  </p:pic>
                </p:oleObj>
              </mc:Fallback>
            </mc:AlternateContent>
          </a:graphicData>
        </a:graphic>
      </p:graphicFrame>
      <p:grpSp>
        <p:nvGrpSpPr>
          <p:cNvPr id="2" name="组合 1">
            <a:extLst>
              <a:ext uri="{FF2B5EF4-FFF2-40B4-BE49-F238E27FC236}">
                <a16:creationId xmlns:a16="http://schemas.microsoft.com/office/drawing/2014/main" id="{0DC153B8-6EC1-4931-9595-555EC4D5C3BC}"/>
              </a:ext>
            </a:extLst>
          </p:cNvPr>
          <p:cNvGrpSpPr/>
          <p:nvPr/>
        </p:nvGrpSpPr>
        <p:grpSpPr>
          <a:xfrm>
            <a:off x="713205" y="1046989"/>
            <a:ext cx="8411007" cy="849088"/>
            <a:chOff x="713205" y="1046989"/>
            <a:chExt cx="8411007" cy="849088"/>
          </a:xfrm>
        </p:grpSpPr>
        <p:graphicFrame>
          <p:nvGraphicFramePr>
            <p:cNvPr id="306181" name="Object 5">
              <a:extLst>
                <a:ext uri="{FF2B5EF4-FFF2-40B4-BE49-F238E27FC236}">
                  <a16:creationId xmlns:a16="http://schemas.microsoft.com/office/drawing/2014/main" id="{AEF833F2-102A-46B1-8BE5-00D1A2ED7CC2}"/>
                </a:ext>
              </a:extLst>
            </p:cNvPr>
            <p:cNvGraphicFramePr>
              <a:graphicFrameLocks noChangeAspect="1"/>
            </p:cNvGraphicFramePr>
            <p:nvPr>
              <p:extLst/>
            </p:nvPr>
          </p:nvGraphicFramePr>
          <p:xfrm>
            <a:off x="713205" y="1046989"/>
            <a:ext cx="1933257" cy="849088"/>
          </p:xfrm>
          <a:graphic>
            <a:graphicData uri="http://schemas.openxmlformats.org/presentationml/2006/ole">
              <mc:AlternateContent xmlns:mc="http://schemas.openxmlformats.org/markup-compatibility/2006">
                <mc:Choice xmlns:v="urn:schemas-microsoft-com:vml" Requires="v">
                  <p:oleObj spid="_x0000_s160117" name="Equation" r:id="rId5" imgW="1473120" imgH="698400" progId="Equation.DSMT4">
                    <p:embed/>
                  </p:oleObj>
                </mc:Choice>
                <mc:Fallback>
                  <p:oleObj name="Equation" r:id="rId5" imgW="1473120" imgH="698400" progId="Equation.DSMT4">
                    <p:embed/>
                    <p:pic>
                      <p:nvPicPr>
                        <p:cNvPr id="306181" name="Object 5">
                          <a:extLst>
                            <a:ext uri="{FF2B5EF4-FFF2-40B4-BE49-F238E27FC236}">
                              <a16:creationId xmlns:a16="http://schemas.microsoft.com/office/drawing/2014/main" id="{AEF833F2-102A-46B1-8BE5-00D1A2ED7CC2}"/>
                            </a:ext>
                          </a:extLst>
                        </p:cNvPr>
                        <p:cNvPicPr>
                          <a:picLocks noChangeAspect="1" noChangeArrowheads="1"/>
                        </p:cNvPicPr>
                        <p:nvPr/>
                      </p:nvPicPr>
                      <p:blipFill>
                        <a:blip r:embed="rId6"/>
                        <a:srcRect/>
                        <a:stretch>
                          <a:fillRect/>
                        </a:stretch>
                      </p:blipFill>
                      <p:spPr bwMode="auto">
                        <a:xfrm>
                          <a:off x="713205" y="1046989"/>
                          <a:ext cx="1933257" cy="849088"/>
                        </a:xfrm>
                        <a:prstGeom prst="rect">
                          <a:avLst/>
                        </a:prstGeom>
                        <a:noFill/>
                        <a:ln>
                          <a:noFill/>
                        </a:ln>
                        <a:effectLst/>
                        <a:extLst/>
                      </p:spPr>
                    </p:pic>
                  </p:oleObj>
                </mc:Fallback>
              </mc:AlternateContent>
            </a:graphicData>
          </a:graphic>
        </p:graphicFrame>
        <p:sp>
          <p:nvSpPr>
            <p:cNvPr id="306185" name="Text Box 9">
              <a:hlinkClick r:id="" action="ppaction://hlinkshowjump?jump=nextslide"/>
              <a:extLst>
                <a:ext uri="{FF2B5EF4-FFF2-40B4-BE49-F238E27FC236}">
                  <a16:creationId xmlns:a16="http://schemas.microsoft.com/office/drawing/2014/main" id="{9EC5A317-6AB2-4990-BBD1-05B9B8F7DF06}"/>
                </a:ext>
              </a:extLst>
            </p:cNvPr>
            <p:cNvSpPr txBox="1">
              <a:spLocks noChangeArrowheads="1"/>
            </p:cNvSpPr>
            <p:nvPr/>
          </p:nvSpPr>
          <p:spPr bwMode="auto">
            <a:xfrm>
              <a:off x="2535195" y="1270630"/>
              <a:ext cx="6589017" cy="461665"/>
            </a:xfrm>
            <a:prstGeom prst="rect">
              <a:avLst/>
            </a:prstGeom>
            <a:noFill/>
            <a:ln>
              <a:noFill/>
            </a:ln>
            <a:effectLs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有两个共轭复根称欠阻尼，则响应形式为</a:t>
              </a:r>
            </a:p>
          </p:txBody>
        </p:sp>
      </p:grpSp>
      <p:graphicFrame>
        <p:nvGraphicFramePr>
          <p:cNvPr id="306186" name="Object 10">
            <a:extLst>
              <a:ext uri="{FF2B5EF4-FFF2-40B4-BE49-F238E27FC236}">
                <a16:creationId xmlns:a16="http://schemas.microsoft.com/office/drawing/2014/main" id="{EE9F7FD0-58C4-4C0D-B028-D8C8F9DFEF08}"/>
              </a:ext>
            </a:extLst>
          </p:cNvPr>
          <p:cNvGraphicFramePr>
            <a:graphicFrameLocks noChangeAspect="1"/>
          </p:cNvGraphicFramePr>
          <p:nvPr>
            <p:extLst/>
          </p:nvPr>
        </p:nvGraphicFramePr>
        <p:xfrm>
          <a:off x="4103539" y="307187"/>
          <a:ext cx="2556024" cy="760170"/>
        </p:xfrm>
        <a:graphic>
          <a:graphicData uri="http://schemas.openxmlformats.org/presentationml/2006/ole">
            <mc:AlternateContent xmlns:mc="http://schemas.openxmlformats.org/markup-compatibility/2006">
              <mc:Choice xmlns:v="urn:schemas-microsoft-com:vml" Requires="v">
                <p:oleObj spid="_x0000_s160118" name="公式" r:id="rId7" imgW="1647766" imgH="476426" progId="Equation.3">
                  <p:embed/>
                </p:oleObj>
              </mc:Choice>
              <mc:Fallback>
                <p:oleObj name="公式" r:id="rId7" imgW="1647766" imgH="476426" progId="Equation.3">
                  <p:embed/>
                  <p:pic>
                    <p:nvPicPr>
                      <p:cNvPr id="306186" name="Object 10">
                        <a:extLst>
                          <a:ext uri="{FF2B5EF4-FFF2-40B4-BE49-F238E27FC236}">
                            <a16:creationId xmlns:a16="http://schemas.microsoft.com/office/drawing/2014/main" id="{EE9F7FD0-58C4-4C0D-B028-D8C8F9DFEF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3539" y="307187"/>
                        <a:ext cx="2556024" cy="760170"/>
                      </a:xfrm>
                      <a:prstGeom prst="rect">
                        <a:avLst/>
                      </a:prstGeom>
                      <a:noFill/>
                      <a:ln>
                        <a:noFill/>
                      </a:ln>
                      <a:effectLst/>
                      <a:extLst/>
                    </p:spPr>
                  </p:pic>
                </p:oleObj>
              </mc:Fallback>
            </mc:AlternateContent>
          </a:graphicData>
        </a:graphic>
      </p:graphicFrame>
      <p:sp>
        <p:nvSpPr>
          <p:cNvPr id="306187" name="Text Box 11">
            <a:extLst>
              <a:ext uri="{FF2B5EF4-FFF2-40B4-BE49-F238E27FC236}">
                <a16:creationId xmlns:a16="http://schemas.microsoft.com/office/drawing/2014/main" id="{C1430390-7C60-4AE8-B0C7-8194B8777E59}"/>
              </a:ext>
            </a:extLst>
          </p:cNvPr>
          <p:cNvSpPr txBox="1">
            <a:spLocks noChangeArrowheads="1"/>
          </p:cNvSpPr>
          <p:nvPr/>
        </p:nvSpPr>
        <p:spPr bwMode="auto">
          <a:xfrm>
            <a:off x="253925" y="363608"/>
            <a:ext cx="1606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特征根：</a:t>
            </a:r>
          </a:p>
        </p:txBody>
      </p:sp>
      <p:graphicFrame>
        <p:nvGraphicFramePr>
          <p:cNvPr id="14" name="Object 7">
            <a:extLst>
              <a:ext uri="{FF2B5EF4-FFF2-40B4-BE49-F238E27FC236}">
                <a16:creationId xmlns:a16="http://schemas.microsoft.com/office/drawing/2014/main" id="{B21748AA-9E50-4258-BBC3-EF45A148A97A}"/>
              </a:ext>
            </a:extLst>
          </p:cNvPr>
          <p:cNvGraphicFramePr>
            <a:graphicFrameLocks noChangeAspect="1"/>
          </p:cNvGraphicFramePr>
          <p:nvPr>
            <p:extLst/>
          </p:nvPr>
        </p:nvGraphicFramePr>
        <p:xfrm>
          <a:off x="676578" y="1920066"/>
          <a:ext cx="3278908" cy="461665"/>
        </p:xfrm>
        <a:graphic>
          <a:graphicData uri="http://schemas.openxmlformats.org/presentationml/2006/ole">
            <mc:AlternateContent xmlns:mc="http://schemas.openxmlformats.org/markup-compatibility/2006">
              <mc:Choice xmlns:v="urn:schemas-microsoft-com:vml" Requires="v">
                <p:oleObj spid="_x0000_s160119" name="Equation" r:id="rId9" imgW="2387520" imgH="355320" progId="Equation.DSMT4">
                  <p:embed/>
                </p:oleObj>
              </mc:Choice>
              <mc:Fallback>
                <p:oleObj name="Equation" r:id="rId9" imgW="2387520" imgH="355320" progId="Equation.DSMT4">
                  <p:embed/>
                  <p:pic>
                    <p:nvPicPr>
                      <p:cNvPr id="14" name="Object 7">
                        <a:extLst>
                          <a:ext uri="{FF2B5EF4-FFF2-40B4-BE49-F238E27FC236}">
                            <a16:creationId xmlns:a16="http://schemas.microsoft.com/office/drawing/2014/main" id="{B21748AA-9E50-4258-BBC3-EF45A148A97A}"/>
                          </a:ext>
                        </a:extLst>
                      </p:cNvPr>
                      <p:cNvPicPr>
                        <a:picLocks noChangeAspect="1" noChangeArrowheads="1"/>
                      </p:cNvPicPr>
                      <p:nvPr/>
                    </p:nvPicPr>
                    <p:blipFill>
                      <a:blip r:embed="rId10"/>
                      <a:srcRect/>
                      <a:stretch>
                        <a:fillRect/>
                      </a:stretch>
                    </p:blipFill>
                    <p:spPr bwMode="auto">
                      <a:xfrm>
                        <a:off x="676578" y="1920066"/>
                        <a:ext cx="3278908" cy="461665"/>
                      </a:xfrm>
                      <a:prstGeom prst="rect">
                        <a:avLst/>
                      </a:prstGeom>
                      <a:solidFill>
                        <a:srgbClr val="FFFF99"/>
                      </a:solidFill>
                      <a:ln>
                        <a:solidFill>
                          <a:schemeClr val="accent1"/>
                        </a:solidFill>
                      </a:ln>
                      <a:effectLst/>
                    </p:spPr>
                  </p:pic>
                </p:oleObj>
              </mc:Fallback>
            </mc:AlternateContent>
          </a:graphicData>
        </a:graphic>
      </p:graphicFrame>
      <p:grpSp>
        <p:nvGrpSpPr>
          <p:cNvPr id="21" name="Group 6">
            <a:extLst>
              <a:ext uri="{FF2B5EF4-FFF2-40B4-BE49-F238E27FC236}">
                <a16:creationId xmlns:a16="http://schemas.microsoft.com/office/drawing/2014/main" id="{0C680B47-443E-4D83-880D-A63885C50A6B}"/>
              </a:ext>
            </a:extLst>
          </p:cNvPr>
          <p:cNvGrpSpPr>
            <a:grpSpLocks/>
          </p:cNvGrpSpPr>
          <p:nvPr/>
        </p:nvGrpSpPr>
        <p:grpSpPr bwMode="auto">
          <a:xfrm>
            <a:off x="35496" y="2348880"/>
            <a:ext cx="5585861" cy="3408363"/>
            <a:chOff x="919" y="1957"/>
            <a:chExt cx="3372" cy="2113"/>
          </a:xfrm>
        </p:grpSpPr>
        <p:sp>
          <p:nvSpPr>
            <p:cNvPr id="22" name="Text Box 7">
              <a:extLst>
                <a:ext uri="{FF2B5EF4-FFF2-40B4-BE49-F238E27FC236}">
                  <a16:creationId xmlns:a16="http://schemas.microsoft.com/office/drawing/2014/main" id="{E404E4BE-9C95-4A51-8953-8525F858366E}"/>
                </a:ext>
              </a:extLst>
            </p:cNvPr>
            <p:cNvSpPr txBox="1">
              <a:spLocks noChangeArrowheads="1"/>
            </p:cNvSpPr>
            <p:nvPr/>
          </p:nvSpPr>
          <p:spPr bwMode="auto">
            <a:xfrm>
              <a:off x="3792" y="3414"/>
              <a:ext cx="112"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23" name="Freeform 8">
              <a:extLst>
                <a:ext uri="{FF2B5EF4-FFF2-40B4-BE49-F238E27FC236}">
                  <a16:creationId xmlns:a16="http://schemas.microsoft.com/office/drawing/2014/main" id="{ED36FB68-42B6-42B4-8AC8-E5800A3C816F}"/>
                </a:ext>
              </a:extLst>
            </p:cNvPr>
            <p:cNvSpPr>
              <a:spLocks/>
            </p:cNvSpPr>
            <p:nvPr/>
          </p:nvSpPr>
          <p:spPr bwMode="auto">
            <a:xfrm>
              <a:off x="1198" y="2277"/>
              <a:ext cx="2727" cy="641"/>
            </a:xfrm>
            <a:custGeom>
              <a:avLst/>
              <a:gdLst>
                <a:gd name="T0" fmla="*/ 0 w 1958"/>
                <a:gd name="T1" fmla="*/ 0 h 653"/>
                <a:gd name="T2" fmla="*/ 745 w 1958"/>
                <a:gd name="T3" fmla="*/ 232 h 653"/>
                <a:gd name="T4" fmla="*/ 2327 w 1958"/>
                <a:gd name="T5" fmla="*/ 508 h 653"/>
                <a:gd name="T6" fmla="*/ 3798 w 1958"/>
                <a:gd name="T7" fmla="*/ 629 h 6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58" h="653">
                  <a:moveTo>
                    <a:pt x="0" y="0"/>
                  </a:moveTo>
                  <a:cubicBezTo>
                    <a:pt x="92" y="76"/>
                    <a:pt x="184" y="152"/>
                    <a:pt x="384" y="240"/>
                  </a:cubicBezTo>
                  <a:cubicBezTo>
                    <a:pt x="584" y="328"/>
                    <a:pt x="938" y="459"/>
                    <a:pt x="1200" y="528"/>
                  </a:cubicBezTo>
                  <a:cubicBezTo>
                    <a:pt x="1462" y="597"/>
                    <a:pt x="1800" y="627"/>
                    <a:pt x="1958" y="653"/>
                  </a:cubicBezTo>
                </a:path>
              </a:pathLst>
            </a:custGeom>
            <a:noFill/>
            <a:ln w="28575" cap="rnd" cmpd="sng">
              <a:solidFill>
                <a:srgbClr val="FF0000"/>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4" name="Freeform 9">
              <a:extLst>
                <a:ext uri="{FF2B5EF4-FFF2-40B4-BE49-F238E27FC236}">
                  <a16:creationId xmlns:a16="http://schemas.microsoft.com/office/drawing/2014/main" id="{70E7250E-076D-445A-A597-026FCBBBC18C}"/>
                </a:ext>
              </a:extLst>
            </p:cNvPr>
            <p:cNvSpPr>
              <a:spLocks/>
            </p:cNvSpPr>
            <p:nvPr/>
          </p:nvSpPr>
          <p:spPr bwMode="auto">
            <a:xfrm>
              <a:off x="1195" y="2323"/>
              <a:ext cx="2405" cy="1289"/>
            </a:xfrm>
            <a:custGeom>
              <a:avLst/>
              <a:gdLst>
                <a:gd name="T0" fmla="*/ 5 w 2405"/>
                <a:gd name="T1" fmla="*/ 0 h 1289"/>
                <a:gd name="T2" fmla="*/ 5 w 2405"/>
                <a:gd name="T3" fmla="*/ 5 h 1289"/>
                <a:gd name="T4" fmla="*/ 15 w 2405"/>
                <a:gd name="T5" fmla="*/ 5 h 1289"/>
                <a:gd name="T6" fmla="*/ 96 w 2405"/>
                <a:gd name="T7" fmla="*/ 24 h 1289"/>
                <a:gd name="T8" fmla="*/ 202 w 2405"/>
                <a:gd name="T9" fmla="*/ 144 h 1289"/>
                <a:gd name="T10" fmla="*/ 399 w 2405"/>
                <a:gd name="T11" fmla="*/ 516 h 1289"/>
                <a:gd name="T12" fmla="*/ 547 w 2405"/>
                <a:gd name="T13" fmla="*/ 877 h 1289"/>
                <a:gd name="T14" fmla="*/ 600 w 2405"/>
                <a:gd name="T15" fmla="*/ 985 h 1289"/>
                <a:gd name="T16" fmla="*/ 734 w 2405"/>
                <a:gd name="T17" fmla="*/ 1174 h 1289"/>
                <a:gd name="T18" fmla="*/ 936 w 2405"/>
                <a:gd name="T19" fmla="*/ 1287 h 1289"/>
                <a:gd name="T20" fmla="*/ 1121 w 2405"/>
                <a:gd name="T21" fmla="*/ 1189 h 1289"/>
                <a:gd name="T22" fmla="*/ 1242 w 2405"/>
                <a:gd name="T23" fmla="*/ 1068 h 1289"/>
                <a:gd name="T24" fmla="*/ 1469 w 2405"/>
                <a:gd name="T25" fmla="*/ 755 h 1289"/>
                <a:gd name="T26" fmla="*/ 1657 w 2405"/>
                <a:gd name="T27" fmla="*/ 581 h 1289"/>
                <a:gd name="T28" fmla="*/ 1853 w 2405"/>
                <a:gd name="T29" fmla="*/ 504 h 1289"/>
                <a:gd name="T30" fmla="*/ 2138 w 2405"/>
                <a:gd name="T31" fmla="*/ 635 h 1289"/>
                <a:gd name="T32" fmla="*/ 2271 w 2405"/>
                <a:gd name="T33" fmla="*/ 755 h 1289"/>
                <a:gd name="T34" fmla="*/ 2405 w 2405"/>
                <a:gd name="T35" fmla="*/ 875 h 1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05" h="1289">
                  <a:moveTo>
                    <a:pt x="5" y="0"/>
                  </a:moveTo>
                  <a:cubicBezTo>
                    <a:pt x="5" y="1"/>
                    <a:pt x="3" y="4"/>
                    <a:pt x="5" y="5"/>
                  </a:cubicBezTo>
                  <a:cubicBezTo>
                    <a:pt x="7" y="6"/>
                    <a:pt x="0" y="2"/>
                    <a:pt x="15" y="5"/>
                  </a:cubicBezTo>
                  <a:cubicBezTo>
                    <a:pt x="30" y="8"/>
                    <a:pt x="65" y="1"/>
                    <a:pt x="96" y="24"/>
                  </a:cubicBezTo>
                  <a:cubicBezTo>
                    <a:pt x="127" y="47"/>
                    <a:pt x="152" y="62"/>
                    <a:pt x="202" y="144"/>
                  </a:cubicBezTo>
                  <a:cubicBezTo>
                    <a:pt x="252" y="226"/>
                    <a:pt x="342" y="394"/>
                    <a:pt x="399" y="516"/>
                  </a:cubicBezTo>
                  <a:cubicBezTo>
                    <a:pt x="456" y="638"/>
                    <a:pt x="513" y="799"/>
                    <a:pt x="547" y="877"/>
                  </a:cubicBezTo>
                  <a:cubicBezTo>
                    <a:pt x="580" y="956"/>
                    <a:pt x="569" y="935"/>
                    <a:pt x="600" y="985"/>
                  </a:cubicBezTo>
                  <a:cubicBezTo>
                    <a:pt x="630" y="1035"/>
                    <a:pt x="678" y="1124"/>
                    <a:pt x="734" y="1174"/>
                  </a:cubicBezTo>
                  <a:cubicBezTo>
                    <a:pt x="790" y="1224"/>
                    <a:pt x="872" y="1285"/>
                    <a:pt x="936" y="1287"/>
                  </a:cubicBezTo>
                  <a:cubicBezTo>
                    <a:pt x="1000" y="1289"/>
                    <a:pt x="1070" y="1225"/>
                    <a:pt x="1121" y="1189"/>
                  </a:cubicBezTo>
                  <a:cubicBezTo>
                    <a:pt x="1172" y="1153"/>
                    <a:pt x="1183" y="1141"/>
                    <a:pt x="1242" y="1068"/>
                  </a:cubicBezTo>
                  <a:cubicBezTo>
                    <a:pt x="1300" y="996"/>
                    <a:pt x="1399" y="836"/>
                    <a:pt x="1469" y="755"/>
                  </a:cubicBezTo>
                  <a:cubicBezTo>
                    <a:pt x="1539" y="675"/>
                    <a:pt x="1593" y="623"/>
                    <a:pt x="1657" y="581"/>
                  </a:cubicBezTo>
                  <a:cubicBezTo>
                    <a:pt x="1721" y="539"/>
                    <a:pt x="1773" y="495"/>
                    <a:pt x="1853" y="504"/>
                  </a:cubicBezTo>
                  <a:cubicBezTo>
                    <a:pt x="1933" y="513"/>
                    <a:pt x="2068" y="593"/>
                    <a:pt x="2138" y="635"/>
                  </a:cubicBezTo>
                  <a:cubicBezTo>
                    <a:pt x="2208" y="677"/>
                    <a:pt x="2227" y="716"/>
                    <a:pt x="2271" y="755"/>
                  </a:cubicBezTo>
                  <a:cubicBezTo>
                    <a:pt x="2316" y="795"/>
                    <a:pt x="2360" y="835"/>
                    <a:pt x="2405" y="875"/>
                  </a:cubicBezTo>
                </a:path>
              </a:pathLst>
            </a:custGeom>
            <a:noFill/>
            <a:ln w="28575" cap="flat" cmpd="sng">
              <a:solidFill>
                <a:srgbClr val="33CC33"/>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5" name="Freeform 10">
              <a:extLst>
                <a:ext uri="{FF2B5EF4-FFF2-40B4-BE49-F238E27FC236}">
                  <a16:creationId xmlns:a16="http://schemas.microsoft.com/office/drawing/2014/main" id="{D17FEF05-566C-450B-BDD5-C53AE54A0BE0}"/>
                </a:ext>
              </a:extLst>
            </p:cNvPr>
            <p:cNvSpPr>
              <a:spLocks/>
            </p:cNvSpPr>
            <p:nvPr/>
          </p:nvSpPr>
          <p:spPr bwMode="auto">
            <a:xfrm>
              <a:off x="1238" y="3319"/>
              <a:ext cx="2875" cy="659"/>
            </a:xfrm>
            <a:custGeom>
              <a:avLst/>
              <a:gdLst>
                <a:gd name="T0" fmla="*/ 0 w 2064"/>
                <a:gd name="T1" fmla="*/ 646 h 672"/>
                <a:gd name="T2" fmla="*/ 839 w 2064"/>
                <a:gd name="T3" fmla="*/ 370 h 672"/>
                <a:gd name="T4" fmla="*/ 1862 w 2064"/>
                <a:gd name="T5" fmla="*/ 184 h 672"/>
                <a:gd name="T6" fmla="*/ 3073 w 2064"/>
                <a:gd name="T7" fmla="*/ 46 h 672"/>
                <a:gd name="T8" fmla="*/ 4005 w 2064"/>
                <a:gd name="T9" fmla="*/ 0 h 6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4" h="672">
                  <a:moveTo>
                    <a:pt x="0" y="672"/>
                  </a:moveTo>
                  <a:cubicBezTo>
                    <a:pt x="136" y="568"/>
                    <a:pt x="272" y="464"/>
                    <a:pt x="432" y="384"/>
                  </a:cubicBezTo>
                  <a:cubicBezTo>
                    <a:pt x="592" y="304"/>
                    <a:pt x="768" y="248"/>
                    <a:pt x="960" y="192"/>
                  </a:cubicBezTo>
                  <a:cubicBezTo>
                    <a:pt x="1152" y="136"/>
                    <a:pt x="1400" y="80"/>
                    <a:pt x="1584" y="48"/>
                  </a:cubicBezTo>
                  <a:cubicBezTo>
                    <a:pt x="1768" y="16"/>
                    <a:pt x="1916" y="8"/>
                    <a:pt x="2064" y="0"/>
                  </a:cubicBezTo>
                </a:path>
              </a:pathLst>
            </a:custGeom>
            <a:noFill/>
            <a:ln w="28575" cap="rnd" cmpd="sng">
              <a:solidFill>
                <a:srgbClr val="FF0000"/>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6" name="Line 11">
              <a:extLst>
                <a:ext uri="{FF2B5EF4-FFF2-40B4-BE49-F238E27FC236}">
                  <a16:creationId xmlns:a16="http://schemas.microsoft.com/office/drawing/2014/main" id="{1D30B43E-740E-47CB-B0C4-9A24C7BF14DD}"/>
                </a:ext>
              </a:extLst>
            </p:cNvPr>
            <p:cNvSpPr>
              <a:spLocks noChangeShapeType="1"/>
            </p:cNvSpPr>
            <p:nvPr/>
          </p:nvSpPr>
          <p:spPr bwMode="auto">
            <a:xfrm>
              <a:off x="997" y="3081"/>
              <a:ext cx="3277"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7" name="Line 12">
              <a:extLst>
                <a:ext uri="{FF2B5EF4-FFF2-40B4-BE49-F238E27FC236}">
                  <a16:creationId xmlns:a16="http://schemas.microsoft.com/office/drawing/2014/main" id="{A1505D84-F23C-4106-A1AB-7B808BEC9F48}"/>
                </a:ext>
              </a:extLst>
            </p:cNvPr>
            <p:cNvSpPr>
              <a:spLocks noChangeShapeType="1"/>
            </p:cNvSpPr>
            <p:nvPr/>
          </p:nvSpPr>
          <p:spPr bwMode="auto">
            <a:xfrm>
              <a:off x="1198" y="2140"/>
              <a:ext cx="0" cy="1930"/>
            </a:xfrm>
            <a:prstGeom prst="line">
              <a:avLst/>
            </a:prstGeom>
            <a:noFill/>
            <a:ln w="2857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28" name="Text Box 13">
              <a:extLst>
                <a:ext uri="{FF2B5EF4-FFF2-40B4-BE49-F238E27FC236}">
                  <a16:creationId xmlns:a16="http://schemas.microsoft.com/office/drawing/2014/main" id="{15361567-B5BF-4711-8ED9-A80DEA4C9446}"/>
                </a:ext>
              </a:extLst>
            </p:cNvPr>
            <p:cNvSpPr txBox="1">
              <a:spLocks noChangeArrowheads="1"/>
            </p:cNvSpPr>
            <p:nvPr/>
          </p:nvSpPr>
          <p:spPr bwMode="auto">
            <a:xfrm>
              <a:off x="3945" y="3051"/>
              <a:ext cx="34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ω</a:t>
              </a:r>
              <a:r>
                <a:rPr kumimoji="1" lang="en-US" altLang="zh-CN" sz="2000" b="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t</a:t>
              </a:r>
              <a:endPar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 name="Text Box 14">
              <a:extLst>
                <a:ext uri="{FF2B5EF4-FFF2-40B4-BE49-F238E27FC236}">
                  <a16:creationId xmlns:a16="http://schemas.microsoft.com/office/drawing/2014/main" id="{49F0870F-58FA-4FB0-B19F-0CB92586CDC2}"/>
                </a:ext>
              </a:extLst>
            </p:cNvPr>
            <p:cNvSpPr txBox="1">
              <a:spLocks noChangeArrowheads="1"/>
            </p:cNvSpPr>
            <p:nvPr/>
          </p:nvSpPr>
          <p:spPr bwMode="auto">
            <a:xfrm>
              <a:off x="1540" y="2999"/>
              <a:ext cx="360"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0" name="Text Box 15">
              <a:extLst>
                <a:ext uri="{FF2B5EF4-FFF2-40B4-BE49-F238E27FC236}">
                  <a16:creationId xmlns:a16="http://schemas.microsoft.com/office/drawing/2014/main" id="{09624A80-658B-4406-BD35-83B7C25C76BD}"/>
                </a:ext>
              </a:extLst>
            </p:cNvPr>
            <p:cNvSpPr txBox="1">
              <a:spLocks noChangeArrowheads="1"/>
            </p:cNvSpPr>
            <p:nvPr/>
          </p:nvSpPr>
          <p:spPr bwMode="auto">
            <a:xfrm>
              <a:off x="2417" y="2999"/>
              <a:ext cx="438"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r>
                <a:rPr kumimoji="1" lang="en-US"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1" name="Text Box 16">
              <a:extLst>
                <a:ext uri="{FF2B5EF4-FFF2-40B4-BE49-F238E27FC236}">
                  <a16:creationId xmlns:a16="http://schemas.microsoft.com/office/drawing/2014/main" id="{406BB6EF-BA61-4987-99F2-18AAC398A856}"/>
                </a:ext>
              </a:extLst>
            </p:cNvPr>
            <p:cNvSpPr txBox="1">
              <a:spLocks noChangeArrowheads="1"/>
            </p:cNvSpPr>
            <p:nvPr/>
          </p:nvSpPr>
          <p:spPr bwMode="auto">
            <a:xfrm>
              <a:off x="2944" y="2999"/>
              <a:ext cx="274"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2</a:t>
              </a:r>
            </a:p>
          </p:txBody>
        </p:sp>
        <p:sp>
          <p:nvSpPr>
            <p:cNvPr id="32" name="Text Box 17">
              <a:extLst>
                <a:ext uri="{FF2B5EF4-FFF2-40B4-BE49-F238E27FC236}">
                  <a16:creationId xmlns:a16="http://schemas.microsoft.com/office/drawing/2014/main" id="{9997F374-0E8D-4E86-8F83-B185D5BD9A9B}"/>
                </a:ext>
              </a:extLst>
            </p:cNvPr>
            <p:cNvSpPr txBox="1">
              <a:spLocks noChangeArrowheads="1"/>
            </p:cNvSpPr>
            <p:nvPr/>
          </p:nvSpPr>
          <p:spPr bwMode="auto">
            <a:xfrm>
              <a:off x="2083" y="2999"/>
              <a:ext cx="197"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3" name="Text Box 18">
              <a:extLst>
                <a:ext uri="{FF2B5EF4-FFF2-40B4-BE49-F238E27FC236}">
                  <a16:creationId xmlns:a16="http://schemas.microsoft.com/office/drawing/2014/main" id="{CE1E65DE-DC4F-4B11-A3A0-8E096A49C592}"/>
                </a:ext>
              </a:extLst>
            </p:cNvPr>
            <p:cNvSpPr txBox="1">
              <a:spLocks noChangeArrowheads="1"/>
            </p:cNvSpPr>
            <p:nvPr/>
          </p:nvSpPr>
          <p:spPr bwMode="auto">
            <a:xfrm>
              <a:off x="1195" y="3112"/>
              <a:ext cx="222" cy="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O</a:t>
              </a:r>
            </a:p>
          </p:txBody>
        </p:sp>
        <p:sp>
          <p:nvSpPr>
            <p:cNvPr id="34" name="Line 19">
              <a:extLst>
                <a:ext uri="{FF2B5EF4-FFF2-40B4-BE49-F238E27FC236}">
                  <a16:creationId xmlns:a16="http://schemas.microsoft.com/office/drawing/2014/main" id="{07420CFC-C97A-44A0-AB8C-7B048E4BD15C}"/>
                </a:ext>
              </a:extLst>
            </p:cNvPr>
            <p:cNvSpPr>
              <a:spLocks noChangeShapeType="1"/>
            </p:cNvSpPr>
            <p:nvPr/>
          </p:nvSpPr>
          <p:spPr bwMode="auto">
            <a:xfrm flipH="1">
              <a:off x="2093" y="2780"/>
              <a:ext cx="4" cy="832"/>
            </a:xfrm>
            <a:prstGeom prst="line">
              <a:avLst/>
            </a:prstGeom>
            <a:noFill/>
            <a:ln w="38100" cap="rnd">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35" name="Text Box 20">
              <a:extLst>
                <a:ext uri="{FF2B5EF4-FFF2-40B4-BE49-F238E27FC236}">
                  <a16:creationId xmlns:a16="http://schemas.microsoft.com/office/drawing/2014/main" id="{E28883F5-6BCE-4EEF-8135-1C179FDDECCF}"/>
                </a:ext>
              </a:extLst>
            </p:cNvPr>
            <p:cNvSpPr txBox="1">
              <a:spLocks noChangeArrowheads="1"/>
            </p:cNvSpPr>
            <p:nvPr/>
          </p:nvSpPr>
          <p:spPr bwMode="auto">
            <a:xfrm>
              <a:off x="919" y="2245"/>
              <a:ext cx="275"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a:t>
              </a:r>
              <a:r>
                <a:rPr kumimoji="1" lang="en-US" altLang="zh-CN" sz="2000" b="1" i="0"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0</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 name="Text Box 21">
              <a:extLst>
                <a:ext uri="{FF2B5EF4-FFF2-40B4-BE49-F238E27FC236}">
                  <a16:creationId xmlns:a16="http://schemas.microsoft.com/office/drawing/2014/main" id="{CEE88CC5-6A7F-402A-BAE3-87F7D46B8F25}"/>
                </a:ext>
              </a:extLst>
            </p:cNvPr>
            <p:cNvSpPr txBox="1">
              <a:spLocks noChangeArrowheads="1"/>
            </p:cNvSpPr>
            <p:nvPr/>
          </p:nvSpPr>
          <p:spPr bwMode="auto">
            <a:xfrm>
              <a:off x="1238" y="1957"/>
              <a:ext cx="266"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u</a:t>
              </a:r>
              <a:r>
                <a:rPr kumimoji="1" lang="en-US" altLang="zh-CN" sz="20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 name="Line 22">
              <a:extLst>
                <a:ext uri="{FF2B5EF4-FFF2-40B4-BE49-F238E27FC236}">
                  <a16:creationId xmlns:a16="http://schemas.microsoft.com/office/drawing/2014/main" id="{8E46BFBD-2772-45B8-B7F0-653E6DD4A86B}"/>
                </a:ext>
              </a:extLst>
            </p:cNvPr>
            <p:cNvSpPr>
              <a:spLocks noChangeShapeType="1"/>
            </p:cNvSpPr>
            <p:nvPr/>
          </p:nvSpPr>
          <p:spPr bwMode="auto">
            <a:xfrm>
              <a:off x="3058" y="2827"/>
              <a:ext cx="0" cy="254"/>
            </a:xfrm>
            <a:prstGeom prst="line">
              <a:avLst/>
            </a:prstGeom>
            <a:noFill/>
            <a:ln w="38100" cap="rnd">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14" name="Text Box 21">
              <a:extLst>
                <a:ext uri="{FF2B5EF4-FFF2-40B4-BE49-F238E27FC236}">
                  <a16:creationId xmlns:a16="http://schemas.microsoft.com/office/drawing/2014/main" id="{3BA95A78-F51A-4323-A54F-7A6EBAB9C895}"/>
                </a:ext>
              </a:extLst>
            </p:cNvPr>
            <p:cNvSpPr txBox="1">
              <a:spLocks noChangeArrowheads="1"/>
            </p:cNvSpPr>
            <p:nvPr/>
          </p:nvSpPr>
          <p:spPr bwMode="auto">
            <a:xfrm>
              <a:off x="1219" y="2392"/>
              <a:ext cx="266" cy="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u</a:t>
              </a:r>
              <a:r>
                <a:rPr kumimoji="1" lang="en-US" altLang="zh-CN" sz="2000" b="1" i="1"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1"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8" name="Text Box 23">
            <a:extLst>
              <a:ext uri="{FF2B5EF4-FFF2-40B4-BE49-F238E27FC236}">
                <a16:creationId xmlns:a16="http://schemas.microsoft.com/office/drawing/2014/main" id="{11B029E4-E367-4CC5-8DFD-D90EFF85C013}"/>
              </a:ext>
            </a:extLst>
          </p:cNvPr>
          <p:cNvSpPr txBox="1">
            <a:spLocks noChangeArrowheads="1"/>
          </p:cNvSpPr>
          <p:nvPr/>
        </p:nvSpPr>
        <p:spPr bwMode="auto">
          <a:xfrm>
            <a:off x="828684" y="4171179"/>
            <a:ext cx="325730" cy="40011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bg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9" name="Freeform 24">
            <a:extLst>
              <a:ext uri="{FF2B5EF4-FFF2-40B4-BE49-F238E27FC236}">
                <a16:creationId xmlns:a16="http://schemas.microsoft.com/office/drawing/2014/main" id="{42E4DA05-E6A0-4AC0-9D2C-736CD20C07F4}"/>
              </a:ext>
            </a:extLst>
          </p:cNvPr>
          <p:cNvSpPr>
            <a:spLocks/>
          </p:cNvSpPr>
          <p:nvPr/>
        </p:nvSpPr>
        <p:spPr bwMode="auto">
          <a:xfrm>
            <a:off x="456184" y="3676030"/>
            <a:ext cx="4349750" cy="836613"/>
          </a:xfrm>
          <a:custGeom>
            <a:avLst/>
            <a:gdLst>
              <a:gd name="T0" fmla="*/ 0 w 2740"/>
              <a:gd name="T1" fmla="*/ 720765118 h 527"/>
              <a:gd name="T2" fmla="*/ 302418750 w 2740"/>
              <a:gd name="T3" fmla="*/ 345262406 h 527"/>
              <a:gd name="T4" fmla="*/ 567035950 w 2740"/>
              <a:gd name="T5" fmla="*/ 128528839 h 527"/>
              <a:gd name="T6" fmla="*/ 869454700 w 2740"/>
              <a:gd name="T7" fmla="*/ 7561267 h 527"/>
              <a:gd name="T8" fmla="*/ 1572577500 w 2740"/>
              <a:gd name="T9" fmla="*/ 176411043 h 527"/>
              <a:gd name="T10" fmla="*/ 2091729688 w 2740"/>
              <a:gd name="T11" fmla="*/ 514112182 h 527"/>
              <a:gd name="T12" fmla="*/ 2147483646 w 2740"/>
              <a:gd name="T13" fmla="*/ 781248904 h 527"/>
              <a:gd name="T14" fmla="*/ 2147483646 w 2740"/>
              <a:gd name="T15" fmla="*/ 889616482 h 527"/>
              <a:gd name="T16" fmla="*/ 2147483646 w 2740"/>
              <a:gd name="T17" fmla="*/ 1010584054 h 527"/>
              <a:gd name="T18" fmla="*/ 2147483646 w 2740"/>
              <a:gd name="T19" fmla="*/ 1179433830 h 527"/>
              <a:gd name="T20" fmla="*/ 2147483646 w 2740"/>
              <a:gd name="T21" fmla="*/ 1323083616 h 527"/>
              <a:gd name="T22" fmla="*/ 2147483646 w 2740"/>
              <a:gd name="T23" fmla="*/ 1212196674 h 527"/>
              <a:gd name="T24" fmla="*/ 2147483646 w 2740"/>
              <a:gd name="T25" fmla="*/ 1088708151 h 527"/>
              <a:gd name="T26" fmla="*/ 2147483646 w 2740"/>
              <a:gd name="T27" fmla="*/ 761087642 h 527"/>
              <a:gd name="T28" fmla="*/ 2147483646 w 2740"/>
              <a:gd name="T29" fmla="*/ 579636284 h 527"/>
              <a:gd name="T30" fmla="*/ 2147483646 w 2740"/>
              <a:gd name="T31" fmla="*/ 483870289 h 527"/>
              <a:gd name="T32" fmla="*/ 2147483646 w 2740"/>
              <a:gd name="T33" fmla="*/ 637600706 h 527"/>
              <a:gd name="T34" fmla="*/ 2147483646 w 2740"/>
              <a:gd name="T35" fmla="*/ 761087642 h 527"/>
              <a:gd name="T36" fmla="*/ 2147483646 w 2740"/>
              <a:gd name="T37" fmla="*/ 884576166 h 5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40" h="527">
                <a:moveTo>
                  <a:pt x="0" y="286"/>
                </a:moveTo>
                <a:cubicBezTo>
                  <a:pt x="20" y="261"/>
                  <a:pt x="83" y="176"/>
                  <a:pt x="120" y="137"/>
                </a:cubicBezTo>
                <a:cubicBezTo>
                  <a:pt x="157" y="98"/>
                  <a:pt x="187" y="73"/>
                  <a:pt x="225" y="51"/>
                </a:cubicBezTo>
                <a:cubicBezTo>
                  <a:pt x="263" y="29"/>
                  <a:pt x="279" y="0"/>
                  <a:pt x="345" y="3"/>
                </a:cubicBezTo>
                <a:cubicBezTo>
                  <a:pt x="411" y="6"/>
                  <a:pt x="543" y="37"/>
                  <a:pt x="624" y="70"/>
                </a:cubicBezTo>
                <a:cubicBezTo>
                  <a:pt x="705" y="103"/>
                  <a:pt x="775" y="164"/>
                  <a:pt x="830" y="204"/>
                </a:cubicBezTo>
                <a:cubicBezTo>
                  <a:pt x="885" y="244"/>
                  <a:pt x="927" y="285"/>
                  <a:pt x="955" y="310"/>
                </a:cubicBezTo>
                <a:cubicBezTo>
                  <a:pt x="983" y="335"/>
                  <a:pt x="984" y="338"/>
                  <a:pt x="998" y="353"/>
                </a:cubicBezTo>
                <a:cubicBezTo>
                  <a:pt x="1012" y="368"/>
                  <a:pt x="1015" y="382"/>
                  <a:pt x="1041" y="401"/>
                </a:cubicBezTo>
                <a:cubicBezTo>
                  <a:pt x="1067" y="420"/>
                  <a:pt x="1109" y="447"/>
                  <a:pt x="1157" y="468"/>
                </a:cubicBezTo>
                <a:cubicBezTo>
                  <a:pt x="1205" y="489"/>
                  <a:pt x="1271" y="523"/>
                  <a:pt x="1329" y="525"/>
                </a:cubicBezTo>
                <a:cubicBezTo>
                  <a:pt x="1387" y="527"/>
                  <a:pt x="1459" y="497"/>
                  <a:pt x="1508" y="481"/>
                </a:cubicBezTo>
                <a:cubicBezTo>
                  <a:pt x="1558" y="466"/>
                  <a:pt x="1569" y="461"/>
                  <a:pt x="1624" y="432"/>
                </a:cubicBezTo>
                <a:cubicBezTo>
                  <a:pt x="1680" y="402"/>
                  <a:pt x="1775" y="336"/>
                  <a:pt x="1842" y="302"/>
                </a:cubicBezTo>
                <a:cubicBezTo>
                  <a:pt x="1909" y="269"/>
                  <a:pt x="1962" y="249"/>
                  <a:pt x="2023" y="230"/>
                </a:cubicBezTo>
                <a:cubicBezTo>
                  <a:pt x="2083" y="212"/>
                  <a:pt x="2125" y="188"/>
                  <a:pt x="2202" y="192"/>
                </a:cubicBezTo>
                <a:cubicBezTo>
                  <a:pt x="2278" y="195"/>
                  <a:pt x="2415" y="234"/>
                  <a:pt x="2483" y="253"/>
                </a:cubicBezTo>
                <a:cubicBezTo>
                  <a:pt x="2552" y="271"/>
                  <a:pt x="2569" y="286"/>
                  <a:pt x="2612" y="302"/>
                </a:cubicBezTo>
                <a:cubicBezTo>
                  <a:pt x="2654" y="319"/>
                  <a:pt x="2698" y="335"/>
                  <a:pt x="2740" y="351"/>
                </a:cubicBezTo>
              </a:path>
            </a:pathLst>
          </a:custGeom>
          <a:noFill/>
          <a:ln w="28575" cap="flat" cmpd="sng">
            <a:solidFill>
              <a:srgbClr val="0000CC"/>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0" name="Line 25">
            <a:extLst>
              <a:ext uri="{FF2B5EF4-FFF2-40B4-BE49-F238E27FC236}">
                <a16:creationId xmlns:a16="http://schemas.microsoft.com/office/drawing/2014/main" id="{3EA030DF-083B-48DA-8FA9-B6403DCC5167}"/>
              </a:ext>
            </a:extLst>
          </p:cNvPr>
          <p:cNvSpPr>
            <a:spLocks noChangeShapeType="1"/>
          </p:cNvSpPr>
          <p:nvPr/>
        </p:nvSpPr>
        <p:spPr bwMode="auto">
          <a:xfrm>
            <a:off x="1027733" y="3673160"/>
            <a:ext cx="15875" cy="498475"/>
          </a:xfrm>
          <a:prstGeom prst="line">
            <a:avLst/>
          </a:prstGeom>
          <a:noFill/>
          <a:ln w="38100" cap="rnd">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1" name="Text Box 26">
            <a:extLst>
              <a:ext uri="{FF2B5EF4-FFF2-40B4-BE49-F238E27FC236}">
                <a16:creationId xmlns:a16="http://schemas.microsoft.com/office/drawing/2014/main" id="{BEE0EACC-0179-49F4-8261-B8F661AF9036}"/>
              </a:ext>
            </a:extLst>
          </p:cNvPr>
          <p:cNvSpPr txBox="1">
            <a:spLocks noChangeArrowheads="1"/>
          </p:cNvSpPr>
          <p:nvPr/>
        </p:nvSpPr>
        <p:spPr bwMode="auto">
          <a:xfrm>
            <a:off x="1368996" y="3504580"/>
            <a:ext cx="369012"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000" b="1" i="1" u="none" strike="noStrike" kern="120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Text Box 3">
            <a:extLst>
              <a:ext uri="{FF2B5EF4-FFF2-40B4-BE49-F238E27FC236}">
                <a16:creationId xmlns:a16="http://schemas.microsoft.com/office/drawing/2014/main" id="{F033DFC6-210A-4A60-A848-DB4C16022187}"/>
              </a:ext>
            </a:extLst>
          </p:cNvPr>
          <p:cNvSpPr txBox="1">
            <a:spLocks noChangeArrowheads="1"/>
          </p:cNvSpPr>
          <p:nvPr/>
        </p:nvSpPr>
        <p:spPr bwMode="auto">
          <a:xfrm>
            <a:off x="4541111" y="2649580"/>
            <a:ext cx="131318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0 &lt;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&lt;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p>
        </p:txBody>
      </p:sp>
      <p:sp>
        <p:nvSpPr>
          <p:cNvPr id="43" name="Text Box 4">
            <a:extLst>
              <a:ext uri="{FF2B5EF4-FFF2-40B4-BE49-F238E27FC236}">
                <a16:creationId xmlns:a16="http://schemas.microsoft.com/office/drawing/2014/main" id="{BC8B9B6E-98A7-4465-BEA5-0984B2F13D5C}"/>
              </a:ext>
            </a:extLst>
          </p:cNvPr>
          <p:cNvSpPr txBox="1">
            <a:spLocks noChangeArrowheads="1"/>
          </p:cNvSpPr>
          <p:nvPr/>
        </p:nvSpPr>
        <p:spPr bwMode="auto">
          <a:xfrm>
            <a:off x="6743435" y="1800109"/>
            <a:ext cx="1736268"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&lt; </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t</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&lt; </a:t>
            </a:r>
            <a:r>
              <a:rPr kumimoji="1"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44" name="Text Box 5">
            <a:extLst>
              <a:ext uri="{FF2B5EF4-FFF2-40B4-BE49-F238E27FC236}">
                <a16:creationId xmlns:a16="http://schemas.microsoft.com/office/drawing/2014/main" id="{FE5109D7-154F-4962-B31D-2453D8843B1C}"/>
              </a:ext>
            </a:extLst>
          </p:cNvPr>
          <p:cNvSpPr txBox="1">
            <a:spLocks noChangeArrowheads="1"/>
          </p:cNvSpPr>
          <p:nvPr/>
        </p:nvSpPr>
        <p:spPr bwMode="auto">
          <a:xfrm>
            <a:off x="6929022" y="3524875"/>
            <a:ext cx="1661032"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&lt; </a:t>
            </a: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t</a:t>
            </a: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&lt;  </a:t>
            </a:r>
          </a:p>
        </p:txBody>
      </p:sp>
      <p:sp>
        <p:nvSpPr>
          <p:cNvPr id="45" name="AutoShape 33">
            <a:extLst>
              <a:ext uri="{FF2B5EF4-FFF2-40B4-BE49-F238E27FC236}">
                <a16:creationId xmlns:a16="http://schemas.microsoft.com/office/drawing/2014/main" id="{0077F763-1928-4650-8C23-CF607CF05E65}"/>
              </a:ext>
            </a:extLst>
          </p:cNvPr>
          <p:cNvSpPr>
            <a:spLocks noChangeArrowheads="1"/>
          </p:cNvSpPr>
          <p:nvPr/>
        </p:nvSpPr>
        <p:spPr bwMode="auto">
          <a:xfrm rot="16200000" flipH="1">
            <a:off x="7657400" y="2517924"/>
            <a:ext cx="426586" cy="588049"/>
          </a:xfrm>
          <a:custGeom>
            <a:avLst/>
            <a:gdLst>
              <a:gd name="T0" fmla="*/ 18142050 w 21600"/>
              <a:gd name="T1" fmla="*/ 0 h 21600"/>
              <a:gd name="T2" fmla="*/ 12235708 w 21600"/>
              <a:gd name="T3" fmla="*/ 3476622 h 21600"/>
              <a:gd name="T4" fmla="*/ 0 w 21600"/>
              <a:gd name="T5" fmla="*/ 11062757 h 21600"/>
              <a:gd name="T6" fmla="*/ 9613771 w 21600"/>
              <a:gd name="T7" fmla="*/ 11724420 h 21600"/>
              <a:gd name="T8" fmla="*/ 19227542 w 21600"/>
              <a:gd name="T9" fmla="*/ 8036648 h 21600"/>
              <a:gd name="T10" fmla="*/ 24048358 w 21600"/>
              <a:gd name="T11" fmla="*/ 3476622 h 21600"/>
              <a:gd name="T12" fmla="*/ 17694720 60000 65536"/>
              <a:gd name="T13" fmla="*/ 11796480 60000 65536"/>
              <a:gd name="T14" fmla="*/ 11796480 60000 65536"/>
              <a:gd name="T15" fmla="*/ 5898240 60000 65536"/>
              <a:gd name="T16" fmla="*/ 0 60000 65536"/>
              <a:gd name="T17" fmla="*/ 0 60000 65536"/>
              <a:gd name="T18" fmla="*/ 0 w 21600"/>
              <a:gd name="T19" fmla="*/ 19161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95" y="0"/>
                </a:moveTo>
                <a:lnTo>
                  <a:pt x="10990" y="6405"/>
                </a:lnTo>
                <a:lnTo>
                  <a:pt x="15320" y="6405"/>
                </a:lnTo>
                <a:lnTo>
                  <a:pt x="15320" y="19161"/>
                </a:lnTo>
                <a:lnTo>
                  <a:pt x="0" y="19161"/>
                </a:lnTo>
                <a:lnTo>
                  <a:pt x="0" y="21600"/>
                </a:lnTo>
                <a:lnTo>
                  <a:pt x="17270" y="21600"/>
                </a:lnTo>
                <a:lnTo>
                  <a:pt x="17270" y="6405"/>
                </a:lnTo>
                <a:lnTo>
                  <a:pt x="21600" y="6405"/>
                </a:lnTo>
                <a:lnTo>
                  <a:pt x="16295"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6" name="AutoShape 34">
            <a:extLst>
              <a:ext uri="{FF2B5EF4-FFF2-40B4-BE49-F238E27FC236}">
                <a16:creationId xmlns:a16="http://schemas.microsoft.com/office/drawing/2014/main" id="{51ADB44A-D253-49AD-92C6-2F44C69A96CA}"/>
              </a:ext>
            </a:extLst>
          </p:cNvPr>
          <p:cNvSpPr>
            <a:spLocks noChangeArrowheads="1"/>
          </p:cNvSpPr>
          <p:nvPr/>
        </p:nvSpPr>
        <p:spPr bwMode="auto">
          <a:xfrm flipV="1">
            <a:off x="7090074" y="2354190"/>
            <a:ext cx="503359" cy="383716"/>
          </a:xfrm>
          <a:custGeom>
            <a:avLst/>
            <a:gdLst>
              <a:gd name="T0" fmla="*/ 18142050 w 21600"/>
              <a:gd name="T1" fmla="*/ 0 h 21600"/>
              <a:gd name="T2" fmla="*/ 12235708 w 21600"/>
              <a:gd name="T3" fmla="*/ 3476622 h 21600"/>
              <a:gd name="T4" fmla="*/ 0 w 21600"/>
              <a:gd name="T5" fmla="*/ 11062757 h 21600"/>
              <a:gd name="T6" fmla="*/ 9613771 w 21600"/>
              <a:gd name="T7" fmla="*/ 11724420 h 21600"/>
              <a:gd name="T8" fmla="*/ 19227542 w 21600"/>
              <a:gd name="T9" fmla="*/ 8036648 h 21600"/>
              <a:gd name="T10" fmla="*/ 24048358 w 21600"/>
              <a:gd name="T11" fmla="*/ 3476622 h 21600"/>
              <a:gd name="T12" fmla="*/ 17694720 60000 65536"/>
              <a:gd name="T13" fmla="*/ 11796480 60000 65536"/>
              <a:gd name="T14" fmla="*/ 11796480 60000 65536"/>
              <a:gd name="T15" fmla="*/ 5898240 60000 65536"/>
              <a:gd name="T16" fmla="*/ 0 60000 65536"/>
              <a:gd name="T17" fmla="*/ 0 60000 65536"/>
              <a:gd name="T18" fmla="*/ 0 w 21600"/>
              <a:gd name="T19" fmla="*/ 19161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95" y="0"/>
                </a:moveTo>
                <a:lnTo>
                  <a:pt x="10990" y="6405"/>
                </a:lnTo>
                <a:lnTo>
                  <a:pt x="15320" y="6405"/>
                </a:lnTo>
                <a:lnTo>
                  <a:pt x="15320" y="19161"/>
                </a:lnTo>
                <a:lnTo>
                  <a:pt x="0" y="19161"/>
                </a:lnTo>
                <a:lnTo>
                  <a:pt x="0" y="21600"/>
                </a:lnTo>
                <a:lnTo>
                  <a:pt x="17270" y="21600"/>
                </a:lnTo>
                <a:lnTo>
                  <a:pt x="17270" y="6405"/>
                </a:lnTo>
                <a:lnTo>
                  <a:pt x="21600" y="6405"/>
                </a:lnTo>
                <a:lnTo>
                  <a:pt x="16295"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7" name="AutoShape 35">
            <a:extLst>
              <a:ext uri="{FF2B5EF4-FFF2-40B4-BE49-F238E27FC236}">
                <a16:creationId xmlns:a16="http://schemas.microsoft.com/office/drawing/2014/main" id="{E2BEFDCD-3DA4-4D5A-A849-FFA89852F45B}"/>
              </a:ext>
            </a:extLst>
          </p:cNvPr>
          <p:cNvSpPr>
            <a:spLocks noChangeArrowheads="1"/>
          </p:cNvSpPr>
          <p:nvPr/>
        </p:nvSpPr>
        <p:spPr bwMode="auto">
          <a:xfrm flipV="1">
            <a:off x="4872884" y="2470364"/>
            <a:ext cx="414824" cy="313962"/>
          </a:xfrm>
          <a:custGeom>
            <a:avLst/>
            <a:gdLst>
              <a:gd name="T0" fmla="*/ 18063003 w 21600"/>
              <a:gd name="T1" fmla="*/ 0 h 21600"/>
              <a:gd name="T2" fmla="*/ 12076515 w 21600"/>
              <a:gd name="T3" fmla="*/ 3476622 h 21600"/>
              <a:gd name="T4" fmla="*/ 0 w 21600"/>
              <a:gd name="T5" fmla="*/ 11014437 h 21600"/>
              <a:gd name="T6" fmla="*/ 9613771 w 21600"/>
              <a:gd name="T7" fmla="*/ 11724420 h 21600"/>
              <a:gd name="T8" fmla="*/ 19227542 w 21600"/>
              <a:gd name="T9" fmla="*/ 8036648 h 21600"/>
              <a:gd name="T10" fmla="*/ 24048358 w 21600"/>
              <a:gd name="T11" fmla="*/ 3476622 h 21600"/>
              <a:gd name="T12" fmla="*/ 17694720 60000 65536"/>
              <a:gd name="T13" fmla="*/ 11796480 60000 65536"/>
              <a:gd name="T14" fmla="*/ 11796480 60000 65536"/>
              <a:gd name="T15" fmla="*/ 5898240 60000 65536"/>
              <a:gd name="T16" fmla="*/ 0 60000 65536"/>
              <a:gd name="T17" fmla="*/ 0 60000 65536"/>
              <a:gd name="T18" fmla="*/ 0 w 21600"/>
              <a:gd name="T19" fmla="*/ 18982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24" y="0"/>
                </a:moveTo>
                <a:lnTo>
                  <a:pt x="10847" y="6405"/>
                </a:lnTo>
                <a:lnTo>
                  <a:pt x="15177" y="6405"/>
                </a:lnTo>
                <a:lnTo>
                  <a:pt x="15177" y="18982"/>
                </a:lnTo>
                <a:lnTo>
                  <a:pt x="0" y="18982"/>
                </a:lnTo>
                <a:lnTo>
                  <a:pt x="0" y="21600"/>
                </a:lnTo>
                <a:lnTo>
                  <a:pt x="17270" y="21600"/>
                </a:lnTo>
                <a:lnTo>
                  <a:pt x="17270" y="6405"/>
                </a:lnTo>
                <a:lnTo>
                  <a:pt x="21600" y="6405"/>
                </a:lnTo>
                <a:lnTo>
                  <a:pt x="16224"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8" name="AutoShape 36">
            <a:extLst>
              <a:ext uri="{FF2B5EF4-FFF2-40B4-BE49-F238E27FC236}">
                <a16:creationId xmlns:a16="http://schemas.microsoft.com/office/drawing/2014/main" id="{FB669230-7E1E-45D5-AEB6-13D8F62D5DE8}"/>
              </a:ext>
            </a:extLst>
          </p:cNvPr>
          <p:cNvSpPr>
            <a:spLocks noChangeArrowheads="1"/>
          </p:cNvSpPr>
          <p:nvPr/>
        </p:nvSpPr>
        <p:spPr bwMode="auto">
          <a:xfrm>
            <a:off x="4805934" y="2229050"/>
            <a:ext cx="807056" cy="109044"/>
          </a:xfrm>
          <a:prstGeom prst="rightArrow">
            <a:avLst>
              <a:gd name="adj1" fmla="val 50000"/>
              <a:gd name="adj2" fmla="val 203652"/>
            </a:avLst>
          </a:prstGeom>
          <a:solidFill>
            <a:srgbClr val="00CC66"/>
          </a:solidFill>
          <a:ln>
            <a:noFill/>
          </a:ln>
          <a:effectLst/>
          <a:extLst>
            <a:ext uri="{91240B29-F687-4F45-9708-019B960494DF}">
              <a14:hiddenLine xmlns:a14="http://schemas.microsoft.com/office/drawing/2010/main" w="9525" algn="ctr">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49" name="AutoShape 37">
            <a:extLst>
              <a:ext uri="{FF2B5EF4-FFF2-40B4-BE49-F238E27FC236}">
                <a16:creationId xmlns:a16="http://schemas.microsoft.com/office/drawing/2014/main" id="{B7640A9C-7894-4D68-9466-C2F8A0BE876A}"/>
              </a:ext>
            </a:extLst>
          </p:cNvPr>
          <p:cNvSpPr>
            <a:spLocks noChangeArrowheads="1"/>
          </p:cNvSpPr>
          <p:nvPr/>
        </p:nvSpPr>
        <p:spPr bwMode="auto">
          <a:xfrm flipH="1">
            <a:off x="7185299" y="3954152"/>
            <a:ext cx="1079500" cy="144463"/>
          </a:xfrm>
          <a:prstGeom prst="rightArrow">
            <a:avLst>
              <a:gd name="adj1" fmla="val 50000"/>
              <a:gd name="adj2" fmla="val 186813"/>
            </a:avLst>
          </a:prstGeom>
          <a:solidFill>
            <a:srgbClr val="00CC66"/>
          </a:solidFill>
          <a:ln>
            <a:noFill/>
          </a:ln>
          <a:effectLst/>
          <a:extLst>
            <a:ext uri="{91240B29-F687-4F45-9708-019B960494DF}">
              <a14:hiddenLine xmlns:a14="http://schemas.microsoft.com/office/drawing/2010/main" w="9525" algn="ctr">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0" name="AutoShape 38">
            <a:extLst>
              <a:ext uri="{FF2B5EF4-FFF2-40B4-BE49-F238E27FC236}">
                <a16:creationId xmlns:a16="http://schemas.microsoft.com/office/drawing/2014/main" id="{80E9E712-2247-4EB4-B354-063D117EB305}"/>
              </a:ext>
            </a:extLst>
          </p:cNvPr>
          <p:cNvSpPr>
            <a:spLocks noChangeArrowheads="1"/>
          </p:cNvSpPr>
          <p:nvPr/>
        </p:nvSpPr>
        <p:spPr bwMode="auto">
          <a:xfrm flipH="1" flipV="1">
            <a:off x="7504259" y="4169882"/>
            <a:ext cx="792162" cy="503238"/>
          </a:xfrm>
          <a:custGeom>
            <a:avLst/>
            <a:gdLst>
              <a:gd name="T0" fmla="*/ 21821203 w 21600"/>
              <a:gd name="T1" fmla="*/ 0 h 21600"/>
              <a:gd name="T2" fmla="*/ 14589167 w 21600"/>
              <a:gd name="T3" fmla="*/ 3476629 h 21600"/>
              <a:gd name="T4" fmla="*/ 0 w 21600"/>
              <a:gd name="T5" fmla="*/ 11014482 h 21600"/>
              <a:gd name="T6" fmla="*/ 11614012 w 21600"/>
              <a:gd name="T7" fmla="*/ 11724467 h 21600"/>
              <a:gd name="T8" fmla="*/ 23228060 w 21600"/>
              <a:gd name="T9" fmla="*/ 8036688 h 21600"/>
              <a:gd name="T10" fmla="*/ 29051881 w 21600"/>
              <a:gd name="T11" fmla="*/ 3476629 h 21600"/>
              <a:gd name="T12" fmla="*/ 17694720 60000 65536"/>
              <a:gd name="T13" fmla="*/ 11796480 60000 65536"/>
              <a:gd name="T14" fmla="*/ 11796480 60000 65536"/>
              <a:gd name="T15" fmla="*/ 5898240 60000 65536"/>
              <a:gd name="T16" fmla="*/ 0 60000 65536"/>
              <a:gd name="T17" fmla="*/ 0 60000 65536"/>
              <a:gd name="T18" fmla="*/ 0 w 21600"/>
              <a:gd name="T19" fmla="*/ 18982 h 21600"/>
              <a:gd name="T20" fmla="*/ 1727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24" y="0"/>
                </a:moveTo>
                <a:lnTo>
                  <a:pt x="10847" y="6405"/>
                </a:lnTo>
                <a:lnTo>
                  <a:pt x="15177" y="6405"/>
                </a:lnTo>
                <a:lnTo>
                  <a:pt x="15177" y="18982"/>
                </a:lnTo>
                <a:lnTo>
                  <a:pt x="0" y="18982"/>
                </a:lnTo>
                <a:lnTo>
                  <a:pt x="0" y="21600"/>
                </a:lnTo>
                <a:lnTo>
                  <a:pt x="17270" y="21600"/>
                </a:lnTo>
                <a:lnTo>
                  <a:pt x="17270" y="6405"/>
                </a:lnTo>
                <a:lnTo>
                  <a:pt x="21600" y="6405"/>
                </a:lnTo>
                <a:lnTo>
                  <a:pt x="16224" y="0"/>
                </a:lnTo>
                <a:close/>
              </a:path>
            </a:pathLst>
          </a:custGeom>
          <a:solidFill>
            <a:srgbClr val="00CC66"/>
          </a:solidFill>
          <a:ln>
            <a:noFill/>
          </a:ln>
          <a:effectLst/>
          <a:extLst>
            <a:ext uri="{91240B29-F687-4F45-9708-019B960494DF}">
              <a14:hiddenLine xmlns:a14="http://schemas.microsoft.com/office/drawing/2010/main" w="9525">
                <a:solidFill>
                  <a:srgbClr val="00CC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51" name="Group 42">
            <a:extLst>
              <a:ext uri="{FF2B5EF4-FFF2-40B4-BE49-F238E27FC236}">
                <a16:creationId xmlns:a16="http://schemas.microsoft.com/office/drawing/2014/main" id="{47C3C0B7-31B8-488B-936B-BA8D2D900B89}"/>
              </a:ext>
            </a:extLst>
          </p:cNvPr>
          <p:cNvGrpSpPr>
            <a:grpSpLocks/>
          </p:cNvGrpSpPr>
          <p:nvPr/>
        </p:nvGrpSpPr>
        <p:grpSpPr bwMode="auto">
          <a:xfrm>
            <a:off x="4340437" y="1921975"/>
            <a:ext cx="1851172" cy="1480446"/>
            <a:chOff x="249" y="2387"/>
            <a:chExt cx="1687" cy="1192"/>
          </a:xfrm>
        </p:grpSpPr>
        <p:sp>
          <p:nvSpPr>
            <p:cNvPr id="52" name="Line 43">
              <a:extLst>
                <a:ext uri="{FF2B5EF4-FFF2-40B4-BE49-F238E27FC236}">
                  <a16:creationId xmlns:a16="http://schemas.microsoft.com/office/drawing/2014/main" id="{0CED607E-BABA-4810-8A22-73E301D48E70}"/>
                </a:ext>
              </a:extLst>
            </p:cNvPr>
            <p:cNvSpPr>
              <a:spLocks noChangeShapeType="1"/>
            </p:cNvSpPr>
            <p:nvPr/>
          </p:nvSpPr>
          <p:spPr bwMode="auto">
            <a:xfrm>
              <a:off x="1691" y="2387"/>
              <a:ext cx="1" cy="2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3" name="Line 44">
              <a:extLst>
                <a:ext uri="{FF2B5EF4-FFF2-40B4-BE49-F238E27FC236}">
                  <a16:creationId xmlns:a16="http://schemas.microsoft.com/office/drawing/2014/main" id="{9805EFB0-5FF8-424B-85E6-E9F529B3F93A}"/>
                </a:ext>
              </a:extLst>
            </p:cNvPr>
            <p:cNvSpPr>
              <a:spLocks noChangeShapeType="1"/>
            </p:cNvSpPr>
            <p:nvPr/>
          </p:nvSpPr>
          <p:spPr bwMode="auto">
            <a:xfrm>
              <a:off x="1694" y="3067"/>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4" name="Line 45">
              <a:extLst>
                <a:ext uri="{FF2B5EF4-FFF2-40B4-BE49-F238E27FC236}">
                  <a16:creationId xmlns:a16="http://schemas.microsoft.com/office/drawing/2014/main" id="{4C0F871F-3D2F-47EA-941C-CDC0EEF65F1C}"/>
                </a:ext>
              </a:extLst>
            </p:cNvPr>
            <p:cNvSpPr>
              <a:spLocks noChangeShapeType="1"/>
            </p:cNvSpPr>
            <p:nvPr/>
          </p:nvSpPr>
          <p:spPr bwMode="auto">
            <a:xfrm>
              <a:off x="371" y="3340"/>
              <a:ext cx="13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5" name="Line 46">
              <a:extLst>
                <a:ext uri="{FF2B5EF4-FFF2-40B4-BE49-F238E27FC236}">
                  <a16:creationId xmlns:a16="http://schemas.microsoft.com/office/drawing/2014/main" id="{1678E0D2-EB7C-4DEC-8C73-510DB6C38966}"/>
                </a:ext>
              </a:extLst>
            </p:cNvPr>
            <p:cNvSpPr>
              <a:spLocks noChangeShapeType="1"/>
            </p:cNvSpPr>
            <p:nvPr/>
          </p:nvSpPr>
          <p:spPr bwMode="auto">
            <a:xfrm>
              <a:off x="371" y="2387"/>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6" name="Line 47">
              <a:extLst>
                <a:ext uri="{FF2B5EF4-FFF2-40B4-BE49-F238E27FC236}">
                  <a16:creationId xmlns:a16="http://schemas.microsoft.com/office/drawing/2014/main" id="{1C111572-13CB-4AEF-BF7B-4B38ECA042F1}"/>
                </a:ext>
              </a:extLst>
            </p:cNvPr>
            <p:cNvSpPr>
              <a:spLocks noChangeShapeType="1"/>
            </p:cNvSpPr>
            <p:nvPr/>
          </p:nvSpPr>
          <p:spPr bwMode="auto">
            <a:xfrm flipH="1">
              <a:off x="371" y="2886"/>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57" name="Rectangle 48">
              <a:extLst>
                <a:ext uri="{FF2B5EF4-FFF2-40B4-BE49-F238E27FC236}">
                  <a16:creationId xmlns:a16="http://schemas.microsoft.com/office/drawing/2014/main" id="{573CFA35-B05E-49BF-A990-77FCA4042BC3}"/>
                </a:ext>
              </a:extLst>
            </p:cNvPr>
            <p:cNvSpPr>
              <a:spLocks noChangeArrowheads="1"/>
            </p:cNvSpPr>
            <p:nvPr/>
          </p:nvSpPr>
          <p:spPr bwMode="auto">
            <a:xfrm>
              <a:off x="1837" y="2704"/>
              <a:ext cx="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 name="Rectangle 49">
              <a:extLst>
                <a:ext uri="{FF2B5EF4-FFF2-40B4-BE49-F238E27FC236}">
                  <a16:creationId xmlns:a16="http://schemas.microsoft.com/office/drawing/2014/main" id="{C4209376-8C5B-40DF-81BA-00AC02AB3D3F}"/>
                </a:ext>
              </a:extLst>
            </p:cNvPr>
            <p:cNvSpPr>
              <a:spLocks noChangeArrowheads="1"/>
            </p:cNvSpPr>
            <p:nvPr/>
          </p:nvSpPr>
          <p:spPr bwMode="auto">
            <a:xfrm>
              <a:off x="536" y="2705"/>
              <a:ext cx="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 name="Rectangle 50">
              <a:extLst>
                <a:ext uri="{FF2B5EF4-FFF2-40B4-BE49-F238E27FC236}">
                  <a16:creationId xmlns:a16="http://schemas.microsoft.com/office/drawing/2014/main" id="{FB404A3D-D085-42F1-AA24-67A5C57DCAA8}"/>
                </a:ext>
              </a:extLst>
            </p:cNvPr>
            <p:cNvSpPr>
              <a:spLocks noChangeArrowheads="1"/>
            </p:cNvSpPr>
            <p:nvPr/>
          </p:nvSpPr>
          <p:spPr bwMode="auto">
            <a:xfrm>
              <a:off x="434" y="2477"/>
              <a:ext cx="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60" name="Rectangle 51">
              <a:extLst>
                <a:ext uri="{FF2B5EF4-FFF2-40B4-BE49-F238E27FC236}">
                  <a16:creationId xmlns:a16="http://schemas.microsoft.com/office/drawing/2014/main" id="{C7DC118D-2BD4-413B-8457-70F38E778ECC}"/>
                </a:ext>
              </a:extLst>
            </p:cNvPr>
            <p:cNvSpPr>
              <a:spLocks noChangeArrowheads="1"/>
            </p:cNvSpPr>
            <p:nvPr/>
          </p:nvSpPr>
          <p:spPr bwMode="auto">
            <a:xfrm>
              <a:off x="389" y="2931"/>
              <a:ext cx="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61" name="Line 52">
              <a:extLst>
                <a:ext uri="{FF2B5EF4-FFF2-40B4-BE49-F238E27FC236}">
                  <a16:creationId xmlns:a16="http://schemas.microsoft.com/office/drawing/2014/main" id="{FE0EBDAA-3577-45E9-BA84-D2537D0C46A7}"/>
                </a:ext>
              </a:extLst>
            </p:cNvPr>
            <p:cNvSpPr>
              <a:spLocks noChangeShapeType="1"/>
            </p:cNvSpPr>
            <p:nvPr/>
          </p:nvSpPr>
          <p:spPr bwMode="auto">
            <a:xfrm>
              <a:off x="371" y="2387"/>
              <a:ext cx="1311"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62" name="Group 53">
              <a:extLst>
                <a:ext uri="{FF2B5EF4-FFF2-40B4-BE49-F238E27FC236}">
                  <a16:creationId xmlns:a16="http://schemas.microsoft.com/office/drawing/2014/main" id="{DD7C8D2C-7981-4EE7-984F-A0C7D022CA06}"/>
                </a:ext>
              </a:extLst>
            </p:cNvPr>
            <p:cNvGrpSpPr>
              <a:grpSpLocks/>
            </p:cNvGrpSpPr>
            <p:nvPr/>
          </p:nvGrpSpPr>
          <p:grpSpPr bwMode="auto">
            <a:xfrm>
              <a:off x="249" y="2795"/>
              <a:ext cx="216" cy="90"/>
              <a:chOff x="4604" y="2478"/>
              <a:chExt cx="240" cy="90"/>
            </a:xfrm>
          </p:grpSpPr>
          <p:sp>
            <p:nvSpPr>
              <p:cNvPr id="70" name="Line 54">
                <a:extLst>
                  <a:ext uri="{FF2B5EF4-FFF2-40B4-BE49-F238E27FC236}">
                    <a16:creationId xmlns:a16="http://schemas.microsoft.com/office/drawing/2014/main" id="{E3271479-EE98-4508-9084-3D4051808FEB}"/>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1" name="Line 55">
                <a:extLst>
                  <a:ext uri="{FF2B5EF4-FFF2-40B4-BE49-F238E27FC236}">
                    <a16:creationId xmlns:a16="http://schemas.microsoft.com/office/drawing/2014/main" id="{3332729C-BA17-4B7D-847C-6EB035A45BEC}"/>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63" name="Group 56">
              <a:extLst>
                <a:ext uri="{FF2B5EF4-FFF2-40B4-BE49-F238E27FC236}">
                  <a16:creationId xmlns:a16="http://schemas.microsoft.com/office/drawing/2014/main" id="{EF1A9D8A-923E-4220-8E6A-D6B0432B3939}"/>
                </a:ext>
              </a:extLst>
            </p:cNvPr>
            <p:cNvGrpSpPr>
              <a:grpSpLocks/>
            </p:cNvGrpSpPr>
            <p:nvPr/>
          </p:nvGrpSpPr>
          <p:grpSpPr bwMode="auto">
            <a:xfrm rot="10800000">
              <a:off x="1684" y="2684"/>
              <a:ext cx="90" cy="363"/>
              <a:chOff x="1565" y="2614"/>
              <a:chExt cx="90" cy="486"/>
            </a:xfrm>
          </p:grpSpPr>
          <p:sp>
            <p:nvSpPr>
              <p:cNvPr id="66" name="Arc 57">
                <a:extLst>
                  <a:ext uri="{FF2B5EF4-FFF2-40B4-BE49-F238E27FC236}">
                    <a16:creationId xmlns:a16="http://schemas.microsoft.com/office/drawing/2014/main" id="{1274F20A-0C43-4D07-83AF-7636BDDD3FC1}"/>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7" name="Arc 58">
                <a:extLst>
                  <a:ext uri="{FF2B5EF4-FFF2-40B4-BE49-F238E27FC236}">
                    <a16:creationId xmlns:a16="http://schemas.microsoft.com/office/drawing/2014/main" id="{8B70B210-B096-49BF-8DB8-8CCDC36C4399}"/>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8" name="Arc 59">
                <a:extLst>
                  <a:ext uri="{FF2B5EF4-FFF2-40B4-BE49-F238E27FC236}">
                    <a16:creationId xmlns:a16="http://schemas.microsoft.com/office/drawing/2014/main" id="{7FF85EC9-0B59-40DA-B4A0-D6C3D6C248FE}"/>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9" name="Arc 60">
                <a:extLst>
                  <a:ext uri="{FF2B5EF4-FFF2-40B4-BE49-F238E27FC236}">
                    <a16:creationId xmlns:a16="http://schemas.microsoft.com/office/drawing/2014/main" id="{27D64485-5E6F-487D-BA76-F16539F11FD7}"/>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64" name="Rectangle 61">
              <a:extLst>
                <a:ext uri="{FF2B5EF4-FFF2-40B4-BE49-F238E27FC236}">
                  <a16:creationId xmlns:a16="http://schemas.microsoft.com/office/drawing/2014/main" id="{F6F4DD3E-7036-44F4-870F-5CAAC5969CA6}"/>
                </a:ext>
              </a:extLst>
            </p:cNvPr>
            <p:cNvSpPr>
              <a:spLocks noChangeArrowheads="1"/>
            </p:cNvSpPr>
            <p:nvPr/>
          </p:nvSpPr>
          <p:spPr bwMode="auto">
            <a:xfrm>
              <a:off x="839" y="3269"/>
              <a:ext cx="317" cy="136"/>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65" name="Rectangle 62">
              <a:extLst>
                <a:ext uri="{FF2B5EF4-FFF2-40B4-BE49-F238E27FC236}">
                  <a16:creationId xmlns:a16="http://schemas.microsoft.com/office/drawing/2014/main" id="{4D54253D-A06A-46EB-9559-1115DDBCD40F}"/>
                </a:ext>
              </a:extLst>
            </p:cNvPr>
            <p:cNvSpPr>
              <a:spLocks noChangeArrowheads="1"/>
            </p:cNvSpPr>
            <p:nvPr/>
          </p:nvSpPr>
          <p:spPr bwMode="auto">
            <a:xfrm>
              <a:off x="884" y="3385"/>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72" name="Group 63">
            <a:extLst>
              <a:ext uri="{FF2B5EF4-FFF2-40B4-BE49-F238E27FC236}">
                <a16:creationId xmlns:a16="http://schemas.microsoft.com/office/drawing/2014/main" id="{84C4782D-794A-4398-831D-FB42AC159656}"/>
              </a:ext>
            </a:extLst>
          </p:cNvPr>
          <p:cNvGrpSpPr>
            <a:grpSpLocks/>
          </p:cNvGrpSpPr>
          <p:nvPr/>
        </p:nvGrpSpPr>
        <p:grpSpPr bwMode="auto">
          <a:xfrm>
            <a:off x="6546164" y="1866925"/>
            <a:ext cx="1981631" cy="1501190"/>
            <a:chOff x="249" y="2387"/>
            <a:chExt cx="1687" cy="1192"/>
          </a:xfrm>
        </p:grpSpPr>
        <p:sp>
          <p:nvSpPr>
            <p:cNvPr id="73" name="Line 64">
              <a:extLst>
                <a:ext uri="{FF2B5EF4-FFF2-40B4-BE49-F238E27FC236}">
                  <a16:creationId xmlns:a16="http://schemas.microsoft.com/office/drawing/2014/main" id="{274B5EA1-A242-42BE-9F43-C316A325E682}"/>
                </a:ext>
              </a:extLst>
            </p:cNvPr>
            <p:cNvSpPr>
              <a:spLocks noChangeShapeType="1"/>
            </p:cNvSpPr>
            <p:nvPr/>
          </p:nvSpPr>
          <p:spPr bwMode="auto">
            <a:xfrm>
              <a:off x="1691" y="2387"/>
              <a:ext cx="1" cy="2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4" name="Line 65">
              <a:extLst>
                <a:ext uri="{FF2B5EF4-FFF2-40B4-BE49-F238E27FC236}">
                  <a16:creationId xmlns:a16="http://schemas.microsoft.com/office/drawing/2014/main" id="{AF5E6F74-1B86-4E78-98C1-CD6BE882E5CD}"/>
                </a:ext>
              </a:extLst>
            </p:cNvPr>
            <p:cNvSpPr>
              <a:spLocks noChangeShapeType="1"/>
            </p:cNvSpPr>
            <p:nvPr/>
          </p:nvSpPr>
          <p:spPr bwMode="auto">
            <a:xfrm>
              <a:off x="1694" y="3067"/>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5" name="Line 66">
              <a:extLst>
                <a:ext uri="{FF2B5EF4-FFF2-40B4-BE49-F238E27FC236}">
                  <a16:creationId xmlns:a16="http://schemas.microsoft.com/office/drawing/2014/main" id="{3DD259F9-75E9-4E20-8A1A-CD455B9BB733}"/>
                </a:ext>
              </a:extLst>
            </p:cNvPr>
            <p:cNvSpPr>
              <a:spLocks noChangeShapeType="1"/>
            </p:cNvSpPr>
            <p:nvPr/>
          </p:nvSpPr>
          <p:spPr bwMode="auto">
            <a:xfrm>
              <a:off x="371" y="3340"/>
              <a:ext cx="13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6" name="Line 67">
              <a:extLst>
                <a:ext uri="{FF2B5EF4-FFF2-40B4-BE49-F238E27FC236}">
                  <a16:creationId xmlns:a16="http://schemas.microsoft.com/office/drawing/2014/main" id="{45F3E387-70F5-4FB6-A3E2-6C44C3F97182}"/>
                </a:ext>
              </a:extLst>
            </p:cNvPr>
            <p:cNvSpPr>
              <a:spLocks noChangeShapeType="1"/>
            </p:cNvSpPr>
            <p:nvPr/>
          </p:nvSpPr>
          <p:spPr bwMode="auto">
            <a:xfrm>
              <a:off x="371" y="2387"/>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7" name="Line 68">
              <a:extLst>
                <a:ext uri="{FF2B5EF4-FFF2-40B4-BE49-F238E27FC236}">
                  <a16:creationId xmlns:a16="http://schemas.microsoft.com/office/drawing/2014/main" id="{B2E5C300-D24D-44C9-BC58-A9092A8E7354}"/>
                </a:ext>
              </a:extLst>
            </p:cNvPr>
            <p:cNvSpPr>
              <a:spLocks noChangeShapeType="1"/>
            </p:cNvSpPr>
            <p:nvPr/>
          </p:nvSpPr>
          <p:spPr bwMode="auto">
            <a:xfrm flipH="1">
              <a:off x="371" y="2886"/>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78" name="Rectangle 69">
              <a:extLst>
                <a:ext uri="{FF2B5EF4-FFF2-40B4-BE49-F238E27FC236}">
                  <a16:creationId xmlns:a16="http://schemas.microsoft.com/office/drawing/2014/main" id="{A30804B8-C5DF-4A3C-87E6-C5C135966C54}"/>
                </a:ext>
              </a:extLst>
            </p:cNvPr>
            <p:cNvSpPr>
              <a:spLocks noChangeArrowheads="1"/>
            </p:cNvSpPr>
            <p:nvPr/>
          </p:nvSpPr>
          <p:spPr bwMode="auto">
            <a:xfrm>
              <a:off x="1837" y="2704"/>
              <a:ext cx="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9" name="Rectangle 70">
              <a:extLst>
                <a:ext uri="{FF2B5EF4-FFF2-40B4-BE49-F238E27FC236}">
                  <a16:creationId xmlns:a16="http://schemas.microsoft.com/office/drawing/2014/main" id="{12AEA580-3B62-41E1-AA1F-5B19C574C1F3}"/>
                </a:ext>
              </a:extLst>
            </p:cNvPr>
            <p:cNvSpPr>
              <a:spLocks noChangeArrowheads="1"/>
            </p:cNvSpPr>
            <p:nvPr/>
          </p:nvSpPr>
          <p:spPr bwMode="auto">
            <a:xfrm>
              <a:off x="536" y="2705"/>
              <a:ext cx="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0" name="Rectangle 71">
              <a:extLst>
                <a:ext uri="{FF2B5EF4-FFF2-40B4-BE49-F238E27FC236}">
                  <a16:creationId xmlns:a16="http://schemas.microsoft.com/office/drawing/2014/main" id="{56D8A740-669C-4D56-98AD-3A169AC6FCC0}"/>
                </a:ext>
              </a:extLst>
            </p:cNvPr>
            <p:cNvSpPr>
              <a:spLocks noChangeArrowheads="1"/>
            </p:cNvSpPr>
            <p:nvPr/>
          </p:nvSpPr>
          <p:spPr bwMode="auto">
            <a:xfrm>
              <a:off x="434" y="2477"/>
              <a:ext cx="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81" name="Rectangle 72">
              <a:extLst>
                <a:ext uri="{FF2B5EF4-FFF2-40B4-BE49-F238E27FC236}">
                  <a16:creationId xmlns:a16="http://schemas.microsoft.com/office/drawing/2014/main" id="{780CB680-2FE0-4243-ABBE-E72E0C5C6C83}"/>
                </a:ext>
              </a:extLst>
            </p:cNvPr>
            <p:cNvSpPr>
              <a:spLocks noChangeArrowheads="1"/>
            </p:cNvSpPr>
            <p:nvPr/>
          </p:nvSpPr>
          <p:spPr bwMode="auto">
            <a:xfrm>
              <a:off x="389" y="2931"/>
              <a:ext cx="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82" name="Line 73">
              <a:extLst>
                <a:ext uri="{FF2B5EF4-FFF2-40B4-BE49-F238E27FC236}">
                  <a16:creationId xmlns:a16="http://schemas.microsoft.com/office/drawing/2014/main" id="{D5626691-41B1-4C5D-94DF-79A712FACFF0}"/>
                </a:ext>
              </a:extLst>
            </p:cNvPr>
            <p:cNvSpPr>
              <a:spLocks noChangeShapeType="1"/>
            </p:cNvSpPr>
            <p:nvPr/>
          </p:nvSpPr>
          <p:spPr bwMode="auto">
            <a:xfrm>
              <a:off x="371" y="2387"/>
              <a:ext cx="1311"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83" name="Group 74">
              <a:extLst>
                <a:ext uri="{FF2B5EF4-FFF2-40B4-BE49-F238E27FC236}">
                  <a16:creationId xmlns:a16="http://schemas.microsoft.com/office/drawing/2014/main" id="{8907D58F-316D-438E-ADDD-DD4621DA11A8}"/>
                </a:ext>
              </a:extLst>
            </p:cNvPr>
            <p:cNvGrpSpPr>
              <a:grpSpLocks/>
            </p:cNvGrpSpPr>
            <p:nvPr/>
          </p:nvGrpSpPr>
          <p:grpSpPr bwMode="auto">
            <a:xfrm>
              <a:off x="249" y="2795"/>
              <a:ext cx="216" cy="90"/>
              <a:chOff x="4604" y="2478"/>
              <a:chExt cx="240" cy="90"/>
            </a:xfrm>
          </p:grpSpPr>
          <p:sp>
            <p:nvSpPr>
              <p:cNvPr id="91" name="Line 75">
                <a:extLst>
                  <a:ext uri="{FF2B5EF4-FFF2-40B4-BE49-F238E27FC236}">
                    <a16:creationId xmlns:a16="http://schemas.microsoft.com/office/drawing/2014/main" id="{80917CFD-6970-4C78-AD77-AFB53C6DE2B5}"/>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2" name="Line 76">
                <a:extLst>
                  <a:ext uri="{FF2B5EF4-FFF2-40B4-BE49-F238E27FC236}">
                    <a16:creationId xmlns:a16="http://schemas.microsoft.com/office/drawing/2014/main" id="{51429640-6256-4B43-8122-DDBA74691DB6}"/>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84" name="Group 77">
              <a:extLst>
                <a:ext uri="{FF2B5EF4-FFF2-40B4-BE49-F238E27FC236}">
                  <a16:creationId xmlns:a16="http://schemas.microsoft.com/office/drawing/2014/main" id="{910C5074-D406-452B-AA4F-7F5A47250DEE}"/>
                </a:ext>
              </a:extLst>
            </p:cNvPr>
            <p:cNvGrpSpPr>
              <a:grpSpLocks/>
            </p:cNvGrpSpPr>
            <p:nvPr/>
          </p:nvGrpSpPr>
          <p:grpSpPr bwMode="auto">
            <a:xfrm rot="10800000">
              <a:off x="1684" y="2684"/>
              <a:ext cx="90" cy="363"/>
              <a:chOff x="1565" y="2614"/>
              <a:chExt cx="90" cy="486"/>
            </a:xfrm>
          </p:grpSpPr>
          <p:sp>
            <p:nvSpPr>
              <p:cNvPr id="87" name="Arc 78">
                <a:extLst>
                  <a:ext uri="{FF2B5EF4-FFF2-40B4-BE49-F238E27FC236}">
                    <a16:creationId xmlns:a16="http://schemas.microsoft.com/office/drawing/2014/main" id="{45068BD2-C5F0-48D4-B8E6-EAA819299C4E}"/>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8" name="Arc 79">
                <a:extLst>
                  <a:ext uri="{FF2B5EF4-FFF2-40B4-BE49-F238E27FC236}">
                    <a16:creationId xmlns:a16="http://schemas.microsoft.com/office/drawing/2014/main" id="{BC64BD54-3F0F-47E2-ACC8-A7078FE10DA7}"/>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9" name="Arc 80">
                <a:extLst>
                  <a:ext uri="{FF2B5EF4-FFF2-40B4-BE49-F238E27FC236}">
                    <a16:creationId xmlns:a16="http://schemas.microsoft.com/office/drawing/2014/main" id="{5254AF28-5DC9-4E0A-AC8E-47E54DD7113B}"/>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0" name="Arc 81">
                <a:extLst>
                  <a:ext uri="{FF2B5EF4-FFF2-40B4-BE49-F238E27FC236}">
                    <a16:creationId xmlns:a16="http://schemas.microsoft.com/office/drawing/2014/main" id="{F76BAFC7-C9C1-4447-9607-676AB0BFC90B}"/>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85" name="Rectangle 82">
              <a:extLst>
                <a:ext uri="{FF2B5EF4-FFF2-40B4-BE49-F238E27FC236}">
                  <a16:creationId xmlns:a16="http://schemas.microsoft.com/office/drawing/2014/main" id="{28F4A2C1-8CDE-4D3B-A401-5F5F060AACAA}"/>
                </a:ext>
              </a:extLst>
            </p:cNvPr>
            <p:cNvSpPr>
              <a:spLocks noChangeArrowheads="1"/>
            </p:cNvSpPr>
            <p:nvPr/>
          </p:nvSpPr>
          <p:spPr bwMode="auto">
            <a:xfrm>
              <a:off x="839" y="3269"/>
              <a:ext cx="317" cy="136"/>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86" name="Rectangle 83">
              <a:extLst>
                <a:ext uri="{FF2B5EF4-FFF2-40B4-BE49-F238E27FC236}">
                  <a16:creationId xmlns:a16="http://schemas.microsoft.com/office/drawing/2014/main" id="{8FE2D4E9-253A-4090-88EC-746480C0DF8E}"/>
                </a:ext>
              </a:extLst>
            </p:cNvPr>
            <p:cNvSpPr>
              <a:spLocks noChangeArrowheads="1"/>
            </p:cNvSpPr>
            <p:nvPr/>
          </p:nvSpPr>
          <p:spPr bwMode="auto">
            <a:xfrm>
              <a:off x="884" y="3385"/>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3" name="Group 84">
            <a:extLst>
              <a:ext uri="{FF2B5EF4-FFF2-40B4-BE49-F238E27FC236}">
                <a16:creationId xmlns:a16="http://schemas.microsoft.com/office/drawing/2014/main" id="{FBD3BA06-EEA2-4968-8967-4B60663F4413}"/>
              </a:ext>
            </a:extLst>
          </p:cNvPr>
          <p:cNvGrpSpPr>
            <a:grpSpLocks/>
          </p:cNvGrpSpPr>
          <p:nvPr/>
        </p:nvGrpSpPr>
        <p:grpSpPr bwMode="auto">
          <a:xfrm>
            <a:off x="6651632" y="3597004"/>
            <a:ext cx="2078470" cy="1473082"/>
            <a:chOff x="249" y="2387"/>
            <a:chExt cx="1687" cy="1192"/>
          </a:xfrm>
        </p:grpSpPr>
        <p:sp>
          <p:nvSpPr>
            <p:cNvPr id="94" name="Line 85">
              <a:extLst>
                <a:ext uri="{FF2B5EF4-FFF2-40B4-BE49-F238E27FC236}">
                  <a16:creationId xmlns:a16="http://schemas.microsoft.com/office/drawing/2014/main" id="{3D5E825A-3886-4A74-8953-01589D32DFBF}"/>
                </a:ext>
              </a:extLst>
            </p:cNvPr>
            <p:cNvSpPr>
              <a:spLocks noChangeShapeType="1"/>
            </p:cNvSpPr>
            <p:nvPr/>
          </p:nvSpPr>
          <p:spPr bwMode="auto">
            <a:xfrm>
              <a:off x="1691" y="2387"/>
              <a:ext cx="1" cy="2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5" name="Line 86">
              <a:extLst>
                <a:ext uri="{FF2B5EF4-FFF2-40B4-BE49-F238E27FC236}">
                  <a16:creationId xmlns:a16="http://schemas.microsoft.com/office/drawing/2014/main" id="{6B796C66-9A0B-459A-A547-D7AC880C7B16}"/>
                </a:ext>
              </a:extLst>
            </p:cNvPr>
            <p:cNvSpPr>
              <a:spLocks noChangeShapeType="1"/>
            </p:cNvSpPr>
            <p:nvPr/>
          </p:nvSpPr>
          <p:spPr bwMode="auto">
            <a:xfrm>
              <a:off x="1694" y="3067"/>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6" name="Line 87">
              <a:extLst>
                <a:ext uri="{FF2B5EF4-FFF2-40B4-BE49-F238E27FC236}">
                  <a16:creationId xmlns:a16="http://schemas.microsoft.com/office/drawing/2014/main" id="{77000C1A-B7E6-46E0-9E1D-96D274F9EA72}"/>
                </a:ext>
              </a:extLst>
            </p:cNvPr>
            <p:cNvSpPr>
              <a:spLocks noChangeShapeType="1"/>
            </p:cNvSpPr>
            <p:nvPr/>
          </p:nvSpPr>
          <p:spPr bwMode="auto">
            <a:xfrm>
              <a:off x="371" y="3340"/>
              <a:ext cx="13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7" name="Line 88">
              <a:extLst>
                <a:ext uri="{FF2B5EF4-FFF2-40B4-BE49-F238E27FC236}">
                  <a16:creationId xmlns:a16="http://schemas.microsoft.com/office/drawing/2014/main" id="{0BAABED8-D64C-4617-8C7B-2DA9831EC478}"/>
                </a:ext>
              </a:extLst>
            </p:cNvPr>
            <p:cNvSpPr>
              <a:spLocks noChangeShapeType="1"/>
            </p:cNvSpPr>
            <p:nvPr/>
          </p:nvSpPr>
          <p:spPr bwMode="auto">
            <a:xfrm>
              <a:off x="371" y="2387"/>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8" name="Line 89">
              <a:extLst>
                <a:ext uri="{FF2B5EF4-FFF2-40B4-BE49-F238E27FC236}">
                  <a16:creationId xmlns:a16="http://schemas.microsoft.com/office/drawing/2014/main" id="{0027E011-5886-49F6-BBC7-991A91FC0F68}"/>
                </a:ext>
              </a:extLst>
            </p:cNvPr>
            <p:cNvSpPr>
              <a:spLocks noChangeShapeType="1"/>
            </p:cNvSpPr>
            <p:nvPr/>
          </p:nvSpPr>
          <p:spPr bwMode="auto">
            <a:xfrm flipH="1">
              <a:off x="371" y="2886"/>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99" name="Rectangle 90">
              <a:extLst>
                <a:ext uri="{FF2B5EF4-FFF2-40B4-BE49-F238E27FC236}">
                  <a16:creationId xmlns:a16="http://schemas.microsoft.com/office/drawing/2014/main" id="{7EA4DFB7-3F7C-45C2-A4E3-52A3AF522DC9}"/>
                </a:ext>
              </a:extLst>
            </p:cNvPr>
            <p:cNvSpPr>
              <a:spLocks noChangeArrowheads="1"/>
            </p:cNvSpPr>
            <p:nvPr/>
          </p:nvSpPr>
          <p:spPr bwMode="auto">
            <a:xfrm>
              <a:off x="1837" y="2704"/>
              <a:ext cx="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0" name="Rectangle 91">
              <a:extLst>
                <a:ext uri="{FF2B5EF4-FFF2-40B4-BE49-F238E27FC236}">
                  <a16:creationId xmlns:a16="http://schemas.microsoft.com/office/drawing/2014/main" id="{A136B53F-54D5-4F9C-B2DF-C9B690CFDF55}"/>
                </a:ext>
              </a:extLst>
            </p:cNvPr>
            <p:cNvSpPr>
              <a:spLocks noChangeArrowheads="1"/>
            </p:cNvSpPr>
            <p:nvPr/>
          </p:nvSpPr>
          <p:spPr bwMode="auto">
            <a:xfrm>
              <a:off x="536" y="2705"/>
              <a:ext cx="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1" name="Rectangle 92">
              <a:extLst>
                <a:ext uri="{FF2B5EF4-FFF2-40B4-BE49-F238E27FC236}">
                  <a16:creationId xmlns:a16="http://schemas.microsoft.com/office/drawing/2014/main" id="{4891B8D9-54A4-466C-9656-EE04EB3D33E7}"/>
                </a:ext>
              </a:extLst>
            </p:cNvPr>
            <p:cNvSpPr>
              <a:spLocks noChangeArrowheads="1"/>
            </p:cNvSpPr>
            <p:nvPr/>
          </p:nvSpPr>
          <p:spPr bwMode="auto">
            <a:xfrm>
              <a:off x="434" y="2477"/>
              <a:ext cx="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02" name="Rectangle 93">
              <a:extLst>
                <a:ext uri="{FF2B5EF4-FFF2-40B4-BE49-F238E27FC236}">
                  <a16:creationId xmlns:a16="http://schemas.microsoft.com/office/drawing/2014/main" id="{CFA9CC66-25EB-4E64-97F0-C22E52776623}"/>
                </a:ext>
              </a:extLst>
            </p:cNvPr>
            <p:cNvSpPr>
              <a:spLocks noChangeArrowheads="1"/>
            </p:cNvSpPr>
            <p:nvPr/>
          </p:nvSpPr>
          <p:spPr bwMode="auto">
            <a:xfrm>
              <a:off x="389" y="2931"/>
              <a:ext cx="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103" name="Line 94">
              <a:extLst>
                <a:ext uri="{FF2B5EF4-FFF2-40B4-BE49-F238E27FC236}">
                  <a16:creationId xmlns:a16="http://schemas.microsoft.com/office/drawing/2014/main" id="{ABBCE8E9-19D4-43B5-A549-60CB3FED5B35}"/>
                </a:ext>
              </a:extLst>
            </p:cNvPr>
            <p:cNvSpPr>
              <a:spLocks noChangeShapeType="1"/>
            </p:cNvSpPr>
            <p:nvPr/>
          </p:nvSpPr>
          <p:spPr bwMode="auto">
            <a:xfrm>
              <a:off x="371" y="2387"/>
              <a:ext cx="1311"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104" name="Group 95">
              <a:extLst>
                <a:ext uri="{FF2B5EF4-FFF2-40B4-BE49-F238E27FC236}">
                  <a16:creationId xmlns:a16="http://schemas.microsoft.com/office/drawing/2014/main" id="{8F6C6C9B-2FC8-4DE1-8157-53B181A7A901}"/>
                </a:ext>
              </a:extLst>
            </p:cNvPr>
            <p:cNvGrpSpPr>
              <a:grpSpLocks/>
            </p:cNvGrpSpPr>
            <p:nvPr/>
          </p:nvGrpSpPr>
          <p:grpSpPr bwMode="auto">
            <a:xfrm>
              <a:off x="249" y="2795"/>
              <a:ext cx="216" cy="90"/>
              <a:chOff x="4604" y="2478"/>
              <a:chExt cx="240" cy="90"/>
            </a:xfrm>
          </p:grpSpPr>
          <p:sp>
            <p:nvSpPr>
              <p:cNvPr id="112" name="Line 96">
                <a:extLst>
                  <a:ext uri="{FF2B5EF4-FFF2-40B4-BE49-F238E27FC236}">
                    <a16:creationId xmlns:a16="http://schemas.microsoft.com/office/drawing/2014/main" id="{21A114B6-1DC0-471F-B501-AA4E7D9970F4}"/>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13" name="Line 97">
                <a:extLst>
                  <a:ext uri="{FF2B5EF4-FFF2-40B4-BE49-F238E27FC236}">
                    <a16:creationId xmlns:a16="http://schemas.microsoft.com/office/drawing/2014/main" id="{2028CBA4-BF67-46B4-A527-82865F35DF3C}"/>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105" name="Group 98">
              <a:extLst>
                <a:ext uri="{FF2B5EF4-FFF2-40B4-BE49-F238E27FC236}">
                  <a16:creationId xmlns:a16="http://schemas.microsoft.com/office/drawing/2014/main" id="{E1C9B5D6-FF3A-40CF-8CEC-C1FB139BD069}"/>
                </a:ext>
              </a:extLst>
            </p:cNvPr>
            <p:cNvGrpSpPr>
              <a:grpSpLocks/>
            </p:cNvGrpSpPr>
            <p:nvPr/>
          </p:nvGrpSpPr>
          <p:grpSpPr bwMode="auto">
            <a:xfrm rot="10800000">
              <a:off x="1684" y="2684"/>
              <a:ext cx="90" cy="363"/>
              <a:chOff x="1565" y="2614"/>
              <a:chExt cx="90" cy="486"/>
            </a:xfrm>
          </p:grpSpPr>
          <p:sp>
            <p:nvSpPr>
              <p:cNvPr id="108" name="Arc 99">
                <a:extLst>
                  <a:ext uri="{FF2B5EF4-FFF2-40B4-BE49-F238E27FC236}">
                    <a16:creationId xmlns:a16="http://schemas.microsoft.com/office/drawing/2014/main" id="{C13F0D61-AEAA-439F-A6CC-11A685098A52}"/>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09" name="Arc 100">
                <a:extLst>
                  <a:ext uri="{FF2B5EF4-FFF2-40B4-BE49-F238E27FC236}">
                    <a16:creationId xmlns:a16="http://schemas.microsoft.com/office/drawing/2014/main" id="{418BE7A0-4553-4E96-B3D0-F97766A9435D}"/>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10" name="Arc 101">
                <a:extLst>
                  <a:ext uri="{FF2B5EF4-FFF2-40B4-BE49-F238E27FC236}">
                    <a16:creationId xmlns:a16="http://schemas.microsoft.com/office/drawing/2014/main" id="{9CB73F1C-3BFB-462A-A884-C7AAA8172509}"/>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11" name="Arc 102">
                <a:extLst>
                  <a:ext uri="{FF2B5EF4-FFF2-40B4-BE49-F238E27FC236}">
                    <a16:creationId xmlns:a16="http://schemas.microsoft.com/office/drawing/2014/main" id="{B675B18B-D708-400C-B020-CC0E0F7C0902}"/>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106" name="Rectangle 103">
              <a:extLst>
                <a:ext uri="{FF2B5EF4-FFF2-40B4-BE49-F238E27FC236}">
                  <a16:creationId xmlns:a16="http://schemas.microsoft.com/office/drawing/2014/main" id="{5E583A9D-0846-4D04-B7D1-D7BE0F339EC4}"/>
                </a:ext>
              </a:extLst>
            </p:cNvPr>
            <p:cNvSpPr>
              <a:spLocks noChangeArrowheads="1"/>
            </p:cNvSpPr>
            <p:nvPr/>
          </p:nvSpPr>
          <p:spPr bwMode="auto">
            <a:xfrm>
              <a:off x="839" y="3269"/>
              <a:ext cx="317" cy="136"/>
            </a:xfrm>
            <a:prstGeom prst="rect">
              <a:avLst/>
            </a:prstGeom>
            <a:solidFill>
              <a:schemeClr val="tx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07" name="Rectangle 104">
              <a:extLst>
                <a:ext uri="{FF2B5EF4-FFF2-40B4-BE49-F238E27FC236}">
                  <a16:creationId xmlns:a16="http://schemas.microsoft.com/office/drawing/2014/main" id="{7F6A1737-5C6C-457B-B911-5FC9A46772A6}"/>
                </a:ext>
              </a:extLst>
            </p:cNvPr>
            <p:cNvSpPr>
              <a:spLocks noChangeArrowheads="1"/>
            </p:cNvSpPr>
            <p:nvPr/>
          </p:nvSpPr>
          <p:spPr bwMode="auto">
            <a:xfrm>
              <a:off x="884" y="3385"/>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a:t>
              </a:r>
              <a:endParaRPr kumimoji="1" lang="en-US" altLang="zh-CN"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15" name="Text Box 2" descr="绿色大理石">
            <a:extLst>
              <a:ext uri="{FF2B5EF4-FFF2-40B4-BE49-F238E27FC236}">
                <a16:creationId xmlns:a16="http://schemas.microsoft.com/office/drawing/2014/main" id="{F99B6002-1187-4F14-B3E9-2500371233D4}"/>
              </a:ext>
            </a:extLst>
          </p:cNvPr>
          <p:cNvSpPr txBox="1">
            <a:spLocks noChangeArrowheads="1"/>
          </p:cNvSpPr>
          <p:nvPr/>
        </p:nvSpPr>
        <p:spPr bwMode="auto">
          <a:xfrm>
            <a:off x="636335" y="5461113"/>
            <a:ext cx="3511083" cy="769441"/>
          </a:xfrm>
          <a:prstGeom prst="rect">
            <a:avLst/>
          </a:prstGeom>
          <a:noFill/>
          <a:ln>
            <a:noFill/>
          </a:ln>
          <a:extLst>
            <a:ext uri="{909E8E84-426E-40DD-AFC4-6F175D3DCCD1}">
              <a14:hiddenFill xmlns:a14="http://schemas.microsoft.com/office/drawing/2010/main">
                <a:blipFill dpi="0" rotWithShape="1">
                  <a:blip/>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4</a:t>
            </a:r>
            <a:r>
              <a:rPr kumimoji="1"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2000" b="1" i="1"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R</a:t>
            </a:r>
            <a:r>
              <a:rPr kumimoji="1" lang="en-US" altLang="zh-CN"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=0 </a:t>
            </a:r>
            <a:r>
              <a:rPr kumimoji="1" lang="zh-CN" altLang="en-US" sz="20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时，二个共轭纯虚根，称无阻尼，响应形式为</a:t>
            </a:r>
          </a:p>
        </p:txBody>
      </p:sp>
      <p:graphicFrame>
        <p:nvGraphicFramePr>
          <p:cNvPr id="117" name="Object 7">
            <a:extLst>
              <a:ext uri="{FF2B5EF4-FFF2-40B4-BE49-F238E27FC236}">
                <a16:creationId xmlns:a16="http://schemas.microsoft.com/office/drawing/2014/main" id="{FE6DA35F-4F93-4220-A195-F2E2D64FAE7B}"/>
              </a:ext>
            </a:extLst>
          </p:cNvPr>
          <p:cNvGraphicFramePr>
            <a:graphicFrameLocks noChangeAspect="1"/>
          </p:cNvGraphicFramePr>
          <p:nvPr>
            <p:extLst/>
          </p:nvPr>
        </p:nvGraphicFramePr>
        <p:xfrm>
          <a:off x="1297559" y="6302937"/>
          <a:ext cx="2667000" cy="428625"/>
        </p:xfrm>
        <a:graphic>
          <a:graphicData uri="http://schemas.openxmlformats.org/presentationml/2006/ole">
            <mc:AlternateContent xmlns:mc="http://schemas.openxmlformats.org/markup-compatibility/2006">
              <mc:Choice xmlns:v="urn:schemas-microsoft-com:vml" Requires="v">
                <p:oleObj spid="_x0000_s160120" name="Equation" r:id="rId11" imgW="1942920" imgH="330120" progId="Equation.DSMT4">
                  <p:embed/>
                </p:oleObj>
              </mc:Choice>
              <mc:Fallback>
                <p:oleObj name="Equation" r:id="rId11" imgW="1942920" imgH="330120" progId="Equation.DSMT4">
                  <p:embed/>
                  <p:pic>
                    <p:nvPicPr>
                      <p:cNvPr id="117" name="Object 7">
                        <a:extLst>
                          <a:ext uri="{FF2B5EF4-FFF2-40B4-BE49-F238E27FC236}">
                            <a16:creationId xmlns:a16="http://schemas.microsoft.com/office/drawing/2014/main" id="{FE6DA35F-4F93-4220-A195-F2E2D64FAE7B}"/>
                          </a:ext>
                        </a:extLst>
                      </p:cNvPr>
                      <p:cNvPicPr>
                        <a:picLocks noChangeAspect="1" noChangeArrowheads="1"/>
                      </p:cNvPicPr>
                      <p:nvPr/>
                    </p:nvPicPr>
                    <p:blipFill>
                      <a:blip r:embed="rId12"/>
                      <a:srcRect/>
                      <a:stretch>
                        <a:fillRect/>
                      </a:stretch>
                    </p:blipFill>
                    <p:spPr bwMode="auto">
                      <a:xfrm>
                        <a:off x="1297559" y="6302937"/>
                        <a:ext cx="2667000" cy="428625"/>
                      </a:xfrm>
                      <a:prstGeom prst="rect">
                        <a:avLst/>
                      </a:prstGeom>
                      <a:solidFill>
                        <a:srgbClr val="FFFF99"/>
                      </a:solidFill>
                      <a:ln>
                        <a:solidFill>
                          <a:schemeClr val="accent1"/>
                        </a:solidFill>
                      </a:ln>
                      <a:effectLst/>
                    </p:spPr>
                  </p:pic>
                </p:oleObj>
              </mc:Fallback>
            </mc:AlternateContent>
          </a:graphicData>
        </a:graphic>
      </p:graphicFrame>
      <p:grpSp>
        <p:nvGrpSpPr>
          <p:cNvPr id="118" name="Group 6">
            <a:extLst>
              <a:ext uri="{FF2B5EF4-FFF2-40B4-BE49-F238E27FC236}">
                <a16:creationId xmlns:a16="http://schemas.microsoft.com/office/drawing/2014/main" id="{9A5960DB-F5B2-4D5D-90D4-E894A52CFB09}"/>
              </a:ext>
            </a:extLst>
          </p:cNvPr>
          <p:cNvGrpSpPr>
            <a:grpSpLocks/>
          </p:cNvGrpSpPr>
          <p:nvPr/>
        </p:nvGrpSpPr>
        <p:grpSpPr bwMode="auto">
          <a:xfrm>
            <a:off x="4110429" y="4950212"/>
            <a:ext cx="2182144" cy="1531737"/>
            <a:chOff x="897" y="2278"/>
            <a:chExt cx="2256" cy="1158"/>
          </a:xfrm>
        </p:grpSpPr>
        <p:grpSp>
          <p:nvGrpSpPr>
            <p:cNvPr id="119" name="Group 7">
              <a:extLst>
                <a:ext uri="{FF2B5EF4-FFF2-40B4-BE49-F238E27FC236}">
                  <a16:creationId xmlns:a16="http://schemas.microsoft.com/office/drawing/2014/main" id="{7DD2489A-8821-48F1-9C14-597DF86DDAA1}"/>
                </a:ext>
              </a:extLst>
            </p:cNvPr>
            <p:cNvGrpSpPr>
              <a:grpSpLocks/>
            </p:cNvGrpSpPr>
            <p:nvPr/>
          </p:nvGrpSpPr>
          <p:grpSpPr bwMode="auto">
            <a:xfrm>
              <a:off x="897" y="2651"/>
              <a:ext cx="2256" cy="785"/>
              <a:chOff x="2976" y="1375"/>
              <a:chExt cx="2256" cy="785"/>
            </a:xfrm>
          </p:grpSpPr>
          <p:sp>
            <p:nvSpPr>
              <p:cNvPr id="121" name="Freeform 8">
                <a:extLst>
                  <a:ext uri="{FF2B5EF4-FFF2-40B4-BE49-F238E27FC236}">
                    <a16:creationId xmlns:a16="http://schemas.microsoft.com/office/drawing/2014/main" id="{46FB92C9-53BC-4A42-9453-4AB96400C508}"/>
                  </a:ext>
                </a:extLst>
              </p:cNvPr>
              <p:cNvSpPr>
                <a:spLocks/>
              </p:cNvSpPr>
              <p:nvPr/>
            </p:nvSpPr>
            <p:spPr bwMode="auto">
              <a:xfrm>
                <a:off x="3066" y="1375"/>
                <a:ext cx="1868" cy="785"/>
              </a:xfrm>
              <a:custGeom>
                <a:avLst/>
                <a:gdLst>
                  <a:gd name="T0" fmla="*/ 0 w 1868"/>
                  <a:gd name="T1" fmla="*/ 403 h 785"/>
                  <a:gd name="T2" fmla="*/ 63 w 1868"/>
                  <a:gd name="T3" fmla="*/ 262 h 785"/>
                  <a:gd name="T4" fmla="*/ 135 w 1868"/>
                  <a:gd name="T5" fmla="*/ 141 h 785"/>
                  <a:gd name="T6" fmla="*/ 190 w 1868"/>
                  <a:gd name="T7" fmla="*/ 60 h 785"/>
                  <a:gd name="T8" fmla="*/ 256 w 1868"/>
                  <a:gd name="T9" fmla="*/ 7 h 785"/>
                  <a:gd name="T10" fmla="*/ 332 w 1868"/>
                  <a:gd name="T11" fmla="*/ 17 h 785"/>
                  <a:gd name="T12" fmla="*/ 406 w 1868"/>
                  <a:gd name="T13" fmla="*/ 75 h 785"/>
                  <a:gd name="T14" fmla="*/ 496 w 1868"/>
                  <a:gd name="T15" fmla="*/ 206 h 785"/>
                  <a:gd name="T16" fmla="*/ 569 w 1868"/>
                  <a:gd name="T17" fmla="*/ 353 h 785"/>
                  <a:gd name="T18" fmla="*/ 695 w 1868"/>
                  <a:gd name="T19" fmla="*/ 585 h 785"/>
                  <a:gd name="T20" fmla="*/ 812 w 1868"/>
                  <a:gd name="T21" fmla="*/ 730 h 785"/>
                  <a:gd name="T22" fmla="*/ 948 w 1868"/>
                  <a:gd name="T23" fmla="*/ 774 h 785"/>
                  <a:gd name="T24" fmla="*/ 1083 w 1868"/>
                  <a:gd name="T25" fmla="*/ 665 h 785"/>
                  <a:gd name="T26" fmla="*/ 1218 w 1868"/>
                  <a:gd name="T27" fmla="*/ 424 h 785"/>
                  <a:gd name="T28" fmla="*/ 1354 w 1868"/>
                  <a:gd name="T29" fmla="*/ 184 h 785"/>
                  <a:gd name="T30" fmla="*/ 1444 w 1868"/>
                  <a:gd name="T31" fmla="*/ 75 h 785"/>
                  <a:gd name="T32" fmla="*/ 1516 w 1868"/>
                  <a:gd name="T33" fmla="*/ 43 h 785"/>
                  <a:gd name="T34" fmla="*/ 1579 w 1868"/>
                  <a:gd name="T35" fmla="*/ 54 h 785"/>
                  <a:gd name="T36" fmla="*/ 1670 w 1868"/>
                  <a:gd name="T37" fmla="*/ 119 h 785"/>
                  <a:gd name="T38" fmla="*/ 1868 w 1868"/>
                  <a:gd name="T39" fmla="*/ 401 h 78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868" h="785">
                    <a:moveTo>
                      <a:pt x="0" y="403"/>
                    </a:moveTo>
                    <a:cubicBezTo>
                      <a:pt x="10" y="379"/>
                      <a:pt x="40" y="306"/>
                      <a:pt x="63" y="262"/>
                    </a:cubicBezTo>
                    <a:cubicBezTo>
                      <a:pt x="86" y="218"/>
                      <a:pt x="115" y="174"/>
                      <a:pt x="135" y="141"/>
                    </a:cubicBezTo>
                    <a:cubicBezTo>
                      <a:pt x="156" y="107"/>
                      <a:pt x="170" y="82"/>
                      <a:pt x="190" y="60"/>
                    </a:cubicBezTo>
                    <a:cubicBezTo>
                      <a:pt x="210" y="38"/>
                      <a:pt x="232" y="14"/>
                      <a:pt x="256" y="7"/>
                    </a:cubicBezTo>
                    <a:cubicBezTo>
                      <a:pt x="280" y="0"/>
                      <a:pt x="307" y="6"/>
                      <a:pt x="332" y="17"/>
                    </a:cubicBezTo>
                    <a:cubicBezTo>
                      <a:pt x="357" y="28"/>
                      <a:pt x="379" y="43"/>
                      <a:pt x="406" y="75"/>
                    </a:cubicBezTo>
                    <a:cubicBezTo>
                      <a:pt x="433" y="107"/>
                      <a:pt x="469" y="160"/>
                      <a:pt x="496" y="206"/>
                    </a:cubicBezTo>
                    <a:cubicBezTo>
                      <a:pt x="524" y="252"/>
                      <a:pt x="536" y="290"/>
                      <a:pt x="569" y="353"/>
                    </a:cubicBezTo>
                    <a:cubicBezTo>
                      <a:pt x="602" y="416"/>
                      <a:pt x="654" y="522"/>
                      <a:pt x="695" y="585"/>
                    </a:cubicBezTo>
                    <a:cubicBezTo>
                      <a:pt x="735" y="648"/>
                      <a:pt x="770" y="699"/>
                      <a:pt x="812" y="730"/>
                    </a:cubicBezTo>
                    <a:cubicBezTo>
                      <a:pt x="855" y="762"/>
                      <a:pt x="903" y="785"/>
                      <a:pt x="948" y="774"/>
                    </a:cubicBezTo>
                    <a:cubicBezTo>
                      <a:pt x="993" y="763"/>
                      <a:pt x="1038" y="723"/>
                      <a:pt x="1083" y="665"/>
                    </a:cubicBezTo>
                    <a:cubicBezTo>
                      <a:pt x="1128" y="607"/>
                      <a:pt x="1173" y="505"/>
                      <a:pt x="1218" y="424"/>
                    </a:cubicBezTo>
                    <a:cubicBezTo>
                      <a:pt x="1264" y="344"/>
                      <a:pt x="1316" y="243"/>
                      <a:pt x="1354" y="184"/>
                    </a:cubicBezTo>
                    <a:cubicBezTo>
                      <a:pt x="1391" y="126"/>
                      <a:pt x="1417" y="99"/>
                      <a:pt x="1444" y="75"/>
                    </a:cubicBezTo>
                    <a:cubicBezTo>
                      <a:pt x="1471" y="52"/>
                      <a:pt x="1494" y="47"/>
                      <a:pt x="1516" y="43"/>
                    </a:cubicBezTo>
                    <a:cubicBezTo>
                      <a:pt x="1539" y="40"/>
                      <a:pt x="1554" y="40"/>
                      <a:pt x="1579" y="54"/>
                    </a:cubicBezTo>
                    <a:cubicBezTo>
                      <a:pt x="1605" y="66"/>
                      <a:pt x="1622" y="61"/>
                      <a:pt x="1670" y="119"/>
                    </a:cubicBezTo>
                    <a:cubicBezTo>
                      <a:pt x="1718" y="176"/>
                      <a:pt x="1827" y="342"/>
                      <a:pt x="1868" y="401"/>
                    </a:cubicBezTo>
                  </a:path>
                </a:pathLst>
              </a:custGeom>
              <a:noFill/>
              <a:ln w="28575"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2" name="Line 9">
                <a:extLst>
                  <a:ext uri="{FF2B5EF4-FFF2-40B4-BE49-F238E27FC236}">
                    <a16:creationId xmlns:a16="http://schemas.microsoft.com/office/drawing/2014/main" id="{80890C75-2ADC-4972-83D3-56AAF8D58929}"/>
                  </a:ext>
                </a:extLst>
              </p:cNvPr>
              <p:cNvSpPr>
                <a:spLocks noChangeShapeType="1"/>
              </p:cNvSpPr>
              <p:nvPr/>
            </p:nvSpPr>
            <p:spPr bwMode="auto">
              <a:xfrm>
                <a:off x="2976" y="1776"/>
                <a:ext cx="2256"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3" name="Text Box 10">
                <a:extLst>
                  <a:ext uri="{FF2B5EF4-FFF2-40B4-BE49-F238E27FC236}">
                    <a16:creationId xmlns:a16="http://schemas.microsoft.com/office/drawing/2014/main" id="{C81EB48E-9FB5-4FAF-A17B-89CBBAA1E07B}"/>
                  </a:ext>
                </a:extLst>
              </p:cNvPr>
              <p:cNvSpPr txBox="1">
                <a:spLocks noChangeArrowheads="1"/>
              </p:cNvSpPr>
              <p:nvPr/>
            </p:nvSpPr>
            <p:spPr bwMode="auto">
              <a:xfrm>
                <a:off x="4966" y="1785"/>
                <a:ext cx="17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20" name="Line 11">
              <a:extLst>
                <a:ext uri="{FF2B5EF4-FFF2-40B4-BE49-F238E27FC236}">
                  <a16:creationId xmlns:a16="http://schemas.microsoft.com/office/drawing/2014/main" id="{89BA4E5C-C5D4-471E-B49A-32DE377325A9}"/>
                </a:ext>
              </a:extLst>
            </p:cNvPr>
            <p:cNvSpPr>
              <a:spLocks noChangeShapeType="1"/>
            </p:cNvSpPr>
            <p:nvPr/>
          </p:nvSpPr>
          <p:spPr bwMode="auto">
            <a:xfrm flipV="1">
              <a:off x="1260" y="2278"/>
              <a:ext cx="0" cy="115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124" name="Group 23">
            <a:extLst>
              <a:ext uri="{FF2B5EF4-FFF2-40B4-BE49-F238E27FC236}">
                <a16:creationId xmlns:a16="http://schemas.microsoft.com/office/drawing/2014/main" id="{DDA9628F-8721-461E-B68C-618BB3A572C1}"/>
              </a:ext>
            </a:extLst>
          </p:cNvPr>
          <p:cNvGrpSpPr>
            <a:grpSpLocks/>
          </p:cNvGrpSpPr>
          <p:nvPr/>
        </p:nvGrpSpPr>
        <p:grpSpPr bwMode="auto">
          <a:xfrm>
            <a:off x="6422863" y="5198152"/>
            <a:ext cx="2673350" cy="1512888"/>
            <a:chOff x="3239" y="2478"/>
            <a:chExt cx="1684" cy="953"/>
          </a:xfrm>
        </p:grpSpPr>
        <p:grpSp>
          <p:nvGrpSpPr>
            <p:cNvPr id="125" name="Group 24">
              <a:extLst>
                <a:ext uri="{FF2B5EF4-FFF2-40B4-BE49-F238E27FC236}">
                  <a16:creationId xmlns:a16="http://schemas.microsoft.com/office/drawing/2014/main" id="{DDFDB891-591C-4EBD-9B1C-B0A7D68E8DFB}"/>
                </a:ext>
              </a:extLst>
            </p:cNvPr>
            <p:cNvGrpSpPr>
              <a:grpSpLocks/>
            </p:cNvGrpSpPr>
            <p:nvPr/>
          </p:nvGrpSpPr>
          <p:grpSpPr bwMode="auto">
            <a:xfrm>
              <a:off x="3833" y="2795"/>
              <a:ext cx="725" cy="272"/>
              <a:chOff x="3833" y="2795"/>
              <a:chExt cx="725" cy="272"/>
            </a:xfrm>
          </p:grpSpPr>
          <p:sp>
            <p:nvSpPr>
              <p:cNvPr id="144" name="Line 25">
                <a:extLst>
                  <a:ext uri="{FF2B5EF4-FFF2-40B4-BE49-F238E27FC236}">
                    <a16:creationId xmlns:a16="http://schemas.microsoft.com/office/drawing/2014/main" id="{C74DAB17-F264-4CD9-A66E-25BE96CB54BB}"/>
                  </a:ext>
                </a:extLst>
              </p:cNvPr>
              <p:cNvSpPr>
                <a:spLocks noChangeShapeType="1"/>
              </p:cNvSpPr>
              <p:nvPr/>
            </p:nvSpPr>
            <p:spPr bwMode="auto">
              <a:xfrm>
                <a:off x="3878" y="2795"/>
                <a:ext cx="68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5" name="Line 26">
                <a:extLst>
                  <a:ext uri="{FF2B5EF4-FFF2-40B4-BE49-F238E27FC236}">
                    <a16:creationId xmlns:a16="http://schemas.microsoft.com/office/drawing/2014/main" id="{B82D5E91-E286-4BC8-AA11-98354D5CF837}"/>
                  </a:ext>
                </a:extLst>
              </p:cNvPr>
              <p:cNvSpPr>
                <a:spLocks noChangeShapeType="1"/>
              </p:cNvSpPr>
              <p:nvPr/>
            </p:nvSpPr>
            <p:spPr bwMode="auto">
              <a:xfrm>
                <a:off x="3833" y="3067"/>
                <a:ext cx="680" cy="0"/>
              </a:xfrm>
              <a:prstGeom prst="line">
                <a:avLst/>
              </a:prstGeom>
              <a:noFill/>
              <a:ln w="5715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sp>
          <p:nvSpPr>
            <p:cNvPr id="126" name="Line 27">
              <a:extLst>
                <a:ext uri="{FF2B5EF4-FFF2-40B4-BE49-F238E27FC236}">
                  <a16:creationId xmlns:a16="http://schemas.microsoft.com/office/drawing/2014/main" id="{1E42C078-1431-413F-9A35-9E014446BFA6}"/>
                </a:ext>
              </a:extLst>
            </p:cNvPr>
            <p:cNvSpPr>
              <a:spLocks noChangeShapeType="1"/>
            </p:cNvSpPr>
            <p:nvPr/>
          </p:nvSpPr>
          <p:spPr bwMode="auto">
            <a:xfrm>
              <a:off x="4681" y="2478"/>
              <a:ext cx="1" cy="2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7" name="Line 28">
              <a:extLst>
                <a:ext uri="{FF2B5EF4-FFF2-40B4-BE49-F238E27FC236}">
                  <a16:creationId xmlns:a16="http://schemas.microsoft.com/office/drawing/2014/main" id="{19C72B17-FD6D-4F64-9940-270F0B04F1DE}"/>
                </a:ext>
              </a:extLst>
            </p:cNvPr>
            <p:cNvSpPr>
              <a:spLocks noChangeShapeType="1"/>
            </p:cNvSpPr>
            <p:nvPr/>
          </p:nvSpPr>
          <p:spPr bwMode="auto">
            <a:xfrm>
              <a:off x="4684" y="3158"/>
              <a:ext cx="0" cy="2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8" name="Line 29">
              <a:extLst>
                <a:ext uri="{FF2B5EF4-FFF2-40B4-BE49-F238E27FC236}">
                  <a16:creationId xmlns:a16="http://schemas.microsoft.com/office/drawing/2014/main" id="{9E2A6654-CE1C-4C55-98C7-447A25D86207}"/>
                </a:ext>
              </a:extLst>
            </p:cNvPr>
            <p:cNvSpPr>
              <a:spLocks noChangeShapeType="1"/>
            </p:cNvSpPr>
            <p:nvPr/>
          </p:nvSpPr>
          <p:spPr bwMode="auto">
            <a:xfrm>
              <a:off x="3361" y="3431"/>
              <a:ext cx="13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29" name="Line 30">
              <a:extLst>
                <a:ext uri="{FF2B5EF4-FFF2-40B4-BE49-F238E27FC236}">
                  <a16:creationId xmlns:a16="http://schemas.microsoft.com/office/drawing/2014/main" id="{F14B6C2E-230C-4A75-8C63-272E03C83D5A}"/>
                </a:ext>
              </a:extLst>
            </p:cNvPr>
            <p:cNvSpPr>
              <a:spLocks noChangeShapeType="1"/>
            </p:cNvSpPr>
            <p:nvPr/>
          </p:nvSpPr>
          <p:spPr bwMode="auto">
            <a:xfrm>
              <a:off x="3361" y="2478"/>
              <a:ext cx="1" cy="42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0" name="Line 31">
              <a:extLst>
                <a:ext uri="{FF2B5EF4-FFF2-40B4-BE49-F238E27FC236}">
                  <a16:creationId xmlns:a16="http://schemas.microsoft.com/office/drawing/2014/main" id="{D8A908F5-F25C-45AC-9A53-875EB612AFB8}"/>
                </a:ext>
              </a:extLst>
            </p:cNvPr>
            <p:cNvSpPr>
              <a:spLocks noChangeShapeType="1"/>
            </p:cNvSpPr>
            <p:nvPr/>
          </p:nvSpPr>
          <p:spPr bwMode="auto">
            <a:xfrm flipH="1">
              <a:off x="3361" y="2977"/>
              <a:ext cx="0" cy="45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1" name="Rectangle 32">
              <a:extLst>
                <a:ext uri="{FF2B5EF4-FFF2-40B4-BE49-F238E27FC236}">
                  <a16:creationId xmlns:a16="http://schemas.microsoft.com/office/drawing/2014/main" id="{7FB4CBB3-6A04-458C-A9D2-5F69C4FBC8E4}"/>
                </a:ext>
              </a:extLst>
            </p:cNvPr>
            <p:cNvSpPr>
              <a:spLocks noChangeArrowheads="1"/>
            </p:cNvSpPr>
            <p:nvPr/>
          </p:nvSpPr>
          <p:spPr bwMode="auto">
            <a:xfrm>
              <a:off x="4785" y="2795"/>
              <a:ext cx="1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2" name="Rectangle 33">
              <a:extLst>
                <a:ext uri="{FF2B5EF4-FFF2-40B4-BE49-F238E27FC236}">
                  <a16:creationId xmlns:a16="http://schemas.microsoft.com/office/drawing/2014/main" id="{656FD3E5-6D21-4E21-A07A-342066C11B69}"/>
                </a:ext>
              </a:extLst>
            </p:cNvPr>
            <p:cNvSpPr>
              <a:spLocks noChangeArrowheads="1"/>
            </p:cNvSpPr>
            <p:nvPr/>
          </p:nvSpPr>
          <p:spPr bwMode="auto">
            <a:xfrm>
              <a:off x="3526" y="2796"/>
              <a:ext cx="2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3" name="Rectangle 34">
              <a:extLst>
                <a:ext uri="{FF2B5EF4-FFF2-40B4-BE49-F238E27FC236}">
                  <a16:creationId xmlns:a16="http://schemas.microsoft.com/office/drawing/2014/main" id="{B3527F75-9CD4-40E4-8FBD-07BD5456BE5B}"/>
                </a:ext>
              </a:extLst>
            </p:cNvPr>
            <p:cNvSpPr>
              <a:spLocks noChangeArrowheads="1"/>
            </p:cNvSpPr>
            <p:nvPr/>
          </p:nvSpPr>
          <p:spPr bwMode="auto">
            <a:xfrm>
              <a:off x="3424" y="2568"/>
              <a:ext cx="12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34" name="Rectangle 35">
              <a:extLst>
                <a:ext uri="{FF2B5EF4-FFF2-40B4-BE49-F238E27FC236}">
                  <a16:creationId xmlns:a16="http://schemas.microsoft.com/office/drawing/2014/main" id="{8AE439A6-A796-45EE-929E-D3B2FB686615}"/>
                </a:ext>
              </a:extLst>
            </p:cNvPr>
            <p:cNvSpPr>
              <a:spLocks noChangeArrowheads="1"/>
            </p:cNvSpPr>
            <p:nvPr/>
          </p:nvSpPr>
          <p:spPr bwMode="auto">
            <a:xfrm>
              <a:off x="3379" y="3022"/>
              <a:ext cx="7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35" name="Line 36">
              <a:extLst>
                <a:ext uri="{FF2B5EF4-FFF2-40B4-BE49-F238E27FC236}">
                  <a16:creationId xmlns:a16="http://schemas.microsoft.com/office/drawing/2014/main" id="{33A3F045-C936-4B54-856A-F408A5547CBE}"/>
                </a:ext>
              </a:extLst>
            </p:cNvPr>
            <p:cNvSpPr>
              <a:spLocks noChangeShapeType="1"/>
            </p:cNvSpPr>
            <p:nvPr/>
          </p:nvSpPr>
          <p:spPr bwMode="auto">
            <a:xfrm>
              <a:off x="3361" y="2478"/>
              <a:ext cx="1311"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nvGrpSpPr>
            <p:cNvPr id="136" name="Group 37">
              <a:extLst>
                <a:ext uri="{FF2B5EF4-FFF2-40B4-BE49-F238E27FC236}">
                  <a16:creationId xmlns:a16="http://schemas.microsoft.com/office/drawing/2014/main" id="{7DE50332-349C-4111-B16B-4321B3391D1E}"/>
                </a:ext>
              </a:extLst>
            </p:cNvPr>
            <p:cNvGrpSpPr>
              <a:grpSpLocks/>
            </p:cNvGrpSpPr>
            <p:nvPr/>
          </p:nvGrpSpPr>
          <p:grpSpPr bwMode="auto">
            <a:xfrm>
              <a:off x="3239" y="2886"/>
              <a:ext cx="216" cy="90"/>
              <a:chOff x="4604" y="2478"/>
              <a:chExt cx="240" cy="90"/>
            </a:xfrm>
          </p:grpSpPr>
          <p:sp>
            <p:nvSpPr>
              <p:cNvPr id="142" name="Line 38">
                <a:extLst>
                  <a:ext uri="{FF2B5EF4-FFF2-40B4-BE49-F238E27FC236}">
                    <a16:creationId xmlns:a16="http://schemas.microsoft.com/office/drawing/2014/main" id="{B854C4EE-1D05-4D32-AA58-477E496B969F}"/>
                  </a:ext>
                </a:extLst>
              </p:cNvPr>
              <p:cNvSpPr>
                <a:spLocks noChangeShapeType="1"/>
              </p:cNvSpPr>
              <p:nvPr/>
            </p:nvSpPr>
            <p:spPr bwMode="auto">
              <a:xfrm>
                <a:off x="4604" y="247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3" name="Line 39">
                <a:extLst>
                  <a:ext uri="{FF2B5EF4-FFF2-40B4-BE49-F238E27FC236}">
                    <a16:creationId xmlns:a16="http://schemas.microsoft.com/office/drawing/2014/main" id="{F3F24683-EF79-4EB1-B508-ABBB900FFA6D}"/>
                  </a:ext>
                </a:extLst>
              </p:cNvPr>
              <p:cNvSpPr>
                <a:spLocks noChangeShapeType="1"/>
              </p:cNvSpPr>
              <p:nvPr/>
            </p:nvSpPr>
            <p:spPr bwMode="auto">
              <a:xfrm>
                <a:off x="4604" y="2568"/>
                <a:ext cx="240" cy="0"/>
              </a:xfrm>
              <a:prstGeom prst="line">
                <a:avLst/>
              </a:prstGeom>
              <a:noFill/>
              <a:ln w="571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nvGrpSpPr>
            <p:cNvPr id="137" name="Group 40">
              <a:extLst>
                <a:ext uri="{FF2B5EF4-FFF2-40B4-BE49-F238E27FC236}">
                  <a16:creationId xmlns:a16="http://schemas.microsoft.com/office/drawing/2014/main" id="{0A2DD574-D5DF-4E1E-AC2A-F5805412EF23}"/>
                </a:ext>
              </a:extLst>
            </p:cNvPr>
            <p:cNvGrpSpPr>
              <a:grpSpLocks/>
            </p:cNvGrpSpPr>
            <p:nvPr/>
          </p:nvGrpSpPr>
          <p:grpSpPr bwMode="auto">
            <a:xfrm rot="10800000">
              <a:off x="4674" y="2775"/>
              <a:ext cx="90" cy="363"/>
              <a:chOff x="1565" y="2614"/>
              <a:chExt cx="90" cy="486"/>
            </a:xfrm>
          </p:grpSpPr>
          <p:sp>
            <p:nvSpPr>
              <p:cNvPr id="138" name="Arc 41">
                <a:extLst>
                  <a:ext uri="{FF2B5EF4-FFF2-40B4-BE49-F238E27FC236}">
                    <a16:creationId xmlns:a16="http://schemas.microsoft.com/office/drawing/2014/main" id="{8602DC07-ADC6-457F-B043-B89A258B1FB2}"/>
                  </a:ext>
                </a:extLst>
              </p:cNvPr>
              <p:cNvSpPr>
                <a:spLocks/>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39" name="Arc 42">
                <a:extLst>
                  <a:ext uri="{FF2B5EF4-FFF2-40B4-BE49-F238E27FC236}">
                    <a16:creationId xmlns:a16="http://schemas.microsoft.com/office/drawing/2014/main" id="{D1FC8960-6285-4EB1-AE75-DCA53AAE97B9}"/>
                  </a:ext>
                </a:extLst>
              </p:cNvPr>
              <p:cNvSpPr>
                <a:spLocks/>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0" name="Arc 43">
                <a:extLst>
                  <a:ext uri="{FF2B5EF4-FFF2-40B4-BE49-F238E27FC236}">
                    <a16:creationId xmlns:a16="http://schemas.microsoft.com/office/drawing/2014/main" id="{E0510712-85A8-4FD6-AB1F-E6FB95410C70}"/>
                  </a:ext>
                </a:extLst>
              </p:cNvPr>
              <p:cNvSpPr>
                <a:spLocks/>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sp>
            <p:nvSpPr>
              <p:cNvPr id="141" name="Arc 44">
                <a:extLst>
                  <a:ext uri="{FF2B5EF4-FFF2-40B4-BE49-F238E27FC236}">
                    <a16:creationId xmlns:a16="http://schemas.microsoft.com/office/drawing/2014/main" id="{CC55D215-1016-47A8-ACA8-6BE5A65D1C65}"/>
                  </a:ext>
                </a:extLst>
              </p:cNvPr>
              <p:cNvSpPr>
                <a:spLocks/>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pitchFamily="34" charset="0"/>
                  <a:ea typeface="楷体_GB2312" pitchFamily="49" charset="-122"/>
                  <a:cs typeface="+mn-cs"/>
                </a:endParaRPr>
              </a:p>
            </p:txBody>
          </p:sp>
        </p:grpSp>
      </p:grpSp>
      <p:sp>
        <p:nvSpPr>
          <p:cNvPr id="3" name="矩形 2">
            <a:extLst>
              <a:ext uri="{FF2B5EF4-FFF2-40B4-BE49-F238E27FC236}">
                <a16:creationId xmlns:a16="http://schemas.microsoft.com/office/drawing/2014/main" id="{5A936CF0-2832-49F4-A56D-56DDCBF7D4F4}"/>
              </a:ext>
            </a:extLst>
          </p:cNvPr>
          <p:cNvSpPr/>
          <p:nvPr/>
        </p:nvSpPr>
        <p:spPr>
          <a:xfrm>
            <a:off x="7273286" y="6197126"/>
            <a:ext cx="880369"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1" i="1"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R</a:t>
            </a:r>
            <a:r>
              <a:rPr kumimoji="1" lang="en-US" altLang="zh-CN" sz="1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=0 </a:t>
            </a:r>
            <a:r>
              <a:rPr kumimoji="1" lang="zh-CN" altLang="en-US" sz="18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时</a:t>
            </a: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楷体_GB2312" pitchFamily="49" charset="-122"/>
              <a:cs typeface="+mn-cs"/>
            </a:endParaRPr>
          </a:p>
        </p:txBody>
      </p:sp>
      <p:sp>
        <p:nvSpPr>
          <p:cNvPr id="146" name="Text Box 5">
            <a:extLst>
              <a:ext uri="{FF2B5EF4-FFF2-40B4-BE49-F238E27FC236}">
                <a16:creationId xmlns:a16="http://schemas.microsoft.com/office/drawing/2014/main" id="{9DC7EF3E-1849-4E96-98F5-FF442CF36C6F}"/>
              </a:ext>
            </a:extLst>
          </p:cNvPr>
          <p:cNvSpPr txBox="1">
            <a:spLocks noChangeArrowheads="1"/>
          </p:cNvSpPr>
          <p:nvPr/>
        </p:nvSpPr>
        <p:spPr bwMode="auto">
          <a:xfrm>
            <a:off x="4434833" y="5120806"/>
            <a:ext cx="1600448"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198000" rIns="198000">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等幅振荡</a:t>
            </a:r>
          </a:p>
        </p:txBody>
      </p:sp>
    </p:spTree>
    <p:extLst>
      <p:ext uri="{BB962C8B-B14F-4D97-AF65-F5344CB8AC3E}">
        <p14:creationId xmlns:p14="http://schemas.microsoft.com/office/powerpoint/2010/main" val="2056614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6187"/>
                                        </p:tgtEl>
                                        <p:attrNameLst>
                                          <p:attrName>style.visibility</p:attrName>
                                        </p:attrNameLst>
                                      </p:cBhvr>
                                      <p:to>
                                        <p:strVal val="visible"/>
                                      </p:to>
                                    </p:set>
                                    <p:animEffect transition="in" filter="wipe(left)">
                                      <p:cBhvr>
                                        <p:cTn id="7" dur="500"/>
                                        <p:tgtEl>
                                          <p:spTgt spid="30618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06182"/>
                                        </p:tgtEl>
                                        <p:attrNameLst>
                                          <p:attrName>style.visibility</p:attrName>
                                        </p:attrNameLst>
                                      </p:cBhvr>
                                      <p:to>
                                        <p:strVal val="visible"/>
                                      </p:to>
                                    </p:set>
                                    <p:animEffect transition="in" filter="wipe(left)">
                                      <p:cBhvr>
                                        <p:cTn id="11" dur="500"/>
                                        <p:tgtEl>
                                          <p:spTgt spid="3061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6186"/>
                                        </p:tgtEl>
                                        <p:attrNameLst>
                                          <p:attrName>style.visibility</p:attrName>
                                        </p:attrNameLst>
                                      </p:cBhvr>
                                      <p:to>
                                        <p:strVal val="visible"/>
                                      </p:to>
                                    </p:set>
                                    <p:animEffect transition="in" filter="wipe(left)">
                                      <p:cBhvr>
                                        <p:cTn id="16" dur="2000"/>
                                        <p:tgtEl>
                                          <p:spTgt spid="30618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2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slide(fromLeft)">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blinds(horizontal)">
                                      <p:cBhvr>
                                        <p:cTn id="47" dur="500"/>
                                        <p:tgtEl>
                                          <p:spTgt spid="5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left)">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wipe(up)">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slide(fromLeft)">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blinds(horizontal)">
                                      <p:cBhvr>
                                        <p:cTn id="67" dur="500"/>
                                        <p:tgtEl>
                                          <p:spTgt spid="7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up)">
                                      <p:cBhvr>
                                        <p:cTn id="72" dur="500"/>
                                        <p:tgtEl>
                                          <p:spTgt spid="46"/>
                                        </p:tgtEl>
                                      </p:cBhvr>
                                    </p:animEffect>
                                  </p:childTnLst>
                                </p:cTn>
                              </p:par>
                            </p:childTnLst>
                          </p:cTn>
                        </p:par>
                        <p:par>
                          <p:cTn id="73" fill="hold">
                            <p:stCondLst>
                              <p:cond delay="500"/>
                            </p:stCondLst>
                            <p:childTnLst>
                              <p:par>
                                <p:cTn id="74" presetID="22" presetClass="entr" presetSubtype="1" fill="hold" nodeType="after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wipe(up)">
                                      <p:cBhvr>
                                        <p:cTn id="76" dur="500"/>
                                        <p:tgtEl>
                                          <p:spTgt spid="45"/>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grpId="0" nodeType="clickEffect">
                                  <p:stCondLst>
                                    <p:cond delay="0"/>
                                  </p:stCondLst>
                                  <p:childTnLst>
                                    <p:set>
                                      <p:cBhvr>
                                        <p:cTn id="80" dur="1" fill="hold">
                                          <p:stCondLst>
                                            <p:cond delay="0"/>
                                          </p:stCondLst>
                                        </p:cTn>
                                        <p:tgtEl>
                                          <p:spTgt spid="44">
                                            <p:txEl>
                                              <p:pRg st="0" end="0"/>
                                            </p:txEl>
                                          </p:spTgt>
                                        </p:tgtEl>
                                        <p:attrNameLst>
                                          <p:attrName>style.visibility</p:attrName>
                                        </p:attrNameLst>
                                      </p:cBhvr>
                                      <p:to>
                                        <p:strVal val="visible"/>
                                      </p:to>
                                    </p:set>
                                    <p:animEffect transition="in" filter="box(out)">
                                      <p:cBhvr>
                                        <p:cTn id="81" dur="500"/>
                                        <p:tgtEl>
                                          <p:spTgt spid="44">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93"/>
                                        </p:tgtEl>
                                        <p:attrNameLst>
                                          <p:attrName>style.visibility</p:attrName>
                                        </p:attrNameLst>
                                      </p:cBhvr>
                                      <p:to>
                                        <p:strVal val="visible"/>
                                      </p:to>
                                    </p:set>
                                    <p:animEffect transition="in" filter="blinds(horizontal)">
                                      <p:cBhvr>
                                        <p:cTn id="86" dur="500"/>
                                        <p:tgtEl>
                                          <p:spTgt spid="93"/>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wipe(left)">
                                      <p:cBhvr>
                                        <p:cTn id="91" dur="500"/>
                                        <p:tgtEl>
                                          <p:spTgt spid="4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50"/>
                                        </p:tgtEl>
                                        <p:attrNameLst>
                                          <p:attrName>style.visibility</p:attrName>
                                        </p:attrNameLst>
                                      </p:cBhvr>
                                      <p:to>
                                        <p:strVal val="visible"/>
                                      </p:to>
                                    </p:set>
                                    <p:animEffect transition="in" filter="wipe(up)">
                                      <p:cBhvr>
                                        <p:cTn id="96" dur="500"/>
                                        <p:tgtEl>
                                          <p:spTgt spid="50"/>
                                        </p:tgtEl>
                                      </p:cBhvr>
                                    </p:animEffect>
                                  </p:childTnLst>
                                </p:cTn>
                              </p:par>
                              <p:par>
                                <p:cTn id="97" presetID="2" presetClass="entr" presetSubtype="8" fill="hold" grpId="0" nodeType="withEffect">
                                  <p:stCondLst>
                                    <p:cond delay="0"/>
                                  </p:stCondLst>
                                  <p:childTnLst>
                                    <p:set>
                                      <p:cBhvr>
                                        <p:cTn id="98" dur="1" fill="hold">
                                          <p:stCondLst>
                                            <p:cond delay="0"/>
                                          </p:stCondLst>
                                        </p:cTn>
                                        <p:tgtEl>
                                          <p:spTgt spid="115"/>
                                        </p:tgtEl>
                                        <p:attrNameLst>
                                          <p:attrName>style.visibility</p:attrName>
                                        </p:attrNameLst>
                                      </p:cBhvr>
                                      <p:to>
                                        <p:strVal val="visible"/>
                                      </p:to>
                                    </p:set>
                                    <p:anim calcmode="lin" valueType="num">
                                      <p:cBhvr additive="base">
                                        <p:cTn id="99" dur="500" fill="hold"/>
                                        <p:tgtEl>
                                          <p:spTgt spid="115"/>
                                        </p:tgtEl>
                                        <p:attrNameLst>
                                          <p:attrName>ppt_x</p:attrName>
                                        </p:attrNameLst>
                                      </p:cBhvr>
                                      <p:tavLst>
                                        <p:tav tm="0">
                                          <p:val>
                                            <p:strVal val="0-#ppt_w/2"/>
                                          </p:val>
                                        </p:tav>
                                        <p:tav tm="100000">
                                          <p:val>
                                            <p:strVal val="#ppt_x"/>
                                          </p:val>
                                        </p:tav>
                                      </p:tavLst>
                                    </p:anim>
                                    <p:anim calcmode="lin" valueType="num">
                                      <p:cBhvr additive="base">
                                        <p:cTn id="100" dur="500" fill="hold"/>
                                        <p:tgtEl>
                                          <p:spTgt spid="115"/>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117"/>
                                        </p:tgtEl>
                                        <p:attrNameLst>
                                          <p:attrName>style.visibility</p:attrName>
                                        </p:attrNameLst>
                                      </p:cBhvr>
                                      <p:to>
                                        <p:strVal val="visible"/>
                                      </p:to>
                                    </p:set>
                                    <p:animEffect transition="in" filter="wipe(left)">
                                      <p:cBhvr>
                                        <p:cTn id="105" dur="2000"/>
                                        <p:tgtEl>
                                          <p:spTgt spid="117"/>
                                        </p:tgtEl>
                                      </p:cBhvr>
                                    </p:animEffect>
                                  </p:childTnLst>
                                </p:cTn>
                              </p:par>
                            </p:childTnLst>
                          </p:cTn>
                        </p:par>
                      </p:childTnLst>
                    </p:cTn>
                  </p:par>
                  <p:par>
                    <p:cTn id="106" fill="hold">
                      <p:stCondLst>
                        <p:cond delay="indefinite"/>
                      </p:stCondLst>
                      <p:childTnLst>
                        <p:par>
                          <p:cTn id="107" fill="hold">
                            <p:stCondLst>
                              <p:cond delay="0"/>
                            </p:stCondLst>
                            <p:childTnLst>
                              <p:par>
                                <p:cTn id="108" presetID="4" presetClass="entr" presetSubtype="32" fill="hold" nodeType="clickEffect">
                                  <p:stCondLst>
                                    <p:cond delay="0"/>
                                  </p:stCondLst>
                                  <p:childTnLst>
                                    <p:set>
                                      <p:cBhvr>
                                        <p:cTn id="109" dur="1" fill="hold">
                                          <p:stCondLst>
                                            <p:cond delay="0"/>
                                          </p:stCondLst>
                                        </p:cTn>
                                        <p:tgtEl>
                                          <p:spTgt spid="118"/>
                                        </p:tgtEl>
                                        <p:attrNameLst>
                                          <p:attrName>style.visibility</p:attrName>
                                        </p:attrNameLst>
                                      </p:cBhvr>
                                      <p:to>
                                        <p:strVal val="visible"/>
                                      </p:to>
                                    </p:set>
                                    <p:animEffect transition="in" filter="box(out)">
                                      <p:cBhvr>
                                        <p:cTn id="110" dur="500"/>
                                        <p:tgtEl>
                                          <p:spTgt spid="118"/>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124"/>
                                        </p:tgtEl>
                                        <p:attrNameLst>
                                          <p:attrName>style.visibility</p:attrName>
                                        </p:attrNameLst>
                                      </p:cBhvr>
                                      <p:to>
                                        <p:strVal val="visible"/>
                                      </p:to>
                                    </p:set>
                                    <p:animEffect transition="in" filter="blinds(horizontal)">
                                      <p:cBhvr>
                                        <p:cTn id="115" dur="500"/>
                                        <p:tgtEl>
                                          <p:spTgt spid="124"/>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
                                        </p:tgtEl>
                                        <p:attrNameLst>
                                          <p:attrName>style.visibility</p:attrName>
                                        </p:attrNameLst>
                                      </p:cBhvr>
                                      <p:to>
                                        <p:strVal val="visible"/>
                                      </p:to>
                                    </p:set>
                                  </p:childTnLst>
                                </p:cTn>
                              </p:par>
                            </p:childTnLst>
                          </p:cTn>
                        </p:par>
                        <p:par>
                          <p:cTn id="120" fill="hold">
                            <p:stCondLst>
                              <p:cond delay="0"/>
                            </p:stCondLst>
                            <p:childTnLst>
                              <p:par>
                                <p:cTn id="121" presetID="4" presetClass="entr" presetSubtype="32" fill="hold" grpId="0" nodeType="afterEffect">
                                  <p:stCondLst>
                                    <p:cond delay="0"/>
                                  </p:stCondLst>
                                  <p:childTnLst>
                                    <p:set>
                                      <p:cBhvr>
                                        <p:cTn id="122" dur="1" fill="hold">
                                          <p:stCondLst>
                                            <p:cond delay="0"/>
                                          </p:stCondLst>
                                        </p:cTn>
                                        <p:tgtEl>
                                          <p:spTgt spid="146">
                                            <p:txEl>
                                              <p:pRg st="0" end="0"/>
                                            </p:txEl>
                                          </p:spTgt>
                                        </p:tgtEl>
                                        <p:attrNameLst>
                                          <p:attrName>style.visibility</p:attrName>
                                        </p:attrNameLst>
                                      </p:cBhvr>
                                      <p:to>
                                        <p:strVal val="visible"/>
                                      </p:to>
                                    </p:set>
                                    <p:animEffect transition="in" filter="box(out)">
                                      <p:cBhvr>
                                        <p:cTn id="123" dur="500"/>
                                        <p:tgtEl>
                                          <p:spTgt spid="1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7" grpId="0" autoUpdateAnimBg="0"/>
      <p:bldP spid="38" grpId="0"/>
      <p:bldP spid="39" grpId="0" animBg="1"/>
      <p:bldP spid="40" grpId="0" animBg="1"/>
      <p:bldP spid="41" grpId="0"/>
      <p:bldP spid="42" grpId="0" autoUpdateAnimBg="0"/>
      <p:bldP spid="43" grpId="0" autoUpdateAnimBg="0"/>
      <p:bldP spid="44" grpId="0" build="p" autoUpdateAnimBg="0"/>
      <p:bldP spid="115" grpId="0"/>
      <p:bldP spid="3" grpId="0"/>
      <p:bldP spid="146"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a:extLst>
              <a:ext uri="{FF2B5EF4-FFF2-40B4-BE49-F238E27FC236}">
                <a16:creationId xmlns:a16="http://schemas.microsoft.com/office/drawing/2014/main" id="{2AF369AF-F180-45A7-A6E4-D21BD4F01747}"/>
              </a:ext>
            </a:extLst>
          </p:cNvPr>
          <p:cNvSpPr txBox="1">
            <a:spLocks noChangeArrowheads="1"/>
          </p:cNvSpPr>
          <p:nvPr/>
        </p:nvSpPr>
        <p:spPr bwMode="auto">
          <a:xfrm>
            <a:off x="468313" y="549275"/>
            <a:ext cx="7775575" cy="111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2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）二阶电路含二个独立储能元件，是用二阶常微分方程所描述的电路。</a:t>
            </a:r>
          </a:p>
        </p:txBody>
      </p:sp>
      <p:sp>
        <p:nvSpPr>
          <p:cNvPr id="357379" name="Text Box 3">
            <a:extLst>
              <a:ext uri="{FF2B5EF4-FFF2-40B4-BE49-F238E27FC236}">
                <a16:creationId xmlns:a16="http://schemas.microsoft.com/office/drawing/2014/main" id="{E504EB2A-5142-4723-9846-5A1FC8C0CA36}"/>
              </a:ext>
            </a:extLst>
          </p:cNvPr>
          <p:cNvSpPr txBox="1">
            <a:spLocks noChangeArrowheads="1"/>
          </p:cNvSpPr>
          <p:nvPr/>
        </p:nvSpPr>
        <p:spPr bwMode="auto">
          <a:xfrm>
            <a:off x="611188" y="1773238"/>
            <a:ext cx="7524750" cy="111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楷体_GB2312" pitchFamily="49" charset="-122"/>
              </a:defRPr>
            </a:lvl1pPr>
            <a:lvl2pPr marL="800100" indent="-342900">
              <a:defRPr>
                <a:solidFill>
                  <a:schemeClr val="tx1"/>
                </a:solidFill>
                <a:latin typeface="Arial" panose="020B0604020202020204" pitchFamily="34" charset="0"/>
                <a:ea typeface="楷体_GB2312" pitchFamily="49" charset="-122"/>
              </a:defRPr>
            </a:lvl2pPr>
            <a:lvl3pPr marL="1257300" indent="-342900">
              <a:defRPr>
                <a:solidFill>
                  <a:schemeClr val="tx1"/>
                </a:solidFill>
                <a:latin typeface="Arial" panose="020B0604020202020204" pitchFamily="34" charset="0"/>
                <a:ea typeface="楷体_GB2312" pitchFamily="49" charset="-122"/>
              </a:defRPr>
            </a:lvl3pPr>
            <a:lvl4pPr marL="1714500" indent="-342900">
              <a:defRPr>
                <a:solidFill>
                  <a:schemeClr val="tx1"/>
                </a:solidFill>
                <a:latin typeface="Arial" panose="020B0604020202020204" pitchFamily="34" charset="0"/>
                <a:ea typeface="楷体_GB2312" pitchFamily="49" charset="-122"/>
              </a:defRPr>
            </a:lvl4pPr>
            <a:lvl5pPr marL="2171700" indent="-342900">
              <a:defRPr>
                <a:solidFill>
                  <a:schemeClr val="tx1"/>
                </a:solidFill>
                <a:latin typeface="Arial" panose="020B0604020202020204" pitchFamily="34" charset="0"/>
                <a:ea typeface="楷体_GB2312" pitchFamily="49" charset="-122"/>
              </a:defRPr>
            </a:lvl5pPr>
            <a:lvl6pPr marL="26289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30861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5433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4000500" indent="-3429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2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）二阶电路的性质取决于特征根，特征根取决于电路结构和参数，与激励和初值无关。</a:t>
            </a:r>
          </a:p>
        </p:txBody>
      </p:sp>
      <p:graphicFrame>
        <p:nvGraphicFramePr>
          <p:cNvPr id="357380" name="Object 4">
            <a:extLst>
              <a:ext uri="{FF2B5EF4-FFF2-40B4-BE49-F238E27FC236}">
                <a16:creationId xmlns:a16="http://schemas.microsoft.com/office/drawing/2014/main" id="{277C56DE-3E0E-4F43-B0BD-373CC102A366}"/>
              </a:ext>
            </a:extLst>
          </p:cNvPr>
          <p:cNvGraphicFramePr>
            <a:graphicFrameLocks noChangeAspect="1"/>
          </p:cNvGraphicFramePr>
          <p:nvPr>
            <p:extLst/>
          </p:nvPr>
        </p:nvGraphicFramePr>
        <p:xfrm>
          <a:off x="539750" y="3646041"/>
          <a:ext cx="5040313" cy="539750"/>
        </p:xfrm>
        <a:graphic>
          <a:graphicData uri="http://schemas.openxmlformats.org/presentationml/2006/ole">
            <mc:AlternateContent xmlns:mc="http://schemas.openxmlformats.org/markup-compatibility/2006">
              <mc:Choice xmlns:v="urn:schemas-microsoft-com:vml" Requires="v">
                <p:oleObj spid="_x0000_s161362" name="公式" r:id="rId3" imgW="2342946" imgH="238213" progId="Equation.3">
                  <p:embed/>
                </p:oleObj>
              </mc:Choice>
              <mc:Fallback>
                <p:oleObj name="公式" r:id="rId3" imgW="2342946" imgH="238213" progId="Equation.3">
                  <p:embed/>
                  <p:pic>
                    <p:nvPicPr>
                      <p:cNvPr id="357380" name="Object 4">
                        <a:extLst>
                          <a:ext uri="{FF2B5EF4-FFF2-40B4-BE49-F238E27FC236}">
                            <a16:creationId xmlns:a16="http://schemas.microsoft.com/office/drawing/2014/main" id="{277C56DE-3E0E-4F43-B0BD-373CC102A3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646041"/>
                        <a:ext cx="5040313"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7381" name="Object 5" descr="蓝色面巾纸">
            <a:extLst>
              <a:ext uri="{FF2B5EF4-FFF2-40B4-BE49-F238E27FC236}">
                <a16:creationId xmlns:a16="http://schemas.microsoft.com/office/drawing/2014/main" id="{FDC82989-FE00-4725-A7B6-A805914CCB50}"/>
              </a:ext>
            </a:extLst>
          </p:cNvPr>
          <p:cNvGraphicFramePr>
            <a:graphicFrameLocks noChangeAspect="1"/>
          </p:cNvGraphicFramePr>
          <p:nvPr>
            <p:extLst/>
          </p:nvPr>
        </p:nvGraphicFramePr>
        <p:xfrm>
          <a:off x="5691163" y="3576432"/>
          <a:ext cx="3109913" cy="548158"/>
        </p:xfrm>
        <a:graphic>
          <a:graphicData uri="http://schemas.openxmlformats.org/presentationml/2006/ole">
            <mc:AlternateContent xmlns:mc="http://schemas.openxmlformats.org/markup-compatibility/2006">
              <mc:Choice xmlns:v="urn:schemas-microsoft-com:vml" Requires="v">
                <p:oleObj spid="_x0000_s161363" name="Equation" r:id="rId5" imgW="1841400" imgH="355320" progId="Equation.DSMT4">
                  <p:embed/>
                </p:oleObj>
              </mc:Choice>
              <mc:Fallback>
                <p:oleObj name="Equation" r:id="rId5" imgW="1841400" imgH="355320" progId="Equation.DSMT4">
                  <p:embed/>
                  <p:pic>
                    <p:nvPicPr>
                      <p:cNvPr id="357381" name="Object 5" descr="蓝色面巾纸">
                        <a:extLst>
                          <a:ext uri="{FF2B5EF4-FFF2-40B4-BE49-F238E27FC236}">
                            <a16:creationId xmlns:a16="http://schemas.microsoft.com/office/drawing/2014/main" id="{FDC82989-FE00-4725-A7B6-A805914CCB50}"/>
                          </a:ext>
                        </a:extLst>
                      </p:cNvPr>
                      <p:cNvPicPr>
                        <a:picLocks noChangeAspect="1" noChangeArrowheads="1"/>
                      </p:cNvPicPr>
                      <p:nvPr/>
                    </p:nvPicPr>
                    <p:blipFill>
                      <a:blip r:embed="rId6"/>
                      <a:srcRect/>
                      <a:stretch>
                        <a:fillRect/>
                      </a:stretch>
                    </p:blipFill>
                    <p:spPr bwMode="auto">
                      <a:xfrm>
                        <a:off x="5691163" y="3576432"/>
                        <a:ext cx="3109913" cy="548158"/>
                      </a:xfrm>
                      <a:prstGeom prst="rect">
                        <a:avLst/>
                      </a:prstGeom>
                      <a:noFill/>
                      <a:ln>
                        <a:noFill/>
                      </a:ln>
                      <a:effectLst/>
                      <a:extLst/>
                    </p:spPr>
                  </p:pic>
                </p:oleObj>
              </mc:Fallback>
            </mc:AlternateContent>
          </a:graphicData>
        </a:graphic>
      </p:graphicFrame>
      <p:graphicFrame>
        <p:nvGraphicFramePr>
          <p:cNvPr id="357382" name="Object 6">
            <a:extLst>
              <a:ext uri="{FF2B5EF4-FFF2-40B4-BE49-F238E27FC236}">
                <a16:creationId xmlns:a16="http://schemas.microsoft.com/office/drawing/2014/main" id="{64DBEECE-1010-4C55-824F-76BBF433FA69}"/>
              </a:ext>
            </a:extLst>
          </p:cNvPr>
          <p:cNvGraphicFramePr>
            <a:graphicFrameLocks noChangeAspect="1"/>
          </p:cNvGraphicFramePr>
          <p:nvPr>
            <p:extLst/>
          </p:nvPr>
        </p:nvGraphicFramePr>
        <p:xfrm>
          <a:off x="620457" y="4998591"/>
          <a:ext cx="4160837" cy="514350"/>
        </p:xfrm>
        <a:graphic>
          <a:graphicData uri="http://schemas.openxmlformats.org/presentationml/2006/ole">
            <mc:AlternateContent xmlns:mc="http://schemas.openxmlformats.org/markup-compatibility/2006">
              <mc:Choice xmlns:v="urn:schemas-microsoft-com:vml" Requires="v">
                <p:oleObj spid="_x0000_s161364" name="公式" r:id="rId7" imgW="2028706" imgH="238213" progId="Equation.3">
                  <p:embed/>
                </p:oleObj>
              </mc:Choice>
              <mc:Fallback>
                <p:oleObj name="公式" r:id="rId7" imgW="2028706" imgH="238213" progId="Equation.3">
                  <p:embed/>
                  <p:pic>
                    <p:nvPicPr>
                      <p:cNvPr id="357382" name="Object 6">
                        <a:extLst>
                          <a:ext uri="{FF2B5EF4-FFF2-40B4-BE49-F238E27FC236}">
                            <a16:creationId xmlns:a16="http://schemas.microsoft.com/office/drawing/2014/main" id="{64DBEECE-1010-4C55-824F-76BBF433FA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0457" y="4998591"/>
                        <a:ext cx="4160837"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7383" name="Object 7">
            <a:extLst>
              <a:ext uri="{FF2B5EF4-FFF2-40B4-BE49-F238E27FC236}">
                <a16:creationId xmlns:a16="http://schemas.microsoft.com/office/drawing/2014/main" id="{FAE46482-4E1B-4CF4-939E-6B3E9BF25DEC}"/>
              </a:ext>
            </a:extLst>
          </p:cNvPr>
          <p:cNvGraphicFramePr>
            <a:graphicFrameLocks noChangeAspect="1"/>
          </p:cNvGraphicFramePr>
          <p:nvPr>
            <p:extLst/>
          </p:nvPr>
        </p:nvGraphicFramePr>
        <p:xfrm>
          <a:off x="466725" y="4365179"/>
          <a:ext cx="5184775" cy="525462"/>
        </p:xfrm>
        <a:graphic>
          <a:graphicData uri="http://schemas.openxmlformats.org/presentationml/2006/ole">
            <mc:AlternateContent xmlns:mc="http://schemas.openxmlformats.org/markup-compatibility/2006">
              <mc:Choice xmlns:v="urn:schemas-microsoft-com:vml" Requires="v">
                <p:oleObj spid="_x0000_s161365" name="公式" r:id="rId9" imgW="2466952" imgH="238213" progId="Equation.3">
                  <p:embed/>
                </p:oleObj>
              </mc:Choice>
              <mc:Fallback>
                <p:oleObj name="公式" r:id="rId9" imgW="2466952" imgH="238213" progId="Equation.3">
                  <p:embed/>
                  <p:pic>
                    <p:nvPicPr>
                      <p:cNvPr id="357383" name="Object 7">
                        <a:extLst>
                          <a:ext uri="{FF2B5EF4-FFF2-40B4-BE49-F238E27FC236}">
                            <a16:creationId xmlns:a16="http://schemas.microsoft.com/office/drawing/2014/main" id="{FAE46482-4E1B-4CF4-939E-6B3E9BF25D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6725" y="4365179"/>
                        <a:ext cx="5184775" cy="52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7384" name="Object 8" descr="再生纸">
            <a:extLst>
              <a:ext uri="{FF2B5EF4-FFF2-40B4-BE49-F238E27FC236}">
                <a16:creationId xmlns:a16="http://schemas.microsoft.com/office/drawing/2014/main" id="{9EEFC5E9-4B23-4A8A-8AC3-FBBC15260B63}"/>
              </a:ext>
            </a:extLst>
          </p:cNvPr>
          <p:cNvGraphicFramePr>
            <a:graphicFrameLocks noChangeAspect="1"/>
          </p:cNvGraphicFramePr>
          <p:nvPr>
            <p:extLst/>
          </p:nvPr>
        </p:nvGraphicFramePr>
        <p:xfrm>
          <a:off x="5698335" y="4376677"/>
          <a:ext cx="2906985" cy="481906"/>
        </p:xfrm>
        <a:graphic>
          <a:graphicData uri="http://schemas.openxmlformats.org/presentationml/2006/ole">
            <mc:AlternateContent xmlns:mc="http://schemas.openxmlformats.org/markup-compatibility/2006">
              <mc:Choice xmlns:v="urn:schemas-microsoft-com:vml" Requires="v">
                <p:oleObj spid="_x0000_s161366" name="Equation" r:id="rId11" imgW="2133360" imgH="355320" progId="Equation.DSMT4">
                  <p:embed/>
                </p:oleObj>
              </mc:Choice>
              <mc:Fallback>
                <p:oleObj name="Equation" r:id="rId11" imgW="2133360" imgH="355320" progId="Equation.DSMT4">
                  <p:embed/>
                  <p:pic>
                    <p:nvPicPr>
                      <p:cNvPr id="357384" name="Object 8" descr="再生纸">
                        <a:extLst>
                          <a:ext uri="{FF2B5EF4-FFF2-40B4-BE49-F238E27FC236}">
                            <a16:creationId xmlns:a16="http://schemas.microsoft.com/office/drawing/2014/main" id="{9EEFC5E9-4B23-4A8A-8AC3-FBBC15260B63}"/>
                          </a:ext>
                        </a:extLst>
                      </p:cNvPr>
                      <p:cNvPicPr>
                        <a:picLocks noChangeAspect="1" noChangeArrowheads="1"/>
                      </p:cNvPicPr>
                      <p:nvPr/>
                    </p:nvPicPr>
                    <p:blipFill>
                      <a:blip r:embed="rId12"/>
                      <a:srcRect/>
                      <a:stretch>
                        <a:fillRect/>
                      </a:stretch>
                    </p:blipFill>
                    <p:spPr bwMode="auto">
                      <a:xfrm>
                        <a:off x="5698335" y="4376677"/>
                        <a:ext cx="2906985" cy="481906"/>
                      </a:xfrm>
                      <a:prstGeom prst="rect">
                        <a:avLst/>
                      </a:prstGeom>
                      <a:noFill/>
                      <a:ln>
                        <a:noFill/>
                      </a:ln>
                      <a:effectLst/>
                      <a:extLst/>
                    </p:spPr>
                  </p:pic>
                </p:oleObj>
              </mc:Fallback>
            </mc:AlternateContent>
          </a:graphicData>
        </a:graphic>
      </p:graphicFrame>
      <p:graphicFrame>
        <p:nvGraphicFramePr>
          <p:cNvPr id="357385" name="Object 9">
            <a:extLst>
              <a:ext uri="{FF2B5EF4-FFF2-40B4-BE49-F238E27FC236}">
                <a16:creationId xmlns:a16="http://schemas.microsoft.com/office/drawing/2014/main" id="{E31C635D-2BC9-4B04-ACA4-E0C2686FE22F}"/>
              </a:ext>
            </a:extLst>
          </p:cNvPr>
          <p:cNvGraphicFramePr>
            <a:graphicFrameLocks noChangeAspect="1"/>
          </p:cNvGraphicFramePr>
          <p:nvPr>
            <p:extLst/>
          </p:nvPr>
        </p:nvGraphicFramePr>
        <p:xfrm>
          <a:off x="1409762" y="2850248"/>
          <a:ext cx="2514166" cy="550906"/>
        </p:xfrm>
        <a:graphic>
          <a:graphicData uri="http://schemas.openxmlformats.org/presentationml/2006/ole">
            <mc:AlternateContent xmlns:mc="http://schemas.openxmlformats.org/markup-compatibility/2006">
              <mc:Choice xmlns:v="urn:schemas-microsoft-com:vml" Requires="v">
                <p:oleObj spid="_x0000_s161367" name="Equation" r:id="rId13" imgW="2108160" imgH="444240" progId="Equation.DSMT4">
                  <p:embed/>
                </p:oleObj>
              </mc:Choice>
              <mc:Fallback>
                <p:oleObj name="Equation" r:id="rId13" imgW="2108160" imgH="444240" progId="Equation.DSMT4">
                  <p:embed/>
                  <p:pic>
                    <p:nvPicPr>
                      <p:cNvPr id="357385" name="Object 9">
                        <a:extLst>
                          <a:ext uri="{FF2B5EF4-FFF2-40B4-BE49-F238E27FC236}">
                            <a16:creationId xmlns:a16="http://schemas.microsoft.com/office/drawing/2014/main" id="{E31C635D-2BC9-4B04-ACA4-E0C2686FE22F}"/>
                          </a:ext>
                        </a:extLst>
                      </p:cNvPr>
                      <p:cNvPicPr>
                        <a:picLocks noChangeAspect="1" noChangeArrowheads="1"/>
                      </p:cNvPicPr>
                      <p:nvPr/>
                    </p:nvPicPr>
                    <p:blipFill>
                      <a:blip r:embed="rId14"/>
                      <a:srcRect/>
                      <a:stretch>
                        <a:fillRect/>
                      </a:stretch>
                    </p:blipFill>
                    <p:spPr bwMode="auto">
                      <a:xfrm>
                        <a:off x="1409762" y="2850248"/>
                        <a:ext cx="2514166" cy="550906"/>
                      </a:xfrm>
                      <a:prstGeom prst="rect">
                        <a:avLst/>
                      </a:prstGeom>
                      <a:noFill/>
                      <a:ln w="9525">
                        <a:solidFill>
                          <a:srgbClr val="FFFF99"/>
                        </a:solidFill>
                        <a:miter lim="800000"/>
                        <a:headEnd/>
                        <a:tailEnd/>
                      </a:ln>
                      <a:effectLst/>
                      <a:extLst/>
                    </p:spPr>
                  </p:pic>
                </p:oleObj>
              </mc:Fallback>
            </mc:AlternateContent>
          </a:graphicData>
        </a:graphic>
      </p:graphicFrame>
      <p:graphicFrame>
        <p:nvGraphicFramePr>
          <p:cNvPr id="357386" name="Object 10" descr="羊皮纸">
            <a:extLst>
              <a:ext uri="{FF2B5EF4-FFF2-40B4-BE49-F238E27FC236}">
                <a16:creationId xmlns:a16="http://schemas.microsoft.com/office/drawing/2014/main" id="{440F0232-AF08-4038-9183-A6F7E5E58B63}"/>
              </a:ext>
            </a:extLst>
          </p:cNvPr>
          <p:cNvGraphicFramePr>
            <a:graphicFrameLocks noChangeAspect="1"/>
          </p:cNvGraphicFramePr>
          <p:nvPr>
            <p:extLst/>
          </p:nvPr>
        </p:nvGraphicFramePr>
        <p:xfrm>
          <a:off x="5645944" y="5110670"/>
          <a:ext cx="3240088" cy="523875"/>
        </p:xfrm>
        <a:graphic>
          <a:graphicData uri="http://schemas.openxmlformats.org/presentationml/2006/ole">
            <mc:AlternateContent xmlns:mc="http://schemas.openxmlformats.org/markup-compatibility/2006">
              <mc:Choice xmlns:v="urn:schemas-microsoft-com:vml" Requires="v">
                <p:oleObj spid="_x0000_s161368" name="公式" r:id="rId15" imgW="1574800" imgH="254000" progId="Equation.3">
                  <p:embed/>
                </p:oleObj>
              </mc:Choice>
              <mc:Fallback>
                <p:oleObj name="公式" r:id="rId15" imgW="1574800" imgH="254000" progId="Equation.3">
                  <p:embed/>
                  <p:pic>
                    <p:nvPicPr>
                      <p:cNvPr id="357386" name="Object 10" descr="羊皮纸">
                        <a:extLst>
                          <a:ext uri="{FF2B5EF4-FFF2-40B4-BE49-F238E27FC236}">
                            <a16:creationId xmlns:a16="http://schemas.microsoft.com/office/drawing/2014/main" id="{440F0232-AF08-4038-9183-A6F7E5E58B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45944" y="5110670"/>
                        <a:ext cx="3240088" cy="523875"/>
                      </a:xfrm>
                      <a:prstGeom prst="rect">
                        <a:avLst/>
                      </a:prstGeom>
                      <a:blipFill dpi="0" rotWithShape="1">
                        <a:blip r:embed="rId17"/>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7399" name="Text Box 23">
            <a:extLst>
              <a:ext uri="{FF2B5EF4-FFF2-40B4-BE49-F238E27FC236}">
                <a16:creationId xmlns:a16="http://schemas.microsoft.com/office/drawing/2014/main" id="{2F1EE28C-EE37-4DC7-B279-14D336CE95F6}"/>
              </a:ext>
            </a:extLst>
          </p:cNvPr>
          <p:cNvSpPr txBox="1">
            <a:spLocks noChangeArrowheads="1"/>
          </p:cNvSpPr>
          <p:nvPr/>
        </p:nvSpPr>
        <p:spPr bwMode="auto">
          <a:xfrm>
            <a:off x="395288" y="0"/>
            <a:ext cx="5616575"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 </a:t>
            </a:r>
            <a:r>
              <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二阶电路小结</a:t>
            </a:r>
          </a:p>
        </p:txBody>
      </p:sp>
      <p:sp>
        <p:nvSpPr>
          <p:cNvPr id="13" name="Text Box 2" descr="绿色大理石">
            <a:extLst>
              <a:ext uri="{FF2B5EF4-FFF2-40B4-BE49-F238E27FC236}">
                <a16:creationId xmlns:a16="http://schemas.microsoft.com/office/drawing/2014/main" id="{88401F27-C0A5-432A-BBA6-7B5F16E386A1}"/>
              </a:ext>
            </a:extLst>
          </p:cNvPr>
          <p:cNvSpPr txBox="1">
            <a:spLocks noChangeArrowheads="1"/>
          </p:cNvSpPr>
          <p:nvPr/>
        </p:nvSpPr>
        <p:spPr bwMode="auto">
          <a:xfrm>
            <a:off x="429480" y="5615367"/>
            <a:ext cx="5150583" cy="584775"/>
          </a:xfrm>
          <a:prstGeom prst="rect">
            <a:avLst/>
          </a:prstGeom>
          <a:noFill/>
          <a:ln>
            <a:noFill/>
          </a:ln>
          <a:extLst>
            <a:ext uri="{909E8E84-426E-40DD-AFC4-6F175D3DCCD1}">
              <a14:hiddenFill xmlns:a14="http://schemas.microsoft.com/office/drawing/2010/main">
                <a:blipFill dpi="0" rotWithShape="1">
                  <a:blip/>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R</a:t>
            </a:r>
            <a:r>
              <a:rPr kumimoji="1" lang="en-US" altLang="zh-CN" sz="32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=0 </a:t>
            </a:r>
            <a:r>
              <a:rPr kumimoji="1" lang="zh-CN" altLang="en-US" sz="32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Times New Roman" panose="02020603050405020304" pitchFamily="18" charset="0"/>
              </a:rPr>
              <a:t>时，无阻尼，等幅振荡</a:t>
            </a:r>
          </a:p>
        </p:txBody>
      </p:sp>
      <p:graphicFrame>
        <p:nvGraphicFramePr>
          <p:cNvPr id="14" name="Object 10" descr="羊皮纸">
            <a:extLst>
              <a:ext uri="{FF2B5EF4-FFF2-40B4-BE49-F238E27FC236}">
                <a16:creationId xmlns:a16="http://schemas.microsoft.com/office/drawing/2014/main" id="{14D9ABD3-7294-490D-9C95-5F2CBD9C2E10}"/>
              </a:ext>
            </a:extLst>
          </p:cNvPr>
          <p:cNvGraphicFramePr>
            <a:graphicFrameLocks noChangeAspect="1"/>
          </p:cNvGraphicFramePr>
          <p:nvPr>
            <p:extLst/>
          </p:nvPr>
        </p:nvGraphicFramePr>
        <p:xfrm>
          <a:off x="5661463" y="5854574"/>
          <a:ext cx="2887663" cy="508541"/>
        </p:xfrm>
        <a:graphic>
          <a:graphicData uri="http://schemas.openxmlformats.org/presentationml/2006/ole">
            <mc:AlternateContent xmlns:mc="http://schemas.openxmlformats.org/markup-compatibility/2006">
              <mc:Choice xmlns:v="urn:schemas-microsoft-com:vml" Requires="v">
                <p:oleObj spid="_x0000_s161369" name="Equation" r:id="rId18" imgW="1879560" imgH="330120" progId="Equation.DSMT4">
                  <p:embed/>
                </p:oleObj>
              </mc:Choice>
              <mc:Fallback>
                <p:oleObj name="Equation" r:id="rId18" imgW="1879560" imgH="330120" progId="Equation.DSMT4">
                  <p:embed/>
                  <p:pic>
                    <p:nvPicPr>
                      <p:cNvPr id="14" name="Object 10" descr="羊皮纸">
                        <a:extLst>
                          <a:ext uri="{FF2B5EF4-FFF2-40B4-BE49-F238E27FC236}">
                            <a16:creationId xmlns:a16="http://schemas.microsoft.com/office/drawing/2014/main" id="{14D9ABD3-7294-490D-9C95-5F2CBD9C2E10}"/>
                          </a:ext>
                        </a:extLst>
                      </p:cNvPr>
                      <p:cNvPicPr>
                        <a:picLocks noChangeAspect="1" noChangeArrowheads="1"/>
                      </p:cNvPicPr>
                      <p:nvPr/>
                    </p:nvPicPr>
                    <p:blipFill>
                      <a:blip r:embed="rId19"/>
                      <a:srcRect/>
                      <a:stretch>
                        <a:fillRect/>
                      </a:stretch>
                    </p:blipFill>
                    <p:spPr bwMode="auto">
                      <a:xfrm>
                        <a:off x="5661463" y="5854574"/>
                        <a:ext cx="2887663" cy="508541"/>
                      </a:xfrm>
                      <a:prstGeom prst="rect">
                        <a:avLst/>
                      </a:prstGeom>
                      <a:blipFill dpi="0" rotWithShape="1">
                        <a:blip r:embed="rId17"/>
                        <a:srcRect/>
                        <a:tile tx="0" ty="0" sx="100000" sy="100000" flip="none" algn="tl"/>
                      </a:blipFill>
                      <a:ln>
                        <a:noFill/>
                      </a:ln>
                      <a:effectLs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357399"/>
                                        </p:tgtEl>
                                        <p:attrNameLst>
                                          <p:attrName>style.visibility</p:attrName>
                                        </p:attrNameLst>
                                      </p:cBhvr>
                                      <p:to>
                                        <p:strVal val="visible"/>
                                      </p:to>
                                    </p:set>
                                    <p:anim calcmode="lin" valueType="num">
                                      <p:cBhvr additive="base">
                                        <p:cTn id="7" dur="500" fill="hold"/>
                                        <p:tgtEl>
                                          <p:spTgt spid="357399"/>
                                        </p:tgtEl>
                                        <p:attrNameLst>
                                          <p:attrName>ppt_x</p:attrName>
                                        </p:attrNameLst>
                                      </p:cBhvr>
                                      <p:tavLst>
                                        <p:tav tm="0">
                                          <p:val>
                                            <p:strVal val="0-#ppt_w/2"/>
                                          </p:val>
                                        </p:tav>
                                        <p:tav tm="100000">
                                          <p:val>
                                            <p:strVal val="#ppt_x"/>
                                          </p:val>
                                        </p:tav>
                                      </p:tavLst>
                                    </p:anim>
                                    <p:anim calcmode="lin" valueType="num">
                                      <p:cBhvr additive="base">
                                        <p:cTn id="8" dur="500" fill="hold"/>
                                        <p:tgtEl>
                                          <p:spTgt spid="35739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57378">
                                            <p:txEl>
                                              <p:pRg st="0" end="0"/>
                                            </p:txEl>
                                          </p:spTgt>
                                        </p:tgtEl>
                                        <p:attrNameLst>
                                          <p:attrName>style.visibility</p:attrName>
                                        </p:attrNameLst>
                                      </p:cBhvr>
                                      <p:to>
                                        <p:strVal val="visible"/>
                                      </p:to>
                                    </p:set>
                                    <p:animEffect transition="in" filter="wipe(left)">
                                      <p:cBhvr>
                                        <p:cTn id="13" dur="2000"/>
                                        <p:tgtEl>
                                          <p:spTgt spid="35737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57379">
                                            <p:txEl>
                                              <p:pRg st="0" end="0"/>
                                            </p:txEl>
                                          </p:spTgt>
                                        </p:tgtEl>
                                        <p:attrNameLst>
                                          <p:attrName>style.visibility</p:attrName>
                                        </p:attrNameLst>
                                      </p:cBhvr>
                                      <p:to>
                                        <p:strVal val="visible"/>
                                      </p:to>
                                    </p:set>
                                    <p:animEffect transition="in" filter="wipe(left)">
                                      <p:cBhvr>
                                        <p:cTn id="18" dur="2000"/>
                                        <p:tgtEl>
                                          <p:spTgt spid="35737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357385"/>
                                        </p:tgtEl>
                                        <p:attrNameLst>
                                          <p:attrName>style.visibility</p:attrName>
                                        </p:attrNameLst>
                                      </p:cBhvr>
                                      <p:to>
                                        <p:strVal val="visible"/>
                                      </p:to>
                                    </p:set>
                                    <p:animEffect transition="in" filter="strips(downRight)">
                                      <p:cBhvr>
                                        <p:cTn id="23" dur="2000"/>
                                        <p:tgtEl>
                                          <p:spTgt spid="357385"/>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357380"/>
                                        </p:tgtEl>
                                        <p:attrNameLst>
                                          <p:attrName>style.visibility</p:attrName>
                                        </p:attrNameLst>
                                      </p:cBhvr>
                                      <p:to>
                                        <p:strVal val="visible"/>
                                      </p:to>
                                    </p:set>
                                    <p:animEffect transition="in" filter="box(out)">
                                      <p:cBhvr>
                                        <p:cTn id="28" dur="500"/>
                                        <p:tgtEl>
                                          <p:spTgt spid="35738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357381"/>
                                        </p:tgtEl>
                                        <p:attrNameLst>
                                          <p:attrName>style.visibility</p:attrName>
                                        </p:attrNameLst>
                                      </p:cBhvr>
                                      <p:to>
                                        <p:strVal val="visible"/>
                                      </p:to>
                                    </p:set>
                                    <p:anim calcmode="lin" valueType="num">
                                      <p:cBhvr additive="base">
                                        <p:cTn id="33" dur="500" fill="hold"/>
                                        <p:tgtEl>
                                          <p:spTgt spid="357381"/>
                                        </p:tgtEl>
                                        <p:attrNameLst>
                                          <p:attrName>ppt_x</p:attrName>
                                        </p:attrNameLst>
                                      </p:cBhvr>
                                      <p:tavLst>
                                        <p:tav tm="0">
                                          <p:val>
                                            <p:strVal val="1+#ppt_w/2"/>
                                          </p:val>
                                        </p:tav>
                                        <p:tav tm="100000">
                                          <p:val>
                                            <p:strVal val="#ppt_x"/>
                                          </p:val>
                                        </p:tav>
                                      </p:tavLst>
                                    </p:anim>
                                    <p:anim calcmode="lin" valueType="num">
                                      <p:cBhvr additive="base">
                                        <p:cTn id="34" dur="500" fill="hold"/>
                                        <p:tgtEl>
                                          <p:spTgt spid="35738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357383"/>
                                        </p:tgtEl>
                                        <p:attrNameLst>
                                          <p:attrName>style.visibility</p:attrName>
                                        </p:attrNameLst>
                                      </p:cBhvr>
                                      <p:to>
                                        <p:strVal val="visible"/>
                                      </p:to>
                                    </p:set>
                                    <p:animEffect transition="in" filter="box(out)">
                                      <p:cBhvr>
                                        <p:cTn id="39" dur="500"/>
                                        <p:tgtEl>
                                          <p:spTgt spid="357383"/>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357384"/>
                                        </p:tgtEl>
                                        <p:attrNameLst>
                                          <p:attrName>style.visibility</p:attrName>
                                        </p:attrNameLst>
                                      </p:cBhvr>
                                      <p:to>
                                        <p:strVal val="visible"/>
                                      </p:to>
                                    </p:set>
                                    <p:animEffect transition="in" filter="box(out)">
                                      <p:cBhvr>
                                        <p:cTn id="44" dur="500"/>
                                        <p:tgtEl>
                                          <p:spTgt spid="357384"/>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357382"/>
                                        </p:tgtEl>
                                        <p:attrNameLst>
                                          <p:attrName>style.visibility</p:attrName>
                                        </p:attrNameLst>
                                      </p:cBhvr>
                                      <p:to>
                                        <p:strVal val="visible"/>
                                      </p:to>
                                    </p:set>
                                    <p:animEffect transition="in" filter="box(out)">
                                      <p:cBhvr>
                                        <p:cTn id="49" dur="500"/>
                                        <p:tgtEl>
                                          <p:spTgt spid="357382"/>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357386"/>
                                        </p:tgtEl>
                                        <p:attrNameLst>
                                          <p:attrName>style.visibility</p:attrName>
                                        </p:attrNameLst>
                                      </p:cBhvr>
                                      <p:to>
                                        <p:strVal val="visible"/>
                                      </p:to>
                                    </p:set>
                                    <p:animEffect transition="in" filter="box(out)">
                                      <p:cBhvr>
                                        <p:cTn id="54" dur="500"/>
                                        <p:tgtEl>
                                          <p:spTgt spid="357386"/>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0-#ppt_w/2"/>
                                          </p:val>
                                        </p:tav>
                                        <p:tav tm="100000">
                                          <p:val>
                                            <p:strVal val="#ppt_x"/>
                                          </p:val>
                                        </p:tav>
                                      </p:tavLst>
                                    </p:anim>
                                    <p:anim calcmode="lin" valueType="num">
                                      <p:cBhvr additive="base">
                                        <p:cTn id="6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box(out)">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build="p" autoUpdateAnimBg="0"/>
      <p:bldP spid="357379" grpId="0" build="p" autoUpdateAnimBg="0"/>
      <p:bldP spid="357399"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32AA4ABE-D4FD-47AF-B7F0-7DADF5487E41}"/>
              </a:ext>
            </a:extLst>
          </p:cNvPr>
          <p:cNvSpPr txBox="1">
            <a:spLocks noChangeArrowheads="1"/>
          </p:cNvSpPr>
          <p:nvPr/>
        </p:nvSpPr>
        <p:spPr bwMode="auto">
          <a:xfrm>
            <a:off x="323850" y="620713"/>
            <a:ext cx="784860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FFFF"/>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3200" b="1" i="0" u="none" strike="noStrike" kern="1200" cap="none" spc="0" normalizeH="0" baseline="0" noProof="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3200" b="1" i="0" u="none" strike="noStrike" kern="1200" cap="none" spc="0" normalizeH="0" baseline="0" noProof="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求解线性二阶动态电路的步骤</a:t>
            </a:r>
          </a:p>
        </p:txBody>
      </p:sp>
      <p:sp>
        <p:nvSpPr>
          <p:cNvPr id="360451" name="Text Box 3">
            <a:extLst>
              <a:ext uri="{FF2B5EF4-FFF2-40B4-BE49-F238E27FC236}">
                <a16:creationId xmlns:a16="http://schemas.microsoft.com/office/drawing/2014/main" id="{E539970B-829A-4BA1-AA83-B99A5669C231}"/>
              </a:ext>
            </a:extLst>
          </p:cNvPr>
          <p:cNvSpPr txBox="1">
            <a:spLocks noChangeArrowheads="1"/>
          </p:cNvSpPr>
          <p:nvPr/>
        </p:nvSpPr>
        <p:spPr bwMode="auto">
          <a:xfrm>
            <a:off x="323850" y="1196975"/>
            <a:ext cx="8658225" cy="4579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）列写换路后电路输入</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输出微分方程；</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）求特征根，由根的性质写出齐次方程的通解</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通解即是零输入响应的解，自由分量积分常数待定）；</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）求特解（强制分量或稳态分量）；</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）全解</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通解</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特解</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自由分量</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强制分量；</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）将初值</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y </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代入全解，确定定积分常数，并求响应；</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）根据两类约束，求电路中其它量的响应。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60451">
                                            <p:txEl>
                                              <p:pRg st="0" end="0"/>
                                            </p:txEl>
                                          </p:spTgt>
                                        </p:tgtEl>
                                        <p:attrNameLst>
                                          <p:attrName>style.visibility</p:attrName>
                                        </p:attrNameLst>
                                      </p:cBhvr>
                                      <p:to>
                                        <p:strVal val="visible"/>
                                      </p:to>
                                    </p:set>
                                    <p:animEffect transition="in" filter="wipe(left)">
                                      <p:cBhvr>
                                        <p:cTn id="7" dur="2000"/>
                                        <p:tgtEl>
                                          <p:spTgt spid="360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60451">
                                            <p:txEl>
                                              <p:pRg st="1" end="1"/>
                                            </p:txEl>
                                          </p:spTgt>
                                        </p:tgtEl>
                                        <p:attrNameLst>
                                          <p:attrName>style.visibility</p:attrName>
                                        </p:attrNameLst>
                                      </p:cBhvr>
                                      <p:to>
                                        <p:strVal val="visible"/>
                                      </p:to>
                                    </p:set>
                                    <p:animEffect transition="in" filter="wipe(up)">
                                      <p:cBhvr>
                                        <p:cTn id="12" dur="2000"/>
                                        <p:tgtEl>
                                          <p:spTgt spid="360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0451">
                                            <p:txEl>
                                              <p:pRg st="2" end="2"/>
                                            </p:txEl>
                                          </p:spTgt>
                                        </p:tgtEl>
                                        <p:attrNameLst>
                                          <p:attrName>style.visibility</p:attrName>
                                        </p:attrNameLst>
                                      </p:cBhvr>
                                      <p:to>
                                        <p:strVal val="visible"/>
                                      </p:to>
                                    </p:set>
                                    <p:animEffect transition="in" filter="wipe(left)">
                                      <p:cBhvr>
                                        <p:cTn id="17" dur="2000"/>
                                        <p:tgtEl>
                                          <p:spTgt spid="3604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60451">
                                            <p:txEl>
                                              <p:pRg st="3" end="3"/>
                                            </p:txEl>
                                          </p:spTgt>
                                        </p:tgtEl>
                                        <p:attrNameLst>
                                          <p:attrName>style.visibility</p:attrName>
                                        </p:attrNameLst>
                                      </p:cBhvr>
                                      <p:to>
                                        <p:strVal val="visible"/>
                                      </p:to>
                                    </p:set>
                                    <p:animEffect transition="in" filter="wipe(left)">
                                      <p:cBhvr>
                                        <p:cTn id="22" dur="2000"/>
                                        <p:tgtEl>
                                          <p:spTgt spid="3604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60451">
                                            <p:txEl>
                                              <p:pRg st="4" end="4"/>
                                            </p:txEl>
                                          </p:spTgt>
                                        </p:tgtEl>
                                        <p:attrNameLst>
                                          <p:attrName>style.visibility</p:attrName>
                                        </p:attrNameLst>
                                      </p:cBhvr>
                                      <p:to>
                                        <p:strVal val="visible"/>
                                      </p:to>
                                    </p:set>
                                    <p:animEffect transition="in" filter="wipe(up)">
                                      <p:cBhvr>
                                        <p:cTn id="27" dur="2000"/>
                                        <p:tgtEl>
                                          <p:spTgt spid="3604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60451">
                                            <p:txEl>
                                              <p:pRg st="5" end="5"/>
                                            </p:txEl>
                                          </p:spTgt>
                                        </p:tgtEl>
                                        <p:attrNameLst>
                                          <p:attrName>style.visibility</p:attrName>
                                        </p:attrNameLst>
                                      </p:cBhvr>
                                      <p:to>
                                        <p:strVal val="visible"/>
                                      </p:to>
                                    </p:set>
                                    <p:animEffect transition="in" filter="wipe(left)">
                                      <p:cBhvr>
                                        <p:cTn id="32" dur="1000"/>
                                        <p:tgtEl>
                                          <p:spTgt spid="360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6" name="Text Box 4">
            <a:extLst>
              <a:ext uri="{FF2B5EF4-FFF2-40B4-BE49-F238E27FC236}">
                <a16:creationId xmlns:a16="http://schemas.microsoft.com/office/drawing/2014/main" id="{808061F6-880C-444A-AF64-D399119851C7}"/>
              </a:ext>
            </a:extLst>
          </p:cNvPr>
          <p:cNvSpPr txBox="1">
            <a:spLocks noChangeArrowheads="1"/>
          </p:cNvSpPr>
          <p:nvPr/>
        </p:nvSpPr>
        <p:spPr bwMode="auto">
          <a:xfrm>
            <a:off x="571500" y="816073"/>
            <a:ext cx="3673475" cy="579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32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32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单位阶跃函数</a:t>
            </a:r>
            <a:endParaRPr kumimoji="1" lang="zh-CN" altLang="en-US" sz="3200" b="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61477" name="Group 5">
            <a:extLst>
              <a:ext uri="{FF2B5EF4-FFF2-40B4-BE49-F238E27FC236}">
                <a16:creationId xmlns:a16="http://schemas.microsoft.com/office/drawing/2014/main" id="{733A8C4A-E2F6-447C-8433-387BF0873CED}"/>
              </a:ext>
            </a:extLst>
          </p:cNvPr>
          <p:cNvGrpSpPr>
            <a:grpSpLocks/>
          </p:cNvGrpSpPr>
          <p:nvPr/>
        </p:nvGrpSpPr>
        <p:grpSpPr bwMode="auto">
          <a:xfrm>
            <a:off x="5624514" y="1617663"/>
            <a:ext cx="2767013" cy="1741487"/>
            <a:chOff x="3554" y="711"/>
            <a:chExt cx="1743" cy="1097"/>
          </a:xfrm>
        </p:grpSpPr>
        <p:sp>
          <p:nvSpPr>
            <p:cNvPr id="55326" name="Line 6">
              <a:extLst>
                <a:ext uri="{FF2B5EF4-FFF2-40B4-BE49-F238E27FC236}">
                  <a16:creationId xmlns:a16="http://schemas.microsoft.com/office/drawing/2014/main" id="{88BBAEFA-A6D4-4EC3-9E57-63ECDCE888E4}"/>
                </a:ext>
              </a:extLst>
            </p:cNvPr>
            <p:cNvSpPr>
              <a:spLocks noChangeShapeType="1"/>
            </p:cNvSpPr>
            <p:nvPr/>
          </p:nvSpPr>
          <p:spPr bwMode="auto">
            <a:xfrm>
              <a:off x="3572" y="1548"/>
              <a:ext cx="1584"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7" name="Line 7">
              <a:extLst>
                <a:ext uri="{FF2B5EF4-FFF2-40B4-BE49-F238E27FC236}">
                  <a16:creationId xmlns:a16="http://schemas.microsoft.com/office/drawing/2014/main" id="{4FCC511A-2A75-4E5C-A633-8450F88A97B5}"/>
                </a:ext>
              </a:extLst>
            </p:cNvPr>
            <p:cNvSpPr>
              <a:spLocks noChangeShapeType="1"/>
            </p:cNvSpPr>
            <p:nvPr/>
          </p:nvSpPr>
          <p:spPr bwMode="auto">
            <a:xfrm flipV="1">
              <a:off x="3668" y="972"/>
              <a:ext cx="0" cy="72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8" name="Text Box 8">
              <a:extLst>
                <a:ext uri="{FF2B5EF4-FFF2-40B4-BE49-F238E27FC236}">
                  <a16:creationId xmlns:a16="http://schemas.microsoft.com/office/drawing/2014/main" id="{3F78A15E-F32A-4D7E-B28D-7378C09C5CF2}"/>
                </a:ext>
              </a:extLst>
            </p:cNvPr>
            <p:cNvSpPr txBox="1">
              <a:spLocks noChangeArrowheads="1"/>
            </p:cNvSpPr>
            <p:nvPr/>
          </p:nvSpPr>
          <p:spPr bwMode="auto">
            <a:xfrm>
              <a:off x="5114" y="1384"/>
              <a:ext cx="183"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9" name="Text Box 9">
              <a:extLst>
                <a:ext uri="{FF2B5EF4-FFF2-40B4-BE49-F238E27FC236}">
                  <a16:creationId xmlns:a16="http://schemas.microsoft.com/office/drawing/2014/main" id="{145C6F66-3B0E-4A0A-85C0-F0A40893CDBD}"/>
                </a:ext>
              </a:extLst>
            </p:cNvPr>
            <p:cNvSpPr txBox="1">
              <a:spLocks noChangeArrowheads="1"/>
            </p:cNvSpPr>
            <p:nvPr/>
          </p:nvSpPr>
          <p:spPr bwMode="auto">
            <a:xfrm>
              <a:off x="3554" y="711"/>
              <a:ext cx="538"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30" name="Text Box 10">
              <a:extLst>
                <a:ext uri="{FF2B5EF4-FFF2-40B4-BE49-F238E27FC236}">
                  <a16:creationId xmlns:a16="http://schemas.microsoft.com/office/drawing/2014/main" id="{CB650DB3-5FF5-455D-977A-CC74DF09F646}"/>
                </a:ext>
              </a:extLst>
            </p:cNvPr>
            <p:cNvSpPr txBox="1">
              <a:spLocks noChangeArrowheads="1"/>
            </p:cNvSpPr>
            <p:nvPr/>
          </p:nvSpPr>
          <p:spPr bwMode="auto">
            <a:xfrm>
              <a:off x="3642" y="1481"/>
              <a:ext cx="228"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grpSp>
        <p:nvGrpSpPr>
          <p:cNvPr id="361483" name="Group 11">
            <a:extLst>
              <a:ext uri="{FF2B5EF4-FFF2-40B4-BE49-F238E27FC236}">
                <a16:creationId xmlns:a16="http://schemas.microsoft.com/office/drawing/2014/main" id="{4F7C8776-D951-4B2F-B1B8-4EA2D868DD29}"/>
              </a:ext>
            </a:extLst>
          </p:cNvPr>
          <p:cNvGrpSpPr>
            <a:grpSpLocks/>
          </p:cNvGrpSpPr>
          <p:nvPr/>
        </p:nvGrpSpPr>
        <p:grpSpPr bwMode="auto">
          <a:xfrm>
            <a:off x="5292725" y="2133600"/>
            <a:ext cx="2209800" cy="800100"/>
            <a:chOff x="3332" y="1044"/>
            <a:chExt cx="1392" cy="504"/>
          </a:xfrm>
        </p:grpSpPr>
        <p:sp>
          <p:nvSpPr>
            <p:cNvPr id="55322" name="Line 12">
              <a:extLst>
                <a:ext uri="{FF2B5EF4-FFF2-40B4-BE49-F238E27FC236}">
                  <a16:creationId xmlns:a16="http://schemas.microsoft.com/office/drawing/2014/main" id="{0AB0F755-3BC0-40D4-8D93-AF56E5AC1A3D}"/>
                </a:ext>
              </a:extLst>
            </p:cNvPr>
            <p:cNvSpPr>
              <a:spLocks noChangeShapeType="1"/>
            </p:cNvSpPr>
            <p:nvPr/>
          </p:nvSpPr>
          <p:spPr bwMode="auto">
            <a:xfrm>
              <a:off x="3668" y="1176"/>
              <a:ext cx="105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3" name="Line 13">
              <a:extLst>
                <a:ext uri="{FF2B5EF4-FFF2-40B4-BE49-F238E27FC236}">
                  <a16:creationId xmlns:a16="http://schemas.microsoft.com/office/drawing/2014/main" id="{F7E4F4EA-87B6-4687-BE96-7A091C98B438}"/>
                </a:ext>
              </a:extLst>
            </p:cNvPr>
            <p:cNvSpPr>
              <a:spLocks noChangeShapeType="1"/>
            </p:cNvSpPr>
            <p:nvPr/>
          </p:nvSpPr>
          <p:spPr bwMode="auto">
            <a:xfrm flipH="1">
              <a:off x="3332" y="1548"/>
              <a:ext cx="33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4" name="Line 14">
              <a:extLst>
                <a:ext uri="{FF2B5EF4-FFF2-40B4-BE49-F238E27FC236}">
                  <a16:creationId xmlns:a16="http://schemas.microsoft.com/office/drawing/2014/main" id="{F1383D5D-9E0D-4A55-9A37-46BF8E7148EF}"/>
                </a:ext>
              </a:extLst>
            </p:cNvPr>
            <p:cNvSpPr>
              <a:spLocks noChangeShapeType="1"/>
            </p:cNvSpPr>
            <p:nvPr/>
          </p:nvSpPr>
          <p:spPr bwMode="auto">
            <a:xfrm>
              <a:off x="3668" y="1164"/>
              <a:ext cx="0" cy="384"/>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5" name="Text Box 15">
              <a:extLst>
                <a:ext uri="{FF2B5EF4-FFF2-40B4-BE49-F238E27FC236}">
                  <a16:creationId xmlns:a16="http://schemas.microsoft.com/office/drawing/2014/main" id="{25590269-0AD2-4BB4-AC9D-B336E170E042}"/>
                </a:ext>
              </a:extLst>
            </p:cNvPr>
            <p:cNvSpPr txBox="1">
              <a:spLocks noChangeArrowheads="1"/>
            </p:cNvSpPr>
            <p:nvPr/>
          </p:nvSpPr>
          <p:spPr bwMode="auto">
            <a:xfrm>
              <a:off x="3427" y="1044"/>
              <a:ext cx="228"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p>
          </p:txBody>
        </p:sp>
      </p:grpSp>
      <p:grpSp>
        <p:nvGrpSpPr>
          <p:cNvPr id="361488" name="Group 16">
            <a:extLst>
              <a:ext uri="{FF2B5EF4-FFF2-40B4-BE49-F238E27FC236}">
                <a16:creationId xmlns:a16="http://schemas.microsoft.com/office/drawing/2014/main" id="{06AEE4F2-5396-4A97-8856-0FFCA8E9DA21}"/>
              </a:ext>
            </a:extLst>
          </p:cNvPr>
          <p:cNvGrpSpPr>
            <a:grpSpLocks/>
          </p:cNvGrpSpPr>
          <p:nvPr/>
        </p:nvGrpSpPr>
        <p:grpSpPr bwMode="auto">
          <a:xfrm>
            <a:off x="5435600" y="3684588"/>
            <a:ext cx="3335833" cy="1903906"/>
            <a:chOff x="366" y="723"/>
            <a:chExt cx="1818" cy="915"/>
          </a:xfrm>
        </p:grpSpPr>
        <p:grpSp>
          <p:nvGrpSpPr>
            <p:cNvPr id="55309" name="Group 17">
              <a:extLst>
                <a:ext uri="{FF2B5EF4-FFF2-40B4-BE49-F238E27FC236}">
                  <a16:creationId xmlns:a16="http://schemas.microsoft.com/office/drawing/2014/main" id="{E8EE6895-D7AB-4CF4-B195-6C6A347715BC}"/>
                </a:ext>
              </a:extLst>
            </p:cNvPr>
            <p:cNvGrpSpPr>
              <a:grpSpLocks/>
            </p:cNvGrpSpPr>
            <p:nvPr/>
          </p:nvGrpSpPr>
          <p:grpSpPr bwMode="auto">
            <a:xfrm>
              <a:off x="366" y="723"/>
              <a:ext cx="1818" cy="915"/>
              <a:chOff x="366" y="723"/>
              <a:chExt cx="1818" cy="915"/>
            </a:xfrm>
          </p:grpSpPr>
          <p:grpSp>
            <p:nvGrpSpPr>
              <p:cNvPr id="55312" name="Group 18">
                <a:extLst>
                  <a:ext uri="{FF2B5EF4-FFF2-40B4-BE49-F238E27FC236}">
                    <a16:creationId xmlns:a16="http://schemas.microsoft.com/office/drawing/2014/main" id="{56669D22-2502-41C6-AEA5-0FC2E028502C}"/>
                  </a:ext>
                </a:extLst>
              </p:cNvPr>
              <p:cNvGrpSpPr>
                <a:grpSpLocks/>
              </p:cNvGrpSpPr>
              <p:nvPr/>
            </p:nvGrpSpPr>
            <p:grpSpPr bwMode="auto">
              <a:xfrm>
                <a:off x="472" y="723"/>
                <a:ext cx="1712" cy="898"/>
                <a:chOff x="472" y="723"/>
                <a:chExt cx="1712" cy="898"/>
              </a:xfrm>
            </p:grpSpPr>
            <p:sp>
              <p:nvSpPr>
                <p:cNvPr id="55314" name="Line 19">
                  <a:extLst>
                    <a:ext uri="{FF2B5EF4-FFF2-40B4-BE49-F238E27FC236}">
                      <a16:creationId xmlns:a16="http://schemas.microsoft.com/office/drawing/2014/main" id="{AA9A63F2-EC98-4B4A-8EEE-C71693E80415}"/>
                    </a:ext>
                  </a:extLst>
                </p:cNvPr>
                <p:cNvSpPr>
                  <a:spLocks noChangeShapeType="1"/>
                </p:cNvSpPr>
                <p:nvPr/>
              </p:nvSpPr>
              <p:spPr bwMode="auto">
                <a:xfrm>
                  <a:off x="472" y="1400"/>
                  <a:ext cx="1584"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15" name="Line 20">
                  <a:extLst>
                    <a:ext uri="{FF2B5EF4-FFF2-40B4-BE49-F238E27FC236}">
                      <a16:creationId xmlns:a16="http://schemas.microsoft.com/office/drawing/2014/main" id="{77E2BECF-7E02-4B71-81EB-53DC6317078D}"/>
                    </a:ext>
                  </a:extLst>
                </p:cNvPr>
                <p:cNvSpPr>
                  <a:spLocks noChangeShapeType="1"/>
                </p:cNvSpPr>
                <p:nvPr/>
              </p:nvSpPr>
              <p:spPr bwMode="auto">
                <a:xfrm flipV="1">
                  <a:off x="568" y="824"/>
                  <a:ext cx="0" cy="72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16" name="Line 21">
                  <a:extLst>
                    <a:ext uri="{FF2B5EF4-FFF2-40B4-BE49-F238E27FC236}">
                      <a16:creationId xmlns:a16="http://schemas.microsoft.com/office/drawing/2014/main" id="{336BC8AA-221F-420A-BDFC-814426A72DA5}"/>
                    </a:ext>
                  </a:extLst>
                </p:cNvPr>
                <p:cNvSpPr>
                  <a:spLocks noChangeShapeType="1"/>
                </p:cNvSpPr>
                <p:nvPr/>
              </p:nvSpPr>
              <p:spPr bwMode="auto">
                <a:xfrm>
                  <a:off x="856" y="1064"/>
                  <a:ext cx="105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17" name="Text Box 22">
                  <a:extLst>
                    <a:ext uri="{FF2B5EF4-FFF2-40B4-BE49-F238E27FC236}">
                      <a16:creationId xmlns:a16="http://schemas.microsoft.com/office/drawing/2014/main" id="{57D32378-4CBC-4FB6-93A8-A8158EA985B1}"/>
                    </a:ext>
                  </a:extLst>
                </p:cNvPr>
                <p:cNvSpPr txBox="1">
                  <a:spLocks noChangeArrowheads="1"/>
                </p:cNvSpPr>
                <p:nvPr/>
              </p:nvSpPr>
              <p:spPr bwMode="auto">
                <a:xfrm>
                  <a:off x="2026" y="1274"/>
                  <a:ext cx="158" cy="2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18" name="Text Box 23">
                  <a:extLst>
                    <a:ext uri="{FF2B5EF4-FFF2-40B4-BE49-F238E27FC236}">
                      <a16:creationId xmlns:a16="http://schemas.microsoft.com/office/drawing/2014/main" id="{813510F7-61C1-4926-B672-ADE10E804FD6}"/>
                    </a:ext>
                  </a:extLst>
                </p:cNvPr>
                <p:cNvSpPr txBox="1">
                  <a:spLocks noChangeArrowheads="1"/>
                </p:cNvSpPr>
                <p:nvPr/>
              </p:nvSpPr>
              <p:spPr bwMode="auto">
                <a:xfrm>
                  <a:off x="526" y="723"/>
                  <a:ext cx="714" cy="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t-t</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0</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19" name="Line 24">
                  <a:extLst>
                    <a:ext uri="{FF2B5EF4-FFF2-40B4-BE49-F238E27FC236}">
                      <a16:creationId xmlns:a16="http://schemas.microsoft.com/office/drawing/2014/main" id="{30480A9C-79FC-4F79-833F-D7CF921D89EF}"/>
                    </a:ext>
                  </a:extLst>
                </p:cNvPr>
                <p:cNvSpPr>
                  <a:spLocks noChangeShapeType="1"/>
                </p:cNvSpPr>
                <p:nvPr/>
              </p:nvSpPr>
              <p:spPr bwMode="auto">
                <a:xfrm>
                  <a:off x="856" y="1064"/>
                  <a:ext cx="0" cy="336"/>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0" name="Text Box 25">
                  <a:extLst>
                    <a:ext uri="{FF2B5EF4-FFF2-40B4-BE49-F238E27FC236}">
                      <a16:creationId xmlns:a16="http://schemas.microsoft.com/office/drawing/2014/main" id="{C5D1DF52-5095-4089-833B-979C3DF25BF9}"/>
                    </a:ext>
                  </a:extLst>
                </p:cNvPr>
                <p:cNvSpPr txBox="1">
                  <a:spLocks noChangeArrowheads="1"/>
                </p:cNvSpPr>
                <p:nvPr/>
              </p:nvSpPr>
              <p:spPr bwMode="auto">
                <a:xfrm>
                  <a:off x="814" y="1370"/>
                  <a:ext cx="219" cy="2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2500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321" name="Line 26">
                  <a:extLst>
                    <a:ext uri="{FF2B5EF4-FFF2-40B4-BE49-F238E27FC236}">
                      <a16:creationId xmlns:a16="http://schemas.microsoft.com/office/drawing/2014/main" id="{B64F647D-0D61-4911-9AA8-F4A094B76D8B}"/>
                    </a:ext>
                  </a:extLst>
                </p:cNvPr>
                <p:cNvSpPr>
                  <a:spLocks noChangeShapeType="1"/>
                </p:cNvSpPr>
                <p:nvPr/>
              </p:nvSpPr>
              <p:spPr bwMode="auto">
                <a:xfrm>
                  <a:off x="488" y="1392"/>
                  <a:ext cx="368"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55313" name="Text Box 27">
                <a:extLst>
                  <a:ext uri="{FF2B5EF4-FFF2-40B4-BE49-F238E27FC236}">
                    <a16:creationId xmlns:a16="http://schemas.microsoft.com/office/drawing/2014/main" id="{96AFD9EA-B6A6-4440-A8BD-8FC2AE64B065}"/>
                  </a:ext>
                </a:extLst>
              </p:cNvPr>
              <p:cNvSpPr txBox="1">
                <a:spLocks noChangeArrowheads="1"/>
              </p:cNvSpPr>
              <p:nvPr/>
            </p:nvSpPr>
            <p:spPr bwMode="auto">
              <a:xfrm>
                <a:off x="366" y="1387"/>
                <a:ext cx="212" cy="2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55310" name="Text Box 28">
              <a:extLst>
                <a:ext uri="{FF2B5EF4-FFF2-40B4-BE49-F238E27FC236}">
                  <a16:creationId xmlns:a16="http://schemas.microsoft.com/office/drawing/2014/main" id="{432B0C91-FCED-4435-8299-8E83C6AC7697}"/>
                </a:ext>
              </a:extLst>
            </p:cNvPr>
            <p:cNvSpPr txBox="1">
              <a:spLocks noChangeArrowheads="1"/>
            </p:cNvSpPr>
            <p:nvPr/>
          </p:nvSpPr>
          <p:spPr bwMode="auto">
            <a:xfrm>
              <a:off x="389" y="969"/>
              <a:ext cx="198" cy="2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p>
          </p:txBody>
        </p:sp>
        <p:sp>
          <p:nvSpPr>
            <p:cNvPr id="55311" name="Line 29">
              <a:extLst>
                <a:ext uri="{FF2B5EF4-FFF2-40B4-BE49-F238E27FC236}">
                  <a16:creationId xmlns:a16="http://schemas.microsoft.com/office/drawing/2014/main" id="{F6718280-3ACF-4A39-B721-2E62D59EC9EF}"/>
                </a:ext>
              </a:extLst>
            </p:cNvPr>
            <p:cNvSpPr>
              <a:spLocks noChangeShapeType="1"/>
            </p:cNvSpPr>
            <p:nvPr/>
          </p:nvSpPr>
          <p:spPr bwMode="auto">
            <a:xfrm>
              <a:off x="578" y="1058"/>
              <a:ext cx="270" cy="0"/>
            </a:xfrm>
            <a:prstGeom prst="line">
              <a:avLst/>
            </a:prstGeom>
            <a:noFill/>
            <a:ln w="381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361502" name="Object 30">
            <a:extLst>
              <a:ext uri="{FF2B5EF4-FFF2-40B4-BE49-F238E27FC236}">
                <a16:creationId xmlns:a16="http://schemas.microsoft.com/office/drawing/2014/main" id="{36DF5E35-AA4A-4E75-935A-0BE5DB671DF7}"/>
              </a:ext>
            </a:extLst>
          </p:cNvPr>
          <p:cNvGraphicFramePr>
            <a:graphicFrameLocks noChangeAspect="1"/>
          </p:cNvGraphicFramePr>
          <p:nvPr>
            <p:extLst>
              <p:ext uri="{D42A27DB-BD31-4B8C-83A1-F6EECF244321}">
                <p14:modId xmlns:p14="http://schemas.microsoft.com/office/powerpoint/2010/main" val="3589847037"/>
              </p:ext>
            </p:extLst>
          </p:nvPr>
        </p:nvGraphicFramePr>
        <p:xfrm>
          <a:off x="2066927" y="1737684"/>
          <a:ext cx="2743200" cy="1028700"/>
        </p:xfrm>
        <a:graphic>
          <a:graphicData uri="http://schemas.openxmlformats.org/presentationml/2006/ole">
            <mc:AlternateContent xmlns:mc="http://schemas.openxmlformats.org/markup-compatibility/2006">
              <mc:Choice xmlns:v="urn:schemas-microsoft-com:vml" Requires="v">
                <p:oleObj spid="_x0000_s162094" name="Equation" r:id="rId3" imgW="2743200" imgH="1028700" progId="Equation.DSMT4">
                  <p:embed/>
                </p:oleObj>
              </mc:Choice>
              <mc:Fallback>
                <p:oleObj name="Equation" r:id="rId3" imgW="2743200" imgH="1028700" progId="Equation.DSMT4">
                  <p:embed/>
                  <p:pic>
                    <p:nvPicPr>
                      <p:cNvPr id="361502" name="Object 30">
                        <a:extLst>
                          <a:ext uri="{FF2B5EF4-FFF2-40B4-BE49-F238E27FC236}">
                            <a16:creationId xmlns:a16="http://schemas.microsoft.com/office/drawing/2014/main" id="{36DF5E35-AA4A-4E75-935A-0BE5DB671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6927" y="1737684"/>
                        <a:ext cx="27432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1503" name="Object 31">
            <a:extLst>
              <a:ext uri="{FF2B5EF4-FFF2-40B4-BE49-F238E27FC236}">
                <a16:creationId xmlns:a16="http://schemas.microsoft.com/office/drawing/2014/main" id="{E207E22E-C924-4B2C-A9C8-D49DD1335217}"/>
              </a:ext>
            </a:extLst>
          </p:cNvPr>
          <p:cNvGraphicFramePr>
            <a:graphicFrameLocks noChangeAspect="1"/>
          </p:cNvGraphicFramePr>
          <p:nvPr>
            <p:extLst>
              <p:ext uri="{D42A27DB-BD31-4B8C-83A1-F6EECF244321}">
                <p14:modId xmlns:p14="http://schemas.microsoft.com/office/powerpoint/2010/main" val="2949400439"/>
              </p:ext>
            </p:extLst>
          </p:nvPr>
        </p:nvGraphicFramePr>
        <p:xfrm>
          <a:off x="3457575" y="911225"/>
          <a:ext cx="609600" cy="393700"/>
        </p:xfrm>
        <a:graphic>
          <a:graphicData uri="http://schemas.openxmlformats.org/presentationml/2006/ole">
            <mc:AlternateContent xmlns:mc="http://schemas.openxmlformats.org/markup-compatibility/2006">
              <mc:Choice xmlns:v="urn:schemas-microsoft-com:vml" Requires="v">
                <p:oleObj spid="_x0000_s162095" name="Equation" r:id="rId5" imgW="609336" imgH="393529" progId="Equation.DSMT4">
                  <p:embed/>
                </p:oleObj>
              </mc:Choice>
              <mc:Fallback>
                <p:oleObj name="Equation" r:id="rId5" imgW="609336" imgH="393529" progId="Equation.DSMT4">
                  <p:embed/>
                  <p:pic>
                    <p:nvPicPr>
                      <p:cNvPr id="361503" name="Object 31">
                        <a:extLst>
                          <a:ext uri="{FF2B5EF4-FFF2-40B4-BE49-F238E27FC236}">
                            <a16:creationId xmlns:a16="http://schemas.microsoft.com/office/drawing/2014/main" id="{E207E22E-C924-4B2C-A9C8-D49DD13352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7575" y="911225"/>
                        <a:ext cx="6096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1504" name="Text Box 32">
            <a:extLst>
              <a:ext uri="{FF2B5EF4-FFF2-40B4-BE49-F238E27FC236}">
                <a16:creationId xmlns:a16="http://schemas.microsoft.com/office/drawing/2014/main" id="{61789678-C24C-4F24-A4D4-07185C2F805E}"/>
              </a:ext>
            </a:extLst>
          </p:cNvPr>
          <p:cNvSpPr txBox="1">
            <a:spLocks noChangeArrowheads="1"/>
          </p:cNvSpPr>
          <p:nvPr/>
        </p:nvSpPr>
        <p:spPr bwMode="auto">
          <a:xfrm>
            <a:off x="257177" y="1894847"/>
            <a:ext cx="1728788"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定义</a:t>
            </a: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1505" name="Text Box 33">
            <a:extLst>
              <a:ext uri="{FF2B5EF4-FFF2-40B4-BE49-F238E27FC236}">
                <a16:creationId xmlns:a16="http://schemas.microsoft.com/office/drawing/2014/main" id="{736AD6D4-8224-4331-AB93-49B168156012}"/>
              </a:ext>
            </a:extLst>
          </p:cNvPr>
          <p:cNvSpPr txBox="1">
            <a:spLocks noChangeArrowheads="1"/>
          </p:cNvSpPr>
          <p:nvPr/>
        </p:nvSpPr>
        <p:spPr bwMode="auto">
          <a:xfrm>
            <a:off x="263939" y="3840845"/>
            <a:ext cx="3671887"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）延时单位阶跃函数</a:t>
            </a: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61506" name="Object 34">
            <a:extLst>
              <a:ext uri="{FF2B5EF4-FFF2-40B4-BE49-F238E27FC236}">
                <a16:creationId xmlns:a16="http://schemas.microsoft.com/office/drawing/2014/main" id="{819DC8D9-3477-4710-879F-7A87A45EA114}"/>
              </a:ext>
            </a:extLst>
          </p:cNvPr>
          <p:cNvGraphicFramePr>
            <a:graphicFrameLocks noChangeAspect="1"/>
          </p:cNvGraphicFramePr>
          <p:nvPr>
            <p:extLst>
              <p:ext uri="{D42A27DB-BD31-4B8C-83A1-F6EECF244321}">
                <p14:modId xmlns:p14="http://schemas.microsoft.com/office/powerpoint/2010/main" val="41443467"/>
              </p:ext>
            </p:extLst>
          </p:nvPr>
        </p:nvGraphicFramePr>
        <p:xfrm>
          <a:off x="3864389" y="3928157"/>
          <a:ext cx="1181100" cy="431800"/>
        </p:xfrm>
        <a:graphic>
          <a:graphicData uri="http://schemas.openxmlformats.org/presentationml/2006/ole">
            <mc:AlternateContent xmlns:mc="http://schemas.openxmlformats.org/markup-compatibility/2006">
              <mc:Choice xmlns:v="urn:schemas-microsoft-com:vml" Requires="v">
                <p:oleObj spid="_x0000_s162096" name="Equation" r:id="rId7" imgW="1180588" imgH="431613" progId="Equation.DSMT4">
                  <p:embed/>
                </p:oleObj>
              </mc:Choice>
              <mc:Fallback>
                <p:oleObj name="Equation" r:id="rId7" imgW="1180588" imgH="431613" progId="Equation.DSMT4">
                  <p:embed/>
                  <p:pic>
                    <p:nvPicPr>
                      <p:cNvPr id="361506" name="Object 34">
                        <a:extLst>
                          <a:ext uri="{FF2B5EF4-FFF2-40B4-BE49-F238E27FC236}">
                            <a16:creationId xmlns:a16="http://schemas.microsoft.com/office/drawing/2014/main" id="{819DC8D9-3477-4710-879F-7A87A45EA1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4389" y="3928157"/>
                        <a:ext cx="11811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1507" name="Object 35">
            <a:extLst>
              <a:ext uri="{FF2B5EF4-FFF2-40B4-BE49-F238E27FC236}">
                <a16:creationId xmlns:a16="http://schemas.microsoft.com/office/drawing/2014/main" id="{E231426C-7270-4577-9C4C-16CB3769AA40}"/>
              </a:ext>
            </a:extLst>
          </p:cNvPr>
          <p:cNvGraphicFramePr>
            <a:graphicFrameLocks noChangeAspect="1"/>
          </p:cNvGraphicFramePr>
          <p:nvPr>
            <p:extLst>
              <p:ext uri="{D42A27DB-BD31-4B8C-83A1-F6EECF244321}">
                <p14:modId xmlns:p14="http://schemas.microsoft.com/office/powerpoint/2010/main" val="3751695893"/>
              </p:ext>
            </p:extLst>
          </p:nvPr>
        </p:nvGraphicFramePr>
        <p:xfrm>
          <a:off x="1272001" y="4718732"/>
          <a:ext cx="3175000" cy="1028700"/>
        </p:xfrm>
        <a:graphic>
          <a:graphicData uri="http://schemas.openxmlformats.org/presentationml/2006/ole">
            <mc:AlternateContent xmlns:mc="http://schemas.openxmlformats.org/markup-compatibility/2006">
              <mc:Choice xmlns:v="urn:schemas-microsoft-com:vml" Requires="v">
                <p:oleObj spid="_x0000_s162097" name="Equation" r:id="rId9" imgW="3175000" imgH="1028700" progId="Equation.DSMT4">
                  <p:embed/>
                </p:oleObj>
              </mc:Choice>
              <mc:Fallback>
                <p:oleObj name="Equation" r:id="rId9" imgW="3175000" imgH="1028700" progId="Equation.DSMT4">
                  <p:embed/>
                  <p:pic>
                    <p:nvPicPr>
                      <p:cNvPr id="361507" name="Object 35">
                        <a:extLst>
                          <a:ext uri="{FF2B5EF4-FFF2-40B4-BE49-F238E27FC236}">
                            <a16:creationId xmlns:a16="http://schemas.microsoft.com/office/drawing/2014/main" id="{E231426C-7270-4577-9C4C-16CB3769AA4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2001" y="4718732"/>
                        <a:ext cx="31750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8" name="Rectangle 36">
            <a:extLst>
              <a:ext uri="{FF2B5EF4-FFF2-40B4-BE49-F238E27FC236}">
                <a16:creationId xmlns:a16="http://schemas.microsoft.com/office/drawing/2014/main" id="{2E6DF705-76D6-4D91-95F5-41338A57DC2C}"/>
              </a:ext>
            </a:extLst>
          </p:cNvPr>
          <p:cNvSpPr>
            <a:spLocks noChangeArrowheads="1"/>
          </p:cNvSpPr>
          <p:nvPr/>
        </p:nvSpPr>
        <p:spPr bwMode="auto">
          <a:xfrm>
            <a:off x="250825" y="-3105"/>
            <a:ext cx="6126998"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§7-7</a:t>
            </a:r>
            <a:r>
              <a:rPr kumimoji="1" lang="en-US" altLang="zh-CN" sz="40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4000" b="1"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一阶电路的阶跃响应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1476"/>
                                        </p:tgtEl>
                                        <p:attrNameLst>
                                          <p:attrName>style.visibility</p:attrName>
                                        </p:attrNameLst>
                                      </p:cBhvr>
                                      <p:to>
                                        <p:strVal val="visible"/>
                                      </p:to>
                                    </p:set>
                                    <p:animEffect transition="in" filter="wipe(left)">
                                      <p:cBhvr>
                                        <p:cTn id="7" dur="2000"/>
                                        <p:tgtEl>
                                          <p:spTgt spid="361476"/>
                                        </p:tgtEl>
                                      </p:cBhvr>
                                    </p:animEffect>
                                  </p:childTnLst>
                                </p:cTn>
                              </p:par>
                            </p:childTnLst>
                          </p:cTn>
                        </p:par>
                        <p:par>
                          <p:cTn id="8" fill="hold" nodeType="afterGroup">
                            <p:stCondLst>
                              <p:cond delay="2000"/>
                            </p:stCondLst>
                            <p:childTnLst>
                              <p:par>
                                <p:cTn id="9" presetID="4" presetClass="entr" presetSubtype="16" fill="hold" nodeType="afterEffect">
                                  <p:stCondLst>
                                    <p:cond delay="0"/>
                                  </p:stCondLst>
                                  <p:childTnLst>
                                    <p:set>
                                      <p:cBhvr>
                                        <p:cTn id="10" dur="1" fill="hold">
                                          <p:stCondLst>
                                            <p:cond delay="0"/>
                                          </p:stCondLst>
                                        </p:cTn>
                                        <p:tgtEl>
                                          <p:spTgt spid="361503"/>
                                        </p:tgtEl>
                                        <p:attrNameLst>
                                          <p:attrName>style.visibility</p:attrName>
                                        </p:attrNameLst>
                                      </p:cBhvr>
                                      <p:to>
                                        <p:strVal val="visible"/>
                                      </p:to>
                                    </p:set>
                                    <p:animEffect transition="in" filter="box(in)">
                                      <p:cBhvr>
                                        <p:cTn id="11" dur="1000"/>
                                        <p:tgtEl>
                                          <p:spTgt spid="3615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61504"/>
                                        </p:tgtEl>
                                        <p:attrNameLst>
                                          <p:attrName>style.visibility</p:attrName>
                                        </p:attrNameLst>
                                      </p:cBhvr>
                                      <p:to>
                                        <p:strVal val="visible"/>
                                      </p:to>
                                    </p:set>
                                    <p:animEffect transition="in" filter="wipe(left)">
                                      <p:cBhvr>
                                        <p:cTn id="16" dur="1000"/>
                                        <p:tgtEl>
                                          <p:spTgt spid="3615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61502"/>
                                        </p:tgtEl>
                                        <p:attrNameLst>
                                          <p:attrName>style.visibility</p:attrName>
                                        </p:attrNameLst>
                                      </p:cBhvr>
                                      <p:to>
                                        <p:strVal val="visible"/>
                                      </p:to>
                                    </p:set>
                                    <p:animEffect transition="in" filter="wipe(left)">
                                      <p:cBhvr>
                                        <p:cTn id="21" dur="1000"/>
                                        <p:tgtEl>
                                          <p:spTgt spid="36150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361477"/>
                                        </p:tgtEl>
                                        <p:attrNameLst>
                                          <p:attrName>style.visibility</p:attrName>
                                        </p:attrNameLst>
                                      </p:cBhvr>
                                      <p:to>
                                        <p:strVal val="visible"/>
                                      </p:to>
                                    </p:set>
                                    <p:animEffect transition="in" filter="dissolve">
                                      <p:cBhvr>
                                        <p:cTn id="26" dur="500"/>
                                        <p:tgtEl>
                                          <p:spTgt spid="36147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61483"/>
                                        </p:tgtEl>
                                        <p:attrNameLst>
                                          <p:attrName>style.visibility</p:attrName>
                                        </p:attrNameLst>
                                      </p:cBhvr>
                                      <p:to>
                                        <p:strVal val="visible"/>
                                      </p:to>
                                    </p:set>
                                    <p:animEffect transition="in" filter="wipe(left)">
                                      <p:cBhvr>
                                        <p:cTn id="31" dur="2000"/>
                                        <p:tgtEl>
                                          <p:spTgt spid="36148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61505"/>
                                        </p:tgtEl>
                                        <p:attrNameLst>
                                          <p:attrName>style.visibility</p:attrName>
                                        </p:attrNameLst>
                                      </p:cBhvr>
                                      <p:to>
                                        <p:strVal val="visible"/>
                                      </p:to>
                                    </p:set>
                                    <p:animEffect transition="in" filter="wipe(left)">
                                      <p:cBhvr>
                                        <p:cTn id="36" dur="1000"/>
                                        <p:tgtEl>
                                          <p:spTgt spid="361505"/>
                                        </p:tgtEl>
                                      </p:cBhvr>
                                    </p:animEffect>
                                  </p:childTnLst>
                                </p:cTn>
                              </p:par>
                            </p:childTnLst>
                          </p:cTn>
                        </p:par>
                        <p:par>
                          <p:cTn id="37" fill="hold" nodeType="afterGroup">
                            <p:stCondLst>
                              <p:cond delay="1000"/>
                            </p:stCondLst>
                            <p:childTnLst>
                              <p:par>
                                <p:cTn id="38" presetID="4" presetClass="entr" presetSubtype="16" fill="hold" nodeType="afterEffect">
                                  <p:stCondLst>
                                    <p:cond delay="0"/>
                                  </p:stCondLst>
                                  <p:childTnLst>
                                    <p:set>
                                      <p:cBhvr>
                                        <p:cTn id="39" dur="1" fill="hold">
                                          <p:stCondLst>
                                            <p:cond delay="0"/>
                                          </p:stCondLst>
                                        </p:cTn>
                                        <p:tgtEl>
                                          <p:spTgt spid="361506"/>
                                        </p:tgtEl>
                                        <p:attrNameLst>
                                          <p:attrName>style.visibility</p:attrName>
                                        </p:attrNameLst>
                                      </p:cBhvr>
                                      <p:to>
                                        <p:strVal val="visible"/>
                                      </p:to>
                                    </p:set>
                                    <p:animEffect transition="in" filter="box(in)">
                                      <p:cBhvr>
                                        <p:cTn id="40" dur="1000"/>
                                        <p:tgtEl>
                                          <p:spTgt spid="3615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361507"/>
                                        </p:tgtEl>
                                        <p:attrNameLst>
                                          <p:attrName>style.visibility</p:attrName>
                                        </p:attrNameLst>
                                      </p:cBhvr>
                                      <p:to>
                                        <p:strVal val="visible"/>
                                      </p:to>
                                    </p:set>
                                    <p:animEffect transition="in" filter="box(in)">
                                      <p:cBhvr>
                                        <p:cTn id="45" dur="1000"/>
                                        <p:tgtEl>
                                          <p:spTgt spid="36150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361488"/>
                                        </p:tgtEl>
                                        <p:attrNameLst>
                                          <p:attrName>style.visibility</p:attrName>
                                        </p:attrNameLst>
                                      </p:cBhvr>
                                      <p:to>
                                        <p:strVal val="visible"/>
                                      </p:to>
                                    </p:set>
                                    <p:animEffect transition="in" filter="dissolve">
                                      <p:cBhvr>
                                        <p:cTn id="50" dur="500"/>
                                        <p:tgtEl>
                                          <p:spTgt spid="361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6" grpId="0"/>
      <p:bldP spid="361504" grpId="0"/>
      <p:bldP spid="3615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Text Box 2">
            <a:extLst>
              <a:ext uri="{FF2B5EF4-FFF2-40B4-BE49-F238E27FC236}">
                <a16:creationId xmlns:a16="http://schemas.microsoft.com/office/drawing/2014/main" id="{3743540E-8044-4E3E-8030-A7B6F23D96F7}"/>
              </a:ext>
            </a:extLst>
          </p:cNvPr>
          <p:cNvSpPr txBox="1">
            <a:spLocks noChangeArrowheads="1"/>
          </p:cNvSpPr>
          <p:nvPr/>
        </p:nvSpPr>
        <p:spPr bwMode="auto">
          <a:xfrm>
            <a:off x="3432175" y="841840"/>
            <a:ext cx="5184775" cy="5191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在电路中</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模拟开关</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的动作</a:t>
            </a:r>
          </a:p>
        </p:txBody>
      </p:sp>
      <p:sp>
        <p:nvSpPr>
          <p:cNvPr id="362499" name="Rectangle 3">
            <a:extLst>
              <a:ext uri="{FF2B5EF4-FFF2-40B4-BE49-F238E27FC236}">
                <a16:creationId xmlns:a16="http://schemas.microsoft.com/office/drawing/2014/main" id="{D26C3A4B-F87C-4F40-9F86-6C1276C69444}"/>
              </a:ext>
            </a:extLst>
          </p:cNvPr>
          <p:cNvSpPr>
            <a:spLocks noChangeArrowheads="1"/>
          </p:cNvSpPr>
          <p:nvPr/>
        </p:nvSpPr>
        <p:spPr bwMode="auto">
          <a:xfrm>
            <a:off x="527050" y="836613"/>
            <a:ext cx="3468886"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
                <a:srgbClr val="FFFF00"/>
              </a:buClr>
              <a:buSzPts val="2400"/>
              <a:buFont typeface="Wingdings" panose="05000000000000000000" pitchFamily="2" charset="2"/>
              <a:buNone/>
              <a:tabLst/>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单位阶跃函数的作用</a:t>
            </a:r>
          </a:p>
        </p:txBody>
      </p:sp>
      <p:graphicFrame>
        <p:nvGraphicFramePr>
          <p:cNvPr id="362500" name="Object 4">
            <a:extLst>
              <a:ext uri="{FF2B5EF4-FFF2-40B4-BE49-F238E27FC236}">
                <a16:creationId xmlns:a16="http://schemas.microsoft.com/office/drawing/2014/main" id="{C31ED2C2-9ADB-41A4-BCD4-4AE8A522AFF2}"/>
              </a:ext>
            </a:extLst>
          </p:cNvPr>
          <p:cNvGraphicFramePr>
            <a:graphicFrameLocks noChangeAspect="1"/>
          </p:cNvGraphicFramePr>
          <p:nvPr>
            <p:extLst>
              <p:ext uri="{D42A27DB-BD31-4B8C-83A1-F6EECF244321}">
                <p14:modId xmlns:p14="http://schemas.microsoft.com/office/powerpoint/2010/main" val="723096227"/>
              </p:ext>
            </p:extLst>
          </p:nvPr>
        </p:nvGraphicFramePr>
        <p:xfrm>
          <a:off x="395289" y="1556792"/>
          <a:ext cx="2664544" cy="1835119"/>
        </p:xfrm>
        <a:graphic>
          <a:graphicData uri="http://schemas.openxmlformats.org/presentationml/2006/ole">
            <mc:AlternateContent xmlns:mc="http://schemas.openxmlformats.org/markup-compatibility/2006">
              <mc:Choice xmlns:v="urn:schemas-microsoft-com:vml" Requires="v">
                <p:oleObj spid="_x0000_s163268" name="Visio" r:id="rId3" imgW="1571396" imgH="1067207" progId="Visio.Drawing.11">
                  <p:embed/>
                </p:oleObj>
              </mc:Choice>
              <mc:Fallback>
                <p:oleObj name="Visio" r:id="rId3" imgW="1571396" imgH="1067207" progId="Visio.Drawing.11">
                  <p:embed/>
                  <p:pic>
                    <p:nvPicPr>
                      <p:cNvPr id="362500" name="Object 4">
                        <a:extLst>
                          <a:ext uri="{FF2B5EF4-FFF2-40B4-BE49-F238E27FC236}">
                            <a16:creationId xmlns:a16="http://schemas.microsoft.com/office/drawing/2014/main" id="{C31ED2C2-9ADB-41A4-BCD4-4AE8A522AF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9" y="1556792"/>
                        <a:ext cx="2664544" cy="1835119"/>
                      </a:xfrm>
                      <a:prstGeom prst="rect">
                        <a:avLst/>
                      </a:prstGeom>
                      <a:noFill/>
                      <a:ln>
                        <a:noFill/>
                      </a:ln>
                      <a:effectLst/>
                      <a:extLst/>
                    </p:spPr>
                  </p:pic>
                </p:oleObj>
              </mc:Fallback>
            </mc:AlternateContent>
          </a:graphicData>
        </a:graphic>
      </p:graphicFrame>
      <p:graphicFrame>
        <p:nvGraphicFramePr>
          <p:cNvPr id="362501" name="Object 5">
            <a:extLst>
              <a:ext uri="{FF2B5EF4-FFF2-40B4-BE49-F238E27FC236}">
                <a16:creationId xmlns:a16="http://schemas.microsoft.com/office/drawing/2014/main" id="{4D0E9018-2C99-4322-9C7D-D075E1DF9B80}"/>
              </a:ext>
            </a:extLst>
          </p:cNvPr>
          <p:cNvGraphicFramePr>
            <a:graphicFrameLocks noChangeAspect="1"/>
          </p:cNvGraphicFramePr>
          <p:nvPr>
            <p:extLst>
              <p:ext uri="{D42A27DB-BD31-4B8C-83A1-F6EECF244321}">
                <p14:modId xmlns:p14="http://schemas.microsoft.com/office/powerpoint/2010/main" val="1626412463"/>
              </p:ext>
            </p:extLst>
          </p:nvPr>
        </p:nvGraphicFramePr>
        <p:xfrm>
          <a:off x="202407" y="3373658"/>
          <a:ext cx="2789237" cy="1925731"/>
        </p:xfrm>
        <a:graphic>
          <a:graphicData uri="http://schemas.openxmlformats.org/presentationml/2006/ole">
            <mc:AlternateContent xmlns:mc="http://schemas.openxmlformats.org/markup-compatibility/2006">
              <mc:Choice xmlns:v="urn:schemas-microsoft-com:vml" Requires="v">
                <p:oleObj spid="_x0000_s163269" name="Visio" r:id="rId5" imgW="1571396" imgH="1067207" progId="Visio.Drawing.11">
                  <p:embed/>
                </p:oleObj>
              </mc:Choice>
              <mc:Fallback>
                <p:oleObj name="Visio" r:id="rId5" imgW="1571396" imgH="1067207" progId="Visio.Drawing.11">
                  <p:embed/>
                  <p:pic>
                    <p:nvPicPr>
                      <p:cNvPr id="362501" name="Object 5">
                        <a:extLst>
                          <a:ext uri="{FF2B5EF4-FFF2-40B4-BE49-F238E27FC236}">
                            <a16:creationId xmlns:a16="http://schemas.microsoft.com/office/drawing/2014/main" id="{4D0E9018-2C99-4322-9C7D-D075E1DF9B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407" y="3373658"/>
                        <a:ext cx="2789237" cy="1925731"/>
                      </a:xfrm>
                      <a:prstGeom prst="rect">
                        <a:avLst/>
                      </a:prstGeom>
                      <a:noFill/>
                      <a:ln>
                        <a:noFill/>
                      </a:ln>
                      <a:effectLst/>
                      <a:extLst/>
                    </p:spPr>
                  </p:pic>
                </p:oleObj>
              </mc:Fallback>
            </mc:AlternateContent>
          </a:graphicData>
        </a:graphic>
      </p:graphicFrame>
      <p:graphicFrame>
        <p:nvGraphicFramePr>
          <p:cNvPr id="362502" name="Object 6">
            <a:extLst>
              <a:ext uri="{FF2B5EF4-FFF2-40B4-BE49-F238E27FC236}">
                <a16:creationId xmlns:a16="http://schemas.microsoft.com/office/drawing/2014/main" id="{9871FD70-1091-4FFC-87C2-BB2040CBCE1A}"/>
              </a:ext>
            </a:extLst>
          </p:cNvPr>
          <p:cNvGraphicFramePr>
            <a:graphicFrameLocks noChangeAspect="1"/>
          </p:cNvGraphicFramePr>
          <p:nvPr>
            <p:extLst>
              <p:ext uri="{D42A27DB-BD31-4B8C-83A1-F6EECF244321}">
                <p14:modId xmlns:p14="http://schemas.microsoft.com/office/powerpoint/2010/main" val="2692443864"/>
              </p:ext>
            </p:extLst>
          </p:nvPr>
        </p:nvGraphicFramePr>
        <p:xfrm>
          <a:off x="3867428" y="3401467"/>
          <a:ext cx="2849155" cy="1806814"/>
        </p:xfrm>
        <a:graphic>
          <a:graphicData uri="http://schemas.openxmlformats.org/presentationml/2006/ole">
            <mc:AlternateContent xmlns:mc="http://schemas.openxmlformats.org/markup-compatibility/2006">
              <mc:Choice xmlns:v="urn:schemas-microsoft-com:vml" Requires="v">
                <p:oleObj spid="_x0000_s163270" name="Visio" r:id="rId7" imgW="1634490" imgH="1036493" progId="Visio.Drawing.11">
                  <p:embed/>
                </p:oleObj>
              </mc:Choice>
              <mc:Fallback>
                <p:oleObj name="Visio" r:id="rId7" imgW="1634490" imgH="1036493" progId="Visio.Drawing.11">
                  <p:embed/>
                  <p:pic>
                    <p:nvPicPr>
                      <p:cNvPr id="362502" name="Object 6">
                        <a:extLst>
                          <a:ext uri="{FF2B5EF4-FFF2-40B4-BE49-F238E27FC236}">
                            <a16:creationId xmlns:a16="http://schemas.microsoft.com/office/drawing/2014/main" id="{9871FD70-1091-4FFC-87C2-BB2040CBCE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7428" y="3401467"/>
                        <a:ext cx="2849155" cy="1806814"/>
                      </a:xfrm>
                      <a:prstGeom prst="rect">
                        <a:avLst/>
                      </a:prstGeom>
                      <a:noFill/>
                      <a:ln>
                        <a:noFill/>
                      </a:ln>
                      <a:effectLst/>
                      <a:extLst/>
                    </p:spPr>
                  </p:pic>
                </p:oleObj>
              </mc:Fallback>
            </mc:AlternateContent>
          </a:graphicData>
        </a:graphic>
      </p:graphicFrame>
      <p:graphicFrame>
        <p:nvGraphicFramePr>
          <p:cNvPr id="362503" name="Object 7">
            <a:extLst>
              <a:ext uri="{FF2B5EF4-FFF2-40B4-BE49-F238E27FC236}">
                <a16:creationId xmlns:a16="http://schemas.microsoft.com/office/drawing/2014/main" id="{D69F38F7-6B4B-4A5F-8E1A-C8ED9B172BBE}"/>
              </a:ext>
            </a:extLst>
          </p:cNvPr>
          <p:cNvGraphicFramePr>
            <a:graphicFrameLocks noChangeAspect="1"/>
          </p:cNvGraphicFramePr>
          <p:nvPr>
            <p:extLst>
              <p:ext uri="{D42A27DB-BD31-4B8C-83A1-F6EECF244321}">
                <p14:modId xmlns:p14="http://schemas.microsoft.com/office/powerpoint/2010/main" val="1351024431"/>
              </p:ext>
            </p:extLst>
          </p:nvPr>
        </p:nvGraphicFramePr>
        <p:xfrm>
          <a:off x="4082223" y="1643247"/>
          <a:ext cx="2428899" cy="1806814"/>
        </p:xfrm>
        <a:graphic>
          <a:graphicData uri="http://schemas.openxmlformats.org/presentationml/2006/ole">
            <mc:AlternateContent xmlns:mc="http://schemas.openxmlformats.org/markup-compatibility/2006">
              <mc:Choice xmlns:v="urn:schemas-microsoft-com:vml" Requires="v">
                <p:oleObj spid="_x0000_s163271" name="Visio" r:id="rId9" imgW="1393546" imgH="1036493" progId="Visio.Drawing.11">
                  <p:embed/>
                </p:oleObj>
              </mc:Choice>
              <mc:Fallback>
                <p:oleObj name="Visio" r:id="rId9" imgW="1393546" imgH="1036493" progId="Visio.Drawing.11">
                  <p:embed/>
                  <p:pic>
                    <p:nvPicPr>
                      <p:cNvPr id="362503" name="Object 7">
                        <a:extLst>
                          <a:ext uri="{FF2B5EF4-FFF2-40B4-BE49-F238E27FC236}">
                            <a16:creationId xmlns:a16="http://schemas.microsoft.com/office/drawing/2014/main" id="{D69F38F7-6B4B-4A5F-8E1A-C8ED9B172B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2223" y="1643247"/>
                        <a:ext cx="2428899" cy="1806814"/>
                      </a:xfrm>
                      <a:prstGeom prst="rect">
                        <a:avLst/>
                      </a:prstGeom>
                      <a:noFill/>
                      <a:ln>
                        <a:noFill/>
                      </a:ln>
                      <a:effectLst/>
                      <a:extLst/>
                    </p:spPr>
                  </p:pic>
                </p:oleObj>
              </mc:Fallback>
            </mc:AlternateContent>
          </a:graphicData>
        </a:graphic>
      </p:graphicFrame>
      <p:graphicFrame>
        <p:nvGraphicFramePr>
          <p:cNvPr id="362504" name="Object 8">
            <a:extLst>
              <a:ext uri="{FF2B5EF4-FFF2-40B4-BE49-F238E27FC236}">
                <a16:creationId xmlns:a16="http://schemas.microsoft.com/office/drawing/2014/main" id="{B6F19FDB-24ED-440B-9F0D-637C0F4842B0}"/>
              </a:ext>
            </a:extLst>
          </p:cNvPr>
          <p:cNvGraphicFramePr>
            <a:graphicFrameLocks noChangeAspect="1"/>
          </p:cNvGraphicFramePr>
          <p:nvPr>
            <p:extLst>
              <p:ext uri="{D42A27DB-BD31-4B8C-83A1-F6EECF244321}">
                <p14:modId xmlns:p14="http://schemas.microsoft.com/office/powerpoint/2010/main" val="1745960656"/>
              </p:ext>
            </p:extLst>
          </p:nvPr>
        </p:nvGraphicFramePr>
        <p:xfrm>
          <a:off x="3270610" y="2359571"/>
          <a:ext cx="792163" cy="514350"/>
        </p:xfrm>
        <a:graphic>
          <a:graphicData uri="http://schemas.openxmlformats.org/presentationml/2006/ole">
            <mc:AlternateContent xmlns:mc="http://schemas.openxmlformats.org/markup-compatibility/2006">
              <mc:Choice xmlns:v="urn:schemas-microsoft-com:vml" Requires="v">
                <p:oleObj spid="_x0000_s163272" name="Equation" r:id="rId11" imgW="273863" imgH="177868" progId="Equation.DSMT4">
                  <p:embed/>
                </p:oleObj>
              </mc:Choice>
              <mc:Fallback>
                <p:oleObj name="Equation" r:id="rId11" imgW="273863" imgH="177868" progId="Equation.DSMT4">
                  <p:embed/>
                  <p:pic>
                    <p:nvPicPr>
                      <p:cNvPr id="362504" name="Object 8">
                        <a:extLst>
                          <a:ext uri="{FF2B5EF4-FFF2-40B4-BE49-F238E27FC236}">
                            <a16:creationId xmlns:a16="http://schemas.microsoft.com/office/drawing/2014/main" id="{B6F19FDB-24ED-440B-9F0D-637C0F4842B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0610" y="2359571"/>
                        <a:ext cx="79216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2505" name="Object 9">
            <a:extLst>
              <a:ext uri="{FF2B5EF4-FFF2-40B4-BE49-F238E27FC236}">
                <a16:creationId xmlns:a16="http://schemas.microsoft.com/office/drawing/2014/main" id="{B80CEB10-AD6C-4725-B45A-9B429168C83B}"/>
              </a:ext>
            </a:extLst>
          </p:cNvPr>
          <p:cNvGraphicFramePr>
            <a:graphicFrameLocks noChangeAspect="1"/>
          </p:cNvGraphicFramePr>
          <p:nvPr>
            <p:extLst>
              <p:ext uri="{D42A27DB-BD31-4B8C-83A1-F6EECF244321}">
                <p14:modId xmlns:p14="http://schemas.microsoft.com/office/powerpoint/2010/main" val="4042734988"/>
              </p:ext>
            </p:extLst>
          </p:nvPr>
        </p:nvGraphicFramePr>
        <p:xfrm>
          <a:off x="3059833" y="4047699"/>
          <a:ext cx="792163" cy="514350"/>
        </p:xfrm>
        <a:graphic>
          <a:graphicData uri="http://schemas.openxmlformats.org/presentationml/2006/ole">
            <mc:AlternateContent xmlns:mc="http://schemas.openxmlformats.org/markup-compatibility/2006">
              <mc:Choice xmlns:v="urn:schemas-microsoft-com:vml" Requires="v">
                <p:oleObj spid="_x0000_s163273" name="Equation" r:id="rId13" imgW="273863" imgH="177868" progId="Equation.DSMT4">
                  <p:embed/>
                </p:oleObj>
              </mc:Choice>
              <mc:Fallback>
                <p:oleObj name="Equation" r:id="rId13" imgW="273863" imgH="177868" progId="Equation.DSMT4">
                  <p:embed/>
                  <p:pic>
                    <p:nvPicPr>
                      <p:cNvPr id="362505" name="Object 9">
                        <a:extLst>
                          <a:ext uri="{FF2B5EF4-FFF2-40B4-BE49-F238E27FC236}">
                            <a16:creationId xmlns:a16="http://schemas.microsoft.com/office/drawing/2014/main" id="{B80CEB10-AD6C-4725-B45A-9B429168C8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9833" y="4047699"/>
                        <a:ext cx="79216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5">
            <a:extLst>
              <a:ext uri="{FF2B5EF4-FFF2-40B4-BE49-F238E27FC236}">
                <a16:creationId xmlns:a16="http://schemas.microsoft.com/office/drawing/2014/main" id="{CB08ED7A-392B-4E27-9562-91B46CA6B449}"/>
              </a:ext>
            </a:extLst>
          </p:cNvPr>
          <p:cNvGrpSpPr>
            <a:grpSpLocks/>
          </p:cNvGrpSpPr>
          <p:nvPr/>
        </p:nvGrpSpPr>
        <p:grpSpPr bwMode="auto">
          <a:xfrm>
            <a:off x="7119714" y="1555775"/>
            <a:ext cx="1690688" cy="1757362"/>
            <a:chOff x="3453" y="683"/>
            <a:chExt cx="1065" cy="1107"/>
          </a:xfrm>
        </p:grpSpPr>
        <p:sp>
          <p:nvSpPr>
            <p:cNvPr id="11" name="Line 6">
              <a:extLst>
                <a:ext uri="{FF2B5EF4-FFF2-40B4-BE49-F238E27FC236}">
                  <a16:creationId xmlns:a16="http://schemas.microsoft.com/office/drawing/2014/main" id="{F07DFB73-7498-4682-BE80-B3283015F6BC}"/>
                </a:ext>
              </a:extLst>
            </p:cNvPr>
            <p:cNvSpPr>
              <a:spLocks noChangeShapeType="1"/>
            </p:cNvSpPr>
            <p:nvPr/>
          </p:nvSpPr>
          <p:spPr bwMode="auto">
            <a:xfrm>
              <a:off x="3572" y="1548"/>
              <a:ext cx="793" cy="1"/>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Line 7">
              <a:extLst>
                <a:ext uri="{FF2B5EF4-FFF2-40B4-BE49-F238E27FC236}">
                  <a16:creationId xmlns:a16="http://schemas.microsoft.com/office/drawing/2014/main" id="{55AECC0F-3AB8-4479-940A-BC7AFCB81A18}"/>
                </a:ext>
              </a:extLst>
            </p:cNvPr>
            <p:cNvSpPr>
              <a:spLocks noChangeShapeType="1"/>
            </p:cNvSpPr>
            <p:nvPr/>
          </p:nvSpPr>
          <p:spPr bwMode="auto">
            <a:xfrm flipV="1">
              <a:off x="3668" y="972"/>
              <a:ext cx="0" cy="72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Text Box 8">
              <a:extLst>
                <a:ext uri="{FF2B5EF4-FFF2-40B4-BE49-F238E27FC236}">
                  <a16:creationId xmlns:a16="http://schemas.microsoft.com/office/drawing/2014/main" id="{EEA4D2C6-9874-4306-9C32-4781261FDD4C}"/>
                </a:ext>
              </a:extLst>
            </p:cNvPr>
            <p:cNvSpPr txBox="1">
              <a:spLocks noChangeArrowheads="1"/>
            </p:cNvSpPr>
            <p:nvPr/>
          </p:nvSpPr>
          <p:spPr bwMode="auto">
            <a:xfrm>
              <a:off x="4348" y="1404"/>
              <a:ext cx="170"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Text Box 9">
              <a:extLst>
                <a:ext uri="{FF2B5EF4-FFF2-40B4-BE49-F238E27FC236}">
                  <a16:creationId xmlns:a16="http://schemas.microsoft.com/office/drawing/2014/main" id="{95464791-E641-4B64-89C4-824284EEF96E}"/>
                </a:ext>
              </a:extLst>
            </p:cNvPr>
            <p:cNvSpPr txBox="1">
              <a:spLocks noChangeArrowheads="1"/>
            </p:cNvSpPr>
            <p:nvPr/>
          </p:nvSpPr>
          <p:spPr bwMode="auto">
            <a:xfrm>
              <a:off x="3453" y="683"/>
              <a:ext cx="69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U</a:t>
              </a:r>
              <a:r>
                <a:rPr kumimoji="1" lang="en-US" altLang="zh-CN" sz="2400" b="1" i="1" baseline="-25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Text Box 10">
              <a:extLst>
                <a:ext uri="{FF2B5EF4-FFF2-40B4-BE49-F238E27FC236}">
                  <a16:creationId xmlns:a16="http://schemas.microsoft.com/office/drawing/2014/main" id="{B8BE0E78-0473-429A-AFCA-DBFF0003EB06}"/>
                </a:ext>
              </a:extLst>
            </p:cNvPr>
            <p:cNvSpPr txBox="1">
              <a:spLocks noChangeArrowheads="1"/>
            </p:cNvSpPr>
            <p:nvPr/>
          </p:nvSpPr>
          <p:spPr bwMode="auto">
            <a:xfrm>
              <a:off x="3649" y="1499"/>
              <a:ext cx="21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grpSp>
        <p:nvGrpSpPr>
          <p:cNvPr id="16" name="Group 11">
            <a:extLst>
              <a:ext uri="{FF2B5EF4-FFF2-40B4-BE49-F238E27FC236}">
                <a16:creationId xmlns:a16="http://schemas.microsoft.com/office/drawing/2014/main" id="{30C6EAC2-1950-441C-BC39-C23189B3B1E4}"/>
              </a:ext>
            </a:extLst>
          </p:cNvPr>
          <p:cNvGrpSpPr>
            <a:grpSpLocks/>
          </p:cNvGrpSpPr>
          <p:nvPr/>
        </p:nvGrpSpPr>
        <p:grpSpPr bwMode="auto">
          <a:xfrm>
            <a:off x="6948264" y="2030437"/>
            <a:ext cx="1328738" cy="885825"/>
            <a:chOff x="3332" y="990"/>
            <a:chExt cx="837" cy="558"/>
          </a:xfrm>
        </p:grpSpPr>
        <p:sp>
          <p:nvSpPr>
            <p:cNvPr id="17" name="Line 12">
              <a:extLst>
                <a:ext uri="{FF2B5EF4-FFF2-40B4-BE49-F238E27FC236}">
                  <a16:creationId xmlns:a16="http://schemas.microsoft.com/office/drawing/2014/main" id="{6E80EBEF-82DC-465F-A0F2-D442A8DD478D}"/>
                </a:ext>
              </a:extLst>
            </p:cNvPr>
            <p:cNvSpPr>
              <a:spLocks noChangeShapeType="1"/>
            </p:cNvSpPr>
            <p:nvPr/>
          </p:nvSpPr>
          <p:spPr bwMode="auto">
            <a:xfrm>
              <a:off x="3668" y="1176"/>
              <a:ext cx="501" cy="6"/>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Line 13">
              <a:extLst>
                <a:ext uri="{FF2B5EF4-FFF2-40B4-BE49-F238E27FC236}">
                  <a16:creationId xmlns:a16="http://schemas.microsoft.com/office/drawing/2014/main" id="{4A15428C-401B-4259-B74D-198FD8D2A8EA}"/>
                </a:ext>
              </a:extLst>
            </p:cNvPr>
            <p:cNvSpPr>
              <a:spLocks noChangeShapeType="1"/>
            </p:cNvSpPr>
            <p:nvPr/>
          </p:nvSpPr>
          <p:spPr bwMode="auto">
            <a:xfrm flipH="1">
              <a:off x="3332" y="1548"/>
              <a:ext cx="33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Line 14">
              <a:extLst>
                <a:ext uri="{FF2B5EF4-FFF2-40B4-BE49-F238E27FC236}">
                  <a16:creationId xmlns:a16="http://schemas.microsoft.com/office/drawing/2014/main" id="{6B271AAF-5286-415E-9557-4EB32162DB02}"/>
                </a:ext>
              </a:extLst>
            </p:cNvPr>
            <p:cNvSpPr>
              <a:spLocks noChangeShapeType="1"/>
            </p:cNvSpPr>
            <p:nvPr/>
          </p:nvSpPr>
          <p:spPr bwMode="auto">
            <a:xfrm>
              <a:off x="3668" y="1164"/>
              <a:ext cx="0" cy="384"/>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Text Box 15">
              <a:extLst>
                <a:ext uri="{FF2B5EF4-FFF2-40B4-BE49-F238E27FC236}">
                  <a16:creationId xmlns:a16="http://schemas.microsoft.com/office/drawing/2014/main" id="{4ACF643F-7B65-48E3-B512-9010C6AAFFC1}"/>
                </a:ext>
              </a:extLst>
            </p:cNvPr>
            <p:cNvSpPr txBox="1">
              <a:spLocks noChangeArrowheads="1"/>
            </p:cNvSpPr>
            <p:nvPr/>
          </p:nvSpPr>
          <p:spPr bwMode="auto">
            <a:xfrm>
              <a:off x="3384" y="990"/>
              <a:ext cx="307"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p>
          </p:txBody>
        </p:sp>
      </p:grpSp>
      <p:grpSp>
        <p:nvGrpSpPr>
          <p:cNvPr id="21" name="Group 16">
            <a:extLst>
              <a:ext uri="{FF2B5EF4-FFF2-40B4-BE49-F238E27FC236}">
                <a16:creationId xmlns:a16="http://schemas.microsoft.com/office/drawing/2014/main" id="{9C57C6A8-0E8E-4C68-A3AA-C65E003FAEB3}"/>
              </a:ext>
            </a:extLst>
          </p:cNvPr>
          <p:cNvGrpSpPr>
            <a:grpSpLocks/>
          </p:cNvGrpSpPr>
          <p:nvPr/>
        </p:nvGrpSpPr>
        <p:grpSpPr bwMode="auto">
          <a:xfrm>
            <a:off x="6771667" y="3418929"/>
            <a:ext cx="2278935" cy="1810271"/>
            <a:chOff x="331" y="737"/>
            <a:chExt cx="1242" cy="870"/>
          </a:xfrm>
        </p:grpSpPr>
        <p:grpSp>
          <p:nvGrpSpPr>
            <p:cNvPr id="22" name="Group 17">
              <a:extLst>
                <a:ext uri="{FF2B5EF4-FFF2-40B4-BE49-F238E27FC236}">
                  <a16:creationId xmlns:a16="http://schemas.microsoft.com/office/drawing/2014/main" id="{D5305FD5-060F-4180-B934-8DBC75E78E82}"/>
                </a:ext>
              </a:extLst>
            </p:cNvPr>
            <p:cNvGrpSpPr>
              <a:grpSpLocks/>
            </p:cNvGrpSpPr>
            <p:nvPr/>
          </p:nvGrpSpPr>
          <p:grpSpPr bwMode="auto">
            <a:xfrm>
              <a:off x="388" y="737"/>
              <a:ext cx="1185" cy="870"/>
              <a:chOff x="388" y="737"/>
              <a:chExt cx="1185" cy="870"/>
            </a:xfrm>
          </p:grpSpPr>
          <p:grpSp>
            <p:nvGrpSpPr>
              <p:cNvPr id="25" name="Group 18">
                <a:extLst>
                  <a:ext uri="{FF2B5EF4-FFF2-40B4-BE49-F238E27FC236}">
                    <a16:creationId xmlns:a16="http://schemas.microsoft.com/office/drawing/2014/main" id="{1C1651C0-355F-4FF6-A64A-F4B5B6845B3E}"/>
                  </a:ext>
                </a:extLst>
              </p:cNvPr>
              <p:cNvGrpSpPr>
                <a:grpSpLocks/>
              </p:cNvGrpSpPr>
              <p:nvPr/>
            </p:nvGrpSpPr>
            <p:grpSpPr bwMode="auto">
              <a:xfrm>
                <a:off x="472" y="737"/>
                <a:ext cx="1101" cy="870"/>
                <a:chOff x="472" y="737"/>
                <a:chExt cx="1101" cy="870"/>
              </a:xfrm>
            </p:grpSpPr>
            <p:sp>
              <p:nvSpPr>
                <p:cNvPr id="27" name="Line 19">
                  <a:extLst>
                    <a:ext uri="{FF2B5EF4-FFF2-40B4-BE49-F238E27FC236}">
                      <a16:creationId xmlns:a16="http://schemas.microsoft.com/office/drawing/2014/main" id="{ACC927BF-B3B5-4822-8B6B-E2003A3A3EB0}"/>
                    </a:ext>
                  </a:extLst>
                </p:cNvPr>
                <p:cNvSpPr>
                  <a:spLocks noChangeShapeType="1"/>
                </p:cNvSpPr>
                <p:nvPr/>
              </p:nvSpPr>
              <p:spPr bwMode="auto">
                <a:xfrm flipV="1">
                  <a:off x="472" y="1392"/>
                  <a:ext cx="909" cy="8"/>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8" name="Line 20">
                  <a:extLst>
                    <a:ext uri="{FF2B5EF4-FFF2-40B4-BE49-F238E27FC236}">
                      <a16:creationId xmlns:a16="http://schemas.microsoft.com/office/drawing/2014/main" id="{CB3BE361-8920-413B-A469-09A388D4F620}"/>
                    </a:ext>
                  </a:extLst>
                </p:cNvPr>
                <p:cNvSpPr>
                  <a:spLocks noChangeShapeType="1"/>
                </p:cNvSpPr>
                <p:nvPr/>
              </p:nvSpPr>
              <p:spPr bwMode="auto">
                <a:xfrm flipV="1">
                  <a:off x="568" y="824"/>
                  <a:ext cx="0" cy="72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Line 21">
                  <a:extLst>
                    <a:ext uri="{FF2B5EF4-FFF2-40B4-BE49-F238E27FC236}">
                      <a16:creationId xmlns:a16="http://schemas.microsoft.com/office/drawing/2014/main" id="{9AB4C781-8D52-4285-A08F-7F2D66CB90C1}"/>
                    </a:ext>
                  </a:extLst>
                </p:cNvPr>
                <p:cNvSpPr>
                  <a:spLocks noChangeShapeType="1"/>
                </p:cNvSpPr>
                <p:nvPr/>
              </p:nvSpPr>
              <p:spPr bwMode="auto">
                <a:xfrm flipV="1">
                  <a:off x="856" y="1073"/>
                  <a:ext cx="438" cy="2"/>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0" name="Text Box 22">
                  <a:extLst>
                    <a:ext uri="{FF2B5EF4-FFF2-40B4-BE49-F238E27FC236}">
                      <a16:creationId xmlns:a16="http://schemas.microsoft.com/office/drawing/2014/main" id="{3A814475-4916-4D53-94DF-7C3B8786E055}"/>
                    </a:ext>
                  </a:extLst>
                </p:cNvPr>
                <p:cNvSpPr txBox="1">
                  <a:spLocks noChangeArrowheads="1"/>
                </p:cNvSpPr>
                <p:nvPr/>
              </p:nvSpPr>
              <p:spPr bwMode="auto">
                <a:xfrm>
                  <a:off x="1426" y="1235"/>
                  <a:ext cx="147" cy="22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1" name="Text Box 23">
                  <a:extLst>
                    <a:ext uri="{FF2B5EF4-FFF2-40B4-BE49-F238E27FC236}">
                      <a16:creationId xmlns:a16="http://schemas.microsoft.com/office/drawing/2014/main" id="{7952487B-F67B-44D6-BD00-78F0C493B49D}"/>
                    </a:ext>
                  </a:extLst>
                </p:cNvPr>
                <p:cNvSpPr txBox="1">
                  <a:spLocks noChangeArrowheads="1"/>
                </p:cNvSpPr>
                <p:nvPr/>
              </p:nvSpPr>
              <p:spPr bwMode="auto">
                <a:xfrm>
                  <a:off x="526" y="737"/>
                  <a:ext cx="714" cy="22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U</a:t>
                  </a:r>
                  <a:r>
                    <a:rPr kumimoji="1" lang="en-US" altLang="zh-CN" sz="2400" b="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s</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0</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Line 24">
                  <a:extLst>
                    <a:ext uri="{FF2B5EF4-FFF2-40B4-BE49-F238E27FC236}">
                      <a16:creationId xmlns:a16="http://schemas.microsoft.com/office/drawing/2014/main" id="{6E9084BE-E30A-4600-9DFD-3EF6C409E622}"/>
                    </a:ext>
                  </a:extLst>
                </p:cNvPr>
                <p:cNvSpPr>
                  <a:spLocks noChangeShapeType="1"/>
                </p:cNvSpPr>
                <p:nvPr/>
              </p:nvSpPr>
              <p:spPr bwMode="auto">
                <a:xfrm>
                  <a:off x="856" y="1090"/>
                  <a:ext cx="0" cy="305"/>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Text Box 25">
                  <a:extLst>
                    <a:ext uri="{FF2B5EF4-FFF2-40B4-BE49-F238E27FC236}">
                      <a16:creationId xmlns:a16="http://schemas.microsoft.com/office/drawing/2014/main" id="{C9861745-91CD-42F0-8C1F-6E8782EBEA8F}"/>
                    </a:ext>
                  </a:extLst>
                </p:cNvPr>
                <p:cNvSpPr txBox="1">
                  <a:spLocks noChangeArrowheads="1"/>
                </p:cNvSpPr>
                <p:nvPr/>
              </p:nvSpPr>
              <p:spPr bwMode="auto">
                <a:xfrm>
                  <a:off x="822" y="1385"/>
                  <a:ext cx="203" cy="22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Line 26">
                  <a:extLst>
                    <a:ext uri="{FF2B5EF4-FFF2-40B4-BE49-F238E27FC236}">
                      <a16:creationId xmlns:a16="http://schemas.microsoft.com/office/drawing/2014/main" id="{4ED179D7-F9CB-4A99-A8ED-550E23FF6BCD}"/>
                    </a:ext>
                  </a:extLst>
                </p:cNvPr>
                <p:cNvSpPr>
                  <a:spLocks noChangeShapeType="1"/>
                </p:cNvSpPr>
                <p:nvPr/>
              </p:nvSpPr>
              <p:spPr bwMode="auto">
                <a:xfrm>
                  <a:off x="478" y="1392"/>
                  <a:ext cx="378"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6" name="Text Box 27">
                <a:extLst>
                  <a:ext uri="{FF2B5EF4-FFF2-40B4-BE49-F238E27FC236}">
                    <a16:creationId xmlns:a16="http://schemas.microsoft.com/office/drawing/2014/main" id="{0414F350-0478-428D-A361-CFABCA2594EA}"/>
                  </a:ext>
                </a:extLst>
              </p:cNvPr>
              <p:cNvSpPr txBox="1">
                <a:spLocks noChangeArrowheads="1"/>
              </p:cNvSpPr>
              <p:nvPr/>
            </p:nvSpPr>
            <p:spPr bwMode="auto">
              <a:xfrm>
                <a:off x="388" y="1368"/>
                <a:ext cx="212" cy="22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sp>
          <p:nvSpPr>
            <p:cNvPr id="23" name="Text Box 28">
              <a:extLst>
                <a:ext uri="{FF2B5EF4-FFF2-40B4-BE49-F238E27FC236}">
                  <a16:creationId xmlns:a16="http://schemas.microsoft.com/office/drawing/2014/main" id="{F577109F-AC9C-45AE-8835-14CFD2B81E05}"/>
                </a:ext>
              </a:extLst>
            </p:cNvPr>
            <p:cNvSpPr txBox="1">
              <a:spLocks noChangeArrowheads="1"/>
            </p:cNvSpPr>
            <p:nvPr/>
          </p:nvSpPr>
          <p:spPr bwMode="auto">
            <a:xfrm>
              <a:off x="331" y="941"/>
              <a:ext cx="266" cy="22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p>
          </p:txBody>
        </p:sp>
        <p:sp>
          <p:nvSpPr>
            <p:cNvPr id="24" name="Line 29">
              <a:extLst>
                <a:ext uri="{FF2B5EF4-FFF2-40B4-BE49-F238E27FC236}">
                  <a16:creationId xmlns:a16="http://schemas.microsoft.com/office/drawing/2014/main" id="{245F2446-2C5C-4487-AF59-BEA1CF97D8D0}"/>
                </a:ext>
              </a:extLst>
            </p:cNvPr>
            <p:cNvSpPr>
              <a:spLocks noChangeShapeType="1"/>
            </p:cNvSpPr>
            <p:nvPr/>
          </p:nvSpPr>
          <p:spPr bwMode="auto">
            <a:xfrm>
              <a:off x="578" y="1075"/>
              <a:ext cx="270" cy="0"/>
            </a:xfrm>
            <a:prstGeom prst="line">
              <a:avLst/>
            </a:prstGeom>
            <a:noFill/>
            <a:ln w="381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499"/>
                                        </p:tgtEl>
                                        <p:attrNameLst>
                                          <p:attrName>style.visibility</p:attrName>
                                        </p:attrNameLst>
                                      </p:cBhvr>
                                      <p:to>
                                        <p:strVal val="visible"/>
                                      </p:to>
                                    </p:set>
                                    <p:anim calcmode="lin" valueType="num">
                                      <p:cBhvr additive="base">
                                        <p:cTn id="7" dur="500" fill="hold"/>
                                        <p:tgtEl>
                                          <p:spTgt spid="362499"/>
                                        </p:tgtEl>
                                        <p:attrNameLst>
                                          <p:attrName>ppt_x</p:attrName>
                                        </p:attrNameLst>
                                      </p:cBhvr>
                                      <p:tavLst>
                                        <p:tav tm="0">
                                          <p:val>
                                            <p:strVal val="0-#ppt_w/2"/>
                                          </p:val>
                                        </p:tav>
                                        <p:tav tm="100000">
                                          <p:val>
                                            <p:strVal val="#ppt_x"/>
                                          </p:val>
                                        </p:tav>
                                      </p:tavLst>
                                    </p:anim>
                                    <p:anim calcmode="lin" valueType="num">
                                      <p:cBhvr additive="base">
                                        <p:cTn id="8" dur="500" fill="hold"/>
                                        <p:tgtEl>
                                          <p:spTgt spid="3624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62498"/>
                                        </p:tgtEl>
                                        <p:attrNameLst>
                                          <p:attrName>style.visibility</p:attrName>
                                        </p:attrNameLst>
                                      </p:cBhvr>
                                      <p:to>
                                        <p:strVal val="visible"/>
                                      </p:to>
                                    </p:set>
                                    <p:animEffect transition="in" filter="wipe(left)">
                                      <p:cBhvr>
                                        <p:cTn id="13" dur="2000"/>
                                        <p:tgtEl>
                                          <p:spTgt spid="36249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362500"/>
                                        </p:tgtEl>
                                        <p:attrNameLst>
                                          <p:attrName>style.visibility</p:attrName>
                                        </p:attrNameLst>
                                      </p:cBhvr>
                                      <p:to>
                                        <p:strVal val="visible"/>
                                      </p:to>
                                    </p:set>
                                    <p:animEffect transition="in" filter="box(in)">
                                      <p:cBhvr>
                                        <p:cTn id="18" dur="1000"/>
                                        <p:tgtEl>
                                          <p:spTgt spid="36250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362504"/>
                                        </p:tgtEl>
                                        <p:attrNameLst>
                                          <p:attrName>style.visibility</p:attrName>
                                        </p:attrNameLst>
                                      </p:cBhvr>
                                      <p:to>
                                        <p:strVal val="visible"/>
                                      </p:to>
                                    </p:set>
                                    <p:animEffect transition="in" filter="box(in)">
                                      <p:cBhvr>
                                        <p:cTn id="23" dur="500"/>
                                        <p:tgtEl>
                                          <p:spTgt spid="36250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362503"/>
                                        </p:tgtEl>
                                        <p:attrNameLst>
                                          <p:attrName>style.visibility</p:attrName>
                                        </p:attrNameLst>
                                      </p:cBhvr>
                                      <p:to>
                                        <p:strVal val="visible"/>
                                      </p:to>
                                    </p:set>
                                    <p:animEffect transition="in" filter="box(in)">
                                      <p:cBhvr>
                                        <p:cTn id="28" dur="1000"/>
                                        <p:tgtEl>
                                          <p:spTgt spid="36250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362501"/>
                                        </p:tgtEl>
                                        <p:attrNameLst>
                                          <p:attrName>style.visibility</p:attrName>
                                        </p:attrNameLst>
                                      </p:cBhvr>
                                      <p:to>
                                        <p:strVal val="visible"/>
                                      </p:to>
                                    </p:set>
                                    <p:animEffect transition="in" filter="box(in)">
                                      <p:cBhvr>
                                        <p:cTn id="33" dur="1000"/>
                                        <p:tgtEl>
                                          <p:spTgt spid="36250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362505"/>
                                        </p:tgtEl>
                                        <p:attrNameLst>
                                          <p:attrName>style.visibility</p:attrName>
                                        </p:attrNameLst>
                                      </p:cBhvr>
                                      <p:to>
                                        <p:strVal val="visible"/>
                                      </p:to>
                                    </p:set>
                                    <p:animEffect transition="in" filter="box(in)">
                                      <p:cBhvr>
                                        <p:cTn id="38" dur="1000"/>
                                        <p:tgtEl>
                                          <p:spTgt spid="36250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362502"/>
                                        </p:tgtEl>
                                        <p:attrNameLst>
                                          <p:attrName>style.visibility</p:attrName>
                                        </p:attrNameLst>
                                      </p:cBhvr>
                                      <p:to>
                                        <p:strVal val="visible"/>
                                      </p:to>
                                    </p:set>
                                    <p:animEffect transition="in" filter="box(in)">
                                      <p:cBhvr>
                                        <p:cTn id="43" dur="1000"/>
                                        <p:tgtEl>
                                          <p:spTgt spid="362502"/>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dissolv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20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8" grpId="0"/>
      <p:bldP spid="36249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2" name="Text Box 4">
            <a:extLst>
              <a:ext uri="{FF2B5EF4-FFF2-40B4-BE49-F238E27FC236}">
                <a16:creationId xmlns:a16="http://schemas.microsoft.com/office/drawing/2014/main" id="{5990BE97-1EE9-4224-8AAF-E28670C4BEBB}"/>
              </a:ext>
            </a:extLst>
          </p:cNvPr>
          <p:cNvSpPr txBox="1">
            <a:spLocks noChangeArrowheads="1"/>
          </p:cNvSpPr>
          <p:nvPr/>
        </p:nvSpPr>
        <p:spPr bwMode="auto">
          <a:xfrm>
            <a:off x="684213" y="808038"/>
            <a:ext cx="5111750" cy="579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3200" b="1" i="0" u="none" strike="noStrike" kern="1200" cap="none" spc="0" normalizeH="0" baseline="0" noProof="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3200" b="1" i="0" u="none" strike="noStrike" kern="1200" cap="none" spc="0" normalizeH="0" baseline="0" noProof="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一阶电路的阶跃响应</a:t>
            </a:r>
            <a:endParaRPr kumimoji="1" lang="zh-CN" altLang="en-US" sz="3200" b="0" i="0" u="none" strike="noStrike" kern="1200" cap="none" spc="0" normalizeH="0" baseline="0" noProof="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65573" name="Text Box 5">
            <a:extLst>
              <a:ext uri="{FF2B5EF4-FFF2-40B4-BE49-F238E27FC236}">
                <a16:creationId xmlns:a16="http://schemas.microsoft.com/office/drawing/2014/main" id="{4D624D2D-5698-4C66-B042-2FCD886B5439}"/>
              </a:ext>
            </a:extLst>
          </p:cNvPr>
          <p:cNvSpPr txBox="1">
            <a:spLocks noChangeArrowheads="1"/>
          </p:cNvSpPr>
          <p:nvPr/>
        </p:nvSpPr>
        <p:spPr bwMode="auto">
          <a:xfrm>
            <a:off x="611188" y="1376363"/>
            <a:ext cx="8064500" cy="2124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）定义：电路对单位阶跃输入的</a:t>
            </a:r>
            <a:r>
              <a:rPr kumimoji="1"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称为单位阶跃响应，并用</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s</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表示。</a:t>
            </a:r>
          </a:p>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求解方法：与电路在直流激励下的</a:t>
            </a:r>
            <a:r>
              <a:rPr kumimoji="1"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的求解方法相同。</a:t>
            </a: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65574" name="Object 6">
            <a:extLst>
              <a:ext uri="{FF2B5EF4-FFF2-40B4-BE49-F238E27FC236}">
                <a16:creationId xmlns:a16="http://schemas.microsoft.com/office/drawing/2014/main" id="{046C052B-5998-4489-A39E-C497569CF85B}"/>
              </a:ext>
            </a:extLst>
          </p:cNvPr>
          <p:cNvGraphicFramePr>
            <a:graphicFrameLocks noChangeAspect="1"/>
          </p:cNvGraphicFramePr>
          <p:nvPr>
            <p:extLst>
              <p:ext uri="{D42A27DB-BD31-4B8C-83A1-F6EECF244321}">
                <p14:modId xmlns:p14="http://schemas.microsoft.com/office/powerpoint/2010/main" val="2865476398"/>
              </p:ext>
            </p:extLst>
          </p:nvPr>
        </p:nvGraphicFramePr>
        <p:xfrm>
          <a:off x="4826000" y="925513"/>
          <a:ext cx="571500" cy="393700"/>
        </p:xfrm>
        <a:graphic>
          <a:graphicData uri="http://schemas.openxmlformats.org/presentationml/2006/ole">
            <mc:AlternateContent xmlns:mc="http://schemas.openxmlformats.org/markup-compatibility/2006">
              <mc:Choice xmlns:v="urn:schemas-microsoft-com:vml" Requires="v">
                <p:oleObj spid="_x0000_s166482" name="Equation" r:id="rId3" imgW="571252" imgH="393529" progId="Equation.DSMT4">
                  <p:embed/>
                </p:oleObj>
              </mc:Choice>
              <mc:Fallback>
                <p:oleObj name="Equation" r:id="rId3" imgW="571252" imgH="393529" progId="Equation.DSMT4">
                  <p:embed/>
                  <p:pic>
                    <p:nvPicPr>
                      <p:cNvPr id="365574" name="Object 6">
                        <a:extLst>
                          <a:ext uri="{FF2B5EF4-FFF2-40B4-BE49-F238E27FC236}">
                            <a16:creationId xmlns:a16="http://schemas.microsoft.com/office/drawing/2014/main" id="{046C052B-5998-4489-A39E-C497569CF8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0" y="925513"/>
                        <a:ext cx="57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5575" name="Object 7">
            <a:extLst>
              <a:ext uri="{FF2B5EF4-FFF2-40B4-BE49-F238E27FC236}">
                <a16:creationId xmlns:a16="http://schemas.microsoft.com/office/drawing/2014/main" id="{3E4742AF-65F0-4790-8A26-E1AECCB6E445}"/>
              </a:ext>
            </a:extLst>
          </p:cNvPr>
          <p:cNvGraphicFramePr>
            <a:graphicFrameLocks noChangeAspect="1"/>
          </p:cNvGraphicFramePr>
          <p:nvPr/>
        </p:nvGraphicFramePr>
        <p:xfrm>
          <a:off x="5580063" y="2997200"/>
          <a:ext cx="3240087" cy="1757363"/>
        </p:xfrm>
        <a:graphic>
          <a:graphicData uri="http://schemas.openxmlformats.org/presentationml/2006/ole">
            <mc:AlternateContent xmlns:mc="http://schemas.openxmlformats.org/markup-compatibility/2006">
              <mc:Choice xmlns:v="urn:schemas-microsoft-com:vml" Requires="v">
                <p:oleObj spid="_x0000_s166483" name="Visio" r:id="rId5" imgW="1520190" imgH="927847" progId="Visio.Drawing.11">
                  <p:embed/>
                </p:oleObj>
              </mc:Choice>
              <mc:Fallback>
                <p:oleObj name="Visio" r:id="rId5" imgW="1520190" imgH="927847" progId="Visio.Drawing.11">
                  <p:embed/>
                  <p:pic>
                    <p:nvPicPr>
                      <p:cNvPr id="365575" name="Object 7">
                        <a:extLst>
                          <a:ext uri="{FF2B5EF4-FFF2-40B4-BE49-F238E27FC236}">
                            <a16:creationId xmlns:a16="http://schemas.microsoft.com/office/drawing/2014/main" id="{3E4742AF-65F0-4790-8A26-E1AECCB6E4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2997200"/>
                        <a:ext cx="3240087" cy="175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576" name="Text Box 8">
            <a:extLst>
              <a:ext uri="{FF2B5EF4-FFF2-40B4-BE49-F238E27FC236}">
                <a16:creationId xmlns:a16="http://schemas.microsoft.com/office/drawing/2014/main" id="{56758B88-23D9-4278-9B03-D6356B5CE9CA}"/>
              </a:ext>
            </a:extLst>
          </p:cNvPr>
          <p:cNvSpPr txBox="1">
            <a:spLocks noChangeArrowheads="1"/>
          </p:cNvSpPr>
          <p:nvPr/>
        </p:nvSpPr>
        <p:spPr bwMode="auto">
          <a:xfrm>
            <a:off x="827088" y="3500438"/>
            <a:ext cx="1657350" cy="600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如图电路</a:t>
            </a: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65577" name="Object 9">
            <a:extLst>
              <a:ext uri="{FF2B5EF4-FFF2-40B4-BE49-F238E27FC236}">
                <a16:creationId xmlns:a16="http://schemas.microsoft.com/office/drawing/2014/main" id="{352732C1-E73E-4127-88FA-71768EB3F155}"/>
              </a:ext>
            </a:extLst>
          </p:cNvPr>
          <p:cNvGraphicFramePr>
            <a:graphicFrameLocks noChangeAspect="1"/>
          </p:cNvGraphicFramePr>
          <p:nvPr>
            <p:extLst/>
          </p:nvPr>
        </p:nvGraphicFramePr>
        <p:xfrm>
          <a:off x="850900" y="4008438"/>
          <a:ext cx="4013200" cy="673100"/>
        </p:xfrm>
        <a:graphic>
          <a:graphicData uri="http://schemas.openxmlformats.org/presentationml/2006/ole">
            <mc:AlternateContent xmlns:mc="http://schemas.openxmlformats.org/markup-compatibility/2006">
              <mc:Choice xmlns:v="urn:schemas-microsoft-com:vml" Requires="v">
                <p:oleObj spid="_x0000_s166484" name="Equation" r:id="rId7" imgW="4013200" imgH="673100" progId="Equation.DSMT4">
                  <p:embed/>
                </p:oleObj>
              </mc:Choice>
              <mc:Fallback>
                <p:oleObj name="Equation" r:id="rId7" imgW="4013200" imgH="673100" progId="Equation.DSMT4">
                  <p:embed/>
                  <p:pic>
                    <p:nvPicPr>
                      <p:cNvPr id="365577" name="Object 9">
                        <a:extLst>
                          <a:ext uri="{FF2B5EF4-FFF2-40B4-BE49-F238E27FC236}">
                            <a16:creationId xmlns:a16="http://schemas.microsoft.com/office/drawing/2014/main" id="{352732C1-E73E-4127-88FA-71768EB3F1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0900" y="4008438"/>
                        <a:ext cx="40132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578" name="AutoShape 10">
            <a:extLst>
              <a:ext uri="{FF2B5EF4-FFF2-40B4-BE49-F238E27FC236}">
                <a16:creationId xmlns:a16="http://schemas.microsoft.com/office/drawing/2014/main" id="{C0089347-D5B8-4407-88E1-3E0CF22407B6}"/>
              </a:ext>
            </a:extLst>
          </p:cNvPr>
          <p:cNvSpPr>
            <a:spLocks noChangeArrowheads="1"/>
          </p:cNvSpPr>
          <p:nvPr/>
        </p:nvSpPr>
        <p:spPr bwMode="auto">
          <a:xfrm>
            <a:off x="4716463" y="3500438"/>
            <a:ext cx="863600" cy="360362"/>
          </a:xfrm>
          <a:prstGeom prst="wedgeRectCallout">
            <a:avLst>
              <a:gd name="adj1" fmla="val -57537"/>
              <a:gd name="adj2" fmla="val 157046"/>
            </a:avLst>
          </a:prstGeom>
          <a:solidFill>
            <a:srgbClr val="CCFFFF"/>
          </a:solidFill>
          <a:ln>
            <a:solidFill>
              <a:schemeClr val="accent1"/>
            </a:solid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pSp>
        <p:nvGrpSpPr>
          <p:cNvPr id="365579" name="Group 11">
            <a:extLst>
              <a:ext uri="{FF2B5EF4-FFF2-40B4-BE49-F238E27FC236}">
                <a16:creationId xmlns:a16="http://schemas.microsoft.com/office/drawing/2014/main" id="{A00A5B8B-83F1-42BB-B58B-0CBDA32D3361}"/>
              </a:ext>
            </a:extLst>
          </p:cNvPr>
          <p:cNvGrpSpPr>
            <a:grpSpLocks/>
          </p:cNvGrpSpPr>
          <p:nvPr/>
        </p:nvGrpSpPr>
        <p:grpSpPr bwMode="auto">
          <a:xfrm>
            <a:off x="5632450" y="4508500"/>
            <a:ext cx="2900363" cy="1751013"/>
            <a:chOff x="3107" y="2931"/>
            <a:chExt cx="1827" cy="1103"/>
          </a:xfrm>
        </p:grpSpPr>
        <p:sp>
          <p:nvSpPr>
            <p:cNvPr id="59405" name="Line 12">
              <a:extLst>
                <a:ext uri="{FF2B5EF4-FFF2-40B4-BE49-F238E27FC236}">
                  <a16:creationId xmlns:a16="http://schemas.microsoft.com/office/drawing/2014/main" id="{8ABE445C-6BBE-439E-B22D-FB71AF3A994B}"/>
                </a:ext>
              </a:extLst>
            </p:cNvPr>
            <p:cNvSpPr>
              <a:spLocks noChangeShapeType="1"/>
            </p:cNvSpPr>
            <p:nvPr/>
          </p:nvSpPr>
          <p:spPr bwMode="auto">
            <a:xfrm>
              <a:off x="3470" y="3793"/>
              <a:ext cx="127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406" name="Line 13">
              <a:extLst>
                <a:ext uri="{FF2B5EF4-FFF2-40B4-BE49-F238E27FC236}">
                  <a16:creationId xmlns:a16="http://schemas.microsoft.com/office/drawing/2014/main" id="{60B27D9B-8D11-467B-84C2-E437B399AAAC}"/>
                </a:ext>
              </a:extLst>
            </p:cNvPr>
            <p:cNvSpPr>
              <a:spLocks noChangeShapeType="1"/>
            </p:cNvSpPr>
            <p:nvPr/>
          </p:nvSpPr>
          <p:spPr bwMode="auto">
            <a:xfrm flipV="1">
              <a:off x="3651" y="3067"/>
              <a:ext cx="0" cy="95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9407" name="Line 14">
              <a:extLst>
                <a:ext uri="{FF2B5EF4-FFF2-40B4-BE49-F238E27FC236}">
                  <a16:creationId xmlns:a16="http://schemas.microsoft.com/office/drawing/2014/main" id="{FAEA3461-2E71-4E17-936E-66C9EBB144B8}"/>
                </a:ext>
              </a:extLst>
            </p:cNvPr>
            <p:cNvSpPr>
              <a:spLocks noChangeShapeType="1"/>
            </p:cNvSpPr>
            <p:nvPr/>
          </p:nvSpPr>
          <p:spPr bwMode="auto">
            <a:xfrm>
              <a:off x="3650" y="3294"/>
              <a:ext cx="908"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59408" name="Object 15">
              <a:extLst>
                <a:ext uri="{FF2B5EF4-FFF2-40B4-BE49-F238E27FC236}">
                  <a16:creationId xmlns:a16="http://schemas.microsoft.com/office/drawing/2014/main" id="{7937E5D6-3035-47AE-9108-BF095C11D6C6}"/>
                </a:ext>
              </a:extLst>
            </p:cNvPr>
            <p:cNvGraphicFramePr>
              <a:graphicFrameLocks noChangeAspect="1"/>
            </p:cNvGraphicFramePr>
            <p:nvPr/>
          </p:nvGraphicFramePr>
          <p:xfrm>
            <a:off x="4830" y="3753"/>
            <a:ext cx="104" cy="176"/>
          </p:xfrm>
          <a:graphic>
            <a:graphicData uri="http://schemas.openxmlformats.org/presentationml/2006/ole">
              <mc:AlternateContent xmlns:mc="http://schemas.openxmlformats.org/markup-compatibility/2006">
                <mc:Choice xmlns:v="urn:schemas-microsoft-com:vml" Requires="v">
                  <p:oleObj spid="_x0000_s166485" name="Equation" r:id="rId9" imgW="165028" imgH="279279" progId="Equation.DSMT4">
                    <p:embed/>
                  </p:oleObj>
                </mc:Choice>
                <mc:Fallback>
                  <p:oleObj name="Equation" r:id="rId9" imgW="165028" imgH="279279" progId="Equation.DSMT4">
                    <p:embed/>
                    <p:pic>
                      <p:nvPicPr>
                        <p:cNvPr id="59408" name="Object 15">
                          <a:extLst>
                            <a:ext uri="{FF2B5EF4-FFF2-40B4-BE49-F238E27FC236}">
                              <a16:creationId xmlns:a16="http://schemas.microsoft.com/office/drawing/2014/main" id="{7937E5D6-3035-47AE-9108-BF095C11D6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30" y="3753"/>
                          <a:ext cx="104"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09" name="Object 16">
              <a:extLst>
                <a:ext uri="{FF2B5EF4-FFF2-40B4-BE49-F238E27FC236}">
                  <a16:creationId xmlns:a16="http://schemas.microsoft.com/office/drawing/2014/main" id="{F10BA5DC-9D88-4A74-9869-7FE44E0FBF09}"/>
                </a:ext>
              </a:extLst>
            </p:cNvPr>
            <p:cNvGraphicFramePr>
              <a:graphicFrameLocks noChangeAspect="1"/>
            </p:cNvGraphicFramePr>
            <p:nvPr/>
          </p:nvGraphicFramePr>
          <p:xfrm>
            <a:off x="3107" y="2931"/>
            <a:ext cx="488" cy="272"/>
          </p:xfrm>
          <a:graphic>
            <a:graphicData uri="http://schemas.openxmlformats.org/presentationml/2006/ole">
              <mc:AlternateContent xmlns:mc="http://schemas.openxmlformats.org/markup-compatibility/2006">
                <mc:Choice xmlns:v="urn:schemas-microsoft-com:vml" Requires="v">
                  <p:oleObj spid="_x0000_s166486" name="Equation" r:id="rId11" imgW="774364" imgH="431613" progId="Equation.DSMT4">
                    <p:embed/>
                  </p:oleObj>
                </mc:Choice>
                <mc:Fallback>
                  <p:oleObj name="Equation" r:id="rId11" imgW="774364" imgH="431613" progId="Equation.DSMT4">
                    <p:embed/>
                    <p:pic>
                      <p:nvPicPr>
                        <p:cNvPr id="59409" name="Object 16">
                          <a:extLst>
                            <a:ext uri="{FF2B5EF4-FFF2-40B4-BE49-F238E27FC236}">
                              <a16:creationId xmlns:a16="http://schemas.microsoft.com/office/drawing/2014/main" id="{F10BA5DC-9D88-4A74-9869-7FE44E0FBF0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7" y="2931"/>
                          <a:ext cx="488"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10" name="Object 17">
              <a:extLst>
                <a:ext uri="{FF2B5EF4-FFF2-40B4-BE49-F238E27FC236}">
                  <a16:creationId xmlns:a16="http://schemas.microsoft.com/office/drawing/2014/main" id="{AA457452-3246-424A-B39E-6C2B0D8A32D1}"/>
                </a:ext>
              </a:extLst>
            </p:cNvPr>
            <p:cNvGraphicFramePr>
              <a:graphicFrameLocks noChangeAspect="1"/>
            </p:cNvGraphicFramePr>
            <p:nvPr/>
          </p:nvGraphicFramePr>
          <p:xfrm>
            <a:off x="3448" y="3198"/>
            <a:ext cx="112" cy="192"/>
          </p:xfrm>
          <a:graphic>
            <a:graphicData uri="http://schemas.openxmlformats.org/presentationml/2006/ole">
              <mc:AlternateContent xmlns:mc="http://schemas.openxmlformats.org/markup-compatibility/2006">
                <mc:Choice xmlns:v="urn:schemas-microsoft-com:vml" Requires="v">
                  <p:oleObj spid="_x0000_s166487" name="Equation" r:id="rId13" imgW="177569" imgH="304404" progId="Equation.DSMT4">
                    <p:embed/>
                  </p:oleObj>
                </mc:Choice>
                <mc:Fallback>
                  <p:oleObj name="Equation" r:id="rId13" imgW="177569" imgH="304404" progId="Equation.DSMT4">
                    <p:embed/>
                    <p:pic>
                      <p:nvPicPr>
                        <p:cNvPr id="59410" name="Object 17">
                          <a:extLst>
                            <a:ext uri="{FF2B5EF4-FFF2-40B4-BE49-F238E27FC236}">
                              <a16:creationId xmlns:a16="http://schemas.microsoft.com/office/drawing/2014/main" id="{AA457452-3246-424A-B39E-6C2B0D8A32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8" y="3198"/>
                          <a:ext cx="11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11" name="Object 18">
              <a:extLst>
                <a:ext uri="{FF2B5EF4-FFF2-40B4-BE49-F238E27FC236}">
                  <a16:creationId xmlns:a16="http://schemas.microsoft.com/office/drawing/2014/main" id="{F9B05807-F952-4E64-B477-C0A1D6F13645}"/>
                </a:ext>
              </a:extLst>
            </p:cNvPr>
            <p:cNvGraphicFramePr>
              <a:graphicFrameLocks noChangeAspect="1"/>
            </p:cNvGraphicFramePr>
            <p:nvPr/>
          </p:nvGraphicFramePr>
          <p:xfrm>
            <a:off x="3462" y="3834"/>
            <a:ext cx="128" cy="200"/>
          </p:xfrm>
          <a:graphic>
            <a:graphicData uri="http://schemas.openxmlformats.org/presentationml/2006/ole">
              <mc:AlternateContent xmlns:mc="http://schemas.openxmlformats.org/markup-compatibility/2006">
                <mc:Choice xmlns:v="urn:schemas-microsoft-com:vml" Requires="v">
                  <p:oleObj spid="_x0000_s166488" name="Equation" r:id="rId15" imgW="203024" imgH="317225" progId="Equation.DSMT4">
                    <p:embed/>
                  </p:oleObj>
                </mc:Choice>
                <mc:Fallback>
                  <p:oleObj name="Equation" r:id="rId15" imgW="203024" imgH="317225" progId="Equation.DSMT4">
                    <p:embed/>
                    <p:pic>
                      <p:nvPicPr>
                        <p:cNvPr id="59411" name="Object 18">
                          <a:extLst>
                            <a:ext uri="{FF2B5EF4-FFF2-40B4-BE49-F238E27FC236}">
                              <a16:creationId xmlns:a16="http://schemas.microsoft.com/office/drawing/2014/main" id="{F9B05807-F952-4E64-B477-C0A1D6F1364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62" y="3834"/>
                          <a:ext cx="128"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412" name="Freeform 19">
              <a:extLst>
                <a:ext uri="{FF2B5EF4-FFF2-40B4-BE49-F238E27FC236}">
                  <a16:creationId xmlns:a16="http://schemas.microsoft.com/office/drawing/2014/main" id="{A2E08348-9BFA-4EC9-9AF9-31F728CB2DEC}"/>
                </a:ext>
              </a:extLst>
            </p:cNvPr>
            <p:cNvSpPr>
              <a:spLocks/>
            </p:cNvSpPr>
            <p:nvPr/>
          </p:nvSpPr>
          <p:spPr bwMode="auto">
            <a:xfrm>
              <a:off x="3651" y="3317"/>
              <a:ext cx="965" cy="476"/>
            </a:xfrm>
            <a:custGeom>
              <a:avLst/>
              <a:gdLst>
                <a:gd name="T0" fmla="*/ 0 w 862"/>
                <a:gd name="T1" fmla="*/ 454 h 454"/>
                <a:gd name="T2" fmla="*/ 272 w 862"/>
                <a:gd name="T3" fmla="*/ 136 h 454"/>
                <a:gd name="T4" fmla="*/ 862 w 862"/>
                <a:gd name="T5" fmla="*/ 0 h 454"/>
                <a:gd name="T6" fmla="*/ 0 60000 65536"/>
                <a:gd name="T7" fmla="*/ 0 60000 65536"/>
                <a:gd name="T8" fmla="*/ 0 60000 65536"/>
              </a:gdLst>
              <a:ahLst/>
              <a:cxnLst>
                <a:cxn ang="T6">
                  <a:pos x="T0" y="T1"/>
                </a:cxn>
                <a:cxn ang="T7">
                  <a:pos x="T2" y="T3"/>
                </a:cxn>
                <a:cxn ang="T8">
                  <a:pos x="T4" y="T5"/>
                </a:cxn>
              </a:cxnLst>
              <a:rect l="0" t="0" r="r" b="b"/>
              <a:pathLst>
                <a:path w="862" h="454">
                  <a:moveTo>
                    <a:pt x="0" y="454"/>
                  </a:moveTo>
                  <a:cubicBezTo>
                    <a:pt x="64" y="333"/>
                    <a:pt x="128" y="212"/>
                    <a:pt x="272" y="136"/>
                  </a:cubicBezTo>
                  <a:cubicBezTo>
                    <a:pt x="416" y="60"/>
                    <a:pt x="639" y="30"/>
                    <a:pt x="862" y="0"/>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365588" name="Object 20">
            <a:extLst>
              <a:ext uri="{FF2B5EF4-FFF2-40B4-BE49-F238E27FC236}">
                <a16:creationId xmlns:a16="http://schemas.microsoft.com/office/drawing/2014/main" id="{840BBB38-E87D-404F-A8CA-FDCAAAFC0208}"/>
              </a:ext>
            </a:extLst>
          </p:cNvPr>
          <p:cNvGraphicFramePr>
            <a:graphicFrameLocks noChangeAspect="1"/>
          </p:cNvGraphicFramePr>
          <p:nvPr/>
        </p:nvGraphicFramePr>
        <p:xfrm>
          <a:off x="755650" y="4724400"/>
          <a:ext cx="4203700" cy="850900"/>
        </p:xfrm>
        <a:graphic>
          <a:graphicData uri="http://schemas.openxmlformats.org/presentationml/2006/ole">
            <mc:AlternateContent xmlns:mc="http://schemas.openxmlformats.org/markup-compatibility/2006">
              <mc:Choice xmlns:v="urn:schemas-microsoft-com:vml" Requires="v">
                <p:oleObj spid="_x0000_s166489" name="Equation" r:id="rId17" imgW="4203700" imgH="850900" progId="Equation.DSMT4">
                  <p:embed/>
                </p:oleObj>
              </mc:Choice>
              <mc:Fallback>
                <p:oleObj name="Equation" r:id="rId17" imgW="4203700" imgH="850900" progId="Equation.DSMT4">
                  <p:embed/>
                  <p:pic>
                    <p:nvPicPr>
                      <p:cNvPr id="365588" name="Object 20">
                        <a:extLst>
                          <a:ext uri="{FF2B5EF4-FFF2-40B4-BE49-F238E27FC236}">
                            <a16:creationId xmlns:a16="http://schemas.microsoft.com/office/drawing/2014/main" id="{840BBB38-E87D-404F-A8CA-FDCAAAFC020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5650" y="4724400"/>
                        <a:ext cx="420370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589" name="AutoShape 21">
            <a:extLst>
              <a:ext uri="{FF2B5EF4-FFF2-40B4-BE49-F238E27FC236}">
                <a16:creationId xmlns:a16="http://schemas.microsoft.com/office/drawing/2014/main" id="{3385C647-EA37-4D5E-A2AE-37FF8E38EB84}"/>
              </a:ext>
            </a:extLst>
          </p:cNvPr>
          <p:cNvSpPr>
            <a:spLocks noChangeArrowheads="1"/>
          </p:cNvSpPr>
          <p:nvPr/>
        </p:nvSpPr>
        <p:spPr bwMode="auto">
          <a:xfrm>
            <a:off x="4067175" y="5661025"/>
            <a:ext cx="2089150" cy="431800"/>
          </a:xfrm>
          <a:prstGeom prst="wedgeRectCallout">
            <a:avLst>
              <a:gd name="adj1" fmla="val -23481"/>
              <a:gd name="adj2" fmla="val -137500"/>
            </a:avLst>
          </a:prstGeom>
          <a:solidFill>
            <a:srgbClr val="CCFFFF"/>
          </a:solidFill>
          <a:ln>
            <a:solidFill>
              <a:schemeClr val="accent1"/>
            </a:solid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作为常数求导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5572"/>
                                        </p:tgtEl>
                                        <p:attrNameLst>
                                          <p:attrName>style.visibility</p:attrName>
                                        </p:attrNameLst>
                                      </p:cBhvr>
                                      <p:to>
                                        <p:strVal val="visible"/>
                                      </p:to>
                                    </p:set>
                                    <p:animEffect transition="in" filter="wipe(left)">
                                      <p:cBhvr>
                                        <p:cTn id="7" dur="1000"/>
                                        <p:tgtEl>
                                          <p:spTgt spid="365572"/>
                                        </p:tgtEl>
                                      </p:cBhvr>
                                    </p:animEffect>
                                  </p:childTnLst>
                                </p:cTn>
                              </p:par>
                            </p:childTnLst>
                          </p:cTn>
                        </p:par>
                        <p:par>
                          <p:cTn id="8" fill="hold" nodeType="afterGroup">
                            <p:stCondLst>
                              <p:cond delay="1000"/>
                            </p:stCondLst>
                            <p:childTnLst>
                              <p:par>
                                <p:cTn id="9" presetID="4" presetClass="entr" presetSubtype="16" fill="hold" nodeType="afterEffect">
                                  <p:stCondLst>
                                    <p:cond delay="0"/>
                                  </p:stCondLst>
                                  <p:childTnLst>
                                    <p:set>
                                      <p:cBhvr>
                                        <p:cTn id="10" dur="1" fill="hold">
                                          <p:stCondLst>
                                            <p:cond delay="0"/>
                                          </p:stCondLst>
                                        </p:cTn>
                                        <p:tgtEl>
                                          <p:spTgt spid="365574"/>
                                        </p:tgtEl>
                                        <p:attrNameLst>
                                          <p:attrName>style.visibility</p:attrName>
                                        </p:attrNameLst>
                                      </p:cBhvr>
                                      <p:to>
                                        <p:strVal val="visible"/>
                                      </p:to>
                                    </p:set>
                                    <p:animEffect transition="in" filter="box(in)">
                                      <p:cBhvr>
                                        <p:cTn id="11" dur="500"/>
                                        <p:tgtEl>
                                          <p:spTgt spid="36557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65573">
                                            <p:txEl>
                                              <p:pRg st="0" end="0"/>
                                            </p:txEl>
                                          </p:spTgt>
                                        </p:tgtEl>
                                        <p:attrNameLst>
                                          <p:attrName>style.visibility</p:attrName>
                                        </p:attrNameLst>
                                      </p:cBhvr>
                                      <p:to>
                                        <p:strVal val="visible"/>
                                      </p:to>
                                    </p:set>
                                    <p:animEffect transition="in" filter="wipe(up)">
                                      <p:cBhvr>
                                        <p:cTn id="16" dur="2000"/>
                                        <p:tgtEl>
                                          <p:spTgt spid="36557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65573">
                                            <p:txEl>
                                              <p:pRg st="1" end="1"/>
                                            </p:txEl>
                                          </p:spTgt>
                                        </p:tgtEl>
                                        <p:attrNameLst>
                                          <p:attrName>style.visibility</p:attrName>
                                        </p:attrNameLst>
                                      </p:cBhvr>
                                      <p:to>
                                        <p:strVal val="visible"/>
                                      </p:to>
                                    </p:set>
                                    <p:animEffect transition="in" filter="wipe(up)">
                                      <p:cBhvr>
                                        <p:cTn id="21" dur="2000"/>
                                        <p:tgtEl>
                                          <p:spTgt spid="365573">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65576"/>
                                        </p:tgtEl>
                                        <p:attrNameLst>
                                          <p:attrName>style.visibility</p:attrName>
                                        </p:attrNameLst>
                                      </p:cBhvr>
                                      <p:to>
                                        <p:strVal val="visible"/>
                                      </p:to>
                                    </p:set>
                                    <p:animEffect transition="in" filter="wipe(left)">
                                      <p:cBhvr>
                                        <p:cTn id="26" dur="2000"/>
                                        <p:tgtEl>
                                          <p:spTgt spid="36557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365575"/>
                                        </p:tgtEl>
                                        <p:attrNameLst>
                                          <p:attrName>style.visibility</p:attrName>
                                        </p:attrNameLst>
                                      </p:cBhvr>
                                      <p:to>
                                        <p:strVal val="visible"/>
                                      </p:to>
                                    </p:set>
                                    <p:animEffect transition="in" filter="box(in)">
                                      <p:cBhvr>
                                        <p:cTn id="31" dur="2000"/>
                                        <p:tgtEl>
                                          <p:spTgt spid="3655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65577"/>
                                        </p:tgtEl>
                                        <p:attrNameLst>
                                          <p:attrName>style.visibility</p:attrName>
                                        </p:attrNameLst>
                                      </p:cBhvr>
                                      <p:to>
                                        <p:strVal val="visible"/>
                                      </p:to>
                                    </p:set>
                                    <p:animEffect transition="in" filter="wipe(left)">
                                      <p:cBhvr>
                                        <p:cTn id="36" dur="2000"/>
                                        <p:tgtEl>
                                          <p:spTgt spid="36557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365578"/>
                                        </p:tgtEl>
                                        <p:attrNameLst>
                                          <p:attrName>style.visibility</p:attrName>
                                        </p:attrNameLst>
                                      </p:cBhvr>
                                      <p:to>
                                        <p:strVal val="visible"/>
                                      </p:to>
                                    </p:set>
                                    <p:animEffect transition="in" filter="box(in)">
                                      <p:cBhvr>
                                        <p:cTn id="41" dur="1000"/>
                                        <p:tgtEl>
                                          <p:spTgt spid="36557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nodeType="clickEffect">
                                  <p:stCondLst>
                                    <p:cond delay="0"/>
                                  </p:stCondLst>
                                  <p:childTnLst>
                                    <p:set>
                                      <p:cBhvr>
                                        <p:cTn id="45" dur="1" fill="hold">
                                          <p:stCondLst>
                                            <p:cond delay="0"/>
                                          </p:stCondLst>
                                        </p:cTn>
                                        <p:tgtEl>
                                          <p:spTgt spid="365579"/>
                                        </p:tgtEl>
                                        <p:attrNameLst>
                                          <p:attrName>style.visibility</p:attrName>
                                        </p:attrNameLst>
                                      </p:cBhvr>
                                      <p:to>
                                        <p:strVal val="visible"/>
                                      </p:to>
                                    </p:set>
                                    <p:animEffect transition="in" filter="box(in)">
                                      <p:cBhvr>
                                        <p:cTn id="46" dur="1000"/>
                                        <p:tgtEl>
                                          <p:spTgt spid="36557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65588"/>
                                        </p:tgtEl>
                                        <p:attrNameLst>
                                          <p:attrName>style.visibility</p:attrName>
                                        </p:attrNameLst>
                                      </p:cBhvr>
                                      <p:to>
                                        <p:strVal val="visible"/>
                                      </p:to>
                                    </p:set>
                                    <p:animEffect transition="in" filter="wipe(left)">
                                      <p:cBhvr>
                                        <p:cTn id="51" dur="2000"/>
                                        <p:tgtEl>
                                          <p:spTgt spid="36558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365589"/>
                                        </p:tgtEl>
                                        <p:attrNameLst>
                                          <p:attrName>style.visibility</p:attrName>
                                        </p:attrNameLst>
                                      </p:cBhvr>
                                      <p:to>
                                        <p:strVal val="visible"/>
                                      </p:to>
                                    </p:set>
                                    <p:animEffect transition="in" filter="box(in)">
                                      <p:cBhvr>
                                        <p:cTn id="56" dur="1000"/>
                                        <p:tgtEl>
                                          <p:spTgt spid="365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2" grpId="0"/>
      <p:bldP spid="365576" grpId="0"/>
      <p:bldP spid="365578" grpId="0" animBg="1"/>
      <p:bldP spid="36558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Text Box 3">
            <a:extLst>
              <a:ext uri="{FF2B5EF4-FFF2-40B4-BE49-F238E27FC236}">
                <a16:creationId xmlns:a16="http://schemas.microsoft.com/office/drawing/2014/main" id="{59A1BA98-C524-4C69-9A60-8EF402F0DE6F}"/>
              </a:ext>
            </a:extLst>
          </p:cNvPr>
          <p:cNvSpPr txBox="1">
            <a:spLocks noChangeArrowheads="1"/>
          </p:cNvSpPr>
          <p:nvPr/>
        </p:nvSpPr>
        <p:spPr bwMode="auto">
          <a:xfrm>
            <a:off x="257968" y="801009"/>
            <a:ext cx="331311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24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单位冲激函数</a:t>
            </a:r>
            <a:endParaRPr kumimoji="1" lang="zh-CN" altLang="en-US" sz="2400" b="0" i="0" u="none" strike="noStrike" kern="1200" cap="none" spc="0" normalizeH="0" baseline="0" noProof="0" dirty="0">
              <a:ln>
                <a:noFill/>
              </a:ln>
              <a:solidFill>
                <a:srgbClr val="050507"/>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73764" name="Object 4">
            <a:extLst>
              <a:ext uri="{FF2B5EF4-FFF2-40B4-BE49-F238E27FC236}">
                <a16:creationId xmlns:a16="http://schemas.microsoft.com/office/drawing/2014/main" id="{4F3CEA10-6AC1-4180-A37C-9F4E6F8D3B3B}"/>
              </a:ext>
            </a:extLst>
          </p:cNvPr>
          <p:cNvGraphicFramePr>
            <a:graphicFrameLocks noChangeAspect="1"/>
          </p:cNvGraphicFramePr>
          <p:nvPr>
            <p:extLst>
              <p:ext uri="{D42A27DB-BD31-4B8C-83A1-F6EECF244321}">
                <p14:modId xmlns:p14="http://schemas.microsoft.com/office/powerpoint/2010/main" val="3198282436"/>
              </p:ext>
            </p:extLst>
          </p:nvPr>
        </p:nvGraphicFramePr>
        <p:xfrm>
          <a:off x="2857500" y="854202"/>
          <a:ext cx="635000" cy="393700"/>
        </p:xfrm>
        <a:graphic>
          <a:graphicData uri="http://schemas.openxmlformats.org/presentationml/2006/ole">
            <mc:AlternateContent xmlns:mc="http://schemas.openxmlformats.org/markup-compatibility/2006">
              <mc:Choice xmlns:v="urn:schemas-microsoft-com:vml" Requires="v">
                <p:oleObj spid="_x0000_s171482" name="Equation" r:id="rId3" imgW="634725" imgH="393529" progId="Equation.DSMT4">
                  <p:embed/>
                </p:oleObj>
              </mc:Choice>
              <mc:Fallback>
                <p:oleObj name="Equation" r:id="rId3" imgW="634725" imgH="393529" progId="Equation.DSMT4">
                  <p:embed/>
                  <p:pic>
                    <p:nvPicPr>
                      <p:cNvPr id="373764" name="Object 4">
                        <a:extLst>
                          <a:ext uri="{FF2B5EF4-FFF2-40B4-BE49-F238E27FC236}">
                            <a16:creationId xmlns:a16="http://schemas.microsoft.com/office/drawing/2014/main" id="{4F3CEA10-6AC1-4180-A37C-9F4E6F8D3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854202"/>
                        <a:ext cx="6350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3765" name="Text Box 5">
            <a:extLst>
              <a:ext uri="{FF2B5EF4-FFF2-40B4-BE49-F238E27FC236}">
                <a16:creationId xmlns:a16="http://schemas.microsoft.com/office/drawing/2014/main" id="{089A9397-05B3-402F-A35D-60686D639BC7}"/>
              </a:ext>
            </a:extLst>
          </p:cNvPr>
          <p:cNvSpPr txBox="1">
            <a:spLocks noChangeArrowheads="1"/>
          </p:cNvSpPr>
          <p:nvPr/>
        </p:nvSpPr>
        <p:spPr bwMode="auto">
          <a:xfrm>
            <a:off x="369096" y="1358902"/>
            <a:ext cx="1509707"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定义</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73766" name="Object 6">
            <a:extLst>
              <a:ext uri="{FF2B5EF4-FFF2-40B4-BE49-F238E27FC236}">
                <a16:creationId xmlns:a16="http://schemas.microsoft.com/office/drawing/2014/main" id="{2AE99258-587B-4E97-823A-2A19DFB8B116}"/>
              </a:ext>
            </a:extLst>
          </p:cNvPr>
          <p:cNvGraphicFramePr>
            <a:graphicFrameLocks noChangeAspect="1"/>
          </p:cNvGraphicFramePr>
          <p:nvPr>
            <p:extLst>
              <p:ext uri="{D42A27DB-BD31-4B8C-83A1-F6EECF244321}">
                <p14:modId xmlns:p14="http://schemas.microsoft.com/office/powerpoint/2010/main" val="2632435165"/>
              </p:ext>
            </p:extLst>
          </p:nvPr>
        </p:nvGraphicFramePr>
        <p:xfrm>
          <a:off x="2218030" y="1315867"/>
          <a:ext cx="2057400" cy="1519311"/>
        </p:xfrm>
        <a:graphic>
          <a:graphicData uri="http://schemas.openxmlformats.org/presentationml/2006/ole">
            <mc:AlternateContent xmlns:mc="http://schemas.openxmlformats.org/markup-compatibility/2006">
              <mc:Choice xmlns:v="urn:schemas-microsoft-com:vml" Requires="v">
                <p:oleObj spid="_x0000_s171483" name="Equation" r:id="rId5" imgW="2476500" imgH="1828800" progId="Equation.DSMT4">
                  <p:embed/>
                </p:oleObj>
              </mc:Choice>
              <mc:Fallback>
                <p:oleObj name="Equation" r:id="rId5" imgW="2476500" imgH="1828800" progId="Equation.DSMT4">
                  <p:embed/>
                  <p:pic>
                    <p:nvPicPr>
                      <p:cNvPr id="373766" name="Object 6">
                        <a:extLst>
                          <a:ext uri="{FF2B5EF4-FFF2-40B4-BE49-F238E27FC236}">
                            <a16:creationId xmlns:a16="http://schemas.microsoft.com/office/drawing/2014/main" id="{2AE99258-587B-4E97-823A-2A19DFB8B1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8030" y="1315867"/>
                        <a:ext cx="2057400" cy="1519311"/>
                      </a:xfrm>
                      <a:prstGeom prst="rect">
                        <a:avLst/>
                      </a:prstGeom>
                      <a:noFill/>
                      <a:ln>
                        <a:noFill/>
                      </a:ln>
                      <a:effectLst/>
                      <a:extLst/>
                    </p:spPr>
                  </p:pic>
                </p:oleObj>
              </mc:Fallback>
            </mc:AlternateContent>
          </a:graphicData>
        </a:graphic>
      </p:graphicFrame>
      <p:sp>
        <p:nvSpPr>
          <p:cNvPr id="373767" name="AutoShape 7">
            <a:extLst>
              <a:ext uri="{FF2B5EF4-FFF2-40B4-BE49-F238E27FC236}">
                <a16:creationId xmlns:a16="http://schemas.microsoft.com/office/drawing/2014/main" id="{250562AD-B9F3-4C02-87FA-270CEC87C4BC}"/>
              </a:ext>
            </a:extLst>
          </p:cNvPr>
          <p:cNvSpPr>
            <a:spLocks/>
          </p:cNvSpPr>
          <p:nvPr/>
        </p:nvSpPr>
        <p:spPr bwMode="auto">
          <a:xfrm>
            <a:off x="4359568" y="1458913"/>
            <a:ext cx="255089" cy="1209675"/>
          </a:xfrm>
          <a:prstGeom prst="rightBrace">
            <a:avLst>
              <a:gd name="adj1" fmla="val 34949"/>
              <a:gd name="adj2" fmla="val 50000"/>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3768" name="AutoShape 8">
            <a:extLst>
              <a:ext uri="{FF2B5EF4-FFF2-40B4-BE49-F238E27FC236}">
                <a16:creationId xmlns:a16="http://schemas.microsoft.com/office/drawing/2014/main" id="{4CC19267-0D0F-49D2-B255-D1F9CB2166C5}"/>
              </a:ext>
            </a:extLst>
          </p:cNvPr>
          <p:cNvSpPr>
            <a:spLocks noChangeArrowheads="1"/>
          </p:cNvSpPr>
          <p:nvPr/>
        </p:nvSpPr>
        <p:spPr bwMode="auto">
          <a:xfrm>
            <a:off x="7404470" y="1138437"/>
            <a:ext cx="1481238" cy="1167375"/>
          </a:xfrm>
          <a:prstGeom prst="wedgeRoundRectCallout">
            <a:avLst>
              <a:gd name="adj1" fmla="val -160555"/>
              <a:gd name="adj2" fmla="val 34203"/>
              <a:gd name="adj3" fmla="val 16667"/>
            </a:avLst>
          </a:prstGeom>
          <a:solidFill>
            <a:srgbClr val="CCFFFF"/>
          </a:solidFill>
          <a:ln w="9525">
            <a:solidFill>
              <a:schemeClr val="accent1"/>
            </a:solidFill>
            <a:miter lim="800000"/>
            <a:headEnd/>
            <a:tailEnd/>
          </a:ln>
          <a:effectLst/>
          <a:extLst/>
        </p:spPr>
        <p:txBody>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单位脉冲函数的极限</a:t>
            </a:r>
          </a:p>
        </p:txBody>
      </p:sp>
      <p:grpSp>
        <p:nvGrpSpPr>
          <p:cNvPr id="373769" name="Group 9">
            <a:extLst>
              <a:ext uri="{FF2B5EF4-FFF2-40B4-BE49-F238E27FC236}">
                <a16:creationId xmlns:a16="http://schemas.microsoft.com/office/drawing/2014/main" id="{E4885A66-6FD4-48F0-A0DC-C9A08214AC06}"/>
              </a:ext>
            </a:extLst>
          </p:cNvPr>
          <p:cNvGrpSpPr>
            <a:grpSpLocks/>
          </p:cNvGrpSpPr>
          <p:nvPr/>
        </p:nvGrpSpPr>
        <p:grpSpPr bwMode="auto">
          <a:xfrm>
            <a:off x="260249" y="2344845"/>
            <a:ext cx="2157146" cy="2242305"/>
            <a:chOff x="693" y="672"/>
            <a:chExt cx="1622" cy="1584"/>
          </a:xfrm>
        </p:grpSpPr>
        <p:sp>
          <p:nvSpPr>
            <p:cNvPr id="64533" name="Line 10">
              <a:extLst>
                <a:ext uri="{FF2B5EF4-FFF2-40B4-BE49-F238E27FC236}">
                  <a16:creationId xmlns:a16="http://schemas.microsoft.com/office/drawing/2014/main" id="{48FF6B99-0200-4F64-8505-FF60284D1652}"/>
                </a:ext>
              </a:extLst>
            </p:cNvPr>
            <p:cNvSpPr>
              <a:spLocks noChangeShapeType="1"/>
            </p:cNvSpPr>
            <p:nvPr/>
          </p:nvSpPr>
          <p:spPr bwMode="auto">
            <a:xfrm>
              <a:off x="856" y="1920"/>
              <a:ext cx="1296"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4" name="Line 11">
              <a:extLst>
                <a:ext uri="{FF2B5EF4-FFF2-40B4-BE49-F238E27FC236}">
                  <a16:creationId xmlns:a16="http://schemas.microsoft.com/office/drawing/2014/main" id="{5AA7E54A-1BB6-4EE8-B428-FD63A6E50CCD}"/>
                </a:ext>
              </a:extLst>
            </p:cNvPr>
            <p:cNvSpPr>
              <a:spLocks noChangeShapeType="1"/>
            </p:cNvSpPr>
            <p:nvPr/>
          </p:nvSpPr>
          <p:spPr bwMode="auto">
            <a:xfrm flipV="1">
              <a:off x="1424" y="768"/>
              <a:ext cx="0" cy="1488"/>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5" name="Line 12">
              <a:extLst>
                <a:ext uri="{FF2B5EF4-FFF2-40B4-BE49-F238E27FC236}">
                  <a16:creationId xmlns:a16="http://schemas.microsoft.com/office/drawing/2014/main" id="{B040337E-1034-414E-8442-53CD55B848CA}"/>
                </a:ext>
              </a:extLst>
            </p:cNvPr>
            <p:cNvSpPr>
              <a:spLocks noChangeShapeType="1"/>
            </p:cNvSpPr>
            <p:nvPr/>
          </p:nvSpPr>
          <p:spPr bwMode="auto">
            <a:xfrm>
              <a:off x="1232" y="1192"/>
              <a:ext cx="43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6" name="Text Box 13">
              <a:extLst>
                <a:ext uri="{FF2B5EF4-FFF2-40B4-BE49-F238E27FC236}">
                  <a16:creationId xmlns:a16="http://schemas.microsoft.com/office/drawing/2014/main" id="{04499F08-6C3A-4049-8641-911D20EC99D9}"/>
                </a:ext>
              </a:extLst>
            </p:cNvPr>
            <p:cNvSpPr txBox="1">
              <a:spLocks noChangeArrowheads="1"/>
            </p:cNvSpPr>
            <p:nvPr/>
          </p:nvSpPr>
          <p:spPr bwMode="auto">
            <a:xfrm>
              <a:off x="1400" y="1924"/>
              <a:ext cx="578"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2</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7" name="Text Box 14">
              <a:extLst>
                <a:ext uri="{FF2B5EF4-FFF2-40B4-BE49-F238E27FC236}">
                  <a16:creationId xmlns:a16="http://schemas.microsoft.com/office/drawing/2014/main" id="{34697397-4F5D-4B70-8E72-4A9D6E6B5E31}"/>
                </a:ext>
              </a:extLst>
            </p:cNvPr>
            <p:cNvSpPr txBox="1">
              <a:spLocks noChangeArrowheads="1"/>
            </p:cNvSpPr>
            <p:nvPr/>
          </p:nvSpPr>
          <p:spPr bwMode="auto">
            <a:xfrm>
              <a:off x="783" y="903"/>
              <a:ext cx="434"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p>
          </p:txBody>
        </p:sp>
        <p:sp>
          <p:nvSpPr>
            <p:cNvPr id="64538" name="Text Box 15">
              <a:extLst>
                <a:ext uri="{FF2B5EF4-FFF2-40B4-BE49-F238E27FC236}">
                  <a16:creationId xmlns:a16="http://schemas.microsoft.com/office/drawing/2014/main" id="{DFE99276-8E0C-4CDB-8F8D-AEE1DC344ACB}"/>
                </a:ext>
              </a:extLst>
            </p:cNvPr>
            <p:cNvSpPr txBox="1">
              <a:spLocks noChangeArrowheads="1"/>
            </p:cNvSpPr>
            <p:nvPr/>
          </p:nvSpPr>
          <p:spPr bwMode="auto">
            <a:xfrm>
              <a:off x="2142" y="1895"/>
              <a:ext cx="173" cy="29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9" name="Text Box 16">
              <a:extLst>
                <a:ext uri="{FF2B5EF4-FFF2-40B4-BE49-F238E27FC236}">
                  <a16:creationId xmlns:a16="http://schemas.microsoft.com/office/drawing/2014/main" id="{18AD6849-D92D-4ECD-BB2B-088DDB86B2E0}"/>
                </a:ext>
              </a:extLst>
            </p:cNvPr>
            <p:cNvSpPr txBox="1">
              <a:spLocks noChangeArrowheads="1"/>
            </p:cNvSpPr>
            <p:nvPr/>
          </p:nvSpPr>
          <p:spPr bwMode="auto">
            <a:xfrm>
              <a:off x="1498" y="672"/>
              <a:ext cx="393"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p</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64540" name="Line 17">
              <a:extLst>
                <a:ext uri="{FF2B5EF4-FFF2-40B4-BE49-F238E27FC236}">
                  <a16:creationId xmlns:a16="http://schemas.microsoft.com/office/drawing/2014/main" id="{A03EB301-E9B1-45B8-936C-625DE608CD20}"/>
                </a:ext>
              </a:extLst>
            </p:cNvPr>
            <p:cNvSpPr>
              <a:spLocks noChangeShapeType="1"/>
            </p:cNvSpPr>
            <p:nvPr/>
          </p:nvSpPr>
          <p:spPr bwMode="auto">
            <a:xfrm>
              <a:off x="1232" y="1176"/>
              <a:ext cx="0" cy="73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41" name="Text Box 18">
              <a:extLst>
                <a:ext uri="{FF2B5EF4-FFF2-40B4-BE49-F238E27FC236}">
                  <a16:creationId xmlns:a16="http://schemas.microsoft.com/office/drawing/2014/main" id="{6D130537-164E-4EE1-9F70-D004F663EA8A}"/>
                </a:ext>
              </a:extLst>
            </p:cNvPr>
            <p:cNvSpPr txBox="1">
              <a:spLocks noChangeArrowheads="1"/>
            </p:cNvSpPr>
            <p:nvPr/>
          </p:nvSpPr>
          <p:spPr bwMode="auto">
            <a:xfrm>
              <a:off x="693" y="1897"/>
              <a:ext cx="653" cy="32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 2</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42" name="Line 19">
              <a:extLst>
                <a:ext uri="{FF2B5EF4-FFF2-40B4-BE49-F238E27FC236}">
                  <a16:creationId xmlns:a16="http://schemas.microsoft.com/office/drawing/2014/main" id="{2F45B0FB-96C1-4798-96A0-61A36A77D9B1}"/>
                </a:ext>
              </a:extLst>
            </p:cNvPr>
            <p:cNvSpPr>
              <a:spLocks noChangeShapeType="1"/>
            </p:cNvSpPr>
            <p:nvPr/>
          </p:nvSpPr>
          <p:spPr bwMode="auto">
            <a:xfrm>
              <a:off x="1664" y="1200"/>
              <a:ext cx="0" cy="73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373780" name="Object 20">
            <a:extLst>
              <a:ext uri="{FF2B5EF4-FFF2-40B4-BE49-F238E27FC236}">
                <a16:creationId xmlns:a16="http://schemas.microsoft.com/office/drawing/2014/main" id="{5B37F97F-7846-4153-85A8-5CAE20A450F0}"/>
              </a:ext>
            </a:extLst>
          </p:cNvPr>
          <p:cNvGraphicFramePr>
            <a:graphicFrameLocks noChangeAspect="1"/>
          </p:cNvGraphicFramePr>
          <p:nvPr>
            <p:extLst>
              <p:ext uri="{D42A27DB-BD31-4B8C-83A1-F6EECF244321}">
                <p14:modId xmlns:p14="http://schemas.microsoft.com/office/powerpoint/2010/main" val="876896839"/>
              </p:ext>
            </p:extLst>
          </p:nvPr>
        </p:nvGraphicFramePr>
        <p:xfrm>
          <a:off x="6079733" y="3974410"/>
          <a:ext cx="2146300" cy="546100"/>
        </p:xfrm>
        <a:graphic>
          <a:graphicData uri="http://schemas.openxmlformats.org/presentationml/2006/ole">
            <mc:AlternateContent xmlns:mc="http://schemas.openxmlformats.org/markup-compatibility/2006">
              <mc:Choice xmlns:v="urn:schemas-microsoft-com:vml" Requires="v">
                <p:oleObj spid="_x0000_s171484" name="Equation" r:id="rId7" imgW="2145369" imgH="545863" progId="Equation.DSMT4">
                  <p:embed/>
                </p:oleObj>
              </mc:Choice>
              <mc:Fallback>
                <p:oleObj name="Equation" r:id="rId7" imgW="2145369" imgH="545863" progId="Equation.DSMT4">
                  <p:embed/>
                  <p:pic>
                    <p:nvPicPr>
                      <p:cNvPr id="373780" name="Object 20">
                        <a:extLst>
                          <a:ext uri="{FF2B5EF4-FFF2-40B4-BE49-F238E27FC236}">
                            <a16:creationId xmlns:a16="http://schemas.microsoft.com/office/drawing/2014/main" id="{5B37F97F-7846-4153-85A8-5CAE20A450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79733" y="3974410"/>
                        <a:ext cx="21463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3781" name="Object 21">
            <a:extLst>
              <a:ext uri="{FF2B5EF4-FFF2-40B4-BE49-F238E27FC236}">
                <a16:creationId xmlns:a16="http://schemas.microsoft.com/office/drawing/2014/main" id="{75BBE213-C02A-4ACF-B845-7257B4752FE3}"/>
              </a:ext>
            </a:extLst>
          </p:cNvPr>
          <p:cNvGraphicFramePr>
            <a:graphicFrameLocks noChangeAspect="1"/>
          </p:cNvGraphicFramePr>
          <p:nvPr>
            <p:extLst>
              <p:ext uri="{D42A27DB-BD31-4B8C-83A1-F6EECF244321}">
                <p14:modId xmlns:p14="http://schemas.microsoft.com/office/powerpoint/2010/main" val="1420193458"/>
              </p:ext>
            </p:extLst>
          </p:nvPr>
        </p:nvGraphicFramePr>
        <p:xfrm>
          <a:off x="2764783" y="3921737"/>
          <a:ext cx="2603500" cy="749300"/>
        </p:xfrm>
        <a:graphic>
          <a:graphicData uri="http://schemas.openxmlformats.org/presentationml/2006/ole">
            <mc:AlternateContent xmlns:mc="http://schemas.openxmlformats.org/markup-compatibility/2006">
              <mc:Choice xmlns:v="urn:schemas-microsoft-com:vml" Requires="v">
                <p:oleObj spid="_x0000_s171485" name="Equation" r:id="rId9" imgW="2603500" imgH="749300" progId="Equation.DSMT4">
                  <p:embed/>
                </p:oleObj>
              </mc:Choice>
              <mc:Fallback>
                <p:oleObj name="Equation" r:id="rId9" imgW="2603500" imgH="749300" progId="Equation.DSMT4">
                  <p:embed/>
                  <p:pic>
                    <p:nvPicPr>
                      <p:cNvPr id="373781" name="Object 21">
                        <a:extLst>
                          <a:ext uri="{FF2B5EF4-FFF2-40B4-BE49-F238E27FC236}">
                            <a16:creationId xmlns:a16="http://schemas.microsoft.com/office/drawing/2014/main" id="{75BBE213-C02A-4ACF-B845-7257B4752F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64783" y="3921737"/>
                        <a:ext cx="26035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3782" name="Object 22">
            <a:extLst>
              <a:ext uri="{FF2B5EF4-FFF2-40B4-BE49-F238E27FC236}">
                <a16:creationId xmlns:a16="http://schemas.microsoft.com/office/drawing/2014/main" id="{C4E74496-403E-4DD8-9E29-7D8B7B828416}"/>
              </a:ext>
            </a:extLst>
          </p:cNvPr>
          <p:cNvGraphicFramePr>
            <a:graphicFrameLocks noChangeAspect="1"/>
          </p:cNvGraphicFramePr>
          <p:nvPr>
            <p:extLst>
              <p:ext uri="{D42A27DB-BD31-4B8C-83A1-F6EECF244321}">
                <p14:modId xmlns:p14="http://schemas.microsoft.com/office/powerpoint/2010/main" val="4119466562"/>
              </p:ext>
            </p:extLst>
          </p:nvPr>
        </p:nvGraphicFramePr>
        <p:xfrm>
          <a:off x="2471127" y="3241998"/>
          <a:ext cx="3608606" cy="643226"/>
        </p:xfrm>
        <a:graphic>
          <a:graphicData uri="http://schemas.openxmlformats.org/presentationml/2006/ole">
            <mc:AlternateContent xmlns:mc="http://schemas.openxmlformats.org/markup-compatibility/2006">
              <mc:Choice xmlns:v="urn:schemas-microsoft-com:vml" Requires="v">
                <p:oleObj spid="_x0000_s171486" name="Equation" r:id="rId11" imgW="4203700" imgH="749300" progId="Equation.DSMT4">
                  <p:embed/>
                </p:oleObj>
              </mc:Choice>
              <mc:Fallback>
                <p:oleObj name="Equation" r:id="rId11" imgW="4203700" imgH="749300" progId="Equation.DSMT4">
                  <p:embed/>
                  <p:pic>
                    <p:nvPicPr>
                      <p:cNvPr id="373782" name="Object 22">
                        <a:extLst>
                          <a:ext uri="{FF2B5EF4-FFF2-40B4-BE49-F238E27FC236}">
                            <a16:creationId xmlns:a16="http://schemas.microsoft.com/office/drawing/2014/main" id="{C4E74496-403E-4DD8-9E29-7D8B7B82841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71127" y="3241998"/>
                        <a:ext cx="3608606" cy="643226"/>
                      </a:xfrm>
                      <a:prstGeom prst="rect">
                        <a:avLst/>
                      </a:prstGeom>
                      <a:noFill/>
                      <a:ln>
                        <a:noFill/>
                      </a:ln>
                      <a:effectLst/>
                      <a:extLst/>
                    </p:spPr>
                  </p:pic>
                </p:oleObj>
              </mc:Fallback>
            </mc:AlternateContent>
          </a:graphicData>
        </a:graphic>
      </p:graphicFrame>
      <p:grpSp>
        <p:nvGrpSpPr>
          <p:cNvPr id="373783" name="Group 23">
            <a:extLst>
              <a:ext uri="{FF2B5EF4-FFF2-40B4-BE49-F238E27FC236}">
                <a16:creationId xmlns:a16="http://schemas.microsoft.com/office/drawing/2014/main" id="{3D1755EC-1BD4-42F4-8306-4E683C068B01}"/>
              </a:ext>
            </a:extLst>
          </p:cNvPr>
          <p:cNvGrpSpPr>
            <a:grpSpLocks/>
          </p:cNvGrpSpPr>
          <p:nvPr/>
        </p:nvGrpSpPr>
        <p:grpSpPr bwMode="auto">
          <a:xfrm>
            <a:off x="5100054" y="854202"/>
            <a:ext cx="2382837" cy="2089150"/>
            <a:chOff x="3922" y="1071"/>
            <a:chExt cx="1501" cy="1316"/>
          </a:xfrm>
        </p:grpSpPr>
        <p:sp>
          <p:nvSpPr>
            <p:cNvPr id="64526" name="Line 24">
              <a:extLst>
                <a:ext uri="{FF2B5EF4-FFF2-40B4-BE49-F238E27FC236}">
                  <a16:creationId xmlns:a16="http://schemas.microsoft.com/office/drawing/2014/main" id="{76D34E7D-1843-454A-A3A6-FC6660CFC1A5}"/>
                </a:ext>
              </a:extLst>
            </p:cNvPr>
            <p:cNvSpPr>
              <a:spLocks noChangeShapeType="1"/>
            </p:cNvSpPr>
            <p:nvPr/>
          </p:nvSpPr>
          <p:spPr bwMode="auto">
            <a:xfrm>
              <a:off x="4164" y="2077"/>
              <a:ext cx="1211" cy="2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27" name="Line 25">
              <a:extLst>
                <a:ext uri="{FF2B5EF4-FFF2-40B4-BE49-F238E27FC236}">
                  <a16:creationId xmlns:a16="http://schemas.microsoft.com/office/drawing/2014/main" id="{0E7E61D2-D002-4A83-A8E8-CF71EEB0B093}"/>
                </a:ext>
              </a:extLst>
            </p:cNvPr>
            <p:cNvSpPr>
              <a:spLocks noChangeShapeType="1"/>
            </p:cNvSpPr>
            <p:nvPr/>
          </p:nvSpPr>
          <p:spPr bwMode="auto">
            <a:xfrm flipV="1">
              <a:off x="4356" y="1238"/>
              <a:ext cx="21" cy="1067"/>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28" name="Text Box 26">
              <a:extLst>
                <a:ext uri="{FF2B5EF4-FFF2-40B4-BE49-F238E27FC236}">
                  <a16:creationId xmlns:a16="http://schemas.microsoft.com/office/drawing/2014/main" id="{924D774F-79AC-4AE1-BA61-23EC080DF298}"/>
                </a:ext>
              </a:extLst>
            </p:cNvPr>
            <p:cNvSpPr txBox="1">
              <a:spLocks noChangeArrowheads="1"/>
            </p:cNvSpPr>
            <p:nvPr/>
          </p:nvSpPr>
          <p:spPr bwMode="auto">
            <a:xfrm>
              <a:off x="5240" y="2047"/>
              <a:ext cx="183"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endPar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29" name="Line 27">
              <a:extLst>
                <a:ext uri="{FF2B5EF4-FFF2-40B4-BE49-F238E27FC236}">
                  <a16:creationId xmlns:a16="http://schemas.microsoft.com/office/drawing/2014/main" id="{7A2F88D5-E4B7-4343-9A18-C5FF7F00D94E}"/>
                </a:ext>
              </a:extLst>
            </p:cNvPr>
            <p:cNvSpPr>
              <a:spLocks noChangeShapeType="1"/>
            </p:cNvSpPr>
            <p:nvPr/>
          </p:nvSpPr>
          <p:spPr bwMode="auto">
            <a:xfrm flipV="1">
              <a:off x="4377" y="1681"/>
              <a:ext cx="0" cy="396"/>
            </a:xfrm>
            <a:prstGeom prst="line">
              <a:avLst/>
            </a:prstGeom>
            <a:noFill/>
            <a:ln w="571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4530" name="Text Box 28">
              <a:extLst>
                <a:ext uri="{FF2B5EF4-FFF2-40B4-BE49-F238E27FC236}">
                  <a16:creationId xmlns:a16="http://schemas.microsoft.com/office/drawing/2014/main" id="{E92246C3-0F30-49DB-9946-9D2F4DBDC95F}"/>
                </a:ext>
              </a:extLst>
            </p:cNvPr>
            <p:cNvSpPr txBox="1">
              <a:spLocks noChangeArrowheads="1"/>
            </p:cNvSpPr>
            <p:nvPr/>
          </p:nvSpPr>
          <p:spPr bwMode="auto">
            <a:xfrm>
              <a:off x="3922" y="1541"/>
              <a:ext cx="381" cy="33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p>
          </p:txBody>
        </p:sp>
        <p:sp>
          <p:nvSpPr>
            <p:cNvPr id="64531" name="Text Box 29">
              <a:extLst>
                <a:ext uri="{FF2B5EF4-FFF2-40B4-BE49-F238E27FC236}">
                  <a16:creationId xmlns:a16="http://schemas.microsoft.com/office/drawing/2014/main" id="{EEAD897B-A80A-493B-96A2-B42DE26DD885}"/>
                </a:ext>
              </a:extLst>
            </p:cNvPr>
            <p:cNvSpPr txBox="1">
              <a:spLocks noChangeArrowheads="1"/>
            </p:cNvSpPr>
            <p:nvPr/>
          </p:nvSpPr>
          <p:spPr bwMode="auto">
            <a:xfrm>
              <a:off x="4128" y="2060"/>
              <a:ext cx="228" cy="32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p>
          </p:txBody>
        </p:sp>
        <p:graphicFrame>
          <p:nvGraphicFramePr>
            <p:cNvPr id="64532" name="Object 30">
              <a:extLst>
                <a:ext uri="{FF2B5EF4-FFF2-40B4-BE49-F238E27FC236}">
                  <a16:creationId xmlns:a16="http://schemas.microsoft.com/office/drawing/2014/main" id="{02383490-EAA2-4D4F-835E-019E0D12A207}"/>
                </a:ext>
              </a:extLst>
            </p:cNvPr>
            <p:cNvGraphicFramePr>
              <a:graphicFrameLocks noChangeAspect="1"/>
            </p:cNvGraphicFramePr>
            <p:nvPr/>
          </p:nvGraphicFramePr>
          <p:xfrm>
            <a:off x="4422" y="1071"/>
            <a:ext cx="400" cy="248"/>
          </p:xfrm>
          <a:graphic>
            <a:graphicData uri="http://schemas.openxmlformats.org/presentationml/2006/ole">
              <mc:AlternateContent xmlns:mc="http://schemas.openxmlformats.org/markup-compatibility/2006">
                <mc:Choice xmlns:v="urn:schemas-microsoft-com:vml" Requires="v">
                  <p:oleObj spid="_x0000_s171487" name="Equation" r:id="rId13" imgW="634725" imgH="393529" progId="Equation.DSMT4">
                    <p:embed/>
                  </p:oleObj>
                </mc:Choice>
                <mc:Fallback>
                  <p:oleObj name="Equation" r:id="rId13" imgW="634725" imgH="393529" progId="Equation.DSMT4">
                    <p:embed/>
                    <p:pic>
                      <p:nvPicPr>
                        <p:cNvPr id="64532" name="Object 30">
                          <a:extLst>
                            <a:ext uri="{FF2B5EF4-FFF2-40B4-BE49-F238E27FC236}">
                              <a16:creationId xmlns:a16="http://schemas.microsoft.com/office/drawing/2014/main" id="{02383490-EAA2-4D4F-835E-019E0D12A2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 y="1071"/>
                          <a:ext cx="40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4525" name="Rectangle 31">
            <a:extLst>
              <a:ext uri="{FF2B5EF4-FFF2-40B4-BE49-F238E27FC236}">
                <a16:creationId xmlns:a16="http://schemas.microsoft.com/office/drawing/2014/main" id="{B96CD76C-46F1-4CE2-B770-BEE3B54BDAF1}"/>
              </a:ext>
            </a:extLst>
          </p:cNvPr>
          <p:cNvSpPr>
            <a:spLocks noChangeArrowheads="1"/>
          </p:cNvSpPr>
          <p:nvPr/>
        </p:nvSpPr>
        <p:spPr bwMode="auto">
          <a:xfrm>
            <a:off x="1399173" y="-3105"/>
            <a:ext cx="6083718"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000" b="0"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§7-8</a:t>
            </a:r>
            <a:r>
              <a:rPr kumimoji="1" lang="en-US" altLang="zh-CN" sz="40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4000" b="1" i="0" u="none" strike="noStrike" kern="1200" cap="none" spc="0" normalizeH="0" baseline="0" noProof="0" dirty="0">
                <a:ln>
                  <a:noFill/>
                </a:ln>
                <a:solidFill>
                  <a:srgbClr val="0000CC"/>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一阶电路的冲激响应</a:t>
            </a:r>
          </a:p>
        </p:txBody>
      </p:sp>
      <p:graphicFrame>
        <p:nvGraphicFramePr>
          <p:cNvPr id="31" name="Object 3">
            <a:extLst>
              <a:ext uri="{FF2B5EF4-FFF2-40B4-BE49-F238E27FC236}">
                <a16:creationId xmlns:a16="http://schemas.microsoft.com/office/drawing/2014/main" id="{A653395F-917E-4DA0-8321-9DE96CB5964C}"/>
              </a:ext>
            </a:extLst>
          </p:cNvPr>
          <p:cNvGraphicFramePr>
            <a:graphicFrameLocks noChangeAspect="1"/>
          </p:cNvGraphicFramePr>
          <p:nvPr>
            <p:extLst>
              <p:ext uri="{D42A27DB-BD31-4B8C-83A1-F6EECF244321}">
                <p14:modId xmlns:p14="http://schemas.microsoft.com/office/powerpoint/2010/main" val="864237176"/>
              </p:ext>
            </p:extLst>
          </p:nvPr>
        </p:nvGraphicFramePr>
        <p:xfrm>
          <a:off x="5443421" y="4885377"/>
          <a:ext cx="2959100" cy="393700"/>
        </p:xfrm>
        <a:graphic>
          <a:graphicData uri="http://schemas.openxmlformats.org/presentationml/2006/ole">
            <mc:AlternateContent xmlns:mc="http://schemas.openxmlformats.org/markup-compatibility/2006">
              <mc:Choice xmlns:v="urn:schemas-microsoft-com:vml" Requires="v">
                <p:oleObj spid="_x0000_s171488" name="Equation" r:id="rId14" imgW="2959100" imgH="393700" progId="Equation.DSMT4">
                  <p:embed/>
                </p:oleObj>
              </mc:Choice>
              <mc:Fallback>
                <p:oleObj name="Equation" r:id="rId14" imgW="2959100" imgH="393700" progId="Equation.DSMT4">
                  <p:embed/>
                  <p:pic>
                    <p:nvPicPr>
                      <p:cNvPr id="375811" name="Object 3">
                        <a:extLst>
                          <a:ext uri="{FF2B5EF4-FFF2-40B4-BE49-F238E27FC236}">
                            <a16:creationId xmlns:a16="http://schemas.microsoft.com/office/drawing/2014/main" id="{94A97507-14BB-45A3-8BF5-FD25C06CDCD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43421" y="4885377"/>
                        <a:ext cx="29591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Text Box 5">
            <a:extLst>
              <a:ext uri="{FF2B5EF4-FFF2-40B4-BE49-F238E27FC236}">
                <a16:creationId xmlns:a16="http://schemas.microsoft.com/office/drawing/2014/main" id="{E643A2D4-1E45-4C8B-81B0-4C002F10086B}"/>
              </a:ext>
            </a:extLst>
          </p:cNvPr>
          <p:cNvSpPr txBox="1">
            <a:spLocks noChangeArrowheads="1"/>
          </p:cNvSpPr>
          <p:nvPr/>
        </p:nvSpPr>
        <p:spPr bwMode="auto">
          <a:xfrm>
            <a:off x="373018" y="4845530"/>
            <a:ext cx="583247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若 </a:t>
            </a: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f</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是在</a:t>
            </a: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时刻的连续函数，则</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3" name="Object 6">
            <a:extLst>
              <a:ext uri="{FF2B5EF4-FFF2-40B4-BE49-F238E27FC236}">
                <a16:creationId xmlns:a16="http://schemas.microsoft.com/office/drawing/2014/main" id="{67707D36-71C3-4A89-A525-086019BA334D}"/>
              </a:ext>
            </a:extLst>
          </p:cNvPr>
          <p:cNvGraphicFramePr>
            <a:graphicFrameLocks noChangeAspect="1"/>
          </p:cNvGraphicFramePr>
          <p:nvPr>
            <p:extLst>
              <p:ext uri="{D42A27DB-BD31-4B8C-83A1-F6EECF244321}">
                <p14:modId xmlns:p14="http://schemas.microsoft.com/office/powerpoint/2010/main" val="1838412999"/>
              </p:ext>
            </p:extLst>
          </p:nvPr>
        </p:nvGraphicFramePr>
        <p:xfrm>
          <a:off x="321139" y="5315590"/>
          <a:ext cx="7563230" cy="655083"/>
        </p:xfrm>
        <a:graphic>
          <a:graphicData uri="http://schemas.openxmlformats.org/presentationml/2006/ole">
            <mc:AlternateContent xmlns:mc="http://schemas.openxmlformats.org/markup-compatibility/2006">
              <mc:Choice xmlns:v="urn:schemas-microsoft-com:vml" Requires="v">
                <p:oleObj spid="_x0000_s171489" name="Equation" r:id="rId16" imgW="8064360" imgH="698400" progId="Equation.DSMT4">
                  <p:embed/>
                </p:oleObj>
              </mc:Choice>
              <mc:Fallback>
                <p:oleObj name="Equation" r:id="rId16" imgW="8064360" imgH="698400" progId="Equation.DSMT4">
                  <p:embed/>
                  <p:pic>
                    <p:nvPicPr>
                      <p:cNvPr id="375814" name="Object 6">
                        <a:extLst>
                          <a:ext uri="{FF2B5EF4-FFF2-40B4-BE49-F238E27FC236}">
                            <a16:creationId xmlns:a16="http://schemas.microsoft.com/office/drawing/2014/main" id="{BF92443C-45EE-49BB-B42B-D40BBF8EF264}"/>
                          </a:ext>
                        </a:extLst>
                      </p:cNvPr>
                      <p:cNvPicPr>
                        <a:picLocks noChangeAspect="1" noChangeArrowheads="1"/>
                      </p:cNvPicPr>
                      <p:nvPr/>
                    </p:nvPicPr>
                    <p:blipFill>
                      <a:blip r:embed="rId17"/>
                      <a:srcRect/>
                      <a:stretch>
                        <a:fillRect/>
                      </a:stretch>
                    </p:blipFill>
                    <p:spPr bwMode="auto">
                      <a:xfrm>
                        <a:off x="321139" y="5315590"/>
                        <a:ext cx="7563230" cy="655083"/>
                      </a:xfrm>
                      <a:prstGeom prst="rect">
                        <a:avLst/>
                      </a:prstGeom>
                      <a:noFill/>
                      <a:ln>
                        <a:noFill/>
                      </a:ln>
                      <a:effectLst/>
                      <a:extLst/>
                    </p:spPr>
                  </p:pic>
                </p:oleObj>
              </mc:Fallback>
            </mc:AlternateContent>
          </a:graphicData>
        </a:graphic>
      </p:graphicFrame>
      <p:sp>
        <p:nvSpPr>
          <p:cNvPr id="34" name="AutoShape 8">
            <a:extLst>
              <a:ext uri="{FF2B5EF4-FFF2-40B4-BE49-F238E27FC236}">
                <a16:creationId xmlns:a16="http://schemas.microsoft.com/office/drawing/2014/main" id="{F6F1561B-C145-4005-B5B0-B39D389CE907}"/>
              </a:ext>
            </a:extLst>
          </p:cNvPr>
          <p:cNvSpPr>
            <a:spLocks noChangeArrowheads="1"/>
          </p:cNvSpPr>
          <p:nvPr/>
        </p:nvSpPr>
        <p:spPr bwMode="auto">
          <a:xfrm>
            <a:off x="6228782" y="5992068"/>
            <a:ext cx="2879722" cy="749300"/>
          </a:xfrm>
          <a:prstGeom prst="wedgeRectCallout">
            <a:avLst>
              <a:gd name="adj1" fmla="val -13219"/>
              <a:gd name="adj2" fmla="val -62387"/>
            </a:avLst>
          </a:prstGeom>
          <a:solidFill>
            <a:srgbClr val="CCFFFF"/>
          </a:solidFill>
          <a:ln>
            <a:solidFill>
              <a:schemeClr val="accent1"/>
            </a:solid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筛出”某一时刻的值，称筛分性质。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3763"/>
                                        </p:tgtEl>
                                        <p:attrNameLst>
                                          <p:attrName>style.visibility</p:attrName>
                                        </p:attrNameLst>
                                      </p:cBhvr>
                                      <p:to>
                                        <p:strVal val="visible"/>
                                      </p:to>
                                    </p:set>
                                    <p:animEffect transition="in" filter="wipe(left)">
                                      <p:cBhvr>
                                        <p:cTn id="7" dur="1000"/>
                                        <p:tgtEl>
                                          <p:spTgt spid="373763"/>
                                        </p:tgtEl>
                                      </p:cBhvr>
                                    </p:animEffect>
                                  </p:childTnLst>
                                </p:cTn>
                              </p:par>
                            </p:childTnLst>
                          </p:cTn>
                        </p:par>
                        <p:par>
                          <p:cTn id="8" fill="hold" nodeType="afterGroup">
                            <p:stCondLst>
                              <p:cond delay="1000"/>
                            </p:stCondLst>
                            <p:childTnLst>
                              <p:par>
                                <p:cTn id="9" presetID="4" presetClass="entr" presetSubtype="16" fill="hold" nodeType="afterEffect">
                                  <p:stCondLst>
                                    <p:cond delay="0"/>
                                  </p:stCondLst>
                                  <p:childTnLst>
                                    <p:set>
                                      <p:cBhvr>
                                        <p:cTn id="10" dur="1" fill="hold">
                                          <p:stCondLst>
                                            <p:cond delay="0"/>
                                          </p:stCondLst>
                                        </p:cTn>
                                        <p:tgtEl>
                                          <p:spTgt spid="373764"/>
                                        </p:tgtEl>
                                        <p:attrNameLst>
                                          <p:attrName>style.visibility</p:attrName>
                                        </p:attrNameLst>
                                      </p:cBhvr>
                                      <p:to>
                                        <p:strVal val="visible"/>
                                      </p:to>
                                    </p:set>
                                    <p:animEffect transition="in" filter="box(in)">
                                      <p:cBhvr>
                                        <p:cTn id="11" dur="500"/>
                                        <p:tgtEl>
                                          <p:spTgt spid="37376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73765"/>
                                        </p:tgtEl>
                                        <p:attrNameLst>
                                          <p:attrName>style.visibility</p:attrName>
                                        </p:attrNameLst>
                                      </p:cBhvr>
                                      <p:to>
                                        <p:strVal val="visible"/>
                                      </p:to>
                                    </p:set>
                                    <p:animEffect transition="in" filter="wipe(left)">
                                      <p:cBhvr>
                                        <p:cTn id="16" dur="1000"/>
                                        <p:tgtEl>
                                          <p:spTgt spid="3737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73766"/>
                                        </p:tgtEl>
                                        <p:attrNameLst>
                                          <p:attrName>style.visibility</p:attrName>
                                        </p:attrNameLst>
                                      </p:cBhvr>
                                      <p:to>
                                        <p:strVal val="visible"/>
                                      </p:to>
                                    </p:set>
                                    <p:animEffect transition="in" filter="wipe(up)">
                                      <p:cBhvr>
                                        <p:cTn id="21" dur="2000"/>
                                        <p:tgtEl>
                                          <p:spTgt spid="373766"/>
                                        </p:tgtEl>
                                      </p:cBhvr>
                                    </p:animEffect>
                                  </p:childTnLst>
                                </p:cTn>
                              </p:par>
                            </p:childTnLst>
                          </p:cTn>
                        </p:par>
                        <p:par>
                          <p:cTn id="22" fill="hold" nodeType="afterGroup">
                            <p:stCondLst>
                              <p:cond delay="2000"/>
                            </p:stCondLst>
                            <p:childTnLst>
                              <p:par>
                                <p:cTn id="23" presetID="4" presetClass="entr" presetSubtype="16" fill="hold" nodeType="afterEffect">
                                  <p:stCondLst>
                                    <p:cond delay="0"/>
                                  </p:stCondLst>
                                  <p:childTnLst>
                                    <p:set>
                                      <p:cBhvr>
                                        <p:cTn id="24" dur="1" fill="hold">
                                          <p:stCondLst>
                                            <p:cond delay="0"/>
                                          </p:stCondLst>
                                        </p:cTn>
                                        <p:tgtEl>
                                          <p:spTgt spid="373767"/>
                                        </p:tgtEl>
                                        <p:attrNameLst>
                                          <p:attrName>style.visibility</p:attrName>
                                        </p:attrNameLst>
                                      </p:cBhvr>
                                      <p:to>
                                        <p:strVal val="visible"/>
                                      </p:to>
                                    </p:set>
                                    <p:animEffect transition="in" filter="box(in)">
                                      <p:cBhvr>
                                        <p:cTn id="25" dur="500"/>
                                        <p:tgtEl>
                                          <p:spTgt spid="37376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73783"/>
                                        </p:tgtEl>
                                        <p:attrNameLst>
                                          <p:attrName>style.visibility</p:attrName>
                                        </p:attrNameLst>
                                      </p:cBhvr>
                                      <p:to>
                                        <p:strVal val="visible"/>
                                      </p:to>
                                    </p:set>
                                    <p:animEffect transition="in" filter="box(in)">
                                      <p:cBhvr>
                                        <p:cTn id="30" dur="1000"/>
                                        <p:tgtEl>
                                          <p:spTgt spid="37378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373769"/>
                                        </p:tgtEl>
                                        <p:attrNameLst>
                                          <p:attrName>style.visibility</p:attrName>
                                        </p:attrNameLst>
                                      </p:cBhvr>
                                      <p:to>
                                        <p:strVal val="visible"/>
                                      </p:to>
                                    </p:set>
                                    <p:animEffect transition="in" filter="box(in)">
                                      <p:cBhvr>
                                        <p:cTn id="35" dur="1000"/>
                                        <p:tgtEl>
                                          <p:spTgt spid="37376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73782"/>
                                        </p:tgtEl>
                                        <p:attrNameLst>
                                          <p:attrName>style.visibility</p:attrName>
                                        </p:attrNameLst>
                                      </p:cBhvr>
                                      <p:to>
                                        <p:strVal val="visible"/>
                                      </p:to>
                                    </p:set>
                                    <p:animEffect transition="in" filter="wipe(left)">
                                      <p:cBhvr>
                                        <p:cTn id="40" dur="2000"/>
                                        <p:tgtEl>
                                          <p:spTgt spid="3737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73781"/>
                                        </p:tgtEl>
                                        <p:attrNameLst>
                                          <p:attrName>style.visibility</p:attrName>
                                        </p:attrNameLst>
                                      </p:cBhvr>
                                      <p:to>
                                        <p:strVal val="visible"/>
                                      </p:to>
                                    </p:set>
                                    <p:animEffect transition="in" filter="wipe(left)">
                                      <p:cBhvr>
                                        <p:cTn id="45" dur="2000"/>
                                        <p:tgtEl>
                                          <p:spTgt spid="37378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73780"/>
                                        </p:tgtEl>
                                        <p:attrNameLst>
                                          <p:attrName>style.visibility</p:attrName>
                                        </p:attrNameLst>
                                      </p:cBhvr>
                                      <p:to>
                                        <p:strVal val="visible"/>
                                      </p:to>
                                    </p:set>
                                    <p:animEffect transition="in" filter="wipe(left)">
                                      <p:cBhvr>
                                        <p:cTn id="50" dur="1000"/>
                                        <p:tgtEl>
                                          <p:spTgt spid="37378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373768"/>
                                        </p:tgtEl>
                                        <p:attrNameLst>
                                          <p:attrName>style.visibility</p:attrName>
                                        </p:attrNameLst>
                                      </p:cBhvr>
                                      <p:to>
                                        <p:strVal val="visible"/>
                                      </p:to>
                                    </p:set>
                                    <p:animEffect transition="in" filter="box(in)">
                                      <p:cBhvr>
                                        <p:cTn id="55" dur="1000"/>
                                        <p:tgtEl>
                                          <p:spTgt spid="37376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10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box(in)">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wipe(left)">
                                      <p:cBhvr>
                                        <p:cTn id="70" dur="10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box(in)">
                                      <p:cBhvr>
                                        <p:cTn id="75"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p:bldP spid="373765" grpId="0"/>
      <p:bldP spid="373768" grpId="0" animBg="1"/>
      <p:bldP spid="32" grpId="0"/>
      <p:bldP spid="3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9" name="Text Box 3">
            <a:extLst>
              <a:ext uri="{FF2B5EF4-FFF2-40B4-BE49-F238E27FC236}">
                <a16:creationId xmlns:a16="http://schemas.microsoft.com/office/drawing/2014/main" id="{DA4A5ABB-9518-41C0-BDCD-73C4C4FF85A6}"/>
              </a:ext>
            </a:extLst>
          </p:cNvPr>
          <p:cNvSpPr txBox="1">
            <a:spLocks noChangeArrowheads="1"/>
          </p:cNvSpPr>
          <p:nvPr/>
        </p:nvSpPr>
        <p:spPr bwMode="auto">
          <a:xfrm>
            <a:off x="611188" y="1262063"/>
            <a:ext cx="8064500" cy="1997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5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）定义：电路对单位冲激输入的</a:t>
            </a:r>
            <a:r>
              <a:rPr kumimoji="1" lang="zh-CN" altLang="en-US" sz="2800" b="1"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零状态响应</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称为单位冲激响应，并用</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h</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表示。</a:t>
            </a:r>
          </a:p>
          <a:p>
            <a:pPr marL="0" marR="0" lvl="0" indent="0" algn="l" defTabSz="914400" rtl="0" eaLnBrk="1" fontAlgn="base" latinLnBrk="0" hangingPunct="1">
              <a:lnSpc>
                <a:spcPts val="5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）求解方法</a:t>
            </a: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7861" name="Text Box 5">
            <a:extLst>
              <a:ext uri="{FF2B5EF4-FFF2-40B4-BE49-F238E27FC236}">
                <a16:creationId xmlns:a16="http://schemas.microsoft.com/office/drawing/2014/main" id="{61C54A94-8B9B-4F7B-8D6C-4372DF7F08CE}"/>
              </a:ext>
            </a:extLst>
          </p:cNvPr>
          <p:cNvSpPr txBox="1">
            <a:spLocks noChangeArrowheads="1"/>
          </p:cNvSpPr>
          <p:nvPr/>
        </p:nvSpPr>
        <p:spPr bwMode="auto">
          <a:xfrm>
            <a:off x="468313" y="3386138"/>
            <a:ext cx="8459787" cy="2632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5000"/>
              </a:lnSpc>
              <a:spcBef>
                <a:spcPct val="0"/>
              </a:spcBef>
              <a:spcAft>
                <a:spcPct val="0"/>
              </a:spcAft>
              <a:buClrTx/>
              <a:buSzTx/>
              <a:buFont typeface="Wingdings" panose="05000000000000000000" pitchFamily="2" charset="2"/>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①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）瞬间，冲激激励作用下，在零状态电路中建立的初始状态（</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因电容电流和电感电压跃变，不满足换路定则</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0" algn="l" defTabSz="914400" rtl="0" eaLnBrk="1" fontAlgn="base" latinLnBrk="0" hangingPunct="1">
              <a:lnSpc>
                <a:spcPts val="5000"/>
              </a:lnSpc>
              <a:spcBef>
                <a:spcPct val="0"/>
              </a:spcBef>
              <a:spcAft>
                <a:spcPct val="0"/>
              </a:spcAft>
              <a:buClrTx/>
              <a:buSzTx/>
              <a:buFont typeface="Wingdings" panose="05000000000000000000" pitchFamily="2" charset="2"/>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② 求（</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 0</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）时，初始状态作用下的零输入响应。</a:t>
            </a:r>
          </a:p>
        </p:txBody>
      </p:sp>
      <p:sp>
        <p:nvSpPr>
          <p:cNvPr id="68612" name="Text Box 6">
            <a:extLst>
              <a:ext uri="{FF2B5EF4-FFF2-40B4-BE49-F238E27FC236}">
                <a16:creationId xmlns:a16="http://schemas.microsoft.com/office/drawing/2014/main" id="{D766125D-82A8-4245-9DE5-25C9C49A754E}"/>
              </a:ext>
            </a:extLst>
          </p:cNvPr>
          <p:cNvSpPr txBox="1">
            <a:spLocks noChangeArrowheads="1"/>
          </p:cNvSpPr>
          <p:nvPr/>
        </p:nvSpPr>
        <p:spPr bwMode="auto">
          <a:xfrm>
            <a:off x="468313" y="692150"/>
            <a:ext cx="5256212" cy="579438"/>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3200" b="1" i="0" u="none" strike="noStrike" kern="1200" cap="none" spc="0" normalizeH="0" baseline="0" noProof="0">
                <a:ln>
                  <a:noFill/>
                </a:ln>
                <a:solidFill>
                  <a:srgbClr val="000099"/>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一阶电路的冲激响应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77859">
                                            <p:txEl>
                                              <p:pRg st="0" end="0"/>
                                            </p:txEl>
                                          </p:spTgt>
                                        </p:tgtEl>
                                        <p:attrNameLst>
                                          <p:attrName>style.visibility</p:attrName>
                                        </p:attrNameLst>
                                      </p:cBhvr>
                                      <p:to>
                                        <p:strVal val="visible"/>
                                      </p:to>
                                    </p:set>
                                    <p:animEffect transition="in" filter="wipe(up)">
                                      <p:cBhvr>
                                        <p:cTn id="7" dur="2000"/>
                                        <p:tgtEl>
                                          <p:spTgt spid="3778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77859">
                                            <p:txEl>
                                              <p:pRg st="1" end="1"/>
                                            </p:txEl>
                                          </p:spTgt>
                                        </p:tgtEl>
                                        <p:attrNameLst>
                                          <p:attrName>style.visibility</p:attrName>
                                        </p:attrNameLst>
                                      </p:cBhvr>
                                      <p:to>
                                        <p:strVal val="visible"/>
                                      </p:to>
                                    </p:set>
                                    <p:animEffect transition="in" filter="wipe(up)">
                                      <p:cBhvr>
                                        <p:cTn id="12" dur="2000"/>
                                        <p:tgtEl>
                                          <p:spTgt spid="3778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77861">
                                            <p:txEl>
                                              <p:pRg st="0" end="0"/>
                                            </p:txEl>
                                          </p:spTgt>
                                        </p:tgtEl>
                                        <p:attrNameLst>
                                          <p:attrName>style.visibility</p:attrName>
                                        </p:attrNameLst>
                                      </p:cBhvr>
                                      <p:to>
                                        <p:strVal val="visible"/>
                                      </p:to>
                                    </p:set>
                                    <p:animEffect transition="in" filter="wipe(up)">
                                      <p:cBhvr>
                                        <p:cTn id="17" dur="2000"/>
                                        <p:tgtEl>
                                          <p:spTgt spid="37786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77861">
                                            <p:txEl>
                                              <p:pRg st="1" end="1"/>
                                            </p:txEl>
                                          </p:spTgt>
                                        </p:tgtEl>
                                        <p:attrNameLst>
                                          <p:attrName>style.visibility</p:attrName>
                                        </p:attrNameLst>
                                      </p:cBhvr>
                                      <p:to>
                                        <p:strVal val="visible"/>
                                      </p:to>
                                    </p:set>
                                    <p:animEffect transition="in" filter="wipe(up)">
                                      <p:cBhvr>
                                        <p:cTn id="22" dur="2000"/>
                                        <p:tgtEl>
                                          <p:spTgt spid="37786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82" name="Object 2">
            <a:extLst>
              <a:ext uri="{FF2B5EF4-FFF2-40B4-BE49-F238E27FC236}">
                <a16:creationId xmlns:a16="http://schemas.microsoft.com/office/drawing/2014/main" id="{D4DAD03C-8987-4221-8DCD-2AC1D08F21D2}"/>
              </a:ext>
            </a:extLst>
          </p:cNvPr>
          <p:cNvGraphicFramePr>
            <a:graphicFrameLocks noChangeAspect="1"/>
          </p:cNvGraphicFramePr>
          <p:nvPr>
            <p:extLst>
              <p:ext uri="{D42A27DB-BD31-4B8C-83A1-F6EECF244321}">
                <p14:modId xmlns:p14="http://schemas.microsoft.com/office/powerpoint/2010/main" val="1357821942"/>
              </p:ext>
            </p:extLst>
          </p:nvPr>
        </p:nvGraphicFramePr>
        <p:xfrm>
          <a:off x="4896370" y="229076"/>
          <a:ext cx="4392613" cy="2462212"/>
        </p:xfrm>
        <a:graphic>
          <a:graphicData uri="http://schemas.openxmlformats.org/presentationml/2006/ole">
            <mc:AlternateContent xmlns:mc="http://schemas.openxmlformats.org/markup-compatibility/2006">
              <mc:Choice xmlns:v="urn:schemas-microsoft-com:vml" Requires="v">
                <p:oleObj spid="_x0000_s209962" name="Visio" r:id="rId3" imgW="1616202" imgH="1005779" progId="Visio.Drawing.11">
                  <p:embed/>
                </p:oleObj>
              </mc:Choice>
              <mc:Fallback>
                <p:oleObj name="Visio" r:id="rId3" imgW="1616202" imgH="1005779" progId="Visio.Drawing.11">
                  <p:embed/>
                  <p:pic>
                    <p:nvPicPr>
                      <p:cNvPr id="378882" name="Object 2">
                        <a:extLst>
                          <a:ext uri="{FF2B5EF4-FFF2-40B4-BE49-F238E27FC236}">
                            <a16:creationId xmlns:a16="http://schemas.microsoft.com/office/drawing/2014/main" id="{D4DAD03C-8987-4221-8DCD-2AC1D08F21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6370" y="229076"/>
                        <a:ext cx="4392613" cy="246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883" name="Text Box 3">
            <a:extLst>
              <a:ext uri="{FF2B5EF4-FFF2-40B4-BE49-F238E27FC236}">
                <a16:creationId xmlns:a16="http://schemas.microsoft.com/office/drawing/2014/main" id="{33064CED-CFB4-4EFB-9A08-0F78196A91E1}"/>
              </a:ext>
            </a:extLst>
          </p:cNvPr>
          <p:cNvSpPr txBox="1">
            <a:spLocks noChangeArrowheads="1"/>
          </p:cNvSpPr>
          <p:nvPr/>
        </p:nvSpPr>
        <p:spPr bwMode="auto">
          <a:xfrm>
            <a:off x="179512" y="20074"/>
            <a:ext cx="7632700" cy="600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例</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8-1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求冲激响应</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和</a:t>
            </a:r>
            <a:r>
              <a:rPr kumimoji="1" lang="en-US" altLang="zh-CN" sz="2800" b="1"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800" b="1" i="0"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8884" name="Text Box 4">
            <a:extLst>
              <a:ext uri="{FF2B5EF4-FFF2-40B4-BE49-F238E27FC236}">
                <a16:creationId xmlns:a16="http://schemas.microsoft.com/office/drawing/2014/main" id="{2DD32B74-1293-41DF-AE37-89DB78BA93F8}"/>
              </a:ext>
            </a:extLst>
          </p:cNvPr>
          <p:cNvSpPr txBox="1">
            <a:spLocks noChangeArrowheads="1"/>
          </p:cNvSpPr>
          <p:nvPr/>
        </p:nvSpPr>
        <p:spPr bwMode="auto">
          <a:xfrm>
            <a:off x="0" y="713327"/>
            <a:ext cx="5436096" cy="5597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解</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分两个时间段分析求冲激响应。</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8885" name="Text Box 5">
            <a:extLst>
              <a:ext uri="{FF2B5EF4-FFF2-40B4-BE49-F238E27FC236}">
                <a16:creationId xmlns:a16="http://schemas.microsoft.com/office/drawing/2014/main" id="{83BC81EA-3949-4AF7-BB1A-74C7396F3C18}"/>
              </a:ext>
            </a:extLst>
          </p:cNvPr>
          <p:cNvSpPr txBox="1">
            <a:spLocks noChangeArrowheads="1"/>
          </p:cNvSpPr>
          <p:nvPr/>
        </p:nvSpPr>
        <p:spPr bwMode="auto">
          <a:xfrm>
            <a:off x="331261" y="1273096"/>
            <a:ext cx="4176985" cy="10727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）在</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间，电容充电，电路为零状态响应。</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78886" name="Object 6">
            <a:extLst>
              <a:ext uri="{FF2B5EF4-FFF2-40B4-BE49-F238E27FC236}">
                <a16:creationId xmlns:a16="http://schemas.microsoft.com/office/drawing/2014/main" id="{C83BEA9E-F8D1-4541-A943-595D93EA634A}"/>
              </a:ext>
            </a:extLst>
          </p:cNvPr>
          <p:cNvGraphicFramePr>
            <a:graphicFrameLocks noChangeAspect="1"/>
          </p:cNvGraphicFramePr>
          <p:nvPr>
            <p:extLst>
              <p:ext uri="{D42A27DB-BD31-4B8C-83A1-F6EECF244321}">
                <p14:modId xmlns:p14="http://schemas.microsoft.com/office/powerpoint/2010/main" val="1582955238"/>
              </p:ext>
            </p:extLst>
          </p:nvPr>
        </p:nvGraphicFramePr>
        <p:xfrm>
          <a:off x="611560" y="2345826"/>
          <a:ext cx="2376264" cy="713945"/>
        </p:xfrm>
        <a:graphic>
          <a:graphicData uri="http://schemas.openxmlformats.org/presentationml/2006/ole">
            <mc:AlternateContent xmlns:mc="http://schemas.openxmlformats.org/markup-compatibility/2006">
              <mc:Choice xmlns:v="urn:schemas-microsoft-com:vml" Requires="v">
                <p:oleObj spid="_x0000_s209963" name="Equation" r:id="rId5" imgW="2832100" imgH="850900" progId="Equation.DSMT4">
                  <p:embed/>
                </p:oleObj>
              </mc:Choice>
              <mc:Fallback>
                <p:oleObj name="Equation" r:id="rId5" imgW="2832100" imgH="850900" progId="Equation.DSMT4">
                  <p:embed/>
                  <p:pic>
                    <p:nvPicPr>
                      <p:cNvPr id="378886" name="Object 6">
                        <a:extLst>
                          <a:ext uri="{FF2B5EF4-FFF2-40B4-BE49-F238E27FC236}">
                            <a16:creationId xmlns:a16="http://schemas.microsoft.com/office/drawing/2014/main" id="{C83BEA9E-F8D1-4541-A943-595D93EA63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2345826"/>
                        <a:ext cx="2376264" cy="713945"/>
                      </a:xfrm>
                      <a:prstGeom prst="rect">
                        <a:avLst/>
                      </a:prstGeom>
                      <a:noFill/>
                      <a:ln>
                        <a:noFill/>
                      </a:ln>
                      <a:effectLst/>
                      <a:extLst/>
                    </p:spPr>
                  </p:pic>
                </p:oleObj>
              </mc:Fallback>
            </mc:AlternateContent>
          </a:graphicData>
        </a:graphic>
      </p:graphicFrame>
      <p:graphicFrame>
        <p:nvGraphicFramePr>
          <p:cNvPr id="7" name="Object 4">
            <a:extLst>
              <a:ext uri="{FF2B5EF4-FFF2-40B4-BE49-F238E27FC236}">
                <a16:creationId xmlns:a16="http://schemas.microsoft.com/office/drawing/2014/main" id="{61DAF1DA-FFF1-4A76-91A7-FBA3E6363F48}"/>
              </a:ext>
            </a:extLst>
          </p:cNvPr>
          <p:cNvGraphicFramePr>
            <a:graphicFrameLocks noChangeAspect="1"/>
          </p:cNvGraphicFramePr>
          <p:nvPr>
            <p:extLst>
              <p:ext uri="{D42A27DB-BD31-4B8C-83A1-F6EECF244321}">
                <p14:modId xmlns:p14="http://schemas.microsoft.com/office/powerpoint/2010/main" val="4082314091"/>
              </p:ext>
            </p:extLst>
          </p:nvPr>
        </p:nvGraphicFramePr>
        <p:xfrm>
          <a:off x="506138" y="3132381"/>
          <a:ext cx="4709903" cy="713945"/>
        </p:xfrm>
        <a:graphic>
          <a:graphicData uri="http://schemas.openxmlformats.org/presentationml/2006/ole">
            <mc:AlternateContent xmlns:mc="http://schemas.openxmlformats.org/markup-compatibility/2006">
              <mc:Choice xmlns:v="urn:schemas-microsoft-com:vml" Requires="v">
                <p:oleObj spid="_x0000_s209964" name="Equation" r:id="rId7" imgW="5613400" imgH="850900" progId="Equation.DSMT4">
                  <p:embed/>
                </p:oleObj>
              </mc:Choice>
              <mc:Fallback>
                <p:oleObj name="Equation" r:id="rId7" imgW="5613400" imgH="850900" progId="Equation.DSMT4">
                  <p:embed/>
                  <p:pic>
                    <p:nvPicPr>
                      <p:cNvPr id="379908" name="Object 4">
                        <a:extLst>
                          <a:ext uri="{FF2B5EF4-FFF2-40B4-BE49-F238E27FC236}">
                            <a16:creationId xmlns:a16="http://schemas.microsoft.com/office/drawing/2014/main" id="{5622C3D1-83C2-4E16-8E3E-F639FB4C1E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138" y="3132381"/>
                        <a:ext cx="4709903" cy="713945"/>
                      </a:xfrm>
                      <a:prstGeom prst="rect">
                        <a:avLst/>
                      </a:prstGeom>
                      <a:noFill/>
                      <a:ln>
                        <a:noFill/>
                      </a:ln>
                      <a:effectLst/>
                      <a:extLst/>
                    </p:spPr>
                  </p:pic>
                </p:oleObj>
              </mc:Fallback>
            </mc:AlternateContent>
          </a:graphicData>
        </a:graphic>
      </p:graphicFrame>
      <p:sp>
        <p:nvSpPr>
          <p:cNvPr id="8" name="AutoShape 6">
            <a:extLst>
              <a:ext uri="{FF2B5EF4-FFF2-40B4-BE49-F238E27FC236}">
                <a16:creationId xmlns:a16="http://schemas.microsoft.com/office/drawing/2014/main" id="{346E3CA3-0D53-49D2-81B8-BF625B53A0F9}"/>
              </a:ext>
            </a:extLst>
          </p:cNvPr>
          <p:cNvSpPr>
            <a:spLocks noChangeArrowheads="1"/>
          </p:cNvSpPr>
          <p:nvPr/>
        </p:nvSpPr>
        <p:spPr bwMode="auto">
          <a:xfrm rot="5400000">
            <a:off x="2928621" y="3801849"/>
            <a:ext cx="362063" cy="188388"/>
          </a:xfrm>
          <a:prstGeom prst="rightArrow">
            <a:avLst>
              <a:gd name="adj1" fmla="val 50000"/>
              <a:gd name="adj2" fmla="val 70133"/>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9" name="Object 3">
            <a:extLst>
              <a:ext uri="{FF2B5EF4-FFF2-40B4-BE49-F238E27FC236}">
                <a16:creationId xmlns:a16="http://schemas.microsoft.com/office/drawing/2014/main" id="{9FD1E9EC-EC6B-41AF-B845-A340AC2450B6}"/>
              </a:ext>
            </a:extLst>
          </p:cNvPr>
          <p:cNvGraphicFramePr>
            <a:graphicFrameLocks noChangeAspect="1"/>
          </p:cNvGraphicFramePr>
          <p:nvPr>
            <p:extLst>
              <p:ext uri="{D42A27DB-BD31-4B8C-83A1-F6EECF244321}">
                <p14:modId xmlns:p14="http://schemas.microsoft.com/office/powerpoint/2010/main" val="1068367893"/>
              </p:ext>
            </p:extLst>
          </p:nvPr>
        </p:nvGraphicFramePr>
        <p:xfrm>
          <a:off x="375053" y="4112181"/>
          <a:ext cx="3260843" cy="415201"/>
        </p:xfrm>
        <a:graphic>
          <a:graphicData uri="http://schemas.openxmlformats.org/presentationml/2006/ole">
            <mc:AlternateContent xmlns:mc="http://schemas.openxmlformats.org/markup-compatibility/2006">
              <mc:Choice xmlns:v="urn:schemas-microsoft-com:vml" Requires="v">
                <p:oleObj spid="_x0000_s209965" name="Equation" r:id="rId9" imgW="4089400" imgH="520700" progId="Equation.DSMT4">
                  <p:embed/>
                </p:oleObj>
              </mc:Choice>
              <mc:Fallback>
                <p:oleObj name="Equation" r:id="rId9" imgW="4089400" imgH="520700" progId="Equation.DSMT4">
                  <p:embed/>
                  <p:pic>
                    <p:nvPicPr>
                      <p:cNvPr id="379907" name="Object 3">
                        <a:extLst>
                          <a:ext uri="{FF2B5EF4-FFF2-40B4-BE49-F238E27FC236}">
                            <a16:creationId xmlns:a16="http://schemas.microsoft.com/office/drawing/2014/main" id="{F9E624E4-F360-440E-9BF0-FED4E8388B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5053" y="4112181"/>
                        <a:ext cx="3260843" cy="415201"/>
                      </a:xfrm>
                      <a:prstGeom prst="rect">
                        <a:avLst/>
                      </a:prstGeom>
                      <a:noFill/>
                      <a:ln>
                        <a:noFill/>
                      </a:ln>
                      <a:effectLst/>
                      <a:extLst/>
                    </p:spPr>
                  </p:pic>
                </p:oleObj>
              </mc:Fallback>
            </mc:AlternateContent>
          </a:graphicData>
        </a:graphic>
      </p:graphicFrame>
      <p:graphicFrame>
        <p:nvGraphicFramePr>
          <p:cNvPr id="10" name="Object 7">
            <a:extLst>
              <a:ext uri="{FF2B5EF4-FFF2-40B4-BE49-F238E27FC236}">
                <a16:creationId xmlns:a16="http://schemas.microsoft.com/office/drawing/2014/main" id="{1FD33799-CA42-489D-9585-98FD375E5A7B}"/>
              </a:ext>
            </a:extLst>
          </p:cNvPr>
          <p:cNvGraphicFramePr>
            <a:graphicFrameLocks noChangeAspect="1"/>
          </p:cNvGraphicFramePr>
          <p:nvPr>
            <p:extLst>
              <p:ext uri="{D42A27DB-BD31-4B8C-83A1-F6EECF244321}">
                <p14:modId xmlns:p14="http://schemas.microsoft.com/office/powerpoint/2010/main" val="1268251231"/>
              </p:ext>
            </p:extLst>
          </p:nvPr>
        </p:nvGraphicFramePr>
        <p:xfrm>
          <a:off x="803689" y="4705865"/>
          <a:ext cx="1934601" cy="406027"/>
        </p:xfrm>
        <a:graphic>
          <a:graphicData uri="http://schemas.openxmlformats.org/presentationml/2006/ole">
            <mc:AlternateContent xmlns:mc="http://schemas.openxmlformats.org/markup-compatibility/2006">
              <mc:Choice xmlns:v="urn:schemas-microsoft-com:vml" Requires="v">
                <p:oleObj spid="_x0000_s209966" name="Equation" r:id="rId11" imgW="2057400" imgH="431800" progId="Equation.DSMT4">
                  <p:embed/>
                </p:oleObj>
              </mc:Choice>
              <mc:Fallback>
                <p:oleObj name="Equation" r:id="rId11" imgW="2057400" imgH="431800" progId="Equation.DSMT4">
                  <p:embed/>
                  <p:pic>
                    <p:nvPicPr>
                      <p:cNvPr id="379911" name="Object 7">
                        <a:extLst>
                          <a:ext uri="{FF2B5EF4-FFF2-40B4-BE49-F238E27FC236}">
                            <a16:creationId xmlns:a16="http://schemas.microsoft.com/office/drawing/2014/main" id="{AF6114AA-79F4-43F8-9904-EE1F03F6286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3689" y="4705865"/>
                        <a:ext cx="1934601" cy="406027"/>
                      </a:xfrm>
                      <a:prstGeom prst="rect">
                        <a:avLst/>
                      </a:prstGeom>
                      <a:noFill/>
                      <a:ln>
                        <a:noFill/>
                      </a:ln>
                      <a:effectLst/>
                      <a:extLst/>
                    </p:spPr>
                  </p:pic>
                </p:oleObj>
              </mc:Fallback>
            </mc:AlternateContent>
          </a:graphicData>
        </a:graphic>
      </p:graphicFrame>
      <p:graphicFrame>
        <p:nvGraphicFramePr>
          <p:cNvPr id="11" name="Object 8">
            <a:extLst>
              <a:ext uri="{FF2B5EF4-FFF2-40B4-BE49-F238E27FC236}">
                <a16:creationId xmlns:a16="http://schemas.microsoft.com/office/drawing/2014/main" id="{2850CB2D-B516-4140-AC81-4A49EFCF4EC4}"/>
              </a:ext>
            </a:extLst>
          </p:cNvPr>
          <p:cNvGraphicFramePr>
            <a:graphicFrameLocks noChangeAspect="1"/>
          </p:cNvGraphicFramePr>
          <p:nvPr>
            <p:extLst>
              <p:ext uri="{D42A27DB-BD31-4B8C-83A1-F6EECF244321}">
                <p14:modId xmlns:p14="http://schemas.microsoft.com/office/powerpoint/2010/main" val="2372282235"/>
              </p:ext>
            </p:extLst>
          </p:nvPr>
        </p:nvGraphicFramePr>
        <p:xfrm>
          <a:off x="3203847" y="4519605"/>
          <a:ext cx="2012194" cy="611956"/>
        </p:xfrm>
        <a:graphic>
          <a:graphicData uri="http://schemas.openxmlformats.org/presentationml/2006/ole">
            <mc:AlternateContent xmlns:mc="http://schemas.openxmlformats.org/markup-compatibility/2006">
              <mc:Choice xmlns:v="urn:schemas-microsoft-com:vml" Requires="v">
                <p:oleObj spid="_x0000_s209967" name="Equation" r:id="rId13" imgW="2463480" imgH="749160" progId="Equation.DSMT4">
                  <p:embed/>
                </p:oleObj>
              </mc:Choice>
              <mc:Fallback>
                <p:oleObj name="Equation" r:id="rId13" imgW="2463480" imgH="749160" progId="Equation.DSMT4">
                  <p:embed/>
                  <p:pic>
                    <p:nvPicPr>
                      <p:cNvPr id="379912" name="Object 8">
                        <a:extLst>
                          <a:ext uri="{FF2B5EF4-FFF2-40B4-BE49-F238E27FC236}">
                            <a16:creationId xmlns:a16="http://schemas.microsoft.com/office/drawing/2014/main" id="{04ADEC6B-56BD-436A-A091-38C3476869AF}"/>
                          </a:ext>
                        </a:extLst>
                      </p:cNvPr>
                      <p:cNvPicPr>
                        <a:picLocks noChangeAspect="1" noChangeArrowheads="1"/>
                      </p:cNvPicPr>
                      <p:nvPr/>
                    </p:nvPicPr>
                    <p:blipFill>
                      <a:blip r:embed="rId14"/>
                      <a:srcRect/>
                      <a:stretch>
                        <a:fillRect/>
                      </a:stretch>
                    </p:blipFill>
                    <p:spPr bwMode="auto">
                      <a:xfrm>
                        <a:off x="3203847" y="4519605"/>
                        <a:ext cx="2012194" cy="611956"/>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C23188B0-68EE-4BB8-8BFA-1119BB914D4E}"/>
              </a:ext>
            </a:extLst>
          </p:cNvPr>
          <p:cNvSpPr txBox="1">
            <a:spLocks noChangeArrowheads="1"/>
          </p:cNvSpPr>
          <p:nvPr/>
        </p:nvSpPr>
        <p:spPr bwMode="auto">
          <a:xfrm>
            <a:off x="91519" y="5072304"/>
            <a:ext cx="8964612" cy="5597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）在</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t≥0</a:t>
            </a:r>
            <a:r>
              <a:rPr kumimoji="1"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间，电容对电阻放电，电路为零输入响应。</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3" name="Object 10">
            <a:extLst>
              <a:ext uri="{FF2B5EF4-FFF2-40B4-BE49-F238E27FC236}">
                <a16:creationId xmlns:a16="http://schemas.microsoft.com/office/drawing/2014/main" id="{43B1D724-5AA1-46D1-96EA-D13A20184B63}"/>
              </a:ext>
            </a:extLst>
          </p:cNvPr>
          <p:cNvGraphicFramePr>
            <a:graphicFrameLocks noChangeAspect="1"/>
          </p:cNvGraphicFramePr>
          <p:nvPr>
            <p:extLst>
              <p:ext uri="{D42A27DB-BD31-4B8C-83A1-F6EECF244321}">
                <p14:modId xmlns:p14="http://schemas.microsoft.com/office/powerpoint/2010/main" val="3106122305"/>
              </p:ext>
            </p:extLst>
          </p:nvPr>
        </p:nvGraphicFramePr>
        <p:xfrm>
          <a:off x="1115616" y="5545761"/>
          <a:ext cx="5496503" cy="712313"/>
        </p:xfrm>
        <a:graphic>
          <a:graphicData uri="http://schemas.openxmlformats.org/presentationml/2006/ole">
            <mc:AlternateContent xmlns:mc="http://schemas.openxmlformats.org/markup-compatibility/2006">
              <mc:Choice xmlns:v="urn:schemas-microsoft-com:vml" Requires="v">
                <p:oleObj spid="_x0000_s209968" name="Equation" r:id="rId15" imgW="6565900" imgH="850900" progId="Equation.DSMT4">
                  <p:embed/>
                </p:oleObj>
              </mc:Choice>
              <mc:Fallback>
                <p:oleObj name="Equation" r:id="rId15" imgW="6565900" imgH="850900" progId="Equation.DSMT4">
                  <p:embed/>
                  <p:pic>
                    <p:nvPicPr>
                      <p:cNvPr id="379914" name="Object 10">
                        <a:extLst>
                          <a:ext uri="{FF2B5EF4-FFF2-40B4-BE49-F238E27FC236}">
                            <a16:creationId xmlns:a16="http://schemas.microsoft.com/office/drawing/2014/main" id="{7A05E55D-A546-4052-9F34-31943D5D7A2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5616" y="5545761"/>
                        <a:ext cx="5496503" cy="712313"/>
                      </a:xfrm>
                      <a:prstGeom prst="rect">
                        <a:avLst/>
                      </a:prstGeom>
                      <a:noFill/>
                      <a:ln>
                        <a:noFill/>
                      </a:ln>
                      <a:effectLst/>
                      <a:extLst/>
                    </p:spPr>
                  </p:pic>
                </p:oleObj>
              </mc:Fallback>
            </mc:AlternateContent>
          </a:graphicData>
        </a:graphic>
      </p:graphicFrame>
      <p:sp>
        <p:nvSpPr>
          <p:cNvPr id="14" name="AutoShape 5">
            <a:extLst>
              <a:ext uri="{FF2B5EF4-FFF2-40B4-BE49-F238E27FC236}">
                <a16:creationId xmlns:a16="http://schemas.microsoft.com/office/drawing/2014/main" id="{E6E91FA7-3F1F-4A1C-977B-541EE18F620C}"/>
              </a:ext>
            </a:extLst>
          </p:cNvPr>
          <p:cNvSpPr>
            <a:spLocks noChangeArrowheads="1"/>
          </p:cNvSpPr>
          <p:nvPr/>
        </p:nvSpPr>
        <p:spPr bwMode="auto">
          <a:xfrm>
            <a:off x="5580112" y="3284913"/>
            <a:ext cx="2736850" cy="792162"/>
          </a:xfrm>
          <a:prstGeom prst="wedgeRectCallout">
            <a:avLst>
              <a:gd name="adj1" fmla="val -123319"/>
              <a:gd name="adj2" fmla="val -125954"/>
            </a:avLst>
          </a:prstGeom>
          <a:noFill/>
          <a:ln>
            <a:no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1" u="none" strike="noStrike" kern="1200" cap="none" spc="0" normalizeH="0" baseline="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u</a:t>
            </a:r>
            <a:r>
              <a:rPr kumimoji="0" lang="en-US" altLang="zh-CN" sz="2400" b="1" i="0" u="none" strike="noStrike" kern="1200" cap="none" spc="0" normalizeH="0" baseline="-25000" noProof="0" dirty="0" err="1">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不是冲激函数，否则</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KVL</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不成立</a:t>
            </a:r>
            <a:endParaRPr kumimoji="0" lang="zh-CN" altLang="en-US" sz="2400" b="1" i="0" u="none" strike="noStrike" kern="1200" cap="none" spc="0" normalizeH="0" baseline="-25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883"/>
                                        </p:tgtEl>
                                        <p:attrNameLst>
                                          <p:attrName>style.visibility</p:attrName>
                                        </p:attrNameLst>
                                      </p:cBhvr>
                                      <p:to>
                                        <p:strVal val="visible"/>
                                      </p:to>
                                    </p:set>
                                    <p:animEffect transition="in" filter="wipe(left)">
                                      <p:cBhvr>
                                        <p:cTn id="7" dur="2000"/>
                                        <p:tgtEl>
                                          <p:spTgt spid="378883"/>
                                        </p:tgtEl>
                                      </p:cBhvr>
                                    </p:animEffect>
                                  </p:childTnLst>
                                </p:cTn>
                              </p:par>
                            </p:childTnLst>
                          </p:cTn>
                        </p:par>
                        <p:par>
                          <p:cTn id="8" fill="hold" nodeType="afterGroup">
                            <p:stCondLst>
                              <p:cond delay="2000"/>
                            </p:stCondLst>
                            <p:childTnLst>
                              <p:par>
                                <p:cTn id="9" presetID="4" presetClass="entr" presetSubtype="16" fill="hold" nodeType="afterEffect">
                                  <p:stCondLst>
                                    <p:cond delay="0"/>
                                  </p:stCondLst>
                                  <p:childTnLst>
                                    <p:set>
                                      <p:cBhvr>
                                        <p:cTn id="10" dur="1" fill="hold">
                                          <p:stCondLst>
                                            <p:cond delay="0"/>
                                          </p:stCondLst>
                                        </p:cTn>
                                        <p:tgtEl>
                                          <p:spTgt spid="378882"/>
                                        </p:tgtEl>
                                        <p:attrNameLst>
                                          <p:attrName>style.visibility</p:attrName>
                                        </p:attrNameLst>
                                      </p:cBhvr>
                                      <p:to>
                                        <p:strVal val="visible"/>
                                      </p:to>
                                    </p:set>
                                    <p:animEffect transition="in" filter="box(in)">
                                      <p:cBhvr>
                                        <p:cTn id="11" dur="1000"/>
                                        <p:tgtEl>
                                          <p:spTgt spid="3788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78884"/>
                                        </p:tgtEl>
                                        <p:attrNameLst>
                                          <p:attrName>style.visibility</p:attrName>
                                        </p:attrNameLst>
                                      </p:cBhvr>
                                      <p:to>
                                        <p:strVal val="visible"/>
                                      </p:to>
                                    </p:set>
                                    <p:animEffect transition="in" filter="wipe(up)">
                                      <p:cBhvr>
                                        <p:cTn id="16" dur="1000"/>
                                        <p:tgtEl>
                                          <p:spTgt spid="3788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78885"/>
                                        </p:tgtEl>
                                        <p:attrNameLst>
                                          <p:attrName>style.visibility</p:attrName>
                                        </p:attrNameLst>
                                      </p:cBhvr>
                                      <p:to>
                                        <p:strVal val="visible"/>
                                      </p:to>
                                    </p:set>
                                    <p:animEffect transition="in" filter="wipe(up)">
                                      <p:cBhvr>
                                        <p:cTn id="21" dur="1000"/>
                                        <p:tgtEl>
                                          <p:spTgt spid="3788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78886"/>
                                        </p:tgtEl>
                                        <p:attrNameLst>
                                          <p:attrName>style.visibility</p:attrName>
                                        </p:attrNameLst>
                                      </p:cBhvr>
                                      <p:to>
                                        <p:strVal val="visible"/>
                                      </p:to>
                                    </p:set>
                                    <p:animEffect transition="in" filter="wipe(left)">
                                      <p:cBhvr>
                                        <p:cTn id="26" dur="1000"/>
                                        <p:tgtEl>
                                          <p:spTgt spid="37888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1000"/>
                                        <p:tgtEl>
                                          <p:spTgt spid="7"/>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10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10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10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20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20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box(in)">
                                      <p:cBhvr>
                                        <p:cTn id="6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p:bldP spid="378884" grpId="0"/>
      <p:bldP spid="378885" grpId="0"/>
      <p:bldP spid="12" grpId="0"/>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0930" name="Object 2">
            <a:extLst>
              <a:ext uri="{FF2B5EF4-FFF2-40B4-BE49-F238E27FC236}">
                <a16:creationId xmlns:a16="http://schemas.microsoft.com/office/drawing/2014/main" id="{775FD040-8C6D-4FEB-9B0A-5F3C6D38376A}"/>
              </a:ext>
            </a:extLst>
          </p:cNvPr>
          <p:cNvGraphicFramePr>
            <a:graphicFrameLocks noChangeAspect="1"/>
          </p:cNvGraphicFramePr>
          <p:nvPr>
            <p:extLst/>
          </p:nvPr>
        </p:nvGraphicFramePr>
        <p:xfrm>
          <a:off x="395536" y="1556792"/>
          <a:ext cx="5672892" cy="3312715"/>
        </p:xfrm>
        <a:graphic>
          <a:graphicData uri="http://schemas.openxmlformats.org/presentationml/2006/ole">
            <mc:AlternateContent xmlns:mc="http://schemas.openxmlformats.org/markup-compatibility/2006">
              <mc:Choice xmlns:v="urn:schemas-microsoft-com:vml" Requires="v">
                <p:oleObj spid="_x0000_s208942" name="Equation" r:id="rId3" imgW="6806880" imgH="3974760" progId="Equation.DSMT4">
                  <p:embed/>
                </p:oleObj>
              </mc:Choice>
              <mc:Fallback>
                <p:oleObj name="Equation" r:id="rId3" imgW="6806880" imgH="3974760" progId="Equation.DSMT4">
                  <p:embed/>
                  <p:pic>
                    <p:nvPicPr>
                      <p:cNvPr id="380930" name="Object 2">
                        <a:extLst>
                          <a:ext uri="{FF2B5EF4-FFF2-40B4-BE49-F238E27FC236}">
                            <a16:creationId xmlns:a16="http://schemas.microsoft.com/office/drawing/2014/main" id="{775FD040-8C6D-4FEB-9B0A-5F3C6D38376A}"/>
                          </a:ext>
                        </a:extLst>
                      </p:cNvPr>
                      <p:cNvPicPr>
                        <a:picLocks noChangeAspect="1" noChangeArrowheads="1"/>
                      </p:cNvPicPr>
                      <p:nvPr/>
                    </p:nvPicPr>
                    <p:blipFill>
                      <a:blip r:embed="rId4"/>
                      <a:srcRect/>
                      <a:stretch>
                        <a:fillRect/>
                      </a:stretch>
                    </p:blipFill>
                    <p:spPr bwMode="auto">
                      <a:xfrm>
                        <a:off x="395536" y="1556792"/>
                        <a:ext cx="5672892" cy="3312715"/>
                      </a:xfrm>
                      <a:prstGeom prst="rect">
                        <a:avLst/>
                      </a:prstGeom>
                      <a:noFill/>
                      <a:ln>
                        <a:noFill/>
                      </a:ln>
                      <a:effectLst/>
                      <a:extLst/>
                    </p:spPr>
                  </p:pic>
                </p:oleObj>
              </mc:Fallback>
            </mc:AlternateContent>
          </a:graphicData>
        </a:graphic>
      </p:graphicFrame>
      <p:graphicFrame>
        <p:nvGraphicFramePr>
          <p:cNvPr id="380931" name="Object 3">
            <a:extLst>
              <a:ext uri="{FF2B5EF4-FFF2-40B4-BE49-F238E27FC236}">
                <a16:creationId xmlns:a16="http://schemas.microsoft.com/office/drawing/2014/main" id="{38254022-DCAA-42C8-8C53-1F3F3FAA7D2C}"/>
              </a:ext>
            </a:extLst>
          </p:cNvPr>
          <p:cNvGraphicFramePr>
            <a:graphicFrameLocks noChangeAspect="1"/>
          </p:cNvGraphicFramePr>
          <p:nvPr>
            <p:extLst/>
          </p:nvPr>
        </p:nvGraphicFramePr>
        <p:xfrm>
          <a:off x="691731" y="710742"/>
          <a:ext cx="5310094" cy="738125"/>
        </p:xfrm>
        <a:graphic>
          <a:graphicData uri="http://schemas.openxmlformats.org/presentationml/2006/ole">
            <mc:AlternateContent xmlns:mc="http://schemas.openxmlformats.org/markup-compatibility/2006">
              <mc:Choice xmlns:v="urn:schemas-microsoft-com:vml" Requires="v">
                <p:oleObj spid="_x0000_s208943" name="Equation" r:id="rId5" imgW="6121080" imgH="850680" progId="Equation.DSMT4">
                  <p:embed/>
                </p:oleObj>
              </mc:Choice>
              <mc:Fallback>
                <p:oleObj name="Equation" r:id="rId5" imgW="6121080" imgH="850680" progId="Equation.DSMT4">
                  <p:embed/>
                  <p:pic>
                    <p:nvPicPr>
                      <p:cNvPr id="380931" name="Object 3">
                        <a:extLst>
                          <a:ext uri="{FF2B5EF4-FFF2-40B4-BE49-F238E27FC236}">
                            <a16:creationId xmlns:a16="http://schemas.microsoft.com/office/drawing/2014/main" id="{38254022-DCAA-42C8-8C53-1F3F3FAA7D2C}"/>
                          </a:ext>
                        </a:extLst>
                      </p:cNvPr>
                      <p:cNvPicPr>
                        <a:picLocks noChangeAspect="1" noChangeArrowheads="1"/>
                      </p:cNvPicPr>
                      <p:nvPr/>
                    </p:nvPicPr>
                    <p:blipFill>
                      <a:blip r:embed="rId6"/>
                      <a:srcRect/>
                      <a:stretch>
                        <a:fillRect/>
                      </a:stretch>
                    </p:blipFill>
                    <p:spPr bwMode="auto">
                      <a:xfrm>
                        <a:off x="691731" y="710742"/>
                        <a:ext cx="5310094" cy="738125"/>
                      </a:xfrm>
                      <a:prstGeom prst="rect">
                        <a:avLst/>
                      </a:prstGeom>
                      <a:noFill/>
                      <a:ln>
                        <a:noFill/>
                      </a:ln>
                      <a:effectLst/>
                      <a:extLst/>
                    </p:spPr>
                  </p:pic>
                </p:oleObj>
              </mc:Fallback>
            </mc:AlternateContent>
          </a:graphicData>
        </a:graphic>
      </p:graphicFrame>
      <p:sp>
        <p:nvSpPr>
          <p:cNvPr id="380932" name="AutoShape 4">
            <a:extLst>
              <a:ext uri="{FF2B5EF4-FFF2-40B4-BE49-F238E27FC236}">
                <a16:creationId xmlns:a16="http://schemas.microsoft.com/office/drawing/2014/main" id="{9EE14EA6-23D5-42F2-81A7-B9B661779471}"/>
              </a:ext>
            </a:extLst>
          </p:cNvPr>
          <p:cNvSpPr>
            <a:spLocks noChangeArrowheads="1"/>
          </p:cNvSpPr>
          <p:nvPr/>
        </p:nvSpPr>
        <p:spPr bwMode="auto">
          <a:xfrm>
            <a:off x="5418272" y="135025"/>
            <a:ext cx="2089150" cy="431800"/>
          </a:xfrm>
          <a:prstGeom prst="wedgeRectCallout">
            <a:avLst>
              <a:gd name="adj1" fmla="val -30350"/>
              <a:gd name="adj2" fmla="val 181442"/>
            </a:avLst>
          </a:prstGeom>
          <a:noFill/>
          <a:ln>
            <a:solidFill>
              <a:schemeClr val="accent1"/>
            </a:solid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作为函数求导</a:t>
            </a:r>
          </a:p>
        </p:txBody>
      </p:sp>
      <p:sp>
        <p:nvSpPr>
          <p:cNvPr id="380937" name="AutoShape 9">
            <a:extLst>
              <a:ext uri="{FF2B5EF4-FFF2-40B4-BE49-F238E27FC236}">
                <a16:creationId xmlns:a16="http://schemas.microsoft.com/office/drawing/2014/main" id="{C52D3EB8-A3D8-4213-90F1-914967E6D011}"/>
              </a:ext>
            </a:extLst>
          </p:cNvPr>
          <p:cNvSpPr>
            <a:spLocks noChangeArrowheads="1"/>
          </p:cNvSpPr>
          <p:nvPr/>
        </p:nvSpPr>
        <p:spPr bwMode="auto">
          <a:xfrm>
            <a:off x="2843808" y="5042253"/>
            <a:ext cx="2428100" cy="817221"/>
          </a:xfrm>
          <a:prstGeom prst="wedgeRectCallout">
            <a:avLst>
              <a:gd name="adj1" fmla="val 1743"/>
              <a:gd name="adj2" fmla="val -91677"/>
            </a:avLst>
          </a:prstGeom>
          <a:noFill/>
          <a:ln>
            <a:solidFill>
              <a:schemeClr val="accent1"/>
            </a:solidFill>
          </a:ln>
          <a:effectLst/>
          <a:extLst/>
        </p:spPr>
        <p:txBody>
          <a:bodyPr lIns="0" tIns="0" rIns="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注意：含有冲激函数的项代入</a:t>
            </a:r>
            <a:r>
              <a:rPr kumimoji="0" lang="en-US" altLang="zh-CN" sz="2000" b="1" i="1"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0" lang="en-US" altLang="zh-CN" sz="20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=0</a:t>
            </a:r>
            <a:r>
              <a:rPr kumimoji="0" lang="zh-CN" altLang="en-US" sz="2000" b="1" i="0" u="none" strike="noStrike" kern="1200" cap="none" spc="0" normalizeH="0" baseline="0" noProof="0" dirty="0">
                <a:ln>
                  <a:noFill/>
                </a:ln>
                <a:solidFill>
                  <a:srgbClr val="FF33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时刻值</a:t>
            </a:r>
          </a:p>
        </p:txBody>
      </p:sp>
      <p:graphicFrame>
        <p:nvGraphicFramePr>
          <p:cNvPr id="6" name="Object 5">
            <a:extLst>
              <a:ext uri="{FF2B5EF4-FFF2-40B4-BE49-F238E27FC236}">
                <a16:creationId xmlns:a16="http://schemas.microsoft.com/office/drawing/2014/main" id="{942BADB7-4263-4692-9185-3719F4C13D86}"/>
              </a:ext>
            </a:extLst>
          </p:cNvPr>
          <p:cNvGraphicFramePr>
            <a:graphicFrameLocks noChangeAspect="1"/>
          </p:cNvGraphicFramePr>
          <p:nvPr>
            <p:extLst>
              <p:ext uri="{D42A27DB-BD31-4B8C-83A1-F6EECF244321}">
                <p14:modId xmlns:p14="http://schemas.microsoft.com/office/powerpoint/2010/main" val="1774399398"/>
              </p:ext>
            </p:extLst>
          </p:nvPr>
        </p:nvGraphicFramePr>
        <p:xfrm>
          <a:off x="6253641" y="954181"/>
          <a:ext cx="2890359" cy="2556197"/>
        </p:xfrm>
        <a:graphic>
          <a:graphicData uri="http://schemas.openxmlformats.org/presentationml/2006/ole">
            <mc:AlternateContent xmlns:mc="http://schemas.openxmlformats.org/markup-compatibility/2006">
              <mc:Choice xmlns:v="urn:schemas-microsoft-com:vml" Requires="v">
                <p:oleObj spid="_x0000_s208944" name="Visio" r:id="rId7" imgW="1607058" imgH="1420651" progId="Visio.Drawing.11">
                  <p:embed/>
                </p:oleObj>
              </mc:Choice>
              <mc:Fallback>
                <p:oleObj name="Visio" r:id="rId7" imgW="1607058" imgH="1420651" progId="Visio.Drawing.11">
                  <p:embed/>
                  <p:pic>
                    <p:nvPicPr>
                      <p:cNvPr id="6" name="Object 5">
                        <a:extLst>
                          <a:ext uri="{FF2B5EF4-FFF2-40B4-BE49-F238E27FC236}">
                            <a16:creationId xmlns:a16="http://schemas.microsoft.com/office/drawing/2014/main" id="{942BADB7-4263-4692-9185-3719F4C13D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3641" y="954181"/>
                        <a:ext cx="2890359" cy="2556197"/>
                      </a:xfrm>
                      <a:prstGeom prst="rect">
                        <a:avLst/>
                      </a:prstGeom>
                      <a:noFill/>
                      <a:ln>
                        <a:noFill/>
                      </a:ln>
                      <a:effectLst/>
                      <a:extLst/>
                    </p:spPr>
                  </p:pic>
                </p:oleObj>
              </mc:Fallback>
            </mc:AlternateContent>
          </a:graphicData>
        </a:graphic>
      </p:graphicFrame>
      <p:graphicFrame>
        <p:nvGraphicFramePr>
          <p:cNvPr id="7" name="Object 6">
            <a:extLst>
              <a:ext uri="{FF2B5EF4-FFF2-40B4-BE49-F238E27FC236}">
                <a16:creationId xmlns:a16="http://schemas.microsoft.com/office/drawing/2014/main" id="{28332BB5-B58D-43C3-A156-886370C3880F}"/>
              </a:ext>
            </a:extLst>
          </p:cNvPr>
          <p:cNvGraphicFramePr>
            <a:graphicFrameLocks noChangeAspect="1"/>
          </p:cNvGraphicFramePr>
          <p:nvPr>
            <p:extLst>
              <p:ext uri="{D42A27DB-BD31-4B8C-83A1-F6EECF244321}">
                <p14:modId xmlns:p14="http://schemas.microsoft.com/office/powerpoint/2010/main" val="335071208"/>
              </p:ext>
            </p:extLst>
          </p:nvPr>
        </p:nvGraphicFramePr>
        <p:xfrm>
          <a:off x="6475621" y="3185561"/>
          <a:ext cx="2600696" cy="2718258"/>
        </p:xfrm>
        <a:graphic>
          <a:graphicData uri="http://schemas.openxmlformats.org/presentationml/2006/ole">
            <mc:AlternateContent xmlns:mc="http://schemas.openxmlformats.org/markup-compatibility/2006">
              <mc:Choice xmlns:v="urn:schemas-microsoft-com:vml" Requires="v">
                <p:oleObj spid="_x0000_s208945" name="Visio" r:id="rId9" imgW="1543050" imgH="1528380" progId="Visio.Drawing.11">
                  <p:embed/>
                </p:oleObj>
              </mc:Choice>
              <mc:Fallback>
                <p:oleObj name="Visio" r:id="rId9" imgW="1543050" imgH="1528380" progId="Visio.Drawing.11">
                  <p:embed/>
                  <p:pic>
                    <p:nvPicPr>
                      <p:cNvPr id="7" name="Object 6">
                        <a:extLst>
                          <a:ext uri="{FF2B5EF4-FFF2-40B4-BE49-F238E27FC236}">
                            <a16:creationId xmlns:a16="http://schemas.microsoft.com/office/drawing/2014/main" id="{28332BB5-B58D-43C3-A156-886370C3880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5621" y="3185561"/>
                        <a:ext cx="2600696" cy="2718258"/>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0931"/>
                                        </p:tgtEl>
                                        <p:attrNameLst>
                                          <p:attrName>style.visibility</p:attrName>
                                        </p:attrNameLst>
                                      </p:cBhvr>
                                      <p:to>
                                        <p:strVal val="visible"/>
                                      </p:to>
                                    </p:set>
                                    <p:animEffect transition="in" filter="wipe(left)">
                                      <p:cBhvr>
                                        <p:cTn id="7" dur="2000"/>
                                        <p:tgtEl>
                                          <p:spTgt spid="380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80932"/>
                                        </p:tgtEl>
                                        <p:attrNameLst>
                                          <p:attrName>style.visibility</p:attrName>
                                        </p:attrNameLst>
                                      </p:cBhvr>
                                      <p:to>
                                        <p:strVal val="visible"/>
                                      </p:to>
                                    </p:set>
                                    <p:animEffect transition="in" filter="box(in)">
                                      <p:cBhvr>
                                        <p:cTn id="12" dur="1000"/>
                                        <p:tgtEl>
                                          <p:spTgt spid="3809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80930"/>
                                        </p:tgtEl>
                                        <p:attrNameLst>
                                          <p:attrName>style.visibility</p:attrName>
                                        </p:attrNameLst>
                                      </p:cBhvr>
                                      <p:to>
                                        <p:strVal val="visible"/>
                                      </p:to>
                                    </p:set>
                                    <p:animEffect transition="in" filter="wipe(up)">
                                      <p:cBhvr>
                                        <p:cTn id="17" dur="1000"/>
                                        <p:tgtEl>
                                          <p:spTgt spid="380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80937"/>
                                        </p:tgtEl>
                                        <p:attrNameLst>
                                          <p:attrName>style.visibility</p:attrName>
                                        </p:attrNameLst>
                                      </p:cBhvr>
                                      <p:to>
                                        <p:strVal val="visible"/>
                                      </p:to>
                                    </p:set>
                                    <p:animEffect transition="in" filter="box(in)">
                                      <p:cBhvr>
                                        <p:cTn id="22" dur="1000"/>
                                        <p:tgtEl>
                                          <p:spTgt spid="3809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10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2" grpId="0" animBg="1"/>
      <p:bldP spid="38093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Setting"/>
  <p:tag name="RAINPROBLEM" val="ProblemSetting"/>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电路理论基础ppt教案模板">
  <a:themeElements>
    <a:clrScheme name="电路理论基础ppt教案模板 15">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008000"/>
      </a:hlink>
      <a:folHlink>
        <a:srgbClr val="008000"/>
      </a:folHlink>
    </a:clrScheme>
    <a:fontScheme name="电路理论基础ppt教案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电路理论基础ppt教案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电路理论基础ppt教案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电路理论基础ppt教案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电路理论基础ppt教案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电路理论基础ppt教案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电路理论基础ppt教案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电路理论基础ppt教案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电路理论基础ppt教案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电路理论基础ppt教案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电路理论基础ppt教案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电路理论基础ppt教案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电路理论基础ppt教案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电路理论基础ppt教案模板 13">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003399"/>
        </a:hlink>
        <a:folHlink>
          <a:srgbClr val="FFFF99"/>
        </a:folHlink>
      </a:clrScheme>
      <a:clrMap bg1="dk2" tx1="lt1" bg2="dk1" tx2="lt2" accent1="accent1" accent2="accent2" accent3="accent3" accent4="accent4" accent5="accent5" accent6="accent6" hlink="hlink" folHlink="folHlink"/>
    </a:extraClrScheme>
    <a:extraClrScheme>
      <a:clrScheme name="电路理论基础ppt教案模板 14">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003399"/>
        </a:hlink>
        <a:folHlink>
          <a:srgbClr val="008000"/>
        </a:folHlink>
      </a:clrScheme>
      <a:clrMap bg1="dk2" tx1="lt1" bg2="dk1" tx2="lt2" accent1="accent1" accent2="accent2" accent3="accent3" accent4="accent4" accent5="accent5" accent6="accent6" hlink="hlink" folHlink="folHlink"/>
    </a:extraClrScheme>
    <a:extraClrScheme>
      <a:clrScheme name="电路理论基础ppt教案模板 15">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008000"/>
        </a:hlink>
        <a:folHlink>
          <a:srgbClr val="0080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电路理论基础ppt教案模板</Template>
  <TotalTime>12016</TotalTime>
  <Words>4125</Words>
  <Application>Microsoft Office PowerPoint</Application>
  <PresentationFormat>全屏显示(4:3)</PresentationFormat>
  <Paragraphs>603</Paragraphs>
  <Slides>50</Slides>
  <Notes>9</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50</vt:i4>
      </vt:variant>
    </vt:vector>
  </HeadingPairs>
  <TitlesOfParts>
    <vt:vector size="71" baseType="lpstr">
      <vt:lpstr>Gungsuh</vt:lpstr>
      <vt:lpstr>Microsoft Yahei</vt:lpstr>
      <vt:lpstr>Monotype Sorts</vt:lpstr>
      <vt:lpstr>等线</vt:lpstr>
      <vt:lpstr>黑体</vt:lpstr>
      <vt:lpstr>华文行楷</vt:lpstr>
      <vt:lpstr>华文楷体</vt:lpstr>
      <vt:lpstr>楷体</vt:lpstr>
      <vt:lpstr>楷体_GB2312</vt:lpstr>
      <vt:lpstr>宋体</vt:lpstr>
      <vt:lpstr>Arial</vt:lpstr>
      <vt:lpstr>Impact</vt:lpstr>
      <vt:lpstr>Symbol</vt:lpstr>
      <vt:lpstr>Times New Roman</vt:lpstr>
      <vt:lpstr>Wingdings</vt:lpstr>
      <vt:lpstr>电路理论基础ppt教案模板</vt:lpstr>
      <vt:lpstr>Equation</vt:lpstr>
      <vt:lpstr>公式</vt:lpstr>
      <vt:lpstr>Visio</vt:lpstr>
      <vt:lpstr>Microsoft Visio 绘图</vt:lpstr>
      <vt:lpstr>MathType 6.0 Equation</vt:lpstr>
      <vt:lpstr>针对哪一类什么样问题？应用什么方法！!!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jxf</cp:lastModifiedBy>
  <cp:revision>999</cp:revision>
  <dcterms:created xsi:type="dcterms:W3CDTF">2002-08-11T02:46:23Z</dcterms:created>
  <dcterms:modified xsi:type="dcterms:W3CDTF">2018-11-01T14:15:18Z</dcterms:modified>
</cp:coreProperties>
</file>