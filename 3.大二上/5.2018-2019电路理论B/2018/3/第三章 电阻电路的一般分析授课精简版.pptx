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660" r:id="rId2"/>
    <p:sldMasterId id="2147483661" r:id="rId3"/>
    <p:sldMasterId id="2147483662" r:id="rId4"/>
    <p:sldMasterId id="2147483663" r:id="rId5"/>
    <p:sldMasterId id="2147483722" r:id="rId6"/>
  </p:sldMasterIdLst>
  <p:notesMasterIdLst>
    <p:notesMasterId r:id="rId58"/>
  </p:notesMasterIdLst>
  <p:sldIdLst>
    <p:sldId id="319" r:id="rId7"/>
    <p:sldId id="394" r:id="rId8"/>
    <p:sldId id="421" r:id="rId9"/>
    <p:sldId id="516" r:id="rId10"/>
    <p:sldId id="517" r:id="rId11"/>
    <p:sldId id="519" r:id="rId12"/>
    <p:sldId id="518" r:id="rId13"/>
    <p:sldId id="440" r:id="rId14"/>
    <p:sldId id="496" r:id="rId15"/>
    <p:sldId id="272" r:id="rId16"/>
    <p:sldId id="480" r:id="rId17"/>
    <p:sldId id="481" r:id="rId18"/>
    <p:sldId id="355" r:id="rId19"/>
    <p:sldId id="445" r:id="rId20"/>
    <p:sldId id="359" r:id="rId21"/>
    <p:sldId id="513" r:id="rId22"/>
    <p:sldId id="447" r:id="rId23"/>
    <p:sldId id="448" r:id="rId24"/>
    <p:sldId id="472" r:id="rId25"/>
    <p:sldId id="473" r:id="rId26"/>
    <p:sldId id="498" r:id="rId27"/>
    <p:sldId id="395" r:id="rId28"/>
    <p:sldId id="451" r:id="rId29"/>
    <p:sldId id="478" r:id="rId30"/>
    <p:sldId id="443" r:id="rId31"/>
    <p:sldId id="515" r:id="rId32"/>
    <p:sldId id="524" r:id="rId33"/>
    <p:sldId id="369" r:id="rId34"/>
    <p:sldId id="520" r:id="rId35"/>
    <p:sldId id="376" r:id="rId36"/>
    <p:sldId id="463" r:id="rId37"/>
    <p:sldId id="487" r:id="rId38"/>
    <p:sldId id="465" r:id="rId39"/>
    <p:sldId id="466" r:id="rId40"/>
    <p:sldId id="470" r:id="rId41"/>
    <p:sldId id="467" r:id="rId42"/>
    <p:sldId id="469" r:id="rId43"/>
    <p:sldId id="503" r:id="rId44"/>
    <p:sldId id="387" r:id="rId45"/>
    <p:sldId id="521" r:id="rId46"/>
    <p:sldId id="433" r:id="rId47"/>
    <p:sldId id="432" r:id="rId48"/>
    <p:sldId id="525" r:id="rId49"/>
    <p:sldId id="522" r:id="rId50"/>
    <p:sldId id="436" r:id="rId51"/>
    <p:sldId id="438" r:id="rId52"/>
    <p:sldId id="504" r:id="rId53"/>
    <p:sldId id="491" r:id="rId54"/>
    <p:sldId id="492" r:id="rId55"/>
    <p:sldId id="493" r:id="rId56"/>
    <p:sldId id="494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FF99"/>
    <a:srgbClr val="FFFFCC"/>
    <a:srgbClr val="00FF99"/>
    <a:srgbClr val="66FF99"/>
    <a:srgbClr val="0000FF"/>
    <a:srgbClr val="FF0000"/>
    <a:srgbClr val="07A90B"/>
    <a:srgbClr val="FF0066"/>
    <a:srgbClr val="943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0" autoAdjust="0"/>
    <p:restoredTop sz="94877" autoAdjust="0"/>
  </p:normalViewPr>
  <p:slideViewPr>
    <p:cSldViewPr>
      <p:cViewPr varScale="1">
        <p:scale>
          <a:sx n="68" d="100"/>
          <a:sy n="68" d="100"/>
        </p:scale>
        <p:origin x="139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e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9.wmf"/><Relationship Id="rId1" Type="http://schemas.openxmlformats.org/officeDocument/2006/relationships/image" Target="../media/image4.emf"/><Relationship Id="rId5" Type="http://schemas.openxmlformats.org/officeDocument/2006/relationships/image" Target="../media/image10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11.wmf"/><Relationship Id="rId1" Type="http://schemas.openxmlformats.org/officeDocument/2006/relationships/image" Target="../media/image4.emf"/><Relationship Id="rId6" Type="http://schemas.openxmlformats.org/officeDocument/2006/relationships/image" Target="../media/image13.wmf"/><Relationship Id="rId5" Type="http://schemas.openxmlformats.org/officeDocument/2006/relationships/image" Target="../media/image6.wmf"/><Relationship Id="rId4" Type="http://schemas.openxmlformats.org/officeDocument/2006/relationships/image" Target="../media/image12.wmf"/><Relationship Id="rId9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8.wmf"/><Relationship Id="rId7" Type="http://schemas.openxmlformats.org/officeDocument/2006/relationships/image" Target="../media/image23.wmf"/><Relationship Id="rId2" Type="http://schemas.openxmlformats.org/officeDocument/2006/relationships/image" Target="../media/image19.wmf"/><Relationship Id="rId1" Type="http://schemas.openxmlformats.org/officeDocument/2006/relationships/image" Target="../media/image18.e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image" Target="../media/image26.emf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e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3.emf"/><Relationship Id="rId5" Type="http://schemas.openxmlformats.org/officeDocument/2006/relationships/image" Target="../media/image42.emf"/><Relationship Id="rId4" Type="http://schemas.openxmlformats.org/officeDocument/2006/relationships/image" Target="../media/image4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e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emf"/><Relationship Id="rId4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emf"/><Relationship Id="rId4" Type="http://schemas.openxmlformats.org/officeDocument/2006/relationships/image" Target="../media/image5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emf"/><Relationship Id="rId1" Type="http://schemas.openxmlformats.org/officeDocument/2006/relationships/image" Target="../media/image56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emf"/><Relationship Id="rId4" Type="http://schemas.openxmlformats.org/officeDocument/2006/relationships/image" Target="../media/image70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image" Target="../media/image72.e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image" Target="../media/image75.emf"/><Relationship Id="rId5" Type="http://schemas.openxmlformats.org/officeDocument/2006/relationships/image" Target="../media/image79.emf"/><Relationship Id="rId4" Type="http://schemas.openxmlformats.org/officeDocument/2006/relationships/image" Target="../media/image78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wmf"/><Relationship Id="rId6" Type="http://schemas.openxmlformats.org/officeDocument/2006/relationships/image" Target="../media/image83.wmf"/><Relationship Id="rId5" Type="http://schemas.openxmlformats.org/officeDocument/2006/relationships/image" Target="../media/image79.emf"/><Relationship Id="rId4" Type="http://schemas.openxmlformats.org/officeDocument/2006/relationships/image" Target="../media/image75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emf"/><Relationship Id="rId1" Type="http://schemas.openxmlformats.org/officeDocument/2006/relationships/image" Target="../media/image84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image" Target="../media/image86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6.emf"/><Relationship Id="rId1" Type="http://schemas.openxmlformats.org/officeDocument/2006/relationships/image" Target="../media/image92.emf"/><Relationship Id="rId4" Type="http://schemas.openxmlformats.org/officeDocument/2006/relationships/image" Target="../media/image79.e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7" Type="http://schemas.openxmlformats.org/officeDocument/2006/relationships/image" Target="../media/image95.wmf"/><Relationship Id="rId2" Type="http://schemas.openxmlformats.org/officeDocument/2006/relationships/image" Target="../media/image76.emf"/><Relationship Id="rId1" Type="http://schemas.openxmlformats.org/officeDocument/2006/relationships/image" Target="../media/image92.e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7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emf"/><Relationship Id="rId2" Type="http://schemas.openxmlformats.org/officeDocument/2006/relationships/image" Target="../media/image98.emf"/><Relationship Id="rId1" Type="http://schemas.openxmlformats.org/officeDocument/2006/relationships/image" Target="../media/image97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image" Target="../media/image10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4.emf"/><Relationship Id="rId1" Type="http://schemas.openxmlformats.org/officeDocument/2006/relationships/image" Target="../media/image10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2" Type="http://schemas.openxmlformats.org/officeDocument/2006/relationships/image" Target="../media/image108.wmf"/><Relationship Id="rId1" Type="http://schemas.openxmlformats.org/officeDocument/2006/relationships/image" Target="../media/image107.emf"/><Relationship Id="rId5" Type="http://schemas.openxmlformats.org/officeDocument/2006/relationships/image" Target="../media/image111.wmf"/><Relationship Id="rId4" Type="http://schemas.openxmlformats.org/officeDocument/2006/relationships/image" Target="../media/image110.e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112.wmf"/><Relationship Id="rId4" Type="http://schemas.openxmlformats.org/officeDocument/2006/relationships/image" Target="../media/image113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wmf"/><Relationship Id="rId1" Type="http://schemas.openxmlformats.org/officeDocument/2006/relationships/image" Target="../media/image114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wmf"/><Relationship Id="rId1" Type="http://schemas.openxmlformats.org/officeDocument/2006/relationships/image" Target="../media/image1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EDA0B56-3335-4179-8E8C-2681F3006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C6AE178-D9F2-4EDC-AC19-15100867A1B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3F7D8459-870D-439C-8ACC-8981C5379EDB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55BAF2B-E3EC-4330-B208-D84FF92CF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A14A27A-BD16-43ED-890A-6A45F5A73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CFB25F-A923-4560-81CB-AF19529248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47BC3B-5106-434B-845B-860DC0B5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4F9F5109-08D6-4928-9007-8E7AB01E2DE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9F5109-08D6-4928-9007-8E7AB01E2DEA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06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94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888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3856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F9F5109-08D6-4928-9007-8E7AB01E2DE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8767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65CD826C-D52B-471D-ACDC-78CACC382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fld id="{5317C601-F0E5-4160-A3F7-A0D7DB9B3EEF}" type="slidenum"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spcBef>
                  <a:spcPct val="0"/>
                </a:spcBef>
              </a:pPr>
              <a:t>47</a:t>
            </a:fld>
            <a:endParaRPr lang="en-US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59BBCFB-B66F-4E9C-822D-25E67F1323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98AD8945-8D82-468A-99F9-D62E6C438F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A774C-C532-4D5F-AF20-532FA02EC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63F652-2B1D-4973-9A3B-EBFF4F1F95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63082D6E-BA71-4350-949A-1337A58D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CCF1D6-C0E0-4B7E-92C6-3952D1719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553450-0578-4EAF-B993-581288A320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4818258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EC321-6A7B-4994-9903-843830387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AF6F-BB94-473C-9F41-95EAF4908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42738B90-73AA-40D4-BA64-B87F190A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90BD37-97C3-4C96-961A-C5120E0E7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63B56-3663-4D96-940A-7A6F43B1EE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5887700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06A80-1559-4964-A7D2-D2EDC30AB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B7878F-DBBE-432B-BA23-441F29893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828790D-46A5-46F5-9473-DE1509EEC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1C0093-42C7-4ED1-8216-44B9C310C9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44D6F-2C40-4471-8BB2-F78BA58DA7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252693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065CC1-B876-4B83-971E-EB7D3115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F6790C-B3C6-4DD7-8A7A-E57B61D2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719AD2-7F8A-42C6-A91F-C40FE97ED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62BAC5E2-8770-4437-95E2-732BD4687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863FB8BF-F022-402A-BBA4-C093E29FE8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C35E5-92AE-4693-B89E-32DDA726BC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405997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8554D-4A35-4EAE-8D08-10F70254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9D4D7-F3C7-4E29-915E-76197CEA6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D33316-80A0-462C-BD25-5A6E33610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7DC76F-73B0-4BA9-8382-F2A0727E9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61A851-0A3D-4D3D-A9BD-0F9F7283C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13EC0E06-2D5E-42C5-9D28-EBE8167F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736B5EE4-636B-4301-A935-B1BBE01074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C3999-03A0-42E3-9B0D-8797C9D97D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281508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5A9BD-2144-4E57-BF59-5A142E27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B713DCC-23EB-4682-B5D1-4DC84ED0C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E7EB39D0-FBC2-42A7-BA34-045F2DFAE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7C0B1C-10CA-42B4-8162-7BB03DAB58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5091546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>
            <a:extLst>
              <a:ext uri="{FF2B5EF4-FFF2-40B4-BE49-F238E27FC236}">
                <a16:creationId xmlns:a16="http://schemas.microsoft.com/office/drawing/2014/main" id="{B55C236D-6C98-4066-A14D-0F429AAE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9AE4F7A5-88AB-4281-A1B9-16F17F160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4515B-331F-4636-B489-1CB8192B17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319560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F9A25-F491-447A-B06F-4BE2E31E6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8F70D7-6D3D-4B41-87F5-FAE3E6CE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5210F-500A-4B78-95A1-581AD0E06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36825D07-3ED3-43D2-9627-7181585C6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5F46D45A-2126-4E96-9DB1-6C75AE5E57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C5B6-5ECA-48E2-92FB-65887CB3EE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052924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FC741D-F438-4708-91A1-2C7455DE9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023198-7850-4E48-A685-AE609DD5C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379573-10DE-40B9-909A-67F83F4F5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2">
            <a:extLst>
              <a:ext uri="{FF2B5EF4-FFF2-40B4-BE49-F238E27FC236}">
                <a16:creationId xmlns:a16="http://schemas.microsoft.com/office/drawing/2014/main" id="{9B16C76E-50CB-4417-A050-D6CF05D1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>
            <a:extLst>
              <a:ext uri="{FF2B5EF4-FFF2-40B4-BE49-F238E27FC236}">
                <a16:creationId xmlns:a16="http://schemas.microsoft.com/office/drawing/2014/main" id="{22C028BA-BD6B-4641-A914-020A387103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385E4-8ED0-48D7-ABD8-3D19F502B5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543589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FBD79-4907-419B-AF41-22E0A97C9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A9473C-6661-4504-AC9E-EC8CD795E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1534D222-1D2B-4C16-9823-78DEDC2F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1380DD-274D-4F53-B910-A9A9925AD4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E2688-0C4F-49F5-8CE1-93453E8E9D4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984116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1A1D43-BAE0-4CE2-A8B6-0E36C620B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6AC99F-C7CA-45C6-9EEA-03C7C7FB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>
            <a:extLst>
              <a:ext uri="{FF2B5EF4-FFF2-40B4-BE49-F238E27FC236}">
                <a16:creationId xmlns:a16="http://schemas.microsoft.com/office/drawing/2014/main" id="{21C73EC4-FC9D-4F19-BAB8-700C075A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BF1FEE-4F56-4925-9B9A-1DB5F361E1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FA5F8-383D-4DAD-94A0-2558D67028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7962656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4E62D49-8A9E-4219-9D6B-21C3D5BAB8B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E3A3ED-5DAE-4C0B-8FCB-5A471448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>
            <a:extLst>
              <a:ext uri="{FF2B5EF4-FFF2-40B4-BE49-F238E27FC236}">
                <a16:creationId xmlns:a16="http://schemas.microsoft.com/office/drawing/2014/main" id="{DF7CA4ED-0FD2-41D1-96C0-5453098E57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B7D7D-E7F0-4A84-A5BB-9092BFBCA4C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72377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0309C-0D3F-44C2-82E2-77AF788A2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7D7CFC-2227-43E1-803A-A86107D6987A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C33A29-FC9A-494A-8C49-F5C868A8CC5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A9D6A44-EDE3-48E3-89FB-238C5A4F1CD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2">
            <a:extLst>
              <a:ext uri="{FF2B5EF4-FFF2-40B4-BE49-F238E27FC236}">
                <a16:creationId xmlns:a16="http://schemas.microsoft.com/office/drawing/2014/main" id="{1AF70BFC-F4D4-494A-AC9F-E2FB8369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>
            <a:extLst>
              <a:ext uri="{FF2B5EF4-FFF2-40B4-BE49-F238E27FC236}">
                <a16:creationId xmlns:a16="http://schemas.microsoft.com/office/drawing/2014/main" id="{B6D389DF-FA5F-4465-A7B1-C6745D4C02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74455D-5D47-4F65-BFB6-256105A43A7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476812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23F3-7902-4E48-9B53-26F5F43CAF63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AD0477-A4A0-4A36-8E34-4B829D3D66B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E546987-9F60-430A-AB0D-BBED0763EAE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B798DF-CEF6-4499-9C3C-06173D78D8DA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809C68-D1C7-4D2F-AE21-F6E368578F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>
            <a:extLst>
              <a:ext uri="{FF2B5EF4-FFF2-40B4-BE49-F238E27FC236}">
                <a16:creationId xmlns:a16="http://schemas.microsoft.com/office/drawing/2014/main" id="{5E7EDFC1-DCFC-40DE-BDB9-8FC41B49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灯片编号占位符 4">
            <a:extLst>
              <a:ext uri="{FF2B5EF4-FFF2-40B4-BE49-F238E27FC236}">
                <a16:creationId xmlns:a16="http://schemas.microsoft.com/office/drawing/2014/main" id="{F637C58C-5303-46E6-BA85-7A4010F0B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F6A01F-01E3-4A1C-B3E7-2258283DA0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426745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BF27A-CACD-4D46-B21A-E455DE6AD7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7910EF-DC42-4DA8-A8B2-5D883F2E4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417C3B-B5CD-400E-850B-4524EEC7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CC6448-C6C9-4495-AAE7-9BBF56D16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07AF2-4BAD-45A7-B663-53DD95E2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64DA2-90AC-4FEA-8924-AA593A554E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83209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0BBFB1-8EF6-4276-B179-C2E4695C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4634C-A8E8-4567-A088-D30A00EBC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3237B6-FD5B-4812-9A39-BD198DB3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2BF6C9-1794-4578-9F84-63FD0A85D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4097B6-6CC9-4FD2-B0B8-E13EE1C2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A0A73B-0FF7-4DBB-90EE-C6D202C7FA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1765772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2ABCB-B358-4F6C-90D0-D5F0B96F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BCA426-9E09-44A9-A2B1-AC174FD198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7EF58-E49C-4D3F-85EE-5451DA3D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4CFA78-8668-4F73-8EB5-7F5B05502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E9454-2D2E-43A2-8EE2-749E4CA1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141C02-870D-44C1-A970-F696289D5A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052742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56218-1EC0-4130-8294-FD769792B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4CD972-BDBF-49DF-86D0-9575274A6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35CCE3-AAB7-4E5E-80C6-AC82CE27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86C09C7-C29F-49F4-AC50-378FFD504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8472840-2092-4BC8-88A4-D6D4FA9F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800C627-4538-4D6B-A042-E951C497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19AC-36C6-459B-BE86-CE78B95ED50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5602880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19D9B-3ACA-446F-B256-1CC1E3016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94A802-B31E-40FC-9DE4-EF5936AC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FD868B-78E1-4340-8EAD-FA5ABDF36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14EA447-65A0-4E65-AA94-7A6BD0DA4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FD1B8C-CEE3-4785-A1FC-5261102B1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D6AD2BD3-B6D8-43F9-B3DA-896D76D7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8C45BCC-E207-4EEB-9244-F87C5C90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FA413BB-DEFC-4C8C-A858-221FE729E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041B83-77D9-44E7-8FCB-D9533AE8D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855447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07307-75C3-4039-BBE9-2D33D4EE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F7ABA2F-EDC5-47BC-8097-3E253555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1B46C2D-AA2F-4693-8DE4-1BE617A4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A6597B4-1FC4-41DC-A517-F386CAC6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FE86A-1DAE-48B9-993F-07B532B3EB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7417852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3D7CFA0-8C7F-45CA-8FF6-D6813DBFD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84771CC0-F6C8-4409-B4A6-9CE8C43D0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2C24FF9-97D0-4C87-9806-C865A961F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4E8A2-4D06-4396-9BE2-6F789272CCA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8569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A05D5-9B97-4F3C-9CA8-BED9D1C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06F93-CF13-41B9-AA5B-64CA9432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D822EC-EF9F-404B-B03E-49AB211DA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B489ACA-B977-49D7-B782-5C71E65D0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8B3E12B-0D64-473E-BB0E-CD4B6580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E957E7E-9A20-4558-B261-4F74B7F9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E7BE78-7227-41EB-8748-4B37B0B9005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179450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1C29AD-1003-49C5-AA18-3CA2177B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8951CF-09C5-46C0-81C4-541E24EE6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072959-0F25-4A67-A136-C81333D36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322E6BA-3F64-4B32-B7DF-7C795BE43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B5B76E8-1022-42AD-96A5-DF7A9955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6F9A198-779E-4646-9571-FCADAD64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FC893F-2C7D-4581-890F-C16801E585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189552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A7D0-DC66-4CA1-B375-080C37F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95486B-AC32-4B61-8279-E501264CC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C624A8-116E-45AE-80B6-9054DC91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CDA20D-A8FD-4F68-9408-BAAEA9E9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43E86-DA3E-46DA-BF47-3ED3BA0E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A759E4-B77A-404D-B385-D0B92366E9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83908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E2958F-E607-4239-84D4-32AFF3206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EA3A37-4457-413F-9D88-786AF9A78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7EBFB5-FD31-4F0F-9813-895A8CC52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29339-EA67-4B7C-A4E2-C689FD71A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4F2ABF-DD61-4153-8013-C8FE2EC1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DDA9FA-4148-4286-BD22-1614E492CF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1093023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5A5CF-BBCE-45A2-8BDC-E6FDE2BACB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1BBEA8-5D68-43AE-9FDB-C87E77875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2E2507-52ED-4CCA-AA70-67438D6D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18A1A9-9BFA-4495-8395-154F78C075C2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EDC19-4A4A-4E7B-A3EB-86A0D1984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80367-C87C-4E35-9276-EB66C8CCE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57962-C020-4104-99B2-125EF9B5CF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1261618"/>
      </p:ext>
    </p:extLst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01105-AD32-4BD5-9C84-813C29B11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9D167-A223-4A0A-8BD5-FB75B397F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AB09B-9C55-450B-B40B-A4C35906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BA28-1A2C-4C64-A0B8-8C032951769A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906D7-2753-4A72-8183-BB5ED912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F8BE40-6CAD-40F9-A315-C3E0F457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DFBB9-3E06-4D80-87C5-71B3A62239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113520"/>
      </p:ext>
    </p:extLst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638F0-A805-4EDE-A283-D50140D40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D4F2C2-5A21-4A02-BDAA-D09220B4C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9FB352-22E2-4AD5-808A-261700122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65E92-490D-4632-BE3B-68A12F6D883C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0CB36A-0489-4F13-8889-040A55E2E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2D2A2-6F00-440C-AE13-8ACCF59D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7C112-997E-4BF5-8328-0CD7EFE3D34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3889062"/>
      </p:ext>
    </p:extLst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88866-8B88-4273-9287-4A01EDCA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C8C1A-0F83-463E-97C7-0FDF1DBDF1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A6D831-381E-4BE0-8854-6A7D25194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7B560BB-E633-4ECC-B701-C9B5F3C42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0640D-8447-4C06-A5EE-DAADB247BC03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9A8323D-DD65-484D-BA4F-7F4ADCAA2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52ADA02-20F9-4721-BC3A-BBE7CFDB1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992F41-D5B9-4D1F-A51E-43E435D7EA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2921689"/>
      </p:ext>
    </p:extLst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96EF06-2168-4158-A7F0-91E30880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B285D-3A84-4CA8-B05A-06498D239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A20587-9CFD-44DE-A08C-F3793FA0C3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755024F-0B7C-48BE-82F6-EC45B0E67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63BCEF-38E8-4B46-82A8-364A29BAE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C7302EC8-AACA-43EF-A52E-8A2280CB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689BB-4E74-4002-9F35-5CF3421AEFEC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52630A1A-C651-4426-B930-E589CE15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43968895-D27D-4FF6-97BA-10048F84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32224-BAD3-4552-B14C-D6F43DA3E6B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6352670"/>
      </p:ext>
    </p:extLst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AEBD8-FBF6-4CEB-B9E6-47E8A070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E11053F-6CF4-43D5-A26E-6FB0BB8D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9028C-5289-44BD-9043-A7FA9853B493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447725E2-283E-4FA8-B073-1EE765C6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7815CA4-DDBF-4316-A0A3-3B3BCF563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CE80F-7557-4547-8FB4-22E7EAEE75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094143"/>
      </p:ext>
    </p:extLst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11EE306-774B-4D70-97F0-29ED82BD5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688521-4442-4546-9FF4-FC63D1BE23FA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C5F85A4-6D82-4EB8-A899-4FE20A8E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F3F31F7-5B0C-4E52-9EAD-99441B44E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249CB-52D0-4D86-A314-DCAC611FCF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9502001"/>
      </p:ext>
    </p:extLst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0904C-72B3-438D-A47A-D50CD4317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F0279-6BE9-4C42-979C-73507F4CE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39684B-0DF3-4CE8-B4C2-1181CC6689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B8DE32A-FB39-480F-835F-F64A5B54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6B0978-6FF3-4466-99FB-82454E950C05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B13F2A4-F065-4A77-8BC7-ED310218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0A80580-8CC5-4956-9828-744B5B65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94964-87D8-4262-9645-F28B12444D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8101781"/>
      </p:ext>
    </p:extLst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74405-5633-40D8-AB29-F5D98E8C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1EAA8D6-39CB-46C7-A053-7D062E196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E00325-7F7C-45CB-9CD1-12EB1B0B9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8AC7476-062B-4CC6-8D26-14028433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0C24D-521D-4049-B3C6-D11DE5A3B53E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C70AECA-1705-48F3-9B21-62D58A42C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9BFE09-75C0-40EA-9FE0-CD4B23A3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8A761-6A8E-499E-A4A0-2CAB5F31A7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9229596"/>
      </p:ext>
    </p:extLst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884A8D-66F9-4A4D-8F77-A6023A9EE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9E1B1C-390F-4A2F-9ED3-83430367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17AE1-5AD4-4560-AD50-3AA65527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95A17-D4BE-4787-BE32-0C8AD9544F9F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0DEE8-7280-421C-9B69-BD05A48B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A8F6FD-A5F8-4982-B238-5DC7A630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EA0EE-2FB2-422E-BAC6-6EC0C840E9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8868796"/>
      </p:ext>
    </p:extLst>
  </p:cSld>
  <p:clrMapOvr>
    <a:masterClrMapping/>
  </p:clrMapOvr>
  <p:transition spd="slow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7C46AB1-2D4A-4141-841E-2E9052E53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B150C0-56B2-497B-924E-12D9BE6B6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CB31FA-F3F7-4407-936B-44CCF703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3C70F-0E13-4CB8-A6C8-9355ACB5F585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6A787-889B-4DE3-AC0A-5FBD8E07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D29A6A-C56E-4465-A2C7-8067A5F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782571-0885-4A90-93E6-6A6715C64D5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81864"/>
      </p:ext>
    </p:extLst>
  </p:cSld>
  <p:clrMapOvr>
    <a:masterClrMapping/>
  </p:clrMapOvr>
  <p:transition spd="slow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10216-50D1-41AD-9A6A-F89BD4D36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BF9CE4-83B7-4905-A4FA-F248175DF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D2931E-2D77-45DF-80B9-68DD3F16D5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887A145E-F42D-486C-BFF2-7D7FA2DBC5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859571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3C6F9-8E2A-48A8-A2DE-EE2308E5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C6CA09-1A03-4B28-9591-0A939C1B4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199F884-6D61-4090-B5ED-F3E718A8D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7CC9FD18-FF80-49F2-A32A-4626864631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7068565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209C6-6BDC-4A3C-AD43-01F149F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060A39-0359-4B6A-96A2-FE54D6DDA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6E4C3CBE-D0AA-4F58-85D3-1F1DB59821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B770A3EF-F84F-4A8B-A516-99CD74C5DC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48594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663D7-B61C-4748-8E73-F0F312EB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424EF7-AE13-4ED5-AC5C-2883A43A2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57763C3-D4ED-436B-A270-C8676E3B7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A0ABEA-9623-4621-BFE9-D8CE58E5FF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79D2AF3A-C270-4020-9BB8-9C6E978F89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0341658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8CD0A-93B4-4868-B214-D772E6DEA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D9CDC2-E12F-421C-955E-22452BA5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BC5893B-B503-422B-B927-4167C7706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B85EE7-DB02-48F1-AC69-206EDC8DD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85320F-6B17-4300-A211-31EA66D60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6DBEEF2A-35D0-4E19-83E3-5281C66DFD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A6530BFA-198C-47D3-8596-420730C96D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920100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1BEF0-7D10-4688-B829-10BCE0C4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4EDDA0B-ED08-4DB9-9E81-1A1252458A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DF5AB1C7-3804-468F-AFD4-8062919261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47843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B4059892-B692-4010-9599-97FB0081B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0E5894DC-D893-495F-8DD2-BF5416F042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236729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8451D-6089-4BBF-9C95-45903B40A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000CF6-6E42-4205-B943-95103D067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14B39-4743-454F-975F-6C047B33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39E9F6-9689-4221-93F5-CB511F3207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0745F7E6-62D0-4A1D-A29B-FD155CE061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3987585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F59E9-E663-4772-B862-826BD53A1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9E0DB6-099C-4289-9C57-94500631F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780E26-7FE7-4732-B7D9-745418659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04DD4-621B-4766-A2AA-64B1D3F427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30CEC94C-D2EB-4622-AD6F-BA38EAD4816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984174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64056-7C30-4C95-9114-64CFC8A6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5E1F2A-8062-4981-8EDC-BE7F8E1E3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6050BEC-AE89-4C0C-95FD-11C4D12FE4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FF4743B9-855C-45F0-9C22-9D5531A897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8764146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7B6CE0-A6D9-4C36-95A2-D96CE2D3BA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13F76D4-B17A-4712-875D-FCF41F322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35A0856-1403-43B0-BB47-9019B430A79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EBA281C1-93D1-4F7E-AE41-1661028F7E6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8975710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C4348-ED93-4ADE-80CC-5274EAEB30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480221-71DC-4032-96C8-605EE0AB0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2CF3770B-DE22-461B-BE3B-536447D963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C84A1907-F20C-4A50-99CF-E6EFB44FC9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003409"/>
      </p:ext>
    </p:extLst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35A32-3AAF-4325-BA5E-B8F4017BC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08595-A141-4FF5-84CA-C6F7410C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15627DA-BE32-411D-A2B0-6C488D9326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A4CA049E-D2C7-4040-873C-E59E123E45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97487"/>
      </p:ext>
    </p:extLst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5EDA10-4730-45C3-9FEC-6B5A057EE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98DB2D-ADF1-4FE9-B5DF-E2A0FD940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4450A94-FAA1-4221-B34A-DFA2D109CF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B31C41E8-802C-4149-97F6-8E8D07922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7208986"/>
      </p:ext>
    </p:extLst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5E0B9-8E6F-40C5-9FCD-BB5AFA20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AD1CF1-40A7-4284-BD69-0EF0492BB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0BE881-C32C-4E03-B2AE-D77A52949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08714-031E-4C1C-94FD-5EDBC8C1AC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24704691-25F8-417D-9716-BD977717AE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3308410"/>
      </p:ext>
    </p:extLst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B5D133-7015-4EF8-91FF-312BD6DA0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355AAC-0D37-4CFE-8A60-1FE4EA8D4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505EB2-AF19-4CE3-BF05-A962653DB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B3D7555-DC13-43BF-9ABB-0B20DEDFCE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583C3-2030-4CFC-A89E-B138C9DA4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1F961FBE-32D1-4C67-8ADC-DBCF7589F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7D893E68-0F90-4794-86F0-68527900B5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63977"/>
      </p:ext>
    </p:extLst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5C7114-7538-4C69-BA03-B5A52BA0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59D4F98-D33C-4C01-9F11-0B8763F63F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B530F3FB-3B62-4F83-8C63-08047AD3CB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556760"/>
      </p:ext>
    </p:extLst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4">
            <a:extLst>
              <a:ext uri="{FF2B5EF4-FFF2-40B4-BE49-F238E27FC236}">
                <a16:creationId xmlns:a16="http://schemas.microsoft.com/office/drawing/2014/main" id="{892F6B4F-26C4-4ADA-8196-EB6D176736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C890AC05-6BB8-4FBB-9802-0A87FA235BC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7558"/>
      </p:ext>
    </p:extLst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B8E30-845C-40FB-853E-8CE7BB1A4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F98872-9FCD-4DE4-A8B0-FDBBFCE38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653038-4A89-4F39-8693-B574DC3BC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F077CC-0C10-49AC-9ED9-DA0E9AAD46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69ED6EDC-1C89-4C7F-9490-A848A25E92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400636"/>
      </p:ext>
    </p:extLst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D77C5-584E-4FF2-B24F-550B55DB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B7E0FD-8FEC-49E9-BDEB-11FE8792E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D576A5-CC4B-4AEC-9373-E5062F8F2C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87C6B2-7AE1-468E-A418-9F9BEF3801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BCD581EA-B103-4B66-A224-58721F8504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5969202"/>
      </p:ext>
    </p:extLst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B5D0A-151C-48ED-BEAD-DC748BB2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1A5D3B-E531-4682-8436-57F45EB3E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0732190-476A-4E26-8E30-C9AFA5FE38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F3F6F17D-78D6-4609-811E-459F17B246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23895154"/>
      </p:ext>
    </p:extLst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181664-1279-42D3-99E6-167D16B175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CE78347-AD87-4C82-80E9-9CEBCBF0D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16819F0-8737-4698-9258-8C34184520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D029A5A9-1B4A-445D-9C50-087F901682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482103"/>
      </p:ext>
    </p:extLst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479ED85-A9ED-4146-BFF8-57FD79B0C3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57F0B8F-24E8-4E70-B1A5-213A4EF1A647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CB96C-955D-4F80-BF5C-7819A3EE7A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18860B8-CE98-429B-8125-824CFC6B7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D955F-60D9-452F-BBE7-7A40D7E186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74530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253472-15D3-4317-83BD-E8048A5CE2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5B31D65-2FE0-44FF-A4CB-7DABC169805B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30C08EE-1BB3-41AA-92BD-6309842D1B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5191943-4DC2-4CE4-8D70-A026D320E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FC1CA-AE3D-4699-8D16-710EBADA1D5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93877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141CD2-73EE-4BE9-8754-07A18E6A02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1785F25-E9F0-4AF4-9E62-5EF751C12A66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08BC62C-92A4-40B1-B51F-6BE474FA0E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8AC86C8-8CB4-4717-A5EB-DD1CC1185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7D8F38-1BFD-4B94-999A-778120FBCC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0878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ECC36B6-FD74-4CA8-B7C9-60080D99AC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2118122-90F4-468E-B6E8-4F4088282242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FF57F1A-DB46-4C3B-875F-7A68464CCF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ABF39064-21AE-4C2F-81FC-A22C2B9666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8A2FD-F8F7-4308-B171-99676F1F100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03770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73F4BB-D1AB-4767-B24F-4055654F98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1B32393-8036-4E63-A843-3F4074FAE2F6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3ECBC4-686B-405E-98DD-40A21C3075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1350DB8-9007-4614-BB4E-9F0EBDC33D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BA129-C43A-409E-A875-E8CAAA8A6A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71622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054900D2-5958-4825-A44E-E258D02B0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E03EC9F-22D4-4974-8C76-5B68D3ECDA10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C8D0945-B036-447E-861D-CF7EC18FE1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FE811BD-EAFE-4BFF-8D85-3DA1CCC6A0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45688-3C9D-42C2-A846-E806E48453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6616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67A7E4-A2AF-4C48-9A00-957FFF4F0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0F50E7-DC6E-48AD-92E4-8B65E82AF420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D37878E-9C53-4326-9301-58F754AFB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E09C822-AF5D-442A-A47E-5AFACBF8C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FFA864-39B1-440F-8BB9-0827556D08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404728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11D9C3-E857-489D-A42B-321ABF9253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EDE1591-15D3-4B8C-A83F-F6E47238B62C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09F6E3F-3F00-47BC-81C1-DA7692F482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E717716-7C4C-47E0-B8F0-2F1A8A12AB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139CD-0D84-4859-A425-B33CD0AEAB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169979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C939C5-9FBF-4180-AD7E-39A951499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F6C50A-CEF5-4540-938D-0E089F3F3D7B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F6A043-328F-48A1-BAA6-42BAFBA247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C3DDBE7-E32E-4DCD-AD7B-4C24D2AACB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C339A-46B2-4E94-AF39-EC75799644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743220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AEE125-0C47-47EE-83DE-5930F8BE0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8C74FAA-D5BD-4275-8AE5-80539500E556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CEA3A8-45C6-412B-B290-C63E8809C9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5E46E11-A0C5-46B2-ABD0-A28FC89F7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353106-5786-44DC-8237-B8156C421E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7503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雨课堂单选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914400" y="428625"/>
            <a:ext cx="7315200" cy="2143125"/>
          </a:xfr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4"/>
          </p:nvPr>
        </p:nvSpPr>
        <p:spPr>
          <a:xfrm>
            <a:off x="1828800" y="27860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quarter" idx="15"/>
          </p:nvPr>
        </p:nvSpPr>
        <p:spPr>
          <a:xfrm>
            <a:off x="1828800" y="36433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6"/>
          </p:nvPr>
        </p:nvSpPr>
        <p:spPr>
          <a:xfrm>
            <a:off x="1828800" y="450056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sz="quarter" idx="17"/>
          </p:nvPr>
        </p:nvSpPr>
        <p:spPr>
          <a:xfrm>
            <a:off x="1828800" y="5357813"/>
            <a:ext cx="6400800" cy="642938"/>
          </a:xfrm>
          <a:prstGeom prst="rect">
            <a:avLst/>
          </a:prstGeom>
        </p:spPr>
        <p:txBody>
          <a:bodyPr anchor="ctr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1800"/>
            </a:lvl1pPr>
            <a:lvl2pPr marL="34448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2pPr>
            <a:lvl3pPr marL="693737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3pPr>
            <a:lvl4pPr marL="989013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4pPr>
            <a:lvl5pPr marL="12827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5B31A90-9894-440F-9DF6-1B8536F56C3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89FB2-F77E-41D9-9782-5A42B000121B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12" name="灯片编号占位符 4">
            <a:extLst>
              <a:ext uri="{FF2B5EF4-FFF2-40B4-BE49-F238E27FC236}">
                <a16:creationId xmlns:a16="http://schemas.microsoft.com/office/drawing/2014/main" id="{70C239DC-A5F6-4036-A1C4-32FFD181EC3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DEEDB32-91E4-4CDA-9DDF-FD804A5A4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255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ncepu_r2_c1">
            <a:extLst>
              <a:ext uri="{FF2B5EF4-FFF2-40B4-BE49-F238E27FC236}">
                <a16:creationId xmlns:a16="http://schemas.microsoft.com/office/drawing/2014/main" id="{9DFB35D9-FFA0-44EB-95D8-31A3D318F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Box 8">
            <a:extLst>
              <a:ext uri="{FF2B5EF4-FFF2-40B4-BE49-F238E27FC236}">
                <a16:creationId xmlns:a16="http://schemas.microsoft.com/office/drawing/2014/main" id="{7DC3CB8D-C802-4D78-8C1F-0202B518A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1028" name="Line 10">
            <a:extLst>
              <a:ext uri="{FF2B5EF4-FFF2-40B4-BE49-F238E27FC236}">
                <a16:creationId xmlns:a16="http://schemas.microsoft.com/office/drawing/2014/main" id="{8B7027A9-9EB0-480A-955E-2518B0F50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标题占位符 1">
            <a:extLst>
              <a:ext uri="{FF2B5EF4-FFF2-40B4-BE49-F238E27FC236}">
                <a16:creationId xmlns:a16="http://schemas.microsoft.com/office/drawing/2014/main" id="{CA41B618-E241-4C38-A540-F9125AC12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>
            <a:extLst>
              <a:ext uri="{FF2B5EF4-FFF2-40B4-BE49-F238E27FC236}">
                <a16:creationId xmlns:a16="http://schemas.microsoft.com/office/drawing/2014/main" id="{8408E693-6356-4655-8658-C47BE3A54A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2">
            <a:extLst>
              <a:ext uri="{FF2B5EF4-FFF2-40B4-BE49-F238E27FC236}">
                <a16:creationId xmlns:a16="http://schemas.microsoft.com/office/drawing/2014/main" id="{043F0275-B6FD-4FBC-BFB1-AEA79759B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63938" y="6356350"/>
            <a:ext cx="5857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" name="灯片编号占位符 4">
            <a:extLst>
              <a:ext uri="{FF2B5EF4-FFF2-40B4-BE49-F238E27FC236}">
                <a16:creationId xmlns:a16="http://schemas.microsoft.com/office/drawing/2014/main" id="{3C8BF73F-6151-4F6B-841D-0E9684B7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65713" y="6356350"/>
            <a:ext cx="51435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F7698FC1-D46A-4886-8B9D-D20B5EAAFE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692D7F1A-8296-4D1D-AE33-CA2826CAFFE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CB0B13B-CE2F-4CAD-8D94-4D7F74AAAC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921A8-09CB-4529-80B1-2E1A36A7F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6D72EC-E168-49D8-BE53-F5E338DD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2179B-885C-46D1-9A53-A60FA1DCD4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F5A9D05-61EC-464B-A814-A966674FF7B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ransition spd="slow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5AA82423-E858-484A-B27D-D3FE06D2390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B858F27D-16B4-4167-9DCB-F4F07511D1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C6C12-A37F-40D4-8A1D-0C8CD1106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3D2D1A-EB66-42D6-9A3A-32E259A209A1}" type="datetimeFigureOut">
              <a:rPr lang="zh-CN" altLang="en-US"/>
              <a:pPr>
                <a:defRPr/>
              </a:pPr>
              <a:t>2018/9/29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DE79F0-FCA1-4ABD-8DBD-72EAD096A4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15AE7-79D5-4517-853F-C13B3FF2E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8B0E1910-FE68-4A75-B3A9-F06A6520C56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ransition spd="slow"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7" descr="ncepu_r2_c1">
            <a:extLst>
              <a:ext uri="{FF2B5EF4-FFF2-40B4-BE49-F238E27FC236}">
                <a16:creationId xmlns:a16="http://schemas.microsoft.com/office/drawing/2014/main" id="{AD139746-B20E-4E6D-ADAB-DB49DDC27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Text Box 8">
            <a:extLst>
              <a:ext uri="{FF2B5EF4-FFF2-40B4-BE49-F238E27FC236}">
                <a16:creationId xmlns:a16="http://schemas.microsoft.com/office/drawing/2014/main" id="{01735EAE-A28A-42E4-B368-CB8DADE59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4100" name="Line 10">
            <a:extLst>
              <a:ext uri="{FF2B5EF4-FFF2-40B4-BE49-F238E27FC236}">
                <a16:creationId xmlns:a16="http://schemas.microsoft.com/office/drawing/2014/main" id="{C5F5AED1-0D06-4E2E-AD4E-4DAE993F565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01" name="标题占位符 1">
            <a:extLst>
              <a:ext uri="{FF2B5EF4-FFF2-40B4-BE49-F238E27FC236}">
                <a16:creationId xmlns:a16="http://schemas.microsoft.com/office/drawing/2014/main" id="{89297E1B-DE4C-474F-980E-93F00E88162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文本占位符 2">
            <a:extLst>
              <a:ext uri="{FF2B5EF4-FFF2-40B4-BE49-F238E27FC236}">
                <a16:creationId xmlns:a16="http://schemas.microsoft.com/office/drawing/2014/main" id="{5BEEC086-FD0D-4659-B254-5FD4D2F9A9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0DAC31A-2455-42F2-B746-32EABFAD47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46FF89BE-EEDE-47F4-BE1E-FDD3F5564281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C3261036-8559-4E35-A395-20E70C58956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8" r:id="rId6"/>
    <p:sldLayoutId id="2147483789" r:id="rId7"/>
    <p:sldLayoutId id="2147483790" r:id="rId8"/>
    <p:sldLayoutId id="2147483791" r:id="rId9"/>
    <p:sldLayoutId id="2147483792" r:id="rId10"/>
    <p:sldLayoutId id="2147483793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7" descr="ncepu_r2_c1">
            <a:extLst>
              <a:ext uri="{FF2B5EF4-FFF2-40B4-BE49-F238E27FC236}">
                <a16:creationId xmlns:a16="http://schemas.microsoft.com/office/drawing/2014/main" id="{53F041D7-49F5-415C-9EB6-E6C9A640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6080125"/>
            <a:ext cx="22860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8">
            <a:extLst>
              <a:ext uri="{FF2B5EF4-FFF2-40B4-BE49-F238E27FC236}">
                <a16:creationId xmlns:a16="http://schemas.microsoft.com/office/drawing/2014/main" id="{936B2EF8-6ED4-4A16-9840-076F9B75D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81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zh-CN" u="sng">
                <a:solidFill>
                  <a:srgbClr val="003366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电路理论教学研究组</a:t>
            </a:r>
          </a:p>
          <a:p>
            <a:pPr algn="ctr" eaLnBrk="1" hangingPunct="1">
              <a:defRPr/>
            </a:pPr>
            <a:r>
              <a:rPr lang="en-US" altLang="zh-CN" sz="1000">
                <a:solidFill>
                  <a:srgbClr val="003366"/>
                </a:solidFill>
                <a:latin typeface="Impact" panose="020B0806030902050204" pitchFamily="34" charset="0"/>
                <a:ea typeface="Gungsuh" panose="02030600000101010101" pitchFamily="18" charset="-127"/>
              </a:rPr>
              <a:t>Circuit Theory Teaching and Research Group</a:t>
            </a:r>
            <a:endParaRPr lang="zh-CN" altLang="zh-CN"/>
          </a:p>
        </p:txBody>
      </p:sp>
      <p:sp>
        <p:nvSpPr>
          <p:cNvPr id="5124" name="Line 10">
            <a:extLst>
              <a:ext uri="{FF2B5EF4-FFF2-40B4-BE49-F238E27FC236}">
                <a16:creationId xmlns:a16="http://schemas.microsoft.com/office/drawing/2014/main" id="{3739A914-39B6-4AAF-B36C-3F8FE57918EA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762000"/>
            <a:ext cx="3810000" cy="0"/>
          </a:xfrm>
          <a:prstGeom prst="line">
            <a:avLst/>
          </a:prstGeom>
          <a:noFill/>
          <a:ln w="38100">
            <a:solidFill>
              <a:srgbClr val="336699"/>
            </a:solidFill>
            <a:round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" name="标题占位符 1">
            <a:extLst>
              <a:ext uri="{FF2B5EF4-FFF2-40B4-BE49-F238E27FC236}">
                <a16:creationId xmlns:a16="http://schemas.microsoft.com/office/drawing/2014/main" id="{6E5FE536-8DA9-4145-AF49-E261A619FCD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6" name="文本占位符 2">
            <a:extLst>
              <a:ext uri="{FF2B5EF4-FFF2-40B4-BE49-F238E27FC236}">
                <a16:creationId xmlns:a16="http://schemas.microsoft.com/office/drawing/2014/main" id="{0A3D0EBE-FAA2-4F7E-A36F-866803C7F4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33ECFA63-9E85-4439-8620-5A2CB0119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+mn-lt"/>
              </a:defRPr>
            </a:lvl1pPr>
          </a:lstStyle>
          <a:p>
            <a:pPr>
              <a:defRPr/>
            </a:pPr>
            <a:fld id="{1D48826A-EC99-4447-8F4E-BA687D484F67}" type="datetime10">
              <a:rPr lang="zh-CN" altLang="en-US"/>
              <a:pPr>
                <a:defRPr/>
              </a:pPr>
              <a:t>17:35</a:t>
            </a:fld>
            <a:r>
              <a:rPr lang="en-US" altLang="zh-CN"/>
              <a:t>	</a:t>
            </a:r>
            <a:fld id="{0E0F07D1-D3D0-4E8B-8F9F-4AFE73226E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transition spd="slow"/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>
            <a:extLst>
              <a:ext uri="{FF2B5EF4-FFF2-40B4-BE49-F238E27FC236}">
                <a16:creationId xmlns:a16="http://schemas.microsoft.com/office/drawing/2014/main" id="{FE2E1C53-FD46-4630-AF51-FAFEA1DF7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8D6CBE-7163-415A-B50C-9F8E685E7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7B548B2-EA0A-4CC6-BA67-34BE254BB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09" name="Rectangle 5">
            <a:extLst>
              <a:ext uri="{FF2B5EF4-FFF2-40B4-BE49-F238E27FC236}">
                <a16:creationId xmlns:a16="http://schemas.microsoft.com/office/drawing/2014/main" id="{554E8005-4C29-4879-B1D1-262B04AD534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 smtClean="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EA65052-AFF9-48DE-925A-3660DBD80FED}" type="datetime1">
              <a:rPr lang="zh-CN" altLang="en-US"/>
              <a:pPr>
                <a:defRPr/>
              </a:pPr>
              <a:t>2018/9/29</a:t>
            </a:fld>
            <a:endParaRPr lang="en-US" altLang="zh-CN"/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73EB336F-287F-42FC-BEE1-C27F3172C8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35150" y="6624638"/>
            <a:ext cx="5545138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Principles of Electric Circuits Lecture 6 Tsinghua University 2017</a:t>
            </a:r>
          </a:p>
        </p:txBody>
      </p:sp>
      <p:sp>
        <p:nvSpPr>
          <p:cNvPr id="98311" name="Rectangle 7">
            <a:extLst>
              <a:ext uri="{FF2B5EF4-FFF2-40B4-BE49-F238E27FC236}">
                <a16:creationId xmlns:a16="http://schemas.microsoft.com/office/drawing/2014/main" id="{1481931F-D336-46E1-85B3-72CC7D3319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19900" y="645795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17BC6460-E582-478C-91D9-950D083C50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6152" name="Group 8">
            <a:extLst>
              <a:ext uri="{FF2B5EF4-FFF2-40B4-BE49-F238E27FC236}">
                <a16:creationId xmlns:a16="http://schemas.microsoft.com/office/drawing/2014/main" id="{87319414-D989-4579-9815-B6AC8A1ADA4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6153" name="Oval 9">
              <a:extLst>
                <a:ext uri="{FF2B5EF4-FFF2-40B4-BE49-F238E27FC236}">
                  <a16:creationId xmlns:a16="http://schemas.microsoft.com/office/drawing/2014/main" id="{D232E76F-9282-4CEB-8AC5-9F182089B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4" name="Oval 10">
              <a:extLst>
                <a:ext uri="{FF2B5EF4-FFF2-40B4-BE49-F238E27FC236}">
                  <a16:creationId xmlns:a16="http://schemas.microsoft.com/office/drawing/2014/main" id="{B36053C9-DA6E-45F1-A991-9FE5DED72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5" name="Oval 11">
              <a:extLst>
                <a:ext uri="{FF2B5EF4-FFF2-40B4-BE49-F238E27FC236}">
                  <a16:creationId xmlns:a16="http://schemas.microsoft.com/office/drawing/2014/main" id="{970987D3-0A19-4AB1-AEE8-0DB34F53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8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6" name="Oval 12">
              <a:extLst>
                <a:ext uri="{FF2B5EF4-FFF2-40B4-BE49-F238E27FC236}">
                  <a16:creationId xmlns:a16="http://schemas.microsoft.com/office/drawing/2014/main" id="{1D20F963-30B9-4B2E-8DBB-FD1BD0868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7" name="Oval 13">
              <a:extLst>
                <a:ext uri="{FF2B5EF4-FFF2-40B4-BE49-F238E27FC236}">
                  <a16:creationId xmlns:a16="http://schemas.microsoft.com/office/drawing/2014/main" id="{C64C9FBB-2179-4D02-879B-E773212A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8" name="Oval 14">
              <a:extLst>
                <a:ext uri="{FF2B5EF4-FFF2-40B4-BE49-F238E27FC236}">
                  <a16:creationId xmlns:a16="http://schemas.microsoft.com/office/drawing/2014/main" id="{B0C28071-9FD7-4F19-A40A-12DE39B3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8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59" name="Oval 15">
              <a:extLst>
                <a:ext uri="{FF2B5EF4-FFF2-40B4-BE49-F238E27FC236}">
                  <a16:creationId xmlns:a16="http://schemas.microsoft.com/office/drawing/2014/main" id="{C2F9D6C0-4431-471A-8311-4366D14C9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0" name="Oval 16">
              <a:extLst>
                <a:ext uri="{FF2B5EF4-FFF2-40B4-BE49-F238E27FC236}">
                  <a16:creationId xmlns:a16="http://schemas.microsoft.com/office/drawing/2014/main" id="{E913CAC7-5FFC-458A-A1C4-D938671E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1" name="Oval 17">
              <a:extLst>
                <a:ext uri="{FF2B5EF4-FFF2-40B4-BE49-F238E27FC236}">
                  <a16:creationId xmlns:a16="http://schemas.microsoft.com/office/drawing/2014/main" id="{5FA421A5-9580-4584-B9D0-6F278A2FE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2" name="Oval 18">
              <a:extLst>
                <a:ext uri="{FF2B5EF4-FFF2-40B4-BE49-F238E27FC236}">
                  <a16:creationId xmlns:a16="http://schemas.microsoft.com/office/drawing/2014/main" id="{8CE2E1E0-D1F0-434B-9525-E507AB295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3" name="Oval 19">
              <a:extLst>
                <a:ext uri="{FF2B5EF4-FFF2-40B4-BE49-F238E27FC236}">
                  <a16:creationId xmlns:a16="http://schemas.microsoft.com/office/drawing/2014/main" id="{05B4AADC-DDC9-4802-8B51-F89123BD8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8" cy="7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4" name="Oval 20">
              <a:extLst>
                <a:ext uri="{FF2B5EF4-FFF2-40B4-BE49-F238E27FC236}">
                  <a16:creationId xmlns:a16="http://schemas.microsoft.com/office/drawing/2014/main" id="{4EA7AFA6-CCF1-46D9-A0C5-11A8E7000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5" name="Oval 21">
              <a:extLst>
                <a:ext uri="{FF2B5EF4-FFF2-40B4-BE49-F238E27FC236}">
                  <a16:creationId xmlns:a16="http://schemas.microsoft.com/office/drawing/2014/main" id="{B9A66A54-A5D3-4FFA-93D6-3B4132640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6" name="Oval 22">
              <a:extLst>
                <a:ext uri="{FF2B5EF4-FFF2-40B4-BE49-F238E27FC236}">
                  <a16:creationId xmlns:a16="http://schemas.microsoft.com/office/drawing/2014/main" id="{44CA4D53-CD58-4046-A8D6-C5503F253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7" name="Oval 23">
              <a:extLst>
                <a:ext uri="{FF2B5EF4-FFF2-40B4-BE49-F238E27FC236}">
                  <a16:creationId xmlns:a16="http://schemas.microsoft.com/office/drawing/2014/main" id="{8EFB2178-DF3F-45C2-B4AE-B29AFEFA6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8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8" name="Oval 24">
              <a:extLst>
                <a:ext uri="{FF2B5EF4-FFF2-40B4-BE49-F238E27FC236}">
                  <a16:creationId xmlns:a16="http://schemas.microsoft.com/office/drawing/2014/main" id="{028B89EC-2451-4BAE-B8D2-0211ABAE6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69" name="Oval 25">
              <a:extLst>
                <a:ext uri="{FF2B5EF4-FFF2-40B4-BE49-F238E27FC236}">
                  <a16:creationId xmlns:a16="http://schemas.microsoft.com/office/drawing/2014/main" id="{45951EEB-AF56-422E-A3DC-2A9DC55C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0" name="Oval 26">
              <a:extLst>
                <a:ext uri="{FF2B5EF4-FFF2-40B4-BE49-F238E27FC236}">
                  <a16:creationId xmlns:a16="http://schemas.microsoft.com/office/drawing/2014/main" id="{5F06F4BD-67B8-466C-AC49-23B651A4E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1" name="Oval 27">
              <a:extLst>
                <a:ext uri="{FF2B5EF4-FFF2-40B4-BE49-F238E27FC236}">
                  <a16:creationId xmlns:a16="http://schemas.microsoft.com/office/drawing/2014/main" id="{052A323C-0907-4FA7-A701-AB1D1F17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2" name="Oval 28">
              <a:extLst>
                <a:ext uri="{FF2B5EF4-FFF2-40B4-BE49-F238E27FC236}">
                  <a16:creationId xmlns:a16="http://schemas.microsoft.com/office/drawing/2014/main" id="{DC1275A3-EA2A-43D2-8092-B0DA4C8FB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8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3" name="Oval 29">
              <a:extLst>
                <a:ext uri="{FF2B5EF4-FFF2-40B4-BE49-F238E27FC236}">
                  <a16:creationId xmlns:a16="http://schemas.microsoft.com/office/drawing/2014/main" id="{37FFA571-AEA8-4367-8586-EF5479964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4" name="Oval 30">
              <a:extLst>
                <a:ext uri="{FF2B5EF4-FFF2-40B4-BE49-F238E27FC236}">
                  <a16:creationId xmlns:a16="http://schemas.microsoft.com/office/drawing/2014/main" id="{D3E2BC4A-9C5F-46D9-AA4E-90596F101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5" name="Oval 31">
              <a:extLst>
                <a:ext uri="{FF2B5EF4-FFF2-40B4-BE49-F238E27FC236}">
                  <a16:creationId xmlns:a16="http://schemas.microsoft.com/office/drawing/2014/main" id="{C8CE5A54-A46B-4D4B-B917-0EF10D04E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6" name="Oval 32">
              <a:extLst>
                <a:ext uri="{FF2B5EF4-FFF2-40B4-BE49-F238E27FC236}">
                  <a16:creationId xmlns:a16="http://schemas.microsoft.com/office/drawing/2014/main" id="{847840EF-EF5D-44C2-A615-63FD2C224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8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7" name="Oval 33">
              <a:extLst>
                <a:ext uri="{FF2B5EF4-FFF2-40B4-BE49-F238E27FC236}">
                  <a16:creationId xmlns:a16="http://schemas.microsoft.com/office/drawing/2014/main" id="{0EA749F3-B822-438E-BA2E-3B5E21C36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8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8" name="Oval 34">
              <a:extLst>
                <a:ext uri="{FF2B5EF4-FFF2-40B4-BE49-F238E27FC236}">
                  <a16:creationId xmlns:a16="http://schemas.microsoft.com/office/drawing/2014/main" id="{4EA8787B-3AA1-454C-98C7-8F8BBB8CB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79" name="Oval 35">
              <a:extLst>
                <a:ext uri="{FF2B5EF4-FFF2-40B4-BE49-F238E27FC236}">
                  <a16:creationId xmlns:a16="http://schemas.microsoft.com/office/drawing/2014/main" id="{EA1F93C8-0C6B-4BC1-B4EC-7C02D7591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0" name="Oval 36">
              <a:extLst>
                <a:ext uri="{FF2B5EF4-FFF2-40B4-BE49-F238E27FC236}">
                  <a16:creationId xmlns:a16="http://schemas.microsoft.com/office/drawing/2014/main" id="{2D8E9044-DB8E-4A2A-B884-0A3519CFA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1" name="Oval 37">
              <a:extLst>
                <a:ext uri="{FF2B5EF4-FFF2-40B4-BE49-F238E27FC236}">
                  <a16:creationId xmlns:a16="http://schemas.microsoft.com/office/drawing/2014/main" id="{36AAD65E-8209-48B2-B90F-661A1A4B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8" cy="7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2" name="Oval 38">
              <a:extLst>
                <a:ext uri="{FF2B5EF4-FFF2-40B4-BE49-F238E27FC236}">
                  <a16:creationId xmlns:a16="http://schemas.microsoft.com/office/drawing/2014/main" id="{E2266297-39E2-49A9-A8EF-361D93E81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83" name="Oval 39">
              <a:extLst>
                <a:ext uri="{FF2B5EF4-FFF2-40B4-BE49-F238E27FC236}">
                  <a16:creationId xmlns:a16="http://schemas.microsoft.com/office/drawing/2014/main" id="{09B5CBA0-BAF2-4DA1-A576-D48A03FA8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8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3.xml"/><Relationship Id="rId5" Type="http://schemas.openxmlformats.org/officeDocument/2006/relationships/slide" Target="slide23.xml"/><Relationship Id="rId4" Type="http://schemas.openxmlformats.org/officeDocument/2006/relationships/slide" Target="slide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5" Type="http://schemas.openxmlformats.org/officeDocument/2006/relationships/slide" Target="slide33.xml"/><Relationship Id="rId4" Type="http://schemas.openxmlformats.org/officeDocument/2006/relationships/slide" Target="slide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.wmf"/><Relationship Id="rId12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7.wmf"/><Relationship Id="rId5" Type="http://schemas.openxmlformats.org/officeDocument/2006/relationships/image" Target="../media/image4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20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6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12.wmf"/><Relationship Id="rId5" Type="http://schemas.openxmlformats.org/officeDocument/2006/relationships/image" Target="../media/image4.e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15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18.bin"/><Relationship Id="rId22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1.wmf"/><Relationship Id="rId18" Type="http://schemas.openxmlformats.org/officeDocument/2006/relationships/oleObject" Target="../embeddings/oleObject29.bin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24.wmf"/><Relationship Id="rId7" Type="http://schemas.openxmlformats.org/officeDocument/2006/relationships/image" Target="../media/image19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0.wmf"/><Relationship Id="rId5" Type="http://schemas.openxmlformats.org/officeDocument/2006/relationships/image" Target="../media/image18.e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25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2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0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e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29.emf"/><Relationship Id="rId4" Type="http://schemas.openxmlformats.org/officeDocument/2006/relationships/image" Target="../media/image26.emf"/><Relationship Id="rId9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2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oleObject" Target="../embeddings/oleObject38.bin"/><Relationship Id="rId26" Type="http://schemas.openxmlformats.org/officeDocument/2006/relationships/image" Target="../media/image38.tmp"/><Relationship Id="rId3" Type="http://schemas.openxmlformats.org/officeDocument/2006/relationships/tags" Target="../tags/tag2.xml"/><Relationship Id="rId21" Type="http://schemas.openxmlformats.org/officeDocument/2006/relationships/image" Target="../media/image35.wmf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image" Target="../media/image33.emf"/><Relationship Id="rId25" Type="http://schemas.openxmlformats.org/officeDocument/2006/relationships/image" Target="../media/image37.wmf"/><Relationship Id="rId2" Type="http://schemas.openxmlformats.org/officeDocument/2006/relationships/tags" Target="../tags/tag1.xml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1" Type="http://schemas.openxmlformats.org/officeDocument/2006/relationships/vmlDrawing" Target="../drawings/vmlDrawing8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24" Type="http://schemas.openxmlformats.org/officeDocument/2006/relationships/oleObject" Target="../embeddings/oleObject41.bin"/><Relationship Id="rId5" Type="http://schemas.openxmlformats.org/officeDocument/2006/relationships/tags" Target="../tags/tag4.xml"/><Relationship Id="rId15" Type="http://schemas.openxmlformats.org/officeDocument/2006/relationships/slideLayout" Target="../slideLayouts/slideLayout7.xml"/><Relationship Id="rId23" Type="http://schemas.openxmlformats.org/officeDocument/2006/relationships/image" Target="../media/image36.wmf"/><Relationship Id="rId10" Type="http://schemas.openxmlformats.org/officeDocument/2006/relationships/tags" Target="../tags/tag9.xml"/><Relationship Id="rId19" Type="http://schemas.openxmlformats.org/officeDocument/2006/relationships/image" Target="../media/image34.wmf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oleObject" Target="../embeddings/oleObject40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0" Type="http://schemas.openxmlformats.org/officeDocument/2006/relationships/image" Target="../media/image41.w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45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47.wmf"/><Relationship Id="rId4" Type="http://schemas.openxmlformats.org/officeDocument/2006/relationships/image" Target="../media/image44.emf"/><Relationship Id="rId9" Type="http://schemas.openxmlformats.org/officeDocument/2006/relationships/oleObject" Target="../embeddings/oleObject51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1.w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5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3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55.wmf"/><Relationship Id="rId4" Type="http://schemas.openxmlformats.org/officeDocument/2006/relationships/image" Target="../media/image52.emf"/><Relationship Id="rId9" Type="http://schemas.openxmlformats.org/officeDocument/2006/relationships/oleObject" Target="../embeddings/oleObject5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3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4.w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68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oleObject" Target="../embeddings/oleObject70.bin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38.tmp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image" Target="../media/image66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0.wmf"/><Relationship Id="rId3" Type="http://schemas.openxmlformats.org/officeDocument/2006/relationships/tags" Target="../tags/tag25.xml"/><Relationship Id="rId7" Type="http://schemas.openxmlformats.org/officeDocument/2006/relationships/image" Target="../media/image67.emf"/><Relationship Id="rId12" Type="http://schemas.openxmlformats.org/officeDocument/2006/relationships/oleObject" Target="../embeddings/oleObject74.bin"/><Relationship Id="rId2" Type="http://schemas.openxmlformats.org/officeDocument/2006/relationships/tags" Target="../tags/tag2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69.wmf"/><Relationship Id="rId5" Type="http://schemas.openxmlformats.org/officeDocument/2006/relationships/slideLayout" Target="../slideLayouts/slideLayout7.xml"/><Relationship Id="rId10" Type="http://schemas.openxmlformats.org/officeDocument/2006/relationships/oleObject" Target="../embeddings/oleObject73.bin"/><Relationship Id="rId4" Type="http://schemas.openxmlformats.org/officeDocument/2006/relationships/tags" Target="../tags/tag26.xml"/><Relationship Id="rId9" Type="http://schemas.openxmlformats.org/officeDocument/2006/relationships/image" Target="../media/image68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7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31.png"/><Relationship Id="rId7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4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0" Type="http://schemas.openxmlformats.org/officeDocument/2006/relationships/image" Target="../media/image78.emf"/><Relationship Id="rId4" Type="http://schemas.openxmlformats.org/officeDocument/2006/relationships/image" Target="../media/image75.emf"/><Relationship Id="rId9" Type="http://schemas.openxmlformats.org/officeDocument/2006/relationships/oleObject" Target="../embeddings/oleObject81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oleObject" Target="../embeddings/oleObject88.bin"/><Relationship Id="rId3" Type="http://schemas.openxmlformats.org/officeDocument/2006/relationships/oleObject" Target="../embeddings/oleObject83.bin"/><Relationship Id="rId7" Type="http://schemas.openxmlformats.org/officeDocument/2006/relationships/oleObject" Target="../embeddings/oleObject85.bin"/><Relationship Id="rId12" Type="http://schemas.openxmlformats.org/officeDocument/2006/relationships/image" Target="../media/image7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1.emf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4.bin"/><Relationship Id="rId10" Type="http://schemas.openxmlformats.org/officeDocument/2006/relationships/image" Target="../media/image75.e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6.bin"/><Relationship Id="rId14" Type="http://schemas.openxmlformats.org/officeDocument/2006/relationships/image" Target="../media/image83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5.e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87.wmf"/><Relationship Id="rId4" Type="http://schemas.openxmlformats.org/officeDocument/2006/relationships/image" Target="../media/image86.wmf"/><Relationship Id="rId9" Type="http://schemas.openxmlformats.org/officeDocument/2006/relationships/oleObject" Target="../embeddings/oleObject94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89.e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79.e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10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13" Type="http://schemas.openxmlformats.org/officeDocument/2006/relationships/oleObject" Target="../embeddings/oleObject108.bin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5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6.emf"/><Relationship Id="rId11" Type="http://schemas.openxmlformats.org/officeDocument/2006/relationships/oleObject" Target="../embeddings/oleObject107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09.bin"/><Relationship Id="rId10" Type="http://schemas.openxmlformats.org/officeDocument/2006/relationships/image" Target="../media/image79.emf"/><Relationship Id="rId4" Type="http://schemas.openxmlformats.org/officeDocument/2006/relationships/image" Target="../media/image92.emf"/><Relationship Id="rId9" Type="http://schemas.openxmlformats.org/officeDocument/2006/relationships/oleObject" Target="../embeddings/oleObject106.bin"/><Relationship Id="rId14" Type="http://schemas.openxmlformats.org/officeDocument/2006/relationships/image" Target="../media/image9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96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8.e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97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00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117.bin"/><Relationship Id="rId4" Type="http://schemas.openxmlformats.org/officeDocument/2006/relationships/image" Target="../media/image101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3" Type="http://schemas.openxmlformats.org/officeDocument/2006/relationships/tags" Target="../tags/tag28.xml"/><Relationship Id="rId21" Type="http://schemas.openxmlformats.org/officeDocument/2006/relationships/image" Target="../media/image104.emf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oleObject" Target="../embeddings/oleObject119.bin"/><Relationship Id="rId1" Type="http://schemas.openxmlformats.org/officeDocument/2006/relationships/vmlDrawing" Target="../drawings/vmlDrawing32.v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10" Type="http://schemas.openxmlformats.org/officeDocument/2006/relationships/tags" Target="../tags/tag35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image" Target="../media/image38.tmp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04.emf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0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emf"/><Relationship Id="rId3" Type="http://schemas.openxmlformats.org/officeDocument/2006/relationships/oleObject" Target="../embeddings/oleObject122.bin"/><Relationship Id="rId7" Type="http://schemas.openxmlformats.org/officeDocument/2006/relationships/oleObject" Target="../embeddings/oleObject124.bin"/><Relationship Id="rId12" Type="http://schemas.openxmlformats.org/officeDocument/2006/relationships/image" Target="../media/image11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26.bin"/><Relationship Id="rId5" Type="http://schemas.openxmlformats.org/officeDocument/2006/relationships/oleObject" Target="../embeddings/oleObject123.bin"/><Relationship Id="rId10" Type="http://schemas.openxmlformats.org/officeDocument/2006/relationships/image" Target="../media/image110.emf"/><Relationship Id="rId4" Type="http://schemas.openxmlformats.org/officeDocument/2006/relationships/image" Target="../media/image107.emf"/><Relationship Id="rId9" Type="http://schemas.openxmlformats.org/officeDocument/2006/relationships/oleObject" Target="../embeddings/oleObject125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4.xml"/><Relationship Id="rId1" Type="http://schemas.openxmlformats.org/officeDocument/2006/relationships/tags" Target="../tags/tag4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128.bin"/><Relationship Id="rId10" Type="http://schemas.openxmlformats.org/officeDocument/2006/relationships/image" Target="../media/image113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3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14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17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16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843C6A30-78A2-46F6-A867-84D13EC6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8066087" cy="1281113"/>
          </a:xfrm>
          <a:prstGeom prst="actionButtonBlank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第三章 电阻电路的一般分析</a:t>
            </a:r>
          </a:p>
        </p:txBody>
      </p:sp>
      <p:sp>
        <p:nvSpPr>
          <p:cNvPr id="20483" name="Rectangle 16">
            <a:hlinkClick r:id="rId2" action="ppaction://hlinksldjump"/>
            <a:extLst>
              <a:ext uri="{FF2B5EF4-FFF2-40B4-BE49-F238E27FC236}">
                <a16:creationId xmlns:a16="http://schemas.microsoft.com/office/drawing/2014/main" id="{C7F142D4-FB81-4FF3-86EB-173E73FF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1736725"/>
            <a:ext cx="27352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0484" name="Rectangle 17">
            <a:hlinkClick r:id="rId3" action="ppaction://hlinksldjump"/>
            <a:extLst>
              <a:ext uri="{FF2B5EF4-FFF2-40B4-BE49-F238E27FC236}">
                <a16:creationId xmlns:a16="http://schemas.microsoft.com/office/drawing/2014/main" id="{53F88532-158F-4792-8F1D-02163769E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559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0485" name="Rectangle 18">
            <a:hlinkClick r:id="rId4" action="ppaction://hlinksldjump"/>
            <a:extLst>
              <a:ext uri="{FF2B5EF4-FFF2-40B4-BE49-F238E27FC236}">
                <a16:creationId xmlns:a16="http://schemas.microsoft.com/office/drawing/2014/main" id="{34182A40-EBC8-4000-9AD1-A89EA336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2924175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0486" name="Rectangle 19">
            <a:hlinkClick r:id="rId4" action="ppaction://hlinksldjump"/>
            <a:extLst>
              <a:ext uri="{FF2B5EF4-FFF2-40B4-BE49-F238E27FC236}">
                <a16:creationId xmlns:a16="http://schemas.microsoft.com/office/drawing/2014/main" id="{F9DA633F-82EF-4938-9827-F0ED58355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211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0487" name="Rectangle 20">
            <a:hlinkClick r:id="rId5" action="ppaction://hlinksldjump"/>
            <a:extLst>
              <a:ext uri="{FF2B5EF4-FFF2-40B4-BE49-F238E27FC236}">
                <a16:creationId xmlns:a16="http://schemas.microsoft.com/office/drawing/2014/main" id="{72B5787B-3FFE-4C3F-8067-6189BEB2A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8775" y="2371725"/>
            <a:ext cx="48228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 KCL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的独立方程数</a:t>
            </a:r>
          </a:p>
        </p:txBody>
      </p:sp>
      <p:sp>
        <p:nvSpPr>
          <p:cNvPr id="20488" name="Rectangle 21">
            <a:hlinkClick r:id="rId6" action="ppaction://hlinksldjump"/>
            <a:extLst>
              <a:ext uri="{FF2B5EF4-FFF2-40B4-BE49-F238E27FC236}">
                <a16:creationId xmlns:a16="http://schemas.microsoft.com/office/drawing/2014/main" id="{7F10257F-B7F4-42CA-BCCF-6863B938C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868863"/>
            <a:ext cx="2549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3-6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09DBAEBD-2B66-40A9-871C-6B9F4C468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706688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节点电压法</a:t>
            </a:r>
          </a:p>
        </p:txBody>
      </p:sp>
      <p:sp>
        <p:nvSpPr>
          <p:cNvPr id="21507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1EF9EED2-7CA9-4567-8E1C-39D19DED1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2060575"/>
            <a:ext cx="2622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21508" name="Rectangle 4">
            <a:hlinkClick r:id="rId3" action="ppaction://hlinksldjump"/>
            <a:extLst>
              <a:ext uri="{FF2B5EF4-FFF2-40B4-BE49-F238E27FC236}">
                <a16:creationId xmlns:a16="http://schemas.microsoft.com/office/drawing/2014/main" id="{F3F367EF-671A-421B-BC17-E3B69718B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8988" y="3425825"/>
            <a:ext cx="2532062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21509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E79D0013-A68E-4B14-8319-641CEC47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97425"/>
            <a:ext cx="3889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图论的基本知识</a:t>
            </a:r>
            <a:endParaRPr lang="en-US" altLang="zh-CN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10" name="Rectangle 6">
            <a:hlinkClick r:id="rId5" action="ppaction://hlinksldjump"/>
            <a:extLst>
              <a:ext uri="{FF2B5EF4-FFF2-40B4-BE49-F238E27FC236}">
                <a16:creationId xmlns:a16="http://schemas.microsoft.com/office/drawing/2014/main" id="{EAD4C102-1411-4651-BDA9-B46383681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144963"/>
            <a:ext cx="2532063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1511" name="标题 11">
            <a:extLst>
              <a:ext uri="{FF2B5EF4-FFF2-40B4-BE49-F238E27FC236}">
                <a16:creationId xmlns:a16="http://schemas.microsoft.com/office/drawing/2014/main" id="{ACC34261-1E72-4346-82B3-9463C8C75B98}"/>
              </a:ext>
            </a:extLst>
          </p:cNvPr>
          <p:cNvSpPr>
            <a:spLocks/>
          </p:cNvSpPr>
          <p:nvPr/>
        </p:nvSpPr>
        <p:spPr bwMode="auto">
          <a:xfrm>
            <a:off x="684213" y="1125538"/>
            <a:ext cx="1871662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重点：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75756" y="-99050"/>
            <a:ext cx="6880146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 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玩转两类约束</a:t>
            </a:r>
          </a:p>
        </p:txBody>
      </p:sp>
      <p:grpSp>
        <p:nvGrpSpPr>
          <p:cNvPr id="244760" name="Group 24">
            <a:extLst>
              <a:ext uri="{FF2B5EF4-FFF2-40B4-BE49-F238E27FC236}">
                <a16:creationId xmlns:a16="http://schemas.microsoft.com/office/drawing/2014/main" id="{797E94F9-7E6A-4B47-BDAF-07D04F6B18A3}"/>
              </a:ext>
            </a:extLst>
          </p:cNvPr>
          <p:cNvGrpSpPr>
            <a:grpSpLocks/>
          </p:cNvGrpSpPr>
          <p:nvPr/>
        </p:nvGrpSpPr>
        <p:grpSpPr bwMode="auto">
          <a:xfrm>
            <a:off x="390941" y="800090"/>
            <a:ext cx="2852216" cy="2784970"/>
            <a:chOff x="476" y="2106"/>
            <a:chExt cx="1782" cy="1742"/>
          </a:xfrm>
        </p:grpSpPr>
        <p:sp>
          <p:nvSpPr>
            <p:cNvPr id="22546" name="Oval 25">
              <a:extLst>
                <a:ext uri="{FF2B5EF4-FFF2-40B4-BE49-F238E27FC236}">
                  <a16:creationId xmlns:a16="http://schemas.microsoft.com/office/drawing/2014/main" id="{A0D236E6-654E-4010-908C-94CAF871D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3240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47" name="Line 26">
              <a:extLst>
                <a:ext uri="{FF2B5EF4-FFF2-40B4-BE49-F238E27FC236}">
                  <a16:creationId xmlns:a16="http://schemas.microsoft.com/office/drawing/2014/main" id="{097AC06E-7E21-443F-A1FA-BC6FEBA20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" y="2242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7">
              <a:extLst>
                <a:ext uri="{FF2B5EF4-FFF2-40B4-BE49-F238E27FC236}">
                  <a16:creationId xmlns:a16="http://schemas.microsoft.com/office/drawing/2014/main" id="{E1A940FC-635D-4E8E-BBA9-A7C61A52C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7" y="2696"/>
              <a:ext cx="817" cy="4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Line 28">
              <a:extLst>
                <a:ext uri="{FF2B5EF4-FFF2-40B4-BE49-F238E27FC236}">
                  <a16:creationId xmlns:a16="http://schemas.microsoft.com/office/drawing/2014/main" id="{2CD181F3-2268-4A52-A465-BFE6F75A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0" name="Line 29">
              <a:extLst>
                <a:ext uri="{FF2B5EF4-FFF2-40B4-BE49-F238E27FC236}">
                  <a16:creationId xmlns:a16="http://schemas.microsoft.com/office/drawing/2014/main" id="{8A436C52-0889-4C26-9789-05D37DE16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242"/>
              <a:ext cx="817" cy="4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1" name="Line 30">
              <a:extLst>
                <a:ext uri="{FF2B5EF4-FFF2-40B4-BE49-F238E27FC236}">
                  <a16:creationId xmlns:a16="http://schemas.microsoft.com/office/drawing/2014/main" id="{991E5150-8BC7-480B-9C36-DB0FE4CEB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224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2" name="Line 31">
              <a:extLst>
                <a:ext uri="{FF2B5EF4-FFF2-40B4-BE49-F238E27FC236}">
                  <a16:creationId xmlns:a16="http://schemas.microsoft.com/office/drawing/2014/main" id="{71BC7C91-B312-49ED-8A3F-A6A724BCF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3" name="Line 32">
              <a:extLst>
                <a:ext uri="{FF2B5EF4-FFF2-40B4-BE49-F238E27FC236}">
                  <a16:creationId xmlns:a16="http://schemas.microsoft.com/office/drawing/2014/main" id="{50311B5F-BEBA-41A6-8871-1BCEC8373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3421"/>
              <a:ext cx="163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4" name="Line 33">
              <a:extLst>
                <a:ext uri="{FF2B5EF4-FFF2-40B4-BE49-F238E27FC236}">
                  <a16:creationId xmlns:a16="http://schemas.microsoft.com/office/drawing/2014/main" id="{D00A3A5C-711D-4C8C-BF9E-5B885C7B34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2695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5" name="Text Box 34">
              <a:extLst>
                <a:ext uri="{FF2B5EF4-FFF2-40B4-BE49-F238E27FC236}">
                  <a16:creationId xmlns:a16="http://schemas.microsoft.com/office/drawing/2014/main" id="{255F9E54-9EE1-4CA6-8728-0554163D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922"/>
              <a:ext cx="4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2556" name="Text Box 35">
              <a:extLst>
                <a:ext uri="{FF2B5EF4-FFF2-40B4-BE49-F238E27FC236}">
                  <a16:creationId xmlns:a16="http://schemas.microsoft.com/office/drawing/2014/main" id="{9A29FA26-EEAA-4391-B08C-0C3B8CB258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2106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557" name="Text Box 36">
              <a:extLst>
                <a:ext uri="{FF2B5EF4-FFF2-40B4-BE49-F238E27FC236}">
                  <a16:creationId xmlns:a16="http://schemas.microsoft.com/office/drawing/2014/main" id="{C5F20E34-F51F-495D-90DF-5664622283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4" y="213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2558" name="Text Box 37">
              <a:extLst>
                <a:ext uri="{FF2B5EF4-FFF2-40B4-BE49-F238E27FC236}">
                  <a16:creationId xmlns:a16="http://schemas.microsoft.com/office/drawing/2014/main" id="{9440AFC6-4ED6-4C4D-8204-7A5652F1D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9" y="2605"/>
              <a:ext cx="49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2559" name="Text Box 38">
              <a:extLst>
                <a:ext uri="{FF2B5EF4-FFF2-40B4-BE49-F238E27FC236}">
                  <a16:creationId xmlns:a16="http://schemas.microsoft.com/office/drawing/2014/main" id="{68313008-0381-45D8-8117-3A416FE44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412"/>
              <a:ext cx="59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2560" name="Text Box 39">
              <a:extLst>
                <a:ext uri="{FF2B5EF4-FFF2-40B4-BE49-F238E27FC236}">
                  <a16:creationId xmlns:a16="http://schemas.microsoft.com/office/drawing/2014/main" id="{D43947FC-BB1A-4EAD-A56F-21DCD4262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557"/>
              <a:ext cx="31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lang="en-US" altLang="zh-CN" sz="24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</a:t>
              </a:r>
              <a:endParaRPr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1" name="Text Box 40">
              <a:extLst>
                <a:ext uri="{FF2B5EF4-FFF2-40B4-BE49-F238E27FC236}">
                  <a16:creationId xmlns:a16="http://schemas.microsoft.com/office/drawing/2014/main" id="{3524F4A1-58A5-4B57-9706-A69ADA2F5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3376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2" name="Text Box 41">
              <a:extLst>
                <a:ext uri="{FF2B5EF4-FFF2-40B4-BE49-F238E27FC236}">
                  <a16:creationId xmlns:a16="http://schemas.microsoft.com/office/drawing/2014/main" id="{9DE9E684-4382-4B75-8E5A-FFC3EA29BD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330"/>
              <a:ext cx="31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  <a:endParaRPr lang="en-US" altLang="zh-CN" sz="2800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3" name="Rectangle 42">
              <a:extLst>
                <a:ext uri="{FF2B5EF4-FFF2-40B4-BE49-F238E27FC236}">
                  <a16:creationId xmlns:a16="http://schemas.microsoft.com/office/drawing/2014/main" id="{81540001-92A8-4A93-A614-64CE895C2D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12269">
              <a:off x="1655" y="2831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4" name="Rectangle 43">
              <a:extLst>
                <a:ext uri="{FF2B5EF4-FFF2-40B4-BE49-F238E27FC236}">
                  <a16:creationId xmlns:a16="http://schemas.microsoft.com/office/drawing/2014/main" id="{4B7F828B-3D0D-473D-A9B4-0DEF54A04A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9199">
              <a:off x="793" y="2877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5" name="Rectangle 44">
              <a:extLst>
                <a:ext uri="{FF2B5EF4-FFF2-40B4-BE49-F238E27FC236}">
                  <a16:creationId xmlns:a16="http://schemas.microsoft.com/office/drawing/2014/main" id="{616BF832-60A3-4652-99DB-A3D2B84E37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41819">
              <a:off x="1610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6" name="Rectangle 45">
              <a:extLst>
                <a:ext uri="{FF2B5EF4-FFF2-40B4-BE49-F238E27FC236}">
                  <a16:creationId xmlns:a16="http://schemas.microsoft.com/office/drawing/2014/main" id="{A8574E83-4130-4DEB-918E-A91C748A53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970852">
              <a:off x="703" y="2423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7" name="Rectangle 46">
              <a:extLst>
                <a:ext uri="{FF2B5EF4-FFF2-40B4-BE49-F238E27FC236}">
                  <a16:creationId xmlns:a16="http://schemas.microsoft.com/office/drawing/2014/main" id="{786C90B4-68EA-436D-B97C-6BCED7F79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3330"/>
              <a:ext cx="317" cy="13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8" name="Rectangle 47">
              <a:extLst>
                <a:ext uri="{FF2B5EF4-FFF2-40B4-BE49-F238E27FC236}">
                  <a16:creationId xmlns:a16="http://schemas.microsoft.com/office/drawing/2014/main" id="{94306595-7B79-431C-B506-92D6A014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51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569" name="Text Box 48">
              <a:extLst>
                <a:ext uri="{FF2B5EF4-FFF2-40B4-BE49-F238E27FC236}">
                  <a16:creationId xmlns:a16="http://schemas.microsoft.com/office/drawing/2014/main" id="{87A0C0C6-EC84-4371-A9A8-3651186E42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3" y="2514"/>
              <a:ext cx="54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44792" name="Group 56">
            <a:extLst>
              <a:ext uri="{FF2B5EF4-FFF2-40B4-BE49-F238E27FC236}">
                <a16:creationId xmlns:a16="http://schemas.microsoft.com/office/drawing/2014/main" id="{9A153E95-9235-4CDF-99AC-C378327D8D34}"/>
              </a:ext>
            </a:extLst>
          </p:cNvPr>
          <p:cNvGrpSpPr>
            <a:grpSpLocks/>
          </p:cNvGrpSpPr>
          <p:nvPr/>
        </p:nvGrpSpPr>
        <p:grpSpPr bwMode="auto">
          <a:xfrm>
            <a:off x="49083" y="504886"/>
            <a:ext cx="3402340" cy="2377388"/>
            <a:chOff x="204" y="1470"/>
            <a:chExt cx="2260" cy="1470"/>
          </a:xfrm>
        </p:grpSpPr>
        <p:sp>
          <p:nvSpPr>
            <p:cNvPr id="22542" name="Text Box 52">
              <a:extLst>
                <a:ext uri="{FF2B5EF4-FFF2-40B4-BE49-F238E27FC236}">
                  <a16:creationId xmlns:a16="http://schemas.microsoft.com/office/drawing/2014/main" id="{25789CCA-8B3D-48F2-A901-DAE536552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8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2543" name="Text Box 53">
              <a:extLst>
                <a:ext uri="{FF2B5EF4-FFF2-40B4-BE49-F238E27FC236}">
                  <a16:creationId xmlns:a16="http://schemas.microsoft.com/office/drawing/2014/main" id="{AEC9B1A2-6352-441D-AC06-FC984AD261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47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2544" name="Text Box 54">
              <a:extLst>
                <a:ext uri="{FF2B5EF4-FFF2-40B4-BE49-F238E27FC236}">
                  <a16:creationId xmlns:a16="http://schemas.microsoft.com/office/drawing/2014/main" id="{F1D5BAB0-0704-46A8-B587-43608CA469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033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2545" name="Text Box 55">
              <a:extLst>
                <a:ext uri="{FF2B5EF4-FFF2-40B4-BE49-F238E27FC236}">
                  <a16:creationId xmlns:a16="http://schemas.microsoft.com/office/drawing/2014/main" id="{D1DD111D-46CD-4559-A61D-E07286867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649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05875"/>
              </p:ext>
            </p:extLst>
          </p:nvPr>
        </p:nvGraphicFramePr>
        <p:xfrm>
          <a:off x="3375073" y="599039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30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295940" name="Object 4">
                        <a:extLst>
                          <a:ext uri="{FF2B5EF4-FFF2-40B4-BE49-F238E27FC236}">
                            <a16:creationId xmlns:a16="http://schemas.microsoft.com/office/drawing/2014/main" id="{51A6BE23-55BF-4018-BA5F-B779900053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073" y="599039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Object 7">
            <a:extLst>
              <a:ext uri="{FF2B5EF4-FFF2-40B4-BE49-F238E27FC236}">
                <a16:creationId xmlns:a16="http://schemas.microsoft.com/office/drawing/2014/main" id="{338B3727-3E27-4BF2-ABA6-3564BE722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720378"/>
              </p:ext>
            </p:extLst>
          </p:nvPr>
        </p:nvGraphicFramePr>
        <p:xfrm>
          <a:off x="272523" y="3523014"/>
          <a:ext cx="3454982" cy="3302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31" name="Visio" r:id="rId6" imgW="1682995" imgH="1705004" progId="Visio.Drawing.11">
                  <p:embed/>
                </p:oleObj>
              </mc:Choice>
              <mc:Fallback>
                <p:oleObj name="Visio" r:id="rId6" imgW="1682995" imgH="1705004" progId="Visio.Drawing.11">
                  <p:embed/>
                  <p:pic>
                    <p:nvPicPr>
                      <p:cNvPr id="43" name="Object 7">
                        <a:extLst>
                          <a:ext uri="{FF2B5EF4-FFF2-40B4-BE49-F238E27FC236}">
                            <a16:creationId xmlns:a16="http://schemas.microsoft.com/office/drawing/2014/main" id="{0E355C3B-1839-4A3F-B9AF-F0123508FD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523" y="3523014"/>
                        <a:ext cx="3454982" cy="3302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9311" y="70353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6" name="Group 6">
            <a:extLst>
              <a:ext uri="{FF2B5EF4-FFF2-40B4-BE49-F238E27FC236}">
                <a16:creationId xmlns:a16="http://schemas.microsoft.com/office/drawing/2014/main" id="{8411A65A-4A8D-461A-92E4-2587015D73FC}"/>
              </a:ext>
            </a:extLst>
          </p:cNvPr>
          <p:cNvGrpSpPr>
            <a:grpSpLocks/>
          </p:cNvGrpSpPr>
          <p:nvPr/>
        </p:nvGrpSpPr>
        <p:grpSpPr bwMode="auto">
          <a:xfrm>
            <a:off x="3194376" y="3387243"/>
            <a:ext cx="1254873" cy="521414"/>
            <a:chOff x="2680" y="1242"/>
            <a:chExt cx="862" cy="328"/>
          </a:xfrm>
        </p:grpSpPr>
        <p:sp>
          <p:nvSpPr>
            <p:cNvPr id="117" name="AutoShape 7">
              <a:extLst>
                <a:ext uri="{FF2B5EF4-FFF2-40B4-BE49-F238E27FC236}">
                  <a16:creationId xmlns:a16="http://schemas.microsoft.com/office/drawing/2014/main" id="{60BAEAD6-7EDA-4499-B168-1DFCE1BE6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434"/>
              <a:ext cx="771" cy="136"/>
            </a:xfrm>
            <a:prstGeom prst="rightArrow">
              <a:avLst>
                <a:gd name="adj1" fmla="val 50000"/>
                <a:gd name="adj2" fmla="val 141728"/>
              </a:avLst>
            </a:prstGeom>
            <a:solidFill>
              <a:srgbClr val="00B050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8" name="Text Box 8">
              <a:extLst>
                <a:ext uri="{FF2B5EF4-FFF2-40B4-BE49-F238E27FC236}">
                  <a16:creationId xmlns:a16="http://schemas.microsoft.com/office/drawing/2014/main" id="{40FCCA8E-79D3-471F-886A-A5FD81BC4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0" y="1242"/>
              <a:ext cx="862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抛开元件性质</a:t>
              </a:r>
            </a:p>
          </p:txBody>
        </p:sp>
      </p:grp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3798070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5346130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4841305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4340" y="5380031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43221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509" y="33569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4322192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4625405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559060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466985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3906266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5201667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9565" y="5417567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3833242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142" name="Text Box 5">
            <a:extLst>
              <a:ext uri="{FF2B5EF4-FFF2-40B4-BE49-F238E27FC236}">
                <a16:creationId xmlns:a16="http://schemas.microsoft.com/office/drawing/2014/main" id="{004B70FF-E2F4-42BA-8824-6CA2F78859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2217" y="6364278"/>
            <a:ext cx="32082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电路的图（电路拓扑图）</a:t>
            </a:r>
            <a:endParaRPr lang="en-US" altLang="zh-CN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Rectangle 49">
            <a:extLst>
              <a:ext uri="{FF2B5EF4-FFF2-40B4-BE49-F238E27FC236}">
                <a16:creationId xmlns:a16="http://schemas.microsoft.com/office/drawing/2014/main" id="{6A5C948B-D1A4-4786-B1FB-676AD77D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769" y="2670960"/>
            <a:ext cx="1804370" cy="4093428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是将电路元件以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线段代替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，用以表示电路几何结构的图形，图中的支路和节点与电路的支路和节点一一对应。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规定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有向图中支路的方向为支路电流和支路电压的参考方向。</a:t>
            </a:r>
          </a:p>
        </p:txBody>
      </p:sp>
      <p:sp>
        <p:nvSpPr>
          <p:cNvPr id="144" name="Rectangle 49">
            <a:extLst>
              <a:ext uri="{FF2B5EF4-FFF2-40B4-BE49-F238E27FC236}">
                <a16:creationId xmlns:a16="http://schemas.microsoft.com/office/drawing/2014/main" id="{B5A43D71-117F-4FA4-84A7-0E715D362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2957" y="370180"/>
            <a:ext cx="1589274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三个电路支路电流表示的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和以支路电压表示的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表达式相同吗？</a:t>
            </a:r>
            <a:endParaRPr lang="zh-CN" altLang="en-US" sz="20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29" grpId="0"/>
      <p:bldP spid="130" grpId="0"/>
      <p:bldP spid="142" grpId="0"/>
      <p:bldP spid="143" grpId="0" animBg="1"/>
      <p:bldP spid="14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347354" y="-127463"/>
            <a:ext cx="5957821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选择上述一个电路列写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199212"/>
              </p:ext>
            </p:extLst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4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581369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528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517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7108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" y="3701234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203404"/>
              </p:ext>
            </p:extLst>
          </p:nvPr>
        </p:nvGraphicFramePr>
        <p:xfrm>
          <a:off x="1374775" y="3632200"/>
          <a:ext cx="17145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5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4775" y="3632200"/>
                        <a:ext cx="1714500" cy="1319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5039595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5703124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5201890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41A9A10C-F880-47C2-81C9-D405EB282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2567135"/>
              </p:ext>
            </p:extLst>
          </p:nvPr>
        </p:nvGraphicFramePr>
        <p:xfrm>
          <a:off x="1282507" y="5005428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6" name="Equation" r:id="rId8" imgW="1803240" imgH="1143000" progId="Equation.DSMT4">
                  <p:embed/>
                </p:oleObj>
              </mc:Choice>
              <mc:Fallback>
                <p:oleObj name="Equation" r:id="rId8" imgW="180324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2507" y="5005428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106" y="3288139"/>
            <a:ext cx="1670345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③ｂ个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7" name="对象 146">
            <a:extLst>
              <a:ext uri="{FF2B5EF4-FFF2-40B4-BE49-F238E27FC236}">
                <a16:creationId xmlns:a16="http://schemas.microsoft.com/office/drawing/2014/main" id="{B3166A06-2262-4646-9C9B-6926FC3335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461870"/>
              </p:ext>
            </p:extLst>
          </p:nvPr>
        </p:nvGraphicFramePr>
        <p:xfrm>
          <a:off x="3587837" y="3885603"/>
          <a:ext cx="1717488" cy="24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7" name="Equation" r:id="rId10" imgW="1625400" imgH="2361960" progId="Equation.DSMT4">
                  <p:embed/>
                </p:oleObj>
              </mc:Choice>
              <mc:Fallback>
                <p:oleObj name="Equation" r:id="rId10" imgW="1625400" imgH="23619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87837" y="3885603"/>
                        <a:ext cx="1717488" cy="249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Rectangle 2">
            <a:extLst>
              <a:ext uri="{FF2B5EF4-FFF2-40B4-BE49-F238E27FC236}">
                <a16:creationId xmlns:a16="http://schemas.microsoft.com/office/drawing/2014/main" id="{C63AADE8-BC7F-46BA-8288-80366927412C}"/>
              </a:ext>
            </a:extLst>
          </p:cNvPr>
          <p:cNvSpPr>
            <a:spLocks/>
          </p:cNvSpPr>
          <p:nvPr/>
        </p:nvSpPr>
        <p:spPr bwMode="auto">
          <a:xfrm>
            <a:off x="4989849" y="-211663"/>
            <a:ext cx="254835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支路数ｂ＝６</a:t>
            </a:r>
          </a:p>
        </p:txBody>
      </p:sp>
      <p:sp>
        <p:nvSpPr>
          <p:cNvPr id="149" name="Rectangle 49">
            <a:extLst>
              <a:ext uri="{FF2B5EF4-FFF2-40B4-BE49-F238E27FC236}">
                <a16:creationId xmlns:a16="http://schemas.microsoft.com/office/drawing/2014/main" id="{BC570218-56E4-4482-BB37-1CCA21159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9854" y="3172906"/>
            <a:ext cx="3271487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④６个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代入３个ＫＶＬ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箭头: 右 99">
            <a:extLst>
              <a:ext uri="{FF2B5EF4-FFF2-40B4-BE49-F238E27FC236}">
                <a16:creationId xmlns:a16="http://schemas.microsoft.com/office/drawing/2014/main" id="{A51188F9-B008-46DE-8765-15AB5F1DAB94}"/>
              </a:ext>
            </a:extLst>
          </p:cNvPr>
          <p:cNvSpPr/>
          <p:nvPr/>
        </p:nvSpPr>
        <p:spPr bwMode="auto">
          <a:xfrm rot="9267313">
            <a:off x="3299022" y="5454480"/>
            <a:ext cx="998198" cy="228131"/>
          </a:xfrm>
          <a:prstGeom prst="rightArrow">
            <a:avLst/>
          </a:prstGeom>
          <a:solidFill>
            <a:srgbClr val="FFFF99">
              <a:alpha val="36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EF8CEC2F-84E9-464C-995F-50F139D624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781937"/>
              </p:ext>
            </p:extLst>
          </p:nvPr>
        </p:nvGraphicFramePr>
        <p:xfrm>
          <a:off x="5675313" y="3573463"/>
          <a:ext cx="28416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48" name="Equation" r:id="rId12" imgW="2463480" imgH="1143000" progId="Equation.DSMT4">
                  <p:embed/>
                </p:oleObj>
              </mc:Choice>
              <mc:Fallback>
                <p:oleObj name="Equation" r:id="rId12" imgW="246348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675313" y="3573463"/>
                        <a:ext cx="284162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726DDDB-92A5-49B2-9425-D8B31E2215E4}"/>
              </a:ext>
            </a:extLst>
          </p:cNvPr>
          <p:cNvSpPr/>
          <p:nvPr/>
        </p:nvSpPr>
        <p:spPr bwMode="auto">
          <a:xfrm>
            <a:off x="5487200" y="4891088"/>
            <a:ext cx="3474935" cy="1966912"/>
          </a:xfrm>
          <a:prstGeom prst="roundRect">
            <a:avLst/>
          </a:prstGeom>
          <a:solidFill>
            <a:srgbClr val="FFFF99">
              <a:alpha val="63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以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07A90B"/>
                </a:solidFill>
                <a:effectLst/>
                <a:latin typeface="+mj-ea"/>
                <a:ea typeface="+mj-ea"/>
              </a:rPr>
              <a:t>支路电流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表示的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KVL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方程，再加上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effectLst/>
                <a:latin typeface="+mj-ea"/>
                <a:ea typeface="+mj-ea"/>
              </a:rPr>
              <a:t>KCL</a:t>
            </a:r>
            <a:r>
              <a:rPr lang="zh-CN" altLang="en-US" sz="2000" b="1" dirty="0">
                <a:latin typeface="+mj-ea"/>
                <a:ea typeface="+mj-ea"/>
              </a:rPr>
              <a:t>方程，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个方程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个支路电流未知量，可求出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个支路电流，进一步求出</a:t>
            </a:r>
            <a:r>
              <a:rPr lang="en-US" altLang="zh-CN" sz="2000" b="1" dirty="0">
                <a:latin typeface="+mj-ea"/>
                <a:ea typeface="+mj-ea"/>
              </a:rPr>
              <a:t>6</a:t>
            </a:r>
            <a:r>
              <a:rPr lang="zh-CN" altLang="en-US" sz="2000" b="1" dirty="0">
                <a:latin typeface="+mj-ea"/>
                <a:ea typeface="+mj-ea"/>
              </a:rPr>
              <a:t>个支路电压</a:t>
            </a:r>
            <a:r>
              <a:rPr lang="zh-CN" altLang="en-US" sz="2000" b="1" dirty="0">
                <a:solidFill>
                  <a:srgbClr val="FF0000"/>
                </a:solidFill>
                <a:latin typeface="+mj-ea"/>
                <a:ea typeface="+mj-ea"/>
              </a:rPr>
              <a:t>此方法称为支路电流法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4E819791-1FE7-429F-B4B8-919246571524}"/>
              </a:ext>
            </a:extLst>
          </p:cNvPr>
          <p:cNvSpPr/>
          <p:nvPr/>
        </p:nvSpPr>
        <p:spPr bwMode="auto">
          <a:xfrm>
            <a:off x="1328238" y="3657899"/>
            <a:ext cx="4064905" cy="2816796"/>
          </a:xfrm>
          <a:prstGeom prst="rect">
            <a:avLst/>
          </a:prstGeom>
          <a:solidFill>
            <a:schemeClr val="accent1">
              <a:alpha val="59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61AF84E3-8847-43B4-8893-2EF77A1BCCDA}"/>
              </a:ext>
            </a:extLst>
          </p:cNvPr>
          <p:cNvSpPr/>
          <p:nvPr/>
        </p:nvSpPr>
        <p:spPr bwMode="auto">
          <a:xfrm>
            <a:off x="3575106" y="3325844"/>
            <a:ext cx="1773780" cy="3139410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EA137327-29D5-4AE9-8063-3AFF4ACA6745}"/>
              </a:ext>
            </a:extLst>
          </p:cNvPr>
          <p:cNvSpPr/>
          <p:nvPr/>
        </p:nvSpPr>
        <p:spPr bwMode="auto">
          <a:xfrm>
            <a:off x="75046" y="5033031"/>
            <a:ext cx="4064905" cy="1376015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056413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3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0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/>
      <p:bldP spid="126" grpId="0"/>
      <p:bldP spid="127" grpId="0"/>
      <p:bldP spid="128" grpId="0"/>
      <p:bldP spid="129" grpId="0"/>
      <p:bldP spid="130" grpId="0"/>
      <p:bldP spid="71" grpId="0" animBg="1"/>
      <p:bldP spid="36" grpId="0" animBg="1"/>
      <p:bldP spid="146" grpId="0" animBg="1"/>
      <p:bldP spid="149" grpId="0" animBg="1"/>
      <p:bldP spid="100" grpId="0" animBg="1"/>
      <p:bldP spid="101" grpId="0" animBg="1"/>
      <p:bldP spid="102" grpId="0" animBg="1"/>
      <p:bldP spid="102" grpId="1" animBg="1"/>
      <p:bldP spid="103" grpId="0" animBg="1"/>
      <p:bldP spid="1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347354" y="-127463"/>
            <a:ext cx="5957821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选择上述一个电路列写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1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4679702" y="581369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140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2990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6528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4027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517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040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5615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2940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002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7040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9365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77108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4139951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" y="3701234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9854209"/>
              </p:ext>
            </p:extLst>
          </p:nvPr>
        </p:nvGraphicFramePr>
        <p:xfrm>
          <a:off x="1374775" y="3632200"/>
          <a:ext cx="17145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2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374775" y="3632200"/>
                        <a:ext cx="1714500" cy="1319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5039595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5703124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5201890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41A9A10C-F880-47C2-81C9-D405EB282E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507" y="5005428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3" name="Equation" r:id="rId8" imgW="1803240" imgH="1143000" progId="Equation.DSMT4">
                  <p:embed/>
                </p:oleObj>
              </mc:Choice>
              <mc:Fallback>
                <p:oleObj name="Equation" r:id="rId8" imgW="180324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2507" y="5005428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1545" y="3414898"/>
            <a:ext cx="1670345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③ｂ个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7" name="对象 146">
            <a:extLst>
              <a:ext uri="{FF2B5EF4-FFF2-40B4-BE49-F238E27FC236}">
                <a16:creationId xmlns:a16="http://schemas.microsoft.com/office/drawing/2014/main" id="{B3166A06-2262-4646-9C9B-6926FC3335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7837" y="3885603"/>
          <a:ext cx="1717488" cy="249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4" name="Equation" r:id="rId10" imgW="1625400" imgH="2361960" progId="Equation.DSMT4">
                  <p:embed/>
                </p:oleObj>
              </mc:Choice>
              <mc:Fallback>
                <p:oleObj name="Equation" r:id="rId10" imgW="1625400" imgH="2361960" progId="Equation.DSMT4">
                  <p:embed/>
                  <p:pic>
                    <p:nvPicPr>
                      <p:cNvPr id="147" name="对象 146">
                        <a:extLst>
                          <a:ext uri="{FF2B5EF4-FFF2-40B4-BE49-F238E27FC236}">
                            <a16:creationId xmlns:a16="http://schemas.microsoft.com/office/drawing/2014/main" id="{B3166A06-2262-4646-9C9B-6926FC3335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587837" y="3885603"/>
                        <a:ext cx="1717488" cy="2495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Rectangle 2">
            <a:extLst>
              <a:ext uri="{FF2B5EF4-FFF2-40B4-BE49-F238E27FC236}">
                <a16:creationId xmlns:a16="http://schemas.microsoft.com/office/drawing/2014/main" id="{C63AADE8-BC7F-46BA-8288-80366927412C}"/>
              </a:ext>
            </a:extLst>
          </p:cNvPr>
          <p:cNvSpPr>
            <a:spLocks/>
          </p:cNvSpPr>
          <p:nvPr/>
        </p:nvSpPr>
        <p:spPr bwMode="auto">
          <a:xfrm>
            <a:off x="4989849" y="-211663"/>
            <a:ext cx="254835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支路数ｂ＝６</a:t>
            </a:r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C726DDDB-92A5-49B2-9425-D8B31E2215E4}"/>
              </a:ext>
            </a:extLst>
          </p:cNvPr>
          <p:cNvSpPr/>
          <p:nvPr/>
        </p:nvSpPr>
        <p:spPr bwMode="auto">
          <a:xfrm>
            <a:off x="7185472" y="480902"/>
            <a:ext cx="1855375" cy="3072782"/>
          </a:xfrm>
          <a:prstGeom prst="roundRect">
            <a:avLst/>
          </a:prstGeom>
          <a:solidFill>
            <a:srgbClr val="FFFF99">
              <a:alpha val="63000"/>
            </a:srgb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以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07A90B"/>
                </a:solidFill>
                <a:effectLst/>
                <a:latin typeface="+mj-ea"/>
                <a:ea typeface="+mj-ea"/>
              </a:rPr>
              <a:t>支路电压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表示的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KCL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方程，再加上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j-ea"/>
                <a:ea typeface="+mj-ea"/>
              </a:rPr>
              <a:t>KVL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方程，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个方程</a:t>
            </a:r>
            <a:r>
              <a:rPr lang="en-US" altLang="zh-CN" b="1" dirty="0">
                <a:solidFill>
                  <a:srgbClr val="FF0000"/>
                </a:solidFill>
                <a:latin typeface="+mj-ea"/>
                <a:ea typeface="+mj-ea"/>
              </a:rPr>
              <a:t>6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个支路电压未知量，可求出支路电压，进一步求出支路电流，此方法称为支路电压法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j-ea"/>
              <a:ea typeface="+mj-ea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8289" y="3602535"/>
            <a:ext cx="3271487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⑤６个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VAR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代入３个Ｋ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Ｌ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箭头: 右 152">
            <a:extLst>
              <a:ext uri="{FF2B5EF4-FFF2-40B4-BE49-F238E27FC236}">
                <a16:creationId xmlns:a16="http://schemas.microsoft.com/office/drawing/2014/main" id="{D2F68546-8226-48F4-9FD9-7AC7FB591BD5}"/>
              </a:ext>
            </a:extLst>
          </p:cNvPr>
          <p:cNvSpPr/>
          <p:nvPr/>
        </p:nvSpPr>
        <p:spPr bwMode="auto">
          <a:xfrm rot="12185607">
            <a:off x="3119479" y="4216905"/>
            <a:ext cx="998198" cy="228131"/>
          </a:xfrm>
          <a:prstGeom prst="rightArrow">
            <a:avLst/>
          </a:prstGeom>
          <a:solidFill>
            <a:schemeClr val="tx2">
              <a:lumMod val="40000"/>
              <a:lumOff val="60000"/>
              <a:alpha val="36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54" name="对象 153">
            <a:extLst>
              <a:ext uri="{FF2B5EF4-FFF2-40B4-BE49-F238E27FC236}">
                <a16:creationId xmlns:a16="http://schemas.microsoft.com/office/drawing/2014/main" id="{A538C230-B4E1-4401-B1C2-B076ADC07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520230"/>
              </p:ext>
            </p:extLst>
          </p:nvPr>
        </p:nvGraphicFramePr>
        <p:xfrm>
          <a:off x="5561979" y="4051496"/>
          <a:ext cx="30226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145" name="Equation" r:id="rId12" imgW="2577960" imgH="2133360" progId="Equation.DSMT4">
                  <p:embed/>
                </p:oleObj>
              </mc:Choice>
              <mc:Fallback>
                <p:oleObj name="Equation" r:id="rId12" imgW="2577960" imgH="213336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A538C230-B4E1-4401-B1C2-B076ADC07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61979" y="4051496"/>
                        <a:ext cx="3022600" cy="250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: 圆角 2">
            <a:extLst>
              <a:ext uri="{FF2B5EF4-FFF2-40B4-BE49-F238E27FC236}">
                <a16:creationId xmlns:a16="http://schemas.microsoft.com/office/drawing/2014/main" id="{19B16C37-F016-45C4-AF00-009270554F16}"/>
              </a:ext>
            </a:extLst>
          </p:cNvPr>
          <p:cNvSpPr/>
          <p:nvPr/>
        </p:nvSpPr>
        <p:spPr bwMode="auto">
          <a:xfrm>
            <a:off x="3396997" y="3491670"/>
            <a:ext cx="1908328" cy="2889658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42E2BCE4-5B96-436F-9341-128791B08FE6}"/>
              </a:ext>
            </a:extLst>
          </p:cNvPr>
          <p:cNvSpPr/>
          <p:nvPr/>
        </p:nvSpPr>
        <p:spPr bwMode="auto">
          <a:xfrm>
            <a:off x="267175" y="3626500"/>
            <a:ext cx="3476069" cy="1369682"/>
          </a:xfrm>
          <a:prstGeom prst="roundRect">
            <a:avLst/>
          </a:prstGeom>
          <a:solidFill>
            <a:schemeClr val="bg1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48147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52" grpId="0" animBg="1"/>
      <p:bldP spid="153" grpId="0" animBg="1"/>
      <p:bldP spid="3" grpId="0" animBg="1"/>
      <p:bldP spid="8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3108486" y="700134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3370616" y="2177242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2253790" y="2178268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559311" y="-49269"/>
            <a:ext cx="7794775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设节点④为参考节点，其它节点与参考点的电压称节点电压。设为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i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4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853928"/>
              </p:ext>
            </p:extLst>
          </p:nvPr>
        </p:nvGraphicFramePr>
        <p:xfrm>
          <a:off x="1214833" y="764704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1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833" y="764704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6388756" y="826383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8710" y="237704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0560" y="187221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4098" y="2524120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1597" y="135310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087" y="641248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4610" y="1353103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3185" y="1656316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0510" y="2621516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8572" y="1700766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34610" y="937177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935" y="2232578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4678" y="2571163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5807521" y="864153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4913" y="1916832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88853" y="1988840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022" y="1942396"/>
            <a:ext cx="0" cy="24857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78785" y="188869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4929" y="188869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0793" y="1268760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0" y="3960491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889" y="3431532"/>
            <a:ext cx="3148243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6707165" y="1656788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7370694" y="1596669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6869460" y="885122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785" y="3672051"/>
            <a:ext cx="2163478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支路电压方程为：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068" y="5602707"/>
            <a:ext cx="290489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若将支路电压用节点表示，并代入支路电压方程，则为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Rectangle 2">
            <a:extLst>
              <a:ext uri="{FF2B5EF4-FFF2-40B4-BE49-F238E27FC236}">
                <a16:creationId xmlns:a16="http://schemas.microsoft.com/office/drawing/2014/main" id="{1CCA3B76-9CC1-4943-A965-E94A7AC47EDF}"/>
              </a:ext>
            </a:extLst>
          </p:cNvPr>
          <p:cNvSpPr>
            <a:spLocks/>
          </p:cNvSpPr>
          <p:nvPr/>
        </p:nvSpPr>
        <p:spPr bwMode="auto">
          <a:xfrm>
            <a:off x="2863183" y="1315984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B6EFE4B3-1C27-4AB1-8B31-7293CA6597CD}"/>
              </a:ext>
            </a:extLst>
          </p:cNvPr>
          <p:cNvSpPr>
            <a:spLocks/>
          </p:cNvSpPr>
          <p:nvPr/>
        </p:nvSpPr>
        <p:spPr bwMode="auto">
          <a:xfrm>
            <a:off x="2292657" y="2053076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2">
            <a:extLst>
              <a:ext uri="{FF2B5EF4-FFF2-40B4-BE49-F238E27FC236}">
                <a16:creationId xmlns:a16="http://schemas.microsoft.com/office/drawing/2014/main" id="{ED377362-F76E-47B8-B7A7-FFA3A8729246}"/>
              </a:ext>
            </a:extLst>
          </p:cNvPr>
          <p:cNvSpPr>
            <a:spLocks/>
          </p:cNvSpPr>
          <p:nvPr/>
        </p:nvSpPr>
        <p:spPr bwMode="auto">
          <a:xfrm>
            <a:off x="3279796" y="2379341"/>
            <a:ext cx="604358" cy="48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Rectangle 2">
            <a:extLst>
              <a:ext uri="{FF2B5EF4-FFF2-40B4-BE49-F238E27FC236}">
                <a16:creationId xmlns:a16="http://schemas.microsoft.com/office/drawing/2014/main" id="{E4A204A3-497E-450F-B866-086E9EB87441}"/>
              </a:ext>
            </a:extLst>
          </p:cNvPr>
          <p:cNvSpPr>
            <a:spLocks/>
          </p:cNvSpPr>
          <p:nvPr/>
        </p:nvSpPr>
        <p:spPr bwMode="auto">
          <a:xfrm>
            <a:off x="6704610" y="937177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Rectangle 2">
            <a:extLst>
              <a:ext uri="{FF2B5EF4-FFF2-40B4-BE49-F238E27FC236}">
                <a16:creationId xmlns:a16="http://schemas.microsoft.com/office/drawing/2014/main" id="{E0085A7E-F64B-4329-B195-5C060E20E76D}"/>
              </a:ext>
            </a:extLst>
          </p:cNvPr>
          <p:cNvSpPr>
            <a:spLocks/>
          </p:cNvSpPr>
          <p:nvPr/>
        </p:nvSpPr>
        <p:spPr bwMode="auto">
          <a:xfrm>
            <a:off x="6669141" y="1799682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B56B036E-F3A0-4FE2-8EB5-8EF3FA161E85}"/>
              </a:ext>
            </a:extLst>
          </p:cNvPr>
          <p:cNvSpPr>
            <a:spLocks/>
          </p:cNvSpPr>
          <p:nvPr/>
        </p:nvSpPr>
        <p:spPr bwMode="auto">
          <a:xfrm>
            <a:off x="7548082" y="1915196"/>
            <a:ext cx="686877" cy="46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F9BFAB1F-F488-421A-9642-A20D6B4EB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211138"/>
              </p:ext>
            </p:extLst>
          </p:nvPr>
        </p:nvGraphicFramePr>
        <p:xfrm>
          <a:off x="7205678" y="3818090"/>
          <a:ext cx="1685925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2" name="Equation" r:id="rId6" imgW="1460160" imgH="2311200" progId="Equation.DSMT4">
                  <p:embed/>
                </p:oleObj>
              </mc:Choice>
              <mc:Fallback>
                <p:oleObj name="Equation" r:id="rId6" imgW="1460160" imgH="2311200" progId="Equation.DSMT4">
                  <p:embed/>
                  <p:pic>
                    <p:nvPicPr>
                      <p:cNvPr id="94" name="对象 93">
                        <a:extLst>
                          <a:ext uri="{FF2B5EF4-FFF2-40B4-BE49-F238E27FC236}">
                            <a16:creationId xmlns:a16="http://schemas.microsoft.com/office/drawing/2014/main" id="{F9BFAB1F-F488-421A-9642-A20D6B4EB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05678" y="3818090"/>
                        <a:ext cx="1685925" cy="26638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49">
            <a:extLst>
              <a:ext uri="{FF2B5EF4-FFF2-40B4-BE49-F238E27FC236}">
                <a16:creationId xmlns:a16="http://schemas.microsoft.com/office/drawing/2014/main" id="{5AE79010-1159-4CD8-A374-5C7CC1D0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757" y="5814489"/>
            <a:ext cx="2695322" cy="830997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能否观察直接列写出节点电压方程？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9D70B04B-7C25-4D95-849A-D3710029D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730101"/>
              </p:ext>
            </p:extLst>
          </p:nvPr>
        </p:nvGraphicFramePr>
        <p:xfrm>
          <a:off x="996147" y="4202179"/>
          <a:ext cx="3022600" cy="250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3" name="Equation" r:id="rId8" imgW="2577960" imgH="2133360" progId="Equation.DSMT4">
                  <p:embed/>
                </p:oleObj>
              </mc:Choice>
              <mc:Fallback>
                <p:oleObj name="Equation" r:id="rId8" imgW="2577960" imgH="213336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A538C230-B4E1-4401-B1C2-B076ADC07E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96147" y="4202179"/>
                        <a:ext cx="3022600" cy="2500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0DEC7A9-EAA7-49B7-B154-0733DA263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868545"/>
              </p:ext>
            </p:extLst>
          </p:nvPr>
        </p:nvGraphicFramePr>
        <p:xfrm>
          <a:off x="4389884" y="3983926"/>
          <a:ext cx="4646612" cy="1339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4" name="Equation" r:id="rId10" imgW="3962160" imgH="1143000" progId="Equation.DSMT4">
                  <p:embed/>
                </p:oleObj>
              </mc:Choice>
              <mc:Fallback>
                <p:oleObj name="Equation" r:id="rId10" imgW="396216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89884" y="3983926"/>
                        <a:ext cx="4646612" cy="1339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34CBAEBC-5732-491B-817D-1226001BEF08}"/>
              </a:ext>
            </a:extLst>
          </p:cNvPr>
          <p:cNvGrpSpPr/>
          <p:nvPr/>
        </p:nvGrpSpPr>
        <p:grpSpPr>
          <a:xfrm>
            <a:off x="3028800" y="3410282"/>
            <a:ext cx="278583" cy="218746"/>
            <a:chOff x="7956376" y="3253670"/>
            <a:chExt cx="408053" cy="350660"/>
          </a:xfrm>
        </p:grpSpPr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6D33D7A9-CDC4-4A02-B84F-B08140A9AB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604330"/>
              <a:ext cx="40805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5D30EBE9-6522-4FB1-B614-A975BAE6ECB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72585" y="3253670"/>
              <a:ext cx="0" cy="35066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E308866-A8FB-42DB-AB60-5036F57D5A5B}"/>
              </a:ext>
            </a:extLst>
          </p:cNvPr>
          <p:cNvGrpSpPr/>
          <p:nvPr/>
        </p:nvGrpSpPr>
        <p:grpSpPr>
          <a:xfrm>
            <a:off x="7317641" y="3073907"/>
            <a:ext cx="278583" cy="218746"/>
            <a:chOff x="7956376" y="3253670"/>
            <a:chExt cx="408053" cy="350660"/>
          </a:xfrm>
        </p:grpSpPr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id="{8F46B0A3-F33C-4818-9D26-C36B0958582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956376" y="3604330"/>
              <a:ext cx="40805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直接连接符 110">
              <a:extLst>
                <a:ext uri="{FF2B5EF4-FFF2-40B4-BE49-F238E27FC236}">
                  <a16:creationId xmlns:a16="http://schemas.microsoft.com/office/drawing/2014/main" id="{E19BEFA2-279B-4C73-955B-729C53B78A2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172585" y="3253670"/>
              <a:ext cx="0" cy="35066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3A547123-E3CD-4669-8EFB-DC434F5D2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591"/>
              </p:ext>
            </p:extLst>
          </p:nvPr>
        </p:nvGraphicFramePr>
        <p:xfrm>
          <a:off x="4411978" y="4084863"/>
          <a:ext cx="2114490" cy="134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5" name="Equation" r:id="rId12" imgW="1803240" imgH="1143000" progId="Equation.DSMT4">
                  <p:embed/>
                </p:oleObj>
              </mc:Choice>
              <mc:Fallback>
                <p:oleObj name="Equation" r:id="rId12" imgW="1803240" imgH="11430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41A9A10C-F880-47C2-81C9-D405EB282E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11978" y="4084863"/>
                        <a:ext cx="2114490" cy="134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8EBCBDFD-37CA-4148-AD56-44E79C5957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115473"/>
              </p:ext>
            </p:extLst>
          </p:nvPr>
        </p:nvGraphicFramePr>
        <p:xfrm>
          <a:off x="1012321" y="4198808"/>
          <a:ext cx="4511675" cy="250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6" name="Equation" r:id="rId14" imgW="3848040" imgH="2133360" progId="Equation.DSMT4">
                  <p:embed/>
                </p:oleObj>
              </mc:Choice>
              <mc:Fallback>
                <p:oleObj name="Equation" r:id="rId14" imgW="3848040" imgH="2133360" progId="Equation.DSMT4">
                  <p:embed/>
                  <p:pic>
                    <p:nvPicPr>
                      <p:cNvPr id="85" name="对象 84">
                        <a:extLst>
                          <a:ext uri="{FF2B5EF4-FFF2-40B4-BE49-F238E27FC236}">
                            <a16:creationId xmlns:a16="http://schemas.microsoft.com/office/drawing/2014/main" id="{9D70B04B-7C25-4D95-849A-D3710029D5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12321" y="4198808"/>
                        <a:ext cx="4511675" cy="2500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D80617B4-7D5F-478B-BE4E-07F686EB75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401438"/>
              </p:ext>
            </p:extLst>
          </p:nvPr>
        </p:nvGraphicFramePr>
        <p:xfrm>
          <a:off x="1101725" y="4046538"/>
          <a:ext cx="461645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7" name="Equation" r:id="rId16" imgW="3936960" imgH="2209680" progId="Equation.DSMT4">
                  <p:embed/>
                </p:oleObj>
              </mc:Choice>
              <mc:Fallback>
                <p:oleObj name="Equation" r:id="rId16" imgW="3936960" imgH="220968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8EBCBDFD-37CA-4148-AD56-44E79C5957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101725" y="4046538"/>
                        <a:ext cx="4616450" cy="2590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" name="Rectangle 49">
            <a:extLst>
              <a:ext uri="{FF2B5EF4-FFF2-40B4-BE49-F238E27FC236}">
                <a16:creationId xmlns:a16="http://schemas.microsoft.com/office/drawing/2014/main" id="{9E7D1F56-8736-4C6D-B515-EC3D7068A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9846" y="3848707"/>
            <a:ext cx="1672039" cy="193899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仅需列写（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）个以节点电压表示的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方程：节点电压法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19461A5F-EB0B-417B-A083-8EE981232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866776"/>
              </p:ext>
            </p:extLst>
          </p:nvPr>
        </p:nvGraphicFramePr>
        <p:xfrm>
          <a:off x="5993001" y="4488127"/>
          <a:ext cx="1528525" cy="704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8" name="Equation" r:id="rId18" imgW="825480" imgH="380880" progId="Equation.DSMT4">
                  <p:embed/>
                </p:oleObj>
              </mc:Choice>
              <mc:Fallback>
                <p:oleObj name="Equation" r:id="rId18" imgW="825480" imgH="380880" progId="Equation.DSMT4">
                  <p:embed/>
                  <p:pic>
                    <p:nvPicPr>
                      <p:cNvPr id="112" name="对象 111">
                        <a:extLst>
                          <a:ext uri="{FF2B5EF4-FFF2-40B4-BE49-F238E27FC236}">
                            <a16:creationId xmlns:a16="http://schemas.microsoft.com/office/drawing/2014/main" id="{3A547123-E3CD-4669-8EFB-DC434F5D29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993001" y="4488127"/>
                        <a:ext cx="1528525" cy="704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7E520C65-5960-44EF-B15B-F919573A0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486310"/>
              </p:ext>
            </p:extLst>
          </p:nvPr>
        </p:nvGraphicFramePr>
        <p:xfrm>
          <a:off x="4663913" y="3172769"/>
          <a:ext cx="2801337" cy="613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39" name="Equation" r:id="rId20" imgW="1739880" imgH="380880" progId="Equation.DSMT4">
                  <p:embed/>
                </p:oleObj>
              </mc:Choice>
              <mc:Fallback>
                <p:oleObj name="Equation" r:id="rId20" imgW="1739880" imgH="38088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19461A5F-EB0B-417B-A083-8EE981232D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663913" y="3172769"/>
                        <a:ext cx="2801337" cy="6130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39199184-FE12-478F-8942-069E978ED99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8324" y="1791372"/>
            <a:ext cx="1410690" cy="1303173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2C0F53AD-B2F5-4661-BE29-A0310FAA139D}"/>
              </a:ext>
            </a:extLst>
          </p:cNvPr>
          <p:cNvSpPr/>
          <p:nvPr/>
        </p:nvSpPr>
        <p:spPr bwMode="auto">
          <a:xfrm>
            <a:off x="1365091" y="2030909"/>
            <a:ext cx="870498" cy="1310160"/>
          </a:xfrm>
          <a:prstGeom prst="roundRect">
            <a:avLst/>
          </a:prstGeom>
          <a:solidFill>
            <a:schemeClr val="accent1">
              <a:alpha val="35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DF84F92-1AAB-4562-875E-76F44E2B0F63}"/>
              </a:ext>
            </a:extLst>
          </p:cNvPr>
          <p:cNvSpPr/>
          <p:nvPr/>
        </p:nvSpPr>
        <p:spPr bwMode="auto">
          <a:xfrm rot="10800000">
            <a:off x="971600" y="2249889"/>
            <a:ext cx="263095" cy="141440"/>
          </a:xfrm>
          <a:prstGeom prst="rightArrow">
            <a:avLst/>
          </a:prstGeom>
          <a:solidFill>
            <a:schemeClr val="accent1"/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62251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1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9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5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36" grpId="0" animBg="1"/>
      <p:bldP spid="146" grpId="0" animBg="1"/>
      <p:bldP spid="152" grpId="0" animBg="1"/>
      <p:bldP spid="152" grpId="1" animBg="1"/>
      <p:bldP spid="88" grpId="0"/>
      <p:bldP spid="89" grpId="0"/>
      <p:bldP spid="90" grpId="0"/>
      <p:bldP spid="103" grpId="0" animBg="1"/>
      <p:bldP spid="147" grpId="0" animBg="1"/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8514D43F-E749-4CE9-896F-CD0ECCC02FF9}"/>
              </a:ext>
            </a:extLst>
          </p:cNvPr>
          <p:cNvGrpSpPr/>
          <p:nvPr/>
        </p:nvGrpSpPr>
        <p:grpSpPr>
          <a:xfrm rot="5400000">
            <a:off x="2245317" y="452522"/>
            <a:ext cx="206855" cy="1955963"/>
            <a:chOff x="4480559" y="4271785"/>
            <a:chExt cx="625301" cy="108862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F76A2E9-1E6C-4214-ABEF-3FD595D9B609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9AD401B-99E8-4F6D-8AEB-7EB2FE56605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1EC687F2-0F20-417E-907A-8D589B6E362F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3CBFFBE9-5132-46F5-94E7-3B2DAF9CDC9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F56E46E8-A9E4-4B6A-A0D5-846370EE08B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AEC1DC1E-4C63-4919-BDC2-60A518F69AF7}"/>
              </a:ext>
            </a:extLst>
          </p:cNvPr>
          <p:cNvGrpSpPr/>
          <p:nvPr/>
        </p:nvGrpSpPr>
        <p:grpSpPr>
          <a:xfrm>
            <a:off x="2507447" y="1929630"/>
            <a:ext cx="288925" cy="1088623"/>
            <a:chOff x="4480559" y="4271785"/>
            <a:chExt cx="625301" cy="1088623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9457740-4220-4D42-9D59-4262498CD222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E8CE0496-2940-49E1-B14B-A514C0CF0CB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8F3F1DF-98AB-486C-AFF9-1CFBB7CA2CC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2" name="直接箭头连接符 81">
              <a:extLst>
                <a:ext uri="{FF2B5EF4-FFF2-40B4-BE49-F238E27FC236}">
                  <a16:creationId xmlns:a16="http://schemas.microsoft.com/office/drawing/2014/main" id="{33500D21-AA1C-4EA5-BBF9-31F541429434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3" name="直接箭头连接符 82">
              <a:extLst>
                <a:ext uri="{FF2B5EF4-FFF2-40B4-BE49-F238E27FC236}">
                  <a16:creationId xmlns:a16="http://schemas.microsoft.com/office/drawing/2014/main" id="{07E71064-160A-4D0F-B8B8-1FD7EDB013C3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EA56B903-38B9-4176-A712-90BDFBEB0551}"/>
              </a:ext>
            </a:extLst>
          </p:cNvPr>
          <p:cNvGrpSpPr/>
          <p:nvPr/>
        </p:nvGrpSpPr>
        <p:grpSpPr>
          <a:xfrm>
            <a:off x="1390621" y="1930656"/>
            <a:ext cx="804864" cy="1088623"/>
            <a:chOff x="4480559" y="4271785"/>
            <a:chExt cx="625301" cy="1088623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BD6F9166-7133-430C-91B0-68C2B03511DB}"/>
                </a:ext>
              </a:extLst>
            </p:cNvPr>
            <p:cNvSpPr/>
            <p:nvPr/>
          </p:nvSpPr>
          <p:spPr bwMode="auto">
            <a:xfrm>
              <a:off x="4480559" y="4281757"/>
              <a:ext cx="625149" cy="1077625"/>
            </a:xfrm>
            <a:prstGeom prst="rect">
              <a:avLst/>
            </a:prstGeom>
            <a:solidFill>
              <a:schemeClr val="bg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9567C1E9-D58D-4368-BBA3-3CAD0D71696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05860" y="4663443"/>
              <a:ext cx="0" cy="35408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6D0E778A-EB5A-4F80-BC02-96DB5863419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618661" y="5360408"/>
              <a:ext cx="269300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C7F6FEAB-332A-4AF4-9E4A-7247B97B3E3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0559" y="4585355"/>
              <a:ext cx="0" cy="43217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id="{DB302E5B-BF93-4A24-A9A3-282AC3DE62D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18661" y="4271785"/>
              <a:ext cx="338308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D0386E2-12C5-4409-B033-FF9D7ADD677E}"/>
              </a:ext>
            </a:extLst>
          </p:cNvPr>
          <p:cNvSpPr>
            <a:spLocks/>
          </p:cNvSpPr>
          <p:nvPr/>
        </p:nvSpPr>
        <p:spPr bwMode="auto">
          <a:xfrm>
            <a:off x="-148927" y="-97634"/>
            <a:ext cx="892968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定义沿网孔流动的假想的电流为网孔电流。设为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3" name="Object 4">
            <a:extLst>
              <a:ext uri="{FF2B5EF4-FFF2-40B4-BE49-F238E27FC236}">
                <a16:creationId xmlns:a16="http://schemas.microsoft.com/office/drawing/2014/main" id="{176CE53F-05A3-4F6B-983E-EF25FDEC10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176136"/>
              </p:ext>
            </p:extLst>
          </p:nvPr>
        </p:nvGraphicFramePr>
        <p:xfrm>
          <a:off x="343217" y="595753"/>
          <a:ext cx="3861223" cy="28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3" name="Visio" r:id="rId4" imgW="4064928" imgH="3048938" progId="Visio.Drawing.11">
                  <p:embed/>
                </p:oleObj>
              </mc:Choice>
              <mc:Fallback>
                <p:oleObj name="Visio" r:id="rId4" imgW="4064928" imgH="3048938" progId="Visio.Drawing.11">
                  <p:embed/>
                  <p:pic>
                    <p:nvPicPr>
                      <p:cNvPr id="113" name="Object 4">
                        <a:extLst>
                          <a:ext uri="{FF2B5EF4-FFF2-40B4-BE49-F238E27FC236}">
                            <a16:creationId xmlns:a16="http://schemas.microsoft.com/office/drawing/2014/main" id="{176CE53F-05A3-4F6B-983E-EF25FDEC10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" y="595753"/>
                        <a:ext cx="3861223" cy="2895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6A48B8A-8F1C-470E-8D58-AE3ECC1C7D3F}"/>
              </a:ext>
            </a:extLst>
          </p:cNvPr>
          <p:cNvCxnSpPr/>
          <p:nvPr/>
        </p:nvCxnSpPr>
        <p:spPr bwMode="auto">
          <a:xfrm flipV="1">
            <a:off x="28740" y="548395"/>
            <a:ext cx="4758713" cy="23663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19" name="Group 105">
            <a:extLst>
              <a:ext uri="{FF2B5EF4-FFF2-40B4-BE49-F238E27FC236}">
                <a16:creationId xmlns:a16="http://schemas.microsoft.com/office/drawing/2014/main" id="{F1D383D5-53D8-44E7-9AED-FFB81F30AD30}"/>
              </a:ext>
            </a:extLst>
          </p:cNvPr>
          <p:cNvGrpSpPr>
            <a:grpSpLocks/>
          </p:cNvGrpSpPr>
          <p:nvPr/>
        </p:nvGrpSpPr>
        <p:grpSpPr bwMode="auto">
          <a:xfrm>
            <a:off x="5956708" y="578771"/>
            <a:ext cx="2160588" cy="2232025"/>
            <a:chOff x="3734" y="2619"/>
            <a:chExt cx="1154" cy="1339"/>
          </a:xfrm>
        </p:grpSpPr>
        <p:sp>
          <p:nvSpPr>
            <p:cNvPr id="120" name="AutoShape 106">
              <a:extLst>
                <a:ext uri="{FF2B5EF4-FFF2-40B4-BE49-F238E27FC236}">
                  <a16:creationId xmlns:a16="http://schemas.microsoft.com/office/drawing/2014/main" id="{82857121-77B5-4DD5-9696-CF1B481A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1" name="Arc 107">
              <a:extLst>
                <a:ext uri="{FF2B5EF4-FFF2-40B4-BE49-F238E27FC236}">
                  <a16:creationId xmlns:a16="http://schemas.microsoft.com/office/drawing/2014/main" id="{60244D42-EA03-47F3-8402-F8E9EFEE4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8">
              <a:extLst>
                <a:ext uri="{FF2B5EF4-FFF2-40B4-BE49-F238E27FC236}">
                  <a16:creationId xmlns:a16="http://schemas.microsoft.com/office/drawing/2014/main" id="{AF5FCEFD-CB78-4FD0-9DC4-125ED5F912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9">
              <a:extLst>
                <a:ext uri="{FF2B5EF4-FFF2-40B4-BE49-F238E27FC236}">
                  <a16:creationId xmlns:a16="http://schemas.microsoft.com/office/drawing/2014/main" id="{19AE9D36-DEBD-4238-ABD9-55F2D62CE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10">
              <a:extLst>
                <a:ext uri="{FF2B5EF4-FFF2-40B4-BE49-F238E27FC236}">
                  <a16:creationId xmlns:a16="http://schemas.microsoft.com/office/drawing/2014/main" id="{0A836F35-AB71-4797-909A-2C527AE537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5" name="Text Box 119">
            <a:extLst>
              <a:ext uri="{FF2B5EF4-FFF2-40B4-BE49-F238E27FC236}">
                <a16:creationId xmlns:a16="http://schemas.microsoft.com/office/drawing/2014/main" id="{1B96595C-3BA4-4619-BF83-BA98C9F3E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6662" y="2129429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6" name="Text Box 120">
            <a:extLst>
              <a:ext uri="{FF2B5EF4-FFF2-40B4-BE49-F238E27FC236}">
                <a16:creationId xmlns:a16="http://schemas.microsoft.com/office/drawing/2014/main" id="{B7F263B5-32C3-4F92-BDEC-082CD02A3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5734" y="1624604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27" name="Text Box 121">
            <a:extLst>
              <a:ext uri="{FF2B5EF4-FFF2-40B4-BE49-F238E27FC236}">
                <a16:creationId xmlns:a16="http://schemas.microsoft.com/office/drawing/2014/main" id="{343E5177-F958-43AB-B7C1-2874A8F3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050" y="227650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28" name="Text Box 122">
            <a:extLst>
              <a:ext uri="{FF2B5EF4-FFF2-40B4-BE49-F238E27FC236}">
                <a16:creationId xmlns:a16="http://schemas.microsoft.com/office/drawing/2014/main" id="{E8DAA199-45FF-4BC3-B1C7-3D4A4788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549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9" name="Text Box 123">
            <a:extLst>
              <a:ext uri="{FF2B5EF4-FFF2-40B4-BE49-F238E27FC236}">
                <a16:creationId xmlns:a16="http://schemas.microsoft.com/office/drawing/2014/main" id="{C69BB1F5-382C-44EC-A146-4CC49168E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039" y="393636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30" name="Text Box 124">
            <a:extLst>
              <a:ext uri="{FF2B5EF4-FFF2-40B4-BE49-F238E27FC236}">
                <a16:creationId xmlns:a16="http://schemas.microsoft.com/office/drawing/2014/main" id="{279F59FC-9008-4B42-BBB0-EC4808166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2562" y="1105491"/>
            <a:ext cx="33855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31" name="Line 126">
            <a:extLst>
              <a:ext uri="{FF2B5EF4-FFF2-40B4-BE49-F238E27FC236}">
                <a16:creationId xmlns:a16="http://schemas.microsoft.com/office/drawing/2014/main" id="{521B5639-1CF9-40FF-8C52-6EF9042C1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31137" y="1408704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2" name="Line 127">
            <a:extLst>
              <a:ext uri="{FF2B5EF4-FFF2-40B4-BE49-F238E27FC236}">
                <a16:creationId xmlns:a16="http://schemas.microsoft.com/office/drawing/2014/main" id="{78763FE1-991E-4B9E-A6ED-0A516985D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18462" y="237390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" name="Line 128">
            <a:extLst>
              <a:ext uri="{FF2B5EF4-FFF2-40B4-BE49-F238E27FC236}">
                <a16:creationId xmlns:a16="http://schemas.microsoft.com/office/drawing/2014/main" id="{D074D6F8-3181-471B-AB27-BC6EA9927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6524" y="1453154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" name="Line 129">
            <a:extLst>
              <a:ext uri="{FF2B5EF4-FFF2-40B4-BE49-F238E27FC236}">
                <a16:creationId xmlns:a16="http://schemas.microsoft.com/office/drawing/2014/main" id="{424EBD0B-D66E-45F6-819A-87CEE72F93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02562" y="689565"/>
            <a:ext cx="260994" cy="271819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5" name="Line 130">
            <a:extLst>
              <a:ext uri="{FF2B5EF4-FFF2-40B4-BE49-F238E27FC236}">
                <a16:creationId xmlns:a16="http://schemas.microsoft.com/office/drawing/2014/main" id="{6D159D56-1F43-4748-B079-95169F6A6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887" y="1984966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6" name="Line 131">
            <a:extLst>
              <a:ext uri="{FF2B5EF4-FFF2-40B4-BE49-F238E27FC236}">
                <a16:creationId xmlns:a16="http://schemas.microsoft.com/office/drawing/2014/main" id="{99087112-0D0F-4BE9-941B-8A11CCAB03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12630" y="2323551"/>
            <a:ext cx="295092" cy="26912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37" name="Group 149">
            <a:extLst>
              <a:ext uri="{FF2B5EF4-FFF2-40B4-BE49-F238E27FC236}">
                <a16:creationId xmlns:a16="http://schemas.microsoft.com/office/drawing/2014/main" id="{255E339D-4FBC-4FF0-A817-B17E37E09454}"/>
              </a:ext>
            </a:extLst>
          </p:cNvPr>
          <p:cNvGrpSpPr>
            <a:grpSpLocks/>
          </p:cNvGrpSpPr>
          <p:nvPr/>
        </p:nvGrpSpPr>
        <p:grpSpPr bwMode="auto">
          <a:xfrm>
            <a:off x="5375473" y="616541"/>
            <a:ext cx="3228975" cy="2608263"/>
            <a:chOff x="3538" y="300"/>
            <a:chExt cx="2034" cy="1643"/>
          </a:xfrm>
        </p:grpSpPr>
        <p:sp>
          <p:nvSpPr>
            <p:cNvPr id="138" name="Text Box 145">
              <a:extLst>
                <a:ext uri="{FF2B5EF4-FFF2-40B4-BE49-F238E27FC236}">
                  <a16:creationId xmlns:a16="http://schemas.microsoft.com/office/drawing/2014/main" id="{37F76555-D853-4AB2-8F2D-0E02EA5F4B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139" name="Text Box 146">
              <a:extLst>
                <a:ext uri="{FF2B5EF4-FFF2-40B4-BE49-F238E27FC236}">
                  <a16:creationId xmlns:a16="http://schemas.microsoft.com/office/drawing/2014/main" id="{2523A00D-0A9C-40AD-88EB-933C7F72E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140" name="Text Box 147">
              <a:extLst>
                <a:ext uri="{FF2B5EF4-FFF2-40B4-BE49-F238E27FC236}">
                  <a16:creationId xmlns:a16="http://schemas.microsoft.com/office/drawing/2014/main" id="{3486B88D-DBCC-45F4-A27F-5D65C8A99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141" name="Text Box 148">
              <a:extLst>
                <a:ext uri="{FF2B5EF4-FFF2-40B4-BE49-F238E27FC236}">
                  <a16:creationId xmlns:a16="http://schemas.microsoft.com/office/drawing/2014/main" id="{77A048DE-1565-4973-AFA0-E18D31317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1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  <p:sp>
        <p:nvSpPr>
          <p:cNvPr id="65" name="Line 127">
            <a:extLst>
              <a:ext uri="{FF2B5EF4-FFF2-40B4-BE49-F238E27FC236}">
                <a16:creationId xmlns:a16="http://schemas.microsoft.com/office/drawing/2014/main" id="{18527D80-2412-4941-8EDE-97098A1D2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5616" y="171475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" name="Line 127">
            <a:extLst>
              <a:ext uri="{FF2B5EF4-FFF2-40B4-BE49-F238E27FC236}">
                <a16:creationId xmlns:a16="http://schemas.microsoft.com/office/drawing/2014/main" id="{4A951034-8670-4DE4-8692-DC89F98440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752" y="1810266"/>
            <a:ext cx="0" cy="29475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" name="Line 127">
            <a:extLst>
              <a:ext uri="{FF2B5EF4-FFF2-40B4-BE49-F238E27FC236}">
                <a16:creationId xmlns:a16="http://schemas.microsoft.com/office/drawing/2014/main" id="{EF648A08-81B4-4C13-9A96-776BAF67B2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896" y="1714757"/>
            <a:ext cx="20025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8" name="Line 127">
            <a:extLst>
              <a:ext uri="{FF2B5EF4-FFF2-40B4-BE49-F238E27FC236}">
                <a16:creationId xmlns:a16="http://schemas.microsoft.com/office/drawing/2014/main" id="{4AF6CC70-78AA-499C-BE25-28426F824FD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87624" y="171475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" name="Line 127">
            <a:extLst>
              <a:ext uri="{FF2B5EF4-FFF2-40B4-BE49-F238E27FC236}">
                <a16:creationId xmlns:a16="http://schemas.microsoft.com/office/drawing/2014/main" id="{8A334A8D-9D08-42C2-B63B-8AB53402F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1670306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0" name="Line 127">
            <a:extLst>
              <a:ext uri="{FF2B5EF4-FFF2-40B4-BE49-F238E27FC236}">
                <a16:creationId xmlns:a16="http://schemas.microsoft.com/office/drawing/2014/main" id="{6E6C97F3-0617-4DF5-93ED-7E3D435084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624" y="1072985"/>
            <a:ext cx="43204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" name="Rectangle 49">
            <a:extLst>
              <a:ext uri="{FF2B5EF4-FFF2-40B4-BE49-F238E27FC236}">
                <a16:creationId xmlns:a16="http://schemas.microsoft.com/office/drawing/2014/main" id="{4EE3A6F3-40E8-4945-9EDF-B0638CC83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40" y="3712879"/>
            <a:ext cx="1076535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　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A1CD125-0186-48E8-AB00-D043C4E7A4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57453"/>
              </p:ext>
            </p:extLst>
          </p:nvPr>
        </p:nvGraphicFramePr>
        <p:xfrm>
          <a:off x="1050231" y="3768725"/>
          <a:ext cx="17145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4" name="Equation" r:id="rId6" imgW="1485720" imgH="1143000" progId="Equation.DSMT4">
                  <p:embed/>
                </p:oleObj>
              </mc:Choice>
              <mc:Fallback>
                <p:oleObj name="Equation" r:id="rId6" imgW="148572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50231" y="3768725"/>
                        <a:ext cx="1714500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9">
            <a:extLst>
              <a:ext uri="{FF2B5EF4-FFF2-40B4-BE49-F238E27FC236}">
                <a16:creationId xmlns:a16="http://schemas.microsoft.com/office/drawing/2014/main" id="{D31AF0D5-E143-4AD1-A177-856B2FE57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26571"/>
            <a:ext cx="1370763" cy="1015663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8A6DBF84-18C5-4B39-B2AB-BBB0455B8276}"/>
              </a:ext>
            </a:extLst>
          </p:cNvPr>
          <p:cNvGrpSpPr/>
          <p:nvPr/>
        </p:nvGrpSpPr>
        <p:grpSpPr>
          <a:xfrm rot="2227700">
            <a:off x="6275117" y="1409176"/>
            <a:ext cx="814404" cy="868480"/>
            <a:chOff x="4572000" y="4869160"/>
            <a:chExt cx="971301" cy="836613"/>
          </a:xfrm>
        </p:grpSpPr>
        <p:sp>
          <p:nvSpPr>
            <p:cNvPr id="105" name="等腰三角形 104">
              <a:extLst>
                <a:ext uri="{FF2B5EF4-FFF2-40B4-BE49-F238E27FC236}">
                  <a16:creationId xmlns:a16="http://schemas.microsoft.com/office/drawing/2014/main" id="{40302D3C-49B2-43F9-95ED-CE9D99C1E93A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4889D3B0-172A-4F0C-9595-06566AD5D49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7" name="直接箭头连接符 106">
              <a:extLst>
                <a:ext uri="{FF2B5EF4-FFF2-40B4-BE49-F238E27FC236}">
                  <a16:creationId xmlns:a16="http://schemas.microsoft.com/office/drawing/2014/main" id="{FA7C4C5D-482D-4B7E-B178-EB8DFB4A0CB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直接箭头连接符 107">
              <a:extLst>
                <a:ext uri="{FF2B5EF4-FFF2-40B4-BE49-F238E27FC236}">
                  <a16:creationId xmlns:a16="http://schemas.microsoft.com/office/drawing/2014/main" id="{1E1DBE44-9E99-4113-88B4-4A445236473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E04C388-EBD1-4E89-925C-C607E011A971}"/>
              </a:ext>
            </a:extLst>
          </p:cNvPr>
          <p:cNvGrpSpPr/>
          <p:nvPr/>
        </p:nvGrpSpPr>
        <p:grpSpPr>
          <a:xfrm rot="19662910">
            <a:off x="6938646" y="1349057"/>
            <a:ext cx="814404" cy="868480"/>
            <a:chOff x="4572000" y="4869160"/>
            <a:chExt cx="971301" cy="836613"/>
          </a:xfrm>
        </p:grpSpPr>
        <p:sp>
          <p:nvSpPr>
            <p:cNvPr id="117" name="等腰三角形 116">
              <a:extLst>
                <a:ext uri="{FF2B5EF4-FFF2-40B4-BE49-F238E27FC236}">
                  <a16:creationId xmlns:a16="http://schemas.microsoft.com/office/drawing/2014/main" id="{DBACC638-5DF9-4164-AB4E-D0EEA650F739}"/>
                </a:ext>
              </a:extLst>
            </p:cNvPr>
            <p:cNvSpPr/>
            <p:nvPr/>
          </p:nvSpPr>
          <p:spPr bwMode="auto">
            <a:xfrm>
              <a:off x="4572000" y="4869160"/>
              <a:ext cx="971301" cy="836613"/>
            </a:xfrm>
            <a:prstGeom prst="triangle">
              <a:avLst/>
            </a:pr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B5A6B3EC-E41F-4AB4-8076-ABC874116E4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77391" y="5090548"/>
              <a:ext cx="178586" cy="30382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2" name="直接箭头连接符 141">
              <a:extLst>
                <a:ext uri="{FF2B5EF4-FFF2-40B4-BE49-F238E27FC236}">
                  <a16:creationId xmlns:a16="http://schemas.microsoft.com/office/drawing/2014/main" id="{6BEA82C2-E255-434C-82EC-7FB25AD847E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883861" y="5705773"/>
              <a:ext cx="40338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3" name="直接箭头连接符 142">
              <a:extLst>
                <a:ext uri="{FF2B5EF4-FFF2-40B4-BE49-F238E27FC236}">
                  <a16:creationId xmlns:a16="http://schemas.microsoft.com/office/drawing/2014/main" id="{7B3037DE-2AAB-4A42-8CFA-DB0797928FB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716016" y="5115470"/>
              <a:ext cx="202228" cy="34579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19D853B6-2282-4786-83BA-7CF48D00E10B}"/>
              </a:ext>
            </a:extLst>
          </p:cNvPr>
          <p:cNvGrpSpPr/>
          <p:nvPr/>
        </p:nvGrpSpPr>
        <p:grpSpPr>
          <a:xfrm>
            <a:off x="6437412" y="637510"/>
            <a:ext cx="1218345" cy="794834"/>
            <a:chOff x="6594015" y="4402031"/>
            <a:chExt cx="893534" cy="517488"/>
          </a:xfrm>
        </p:grpSpPr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1C5BE13-C5BC-4EE2-A092-3CD2A785443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033754" y="4532983"/>
              <a:ext cx="453795" cy="310418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arrow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4" name="直接连接符 143">
              <a:extLst>
                <a:ext uri="{FF2B5EF4-FFF2-40B4-BE49-F238E27FC236}">
                  <a16:creationId xmlns:a16="http://schemas.microsoft.com/office/drawing/2014/main" id="{F835C021-2C56-4B95-82A4-5626886416F4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594015" y="4532983"/>
              <a:ext cx="461486" cy="38653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96" name="任意多边形: 形状 95">
              <a:extLst>
                <a:ext uri="{FF2B5EF4-FFF2-40B4-BE49-F238E27FC236}">
                  <a16:creationId xmlns:a16="http://schemas.microsoft.com/office/drawing/2014/main" id="{CA910D57-7234-45A8-8E1F-B7B8D330ED2D}"/>
                </a:ext>
              </a:extLst>
            </p:cNvPr>
            <p:cNvSpPr/>
            <p:nvPr/>
          </p:nvSpPr>
          <p:spPr bwMode="auto">
            <a:xfrm>
              <a:off x="6594015" y="4402031"/>
              <a:ext cx="893534" cy="496179"/>
            </a:xfrm>
            <a:custGeom>
              <a:avLst/>
              <a:gdLst>
                <a:gd name="connsiteX0" fmla="*/ 0 w 900333"/>
                <a:gd name="connsiteY0" fmla="*/ 492602 h 492602"/>
                <a:gd name="connsiteX1" fmla="*/ 407963 w 900333"/>
                <a:gd name="connsiteY1" fmla="*/ 233 h 492602"/>
                <a:gd name="connsiteX2" fmla="*/ 900333 w 900333"/>
                <a:gd name="connsiteY2" fmla="*/ 422263 h 492602"/>
                <a:gd name="connsiteX3" fmla="*/ 900333 w 900333"/>
                <a:gd name="connsiteY3" fmla="*/ 422263 h 492602"/>
                <a:gd name="connsiteX4" fmla="*/ 872197 w 900333"/>
                <a:gd name="connsiteY4" fmla="*/ 408196 h 492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333" h="492602">
                  <a:moveTo>
                    <a:pt x="0" y="492602"/>
                  </a:moveTo>
                  <a:cubicBezTo>
                    <a:pt x="128954" y="252279"/>
                    <a:pt x="257908" y="11956"/>
                    <a:pt x="407963" y="233"/>
                  </a:cubicBezTo>
                  <a:cubicBezTo>
                    <a:pt x="558018" y="-11490"/>
                    <a:pt x="900333" y="422263"/>
                    <a:pt x="900333" y="422263"/>
                  </a:cubicBezTo>
                  <a:lnTo>
                    <a:pt x="900333" y="422263"/>
                  </a:lnTo>
                  <a:lnTo>
                    <a:pt x="872197" y="408196"/>
                  </a:lnTo>
                </a:path>
              </a:pathLst>
            </a:custGeom>
            <a:noFill/>
            <a:ln w="28575" cap="flat" cmpd="sng" algn="ctr">
              <a:solidFill>
                <a:srgbClr val="07A90B"/>
              </a:solidFill>
              <a:prstDash val="sysDash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46" name="Rectangle 49">
            <a:extLst>
              <a:ext uri="{FF2B5EF4-FFF2-40B4-BE49-F238E27FC236}">
                <a16:creationId xmlns:a16="http://schemas.microsoft.com/office/drawing/2014/main" id="{94E72252-BCE3-4565-9F3D-5D0C9BFDF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8049" y="3444187"/>
            <a:ext cx="2163478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支路电流方程为：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Rectangle 49">
            <a:extLst>
              <a:ext uri="{FF2B5EF4-FFF2-40B4-BE49-F238E27FC236}">
                <a16:creationId xmlns:a16="http://schemas.microsoft.com/office/drawing/2014/main" id="{E18659E1-9319-4222-ACC0-A923CCDD4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1966" y="3194053"/>
            <a:ext cx="4769100" cy="707886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若将支路电流用网孔电流表示，并代入支路电流方程，则为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8184433D-1B65-4A50-84ED-404F7D42AD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7801988"/>
              </p:ext>
            </p:extLst>
          </p:nvPr>
        </p:nvGraphicFramePr>
        <p:xfrm>
          <a:off x="1212661" y="5219949"/>
          <a:ext cx="2841625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5" name="Equation" r:id="rId8" imgW="2463480" imgH="1143000" progId="Equation.DSMT4">
                  <p:embed/>
                </p:oleObj>
              </mc:Choice>
              <mc:Fallback>
                <p:oleObj name="Equation" r:id="rId8" imgW="2463480" imgH="11430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EF8CEC2F-84E9-464C-995F-50F139D62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12661" y="5219949"/>
                        <a:ext cx="2841625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" name="Rectangle 2">
            <a:extLst>
              <a:ext uri="{FF2B5EF4-FFF2-40B4-BE49-F238E27FC236}">
                <a16:creationId xmlns:a16="http://schemas.microsoft.com/office/drawing/2014/main" id="{1CCA3B76-9CC1-4943-A965-E94A7AC47EDF}"/>
              </a:ext>
            </a:extLst>
          </p:cNvPr>
          <p:cNvSpPr>
            <a:spLocks/>
          </p:cNvSpPr>
          <p:nvPr/>
        </p:nvSpPr>
        <p:spPr bwMode="auto">
          <a:xfrm>
            <a:off x="2000014" y="1068372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B6EFE4B3-1C27-4AB1-8B31-7293CA6597CD}"/>
              </a:ext>
            </a:extLst>
          </p:cNvPr>
          <p:cNvSpPr>
            <a:spLocks/>
          </p:cNvSpPr>
          <p:nvPr/>
        </p:nvSpPr>
        <p:spPr bwMode="auto">
          <a:xfrm>
            <a:off x="1429488" y="1805464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Rectangle 2">
            <a:extLst>
              <a:ext uri="{FF2B5EF4-FFF2-40B4-BE49-F238E27FC236}">
                <a16:creationId xmlns:a16="http://schemas.microsoft.com/office/drawing/2014/main" id="{ED377362-F76E-47B8-B7A7-FFA3A8729246}"/>
              </a:ext>
            </a:extLst>
          </p:cNvPr>
          <p:cNvSpPr>
            <a:spLocks/>
          </p:cNvSpPr>
          <p:nvPr/>
        </p:nvSpPr>
        <p:spPr bwMode="auto">
          <a:xfrm>
            <a:off x="2416627" y="2131729"/>
            <a:ext cx="604358" cy="484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1" name="Rectangle 2">
            <a:extLst>
              <a:ext uri="{FF2B5EF4-FFF2-40B4-BE49-F238E27FC236}">
                <a16:creationId xmlns:a16="http://schemas.microsoft.com/office/drawing/2014/main" id="{E4A204A3-497E-450F-B866-086E9EB87441}"/>
              </a:ext>
            </a:extLst>
          </p:cNvPr>
          <p:cNvSpPr>
            <a:spLocks/>
          </p:cNvSpPr>
          <p:nvPr/>
        </p:nvSpPr>
        <p:spPr bwMode="auto">
          <a:xfrm>
            <a:off x="6272562" y="689565"/>
            <a:ext cx="750121" cy="446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m1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Rectangle 2">
            <a:extLst>
              <a:ext uri="{FF2B5EF4-FFF2-40B4-BE49-F238E27FC236}">
                <a16:creationId xmlns:a16="http://schemas.microsoft.com/office/drawing/2014/main" id="{E0085A7E-F64B-4329-B195-5C060E20E76D}"/>
              </a:ext>
            </a:extLst>
          </p:cNvPr>
          <p:cNvSpPr>
            <a:spLocks/>
          </p:cNvSpPr>
          <p:nvPr/>
        </p:nvSpPr>
        <p:spPr bwMode="auto">
          <a:xfrm>
            <a:off x="6237093" y="1552070"/>
            <a:ext cx="686878" cy="699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m2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3" name="Rectangle 2">
            <a:extLst>
              <a:ext uri="{FF2B5EF4-FFF2-40B4-BE49-F238E27FC236}">
                <a16:creationId xmlns:a16="http://schemas.microsoft.com/office/drawing/2014/main" id="{B56B036E-F3A0-4FE2-8EB5-8EF3FA161E85}"/>
              </a:ext>
            </a:extLst>
          </p:cNvPr>
          <p:cNvSpPr>
            <a:spLocks/>
          </p:cNvSpPr>
          <p:nvPr/>
        </p:nvSpPr>
        <p:spPr bwMode="auto">
          <a:xfrm>
            <a:off x="7116034" y="1667584"/>
            <a:ext cx="686877" cy="463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m3</a:t>
            </a:r>
            <a:endParaRPr kumimoji="0" lang="zh-CN" altLang="en-US" sz="2400" b="1" i="0" u="none" strike="noStrike" kern="1200" cap="none" spc="0" normalizeH="0" baseline="-2500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F9BFAB1F-F488-421A-9642-A20D6B4EBA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314152"/>
              </p:ext>
            </p:extLst>
          </p:nvPr>
        </p:nvGraphicFramePr>
        <p:xfrm>
          <a:off x="5913438" y="3902075"/>
          <a:ext cx="2622550" cy="266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6" name="Equation" r:id="rId10" imgW="2273040" imgH="2311200" progId="Equation.DSMT4">
                  <p:embed/>
                </p:oleObj>
              </mc:Choice>
              <mc:Fallback>
                <p:oleObj name="Equation" r:id="rId10" imgW="2273040" imgH="23112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EF8CEC2F-84E9-464C-995F-50F139D62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13438" y="3902075"/>
                        <a:ext cx="2622550" cy="266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30EDDF67-176E-40DF-89E1-F57CED81FC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0857116"/>
              </p:ext>
            </p:extLst>
          </p:nvPr>
        </p:nvGraphicFramePr>
        <p:xfrm>
          <a:off x="1043608" y="3772892"/>
          <a:ext cx="4424363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7" name="Equation" r:id="rId12" imgW="3835080" imgH="1143000" progId="Equation.DSMT4">
                  <p:embed/>
                </p:oleObj>
              </mc:Choice>
              <mc:Fallback>
                <p:oleObj name="Equation" r:id="rId12" imgW="3835080" imgH="11430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FA1CD125-0186-48E8-AB00-D043C4E7A4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43608" y="3772892"/>
                        <a:ext cx="4424363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C446EA42-984E-4E2F-9DFF-A6E2D93F46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513381"/>
              </p:ext>
            </p:extLst>
          </p:nvPr>
        </p:nvGraphicFramePr>
        <p:xfrm>
          <a:off x="1179513" y="5205413"/>
          <a:ext cx="5026025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8" name="Equation" r:id="rId14" imgW="4356000" imgH="1168200" progId="Equation.DSMT4">
                  <p:embed/>
                </p:oleObj>
              </mc:Choice>
              <mc:Fallback>
                <p:oleObj name="Equation" r:id="rId14" imgW="4356000" imgH="1168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8184433D-1B65-4A50-84ED-404F7D42AD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179513" y="5205413"/>
                        <a:ext cx="5026025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对象 97">
            <a:extLst>
              <a:ext uri="{FF2B5EF4-FFF2-40B4-BE49-F238E27FC236}">
                <a16:creationId xmlns:a16="http://schemas.microsoft.com/office/drawing/2014/main" id="{09201C75-0EE6-4D20-A577-BCCBB89B55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642540"/>
              </p:ext>
            </p:extLst>
          </p:nvPr>
        </p:nvGraphicFramePr>
        <p:xfrm>
          <a:off x="4672497" y="3809033"/>
          <a:ext cx="429418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69" name="Equation" r:id="rId16" imgW="3720960" imgH="1168200" progId="Equation.DSMT4">
                  <p:embed/>
                </p:oleObj>
              </mc:Choice>
              <mc:Fallback>
                <p:oleObj name="Equation" r:id="rId16" imgW="3720960" imgH="116820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C446EA42-984E-4E2F-9DFF-A6E2D93F46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672497" y="3809033"/>
                        <a:ext cx="4294188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Rectangle 49">
            <a:extLst>
              <a:ext uri="{FF2B5EF4-FFF2-40B4-BE49-F238E27FC236}">
                <a16:creationId xmlns:a16="http://schemas.microsoft.com/office/drawing/2014/main" id="{7979E78D-FD41-4481-AAA6-6F4B96BD5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10" y="3478478"/>
            <a:ext cx="8233711" cy="40011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仅需列写ｂ－（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）个以网孔电流表示的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方程：网孔电流法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8D769C95-CA0D-4CC1-BB48-CE7D3358B9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560298"/>
              </p:ext>
            </p:extLst>
          </p:nvPr>
        </p:nvGraphicFramePr>
        <p:xfrm>
          <a:off x="445145" y="3839582"/>
          <a:ext cx="4294188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0" name="Equation" r:id="rId18" imgW="3720960" imgH="1168200" progId="Equation.DSMT4">
                  <p:embed/>
                </p:oleObj>
              </mc:Choice>
              <mc:Fallback>
                <p:oleObj name="Equation" r:id="rId18" imgW="3720960" imgH="1168200" progId="Equation.DSMT4">
                  <p:embed/>
                  <p:pic>
                    <p:nvPicPr>
                      <p:cNvPr id="98" name="对象 97">
                        <a:extLst>
                          <a:ext uri="{FF2B5EF4-FFF2-40B4-BE49-F238E27FC236}">
                            <a16:creationId xmlns:a16="http://schemas.microsoft.com/office/drawing/2014/main" id="{09201C75-0EE6-4D20-A577-BCCBB89B55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5145" y="3839582"/>
                        <a:ext cx="4294188" cy="13462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49">
            <a:extLst>
              <a:ext uri="{FF2B5EF4-FFF2-40B4-BE49-F238E27FC236}">
                <a16:creationId xmlns:a16="http://schemas.microsoft.com/office/drawing/2014/main" id="{5AE79010-1159-4CD8-A374-5C7CC1D0F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4056" y="5728252"/>
            <a:ext cx="4938506" cy="46166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能否观察直接列写出网孔电流方程？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B2ABDED-09F3-46B3-B9BF-6C99BD70478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68818" y="1602933"/>
            <a:ext cx="965105" cy="1482331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503CDA4-68B7-4983-9122-4B4FDFC302CF}"/>
              </a:ext>
            </a:extLst>
          </p:cNvPr>
          <p:cNvSpPr/>
          <p:nvPr/>
        </p:nvSpPr>
        <p:spPr bwMode="auto">
          <a:xfrm>
            <a:off x="2936054" y="1911959"/>
            <a:ext cx="951055" cy="1170527"/>
          </a:xfrm>
          <a:prstGeom prst="roundRect">
            <a:avLst/>
          </a:prstGeom>
          <a:solidFill>
            <a:schemeClr val="accent1">
              <a:alpha val="32000"/>
            </a:schemeClr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2C46AD9-6B2E-4299-9DE1-33FBFB9B404D}"/>
              </a:ext>
            </a:extLst>
          </p:cNvPr>
          <p:cNvSpPr/>
          <p:nvPr/>
        </p:nvSpPr>
        <p:spPr bwMode="auto">
          <a:xfrm>
            <a:off x="4054286" y="2009509"/>
            <a:ext cx="425158" cy="134208"/>
          </a:xfrm>
          <a:prstGeom prst="rightArrow">
            <a:avLst/>
          </a:prstGeom>
          <a:solidFill>
            <a:schemeClr val="accent1"/>
          </a:solidFill>
          <a:ln w="1588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9B44AF9F-C2EE-4FBE-8C36-FCEFF4CEBA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049764"/>
              </p:ext>
            </p:extLst>
          </p:nvPr>
        </p:nvGraphicFramePr>
        <p:xfrm>
          <a:off x="5481079" y="4285196"/>
          <a:ext cx="26590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71" name="Equation" r:id="rId20" imgW="1650960" imgH="380880" progId="Equation.DSMT4">
                  <p:embed/>
                </p:oleObj>
              </mc:Choice>
              <mc:Fallback>
                <p:oleObj name="Equation" r:id="rId20" imgW="1650960" imgH="380880" progId="Equation.DSMT4">
                  <p:embed/>
                  <p:pic>
                    <p:nvPicPr>
                      <p:cNvPr id="100" name="对象 99">
                        <a:extLst>
                          <a:ext uri="{FF2B5EF4-FFF2-40B4-BE49-F238E27FC236}">
                            <a16:creationId xmlns:a16="http://schemas.microsoft.com/office/drawing/2014/main" id="{7E520C65-5960-44EF-B15B-F919573A0D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481079" y="4285196"/>
                        <a:ext cx="2659062" cy="612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8553528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36" grpId="0" animBg="1"/>
      <p:bldP spid="152" grpId="0" animBg="1"/>
      <p:bldP spid="152" grpId="1" animBg="1"/>
      <p:bldP spid="100" grpId="0" animBg="1"/>
      <p:bldP spid="103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B00B35C-F116-4CE1-B258-82FF2E20F560}"/>
              </a:ext>
            </a:extLst>
          </p:cNvPr>
          <p:cNvSpPr>
            <a:spLocks/>
          </p:cNvSpPr>
          <p:nvPr/>
        </p:nvSpPr>
        <p:spPr bwMode="auto">
          <a:xfrm>
            <a:off x="-180975" y="0"/>
            <a:ext cx="417671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§3-2 </a:t>
            </a:r>
            <a:r>
              <a:rPr lang="zh-CN" altLang="en-US" sz="4000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</a:p>
        </p:txBody>
      </p:sp>
      <p:sp>
        <p:nvSpPr>
          <p:cNvPr id="265219" name="Text Box 3">
            <a:extLst>
              <a:ext uri="{FF2B5EF4-FFF2-40B4-BE49-F238E27FC236}">
                <a16:creationId xmlns:a16="http://schemas.microsoft.com/office/drawing/2014/main" id="{613A7834-913A-4203-BDDF-ABB8ECAE66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电路的图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4" name="Text Box 58">
            <a:extLst>
              <a:ext uri="{FF2B5EF4-FFF2-40B4-BE49-F238E27FC236}">
                <a16:creationId xmlns:a16="http://schemas.microsoft.com/office/drawing/2014/main" id="{DEE35EDD-3644-4DE0-AFC1-25A472074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00213"/>
            <a:ext cx="23034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路径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5" name="Text Box 59">
            <a:extLst>
              <a:ext uri="{FF2B5EF4-FFF2-40B4-BE49-F238E27FC236}">
                <a16:creationId xmlns:a16="http://schemas.microsoft.com/office/drawing/2014/main" id="{2A83D126-9622-4265-B44D-7BC9D3DD4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349500"/>
            <a:ext cx="4033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连通图、非连通图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6" name="Text Box 60">
            <a:extLst>
              <a:ext uri="{FF2B5EF4-FFF2-40B4-BE49-F238E27FC236}">
                <a16:creationId xmlns:a16="http://schemas.microsoft.com/office/drawing/2014/main" id="{5D6CD0C1-AB81-4EDB-A414-F1AE271A6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57563"/>
            <a:ext cx="1512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4.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子图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77" name="Rectangle 61">
            <a:extLst>
              <a:ext uri="{FF2B5EF4-FFF2-40B4-BE49-F238E27FC236}">
                <a16:creationId xmlns:a16="http://schemas.microsoft.com/office/drawing/2014/main" id="{AE1D35E1-5F31-44B2-83B4-95062D96C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1158875"/>
            <a:ext cx="26844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无向图、有向图</a:t>
            </a:r>
          </a:p>
        </p:txBody>
      </p:sp>
      <p:sp>
        <p:nvSpPr>
          <p:cNvPr id="265290" name="Text Box 74">
            <a:extLst>
              <a:ext uri="{FF2B5EF4-FFF2-40B4-BE49-F238E27FC236}">
                <a16:creationId xmlns:a16="http://schemas.microsoft.com/office/drawing/2014/main" id="{D188159D-06AF-4C95-B1A4-C19376E1F4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29813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①树、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1" name="Text Box 75">
            <a:extLst>
              <a:ext uri="{FF2B5EF4-FFF2-40B4-BE49-F238E27FC236}">
                <a16:creationId xmlns:a16="http://schemas.microsoft.com/office/drawing/2014/main" id="{DD862D6E-52DF-4A2D-BC07-11FBE0899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717925"/>
            <a:ext cx="151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②回路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2" name="AutoShape 76">
            <a:extLst>
              <a:ext uri="{FF2B5EF4-FFF2-40B4-BE49-F238E27FC236}">
                <a16:creationId xmlns:a16="http://schemas.microsoft.com/office/drawing/2014/main" id="{2C081001-F8B0-4336-9E4B-4277375E6334}"/>
              </a:ext>
            </a:extLst>
          </p:cNvPr>
          <p:cNvSpPr>
            <a:spLocks/>
          </p:cNvSpPr>
          <p:nvPr/>
        </p:nvSpPr>
        <p:spPr bwMode="auto">
          <a:xfrm>
            <a:off x="1833563" y="3213100"/>
            <a:ext cx="290512" cy="792163"/>
          </a:xfrm>
          <a:prstGeom prst="leftBrace">
            <a:avLst>
              <a:gd name="adj1" fmla="val 2272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3" name="Text Box 77">
            <a:extLst>
              <a:ext uri="{FF2B5EF4-FFF2-40B4-BE49-F238E27FC236}">
                <a16:creationId xmlns:a16="http://schemas.microsoft.com/office/drawing/2014/main" id="{ADDDDB63-2650-4C7B-8D30-3D80EB9D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650" y="2981325"/>
            <a:ext cx="22336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树支、连支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4" name="Text Box 78">
            <a:extLst>
              <a:ext uri="{FF2B5EF4-FFF2-40B4-BE49-F238E27FC236}">
                <a16:creationId xmlns:a16="http://schemas.microsoft.com/office/drawing/2014/main" id="{53D0E59C-AFCE-4D09-9237-1235A0D5B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3644900"/>
            <a:ext cx="4537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单连支回路（又称基本回路）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5295" name="Text Box 79">
            <a:extLst>
              <a:ext uri="{FF2B5EF4-FFF2-40B4-BE49-F238E27FC236}">
                <a16:creationId xmlns:a16="http://schemas.microsoft.com/office/drawing/2014/main" id="{2F8AB686-D900-4835-9D68-B95499F37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2997200"/>
            <a:ext cx="4213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单树支割集（基本割集）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65296" name="Group 80">
            <a:extLst>
              <a:ext uri="{FF2B5EF4-FFF2-40B4-BE49-F238E27FC236}">
                <a16:creationId xmlns:a16="http://schemas.microsoft.com/office/drawing/2014/main" id="{DEBC7E78-AB32-4C0A-B6D0-E982F53CD15E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508500"/>
            <a:ext cx="1368425" cy="1439863"/>
            <a:chOff x="2304" y="1776"/>
            <a:chExt cx="538" cy="646"/>
          </a:xfrm>
        </p:grpSpPr>
        <p:sp>
          <p:nvSpPr>
            <p:cNvPr id="23631" name="Line 81">
              <a:extLst>
                <a:ext uri="{FF2B5EF4-FFF2-40B4-BE49-F238E27FC236}">
                  <a16:creationId xmlns:a16="http://schemas.microsoft.com/office/drawing/2014/main" id="{82D291DE-A42A-4A87-B865-296E2F9A9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991"/>
              <a:ext cx="288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2" name="Line 82">
              <a:extLst>
                <a:ext uri="{FF2B5EF4-FFF2-40B4-BE49-F238E27FC236}">
                  <a16:creationId xmlns:a16="http://schemas.microsoft.com/office/drawing/2014/main" id="{FB56CE74-55AA-4514-ABF7-3D3D25E5F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6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3" name="Line 83">
              <a:extLst>
                <a:ext uri="{FF2B5EF4-FFF2-40B4-BE49-F238E27FC236}">
                  <a16:creationId xmlns:a16="http://schemas.microsoft.com/office/drawing/2014/main" id="{67982B55-5BAF-4406-8260-8570C5A2C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1991"/>
              <a:ext cx="250" cy="43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00" name="Group 84">
            <a:extLst>
              <a:ext uri="{FF2B5EF4-FFF2-40B4-BE49-F238E27FC236}">
                <a16:creationId xmlns:a16="http://schemas.microsoft.com/office/drawing/2014/main" id="{50DFFD62-862C-493E-8F6E-5AA1CD766EB9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4325938"/>
            <a:ext cx="1008062" cy="1079500"/>
            <a:chOff x="2653" y="812"/>
            <a:chExt cx="442" cy="468"/>
          </a:xfrm>
        </p:grpSpPr>
        <p:sp>
          <p:nvSpPr>
            <p:cNvPr id="23629" name="Line 85">
              <a:extLst>
                <a:ext uri="{FF2B5EF4-FFF2-40B4-BE49-F238E27FC236}">
                  <a16:creationId xmlns:a16="http://schemas.microsoft.com/office/drawing/2014/main" id="{0178BFCD-5693-4071-B4C8-919FE797BD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3" y="812"/>
              <a:ext cx="442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30" name="Text Box 86">
              <a:extLst>
                <a:ext uri="{FF2B5EF4-FFF2-40B4-BE49-F238E27FC236}">
                  <a16:creationId xmlns:a16="http://schemas.microsoft.com/office/drawing/2014/main" id="{1E955F00-D77B-4D63-86BA-BA1C3589A4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830"/>
              <a:ext cx="15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65303" name="Group 87">
            <a:extLst>
              <a:ext uri="{FF2B5EF4-FFF2-40B4-BE49-F238E27FC236}">
                <a16:creationId xmlns:a16="http://schemas.microsoft.com/office/drawing/2014/main" id="{FE2811EA-B55F-4FA1-8E25-E95A981B583B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4325938"/>
            <a:ext cx="2133600" cy="2284412"/>
            <a:chOff x="2250" y="812"/>
            <a:chExt cx="1344" cy="1439"/>
          </a:xfrm>
        </p:grpSpPr>
        <p:sp>
          <p:nvSpPr>
            <p:cNvPr id="23622" name="Line 88">
              <a:extLst>
                <a:ext uri="{FF2B5EF4-FFF2-40B4-BE49-F238E27FC236}">
                  <a16:creationId xmlns:a16="http://schemas.microsoft.com/office/drawing/2014/main" id="{412D5FFC-8706-429A-A643-C2A0548A5E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0" y="812"/>
              <a:ext cx="0" cy="14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3" name="Line 89">
              <a:extLst>
                <a:ext uri="{FF2B5EF4-FFF2-40B4-BE49-F238E27FC236}">
                  <a16:creationId xmlns:a16="http://schemas.microsoft.com/office/drawing/2014/main" id="{071FA307-EAF6-4D19-A695-1DD6E4394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0" y="1480"/>
              <a:ext cx="560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4" name="Line 90">
              <a:extLst>
                <a:ext uri="{FF2B5EF4-FFF2-40B4-BE49-F238E27FC236}">
                  <a16:creationId xmlns:a16="http://schemas.microsoft.com/office/drawing/2014/main" id="{B0405AC6-D580-402D-B646-0BDD425B15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10" y="1480"/>
              <a:ext cx="614" cy="7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25" name="Text Box 91">
              <a:extLst>
                <a:ext uri="{FF2B5EF4-FFF2-40B4-BE49-F238E27FC236}">
                  <a16:creationId xmlns:a16="http://schemas.microsoft.com/office/drawing/2014/main" id="{897E684A-01B5-4451-AA5F-1983B6BFF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8" y="172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6" name="Text Box 92">
              <a:extLst>
                <a:ext uri="{FF2B5EF4-FFF2-40B4-BE49-F238E27FC236}">
                  <a16:creationId xmlns:a16="http://schemas.microsoft.com/office/drawing/2014/main" id="{74FC714C-5B25-4A87-800A-CAB41DDEE4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9" y="124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7" name="Text Box 93">
              <a:extLst>
                <a:ext uri="{FF2B5EF4-FFF2-40B4-BE49-F238E27FC236}">
                  <a16:creationId xmlns:a16="http://schemas.microsoft.com/office/drawing/2014/main" id="{AA029381-E545-47FE-903F-6C469055C3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4" y="1765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3628" name="Text Box 94">
              <a:extLst>
                <a:ext uri="{FF2B5EF4-FFF2-40B4-BE49-F238E27FC236}">
                  <a16:creationId xmlns:a16="http://schemas.microsoft.com/office/drawing/2014/main" id="{7FE772ED-C8B9-484D-968D-51AEFAE66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" y="1560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11" name="Group 95">
            <a:extLst>
              <a:ext uri="{FF2B5EF4-FFF2-40B4-BE49-F238E27FC236}">
                <a16:creationId xmlns:a16="http://schemas.microsoft.com/office/drawing/2014/main" id="{70157CFF-A930-433B-B664-7738E8929DF0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579938"/>
            <a:ext cx="1806575" cy="1982787"/>
            <a:chOff x="3969" y="981"/>
            <a:chExt cx="1138" cy="1249"/>
          </a:xfrm>
        </p:grpSpPr>
        <p:sp>
          <p:nvSpPr>
            <p:cNvPr id="23616" name="Line 96">
              <a:extLst>
                <a:ext uri="{FF2B5EF4-FFF2-40B4-BE49-F238E27FC236}">
                  <a16:creationId xmlns:a16="http://schemas.microsoft.com/office/drawing/2014/main" id="{532A7210-9381-4BB4-8893-9536ABB80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7" name="Line 97">
              <a:extLst>
                <a:ext uri="{FF2B5EF4-FFF2-40B4-BE49-F238E27FC236}">
                  <a16:creationId xmlns:a16="http://schemas.microsoft.com/office/drawing/2014/main" id="{82955B39-E6AD-4394-9756-F9DA4A1ED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8" name="Line 98">
              <a:extLst>
                <a:ext uri="{FF2B5EF4-FFF2-40B4-BE49-F238E27FC236}">
                  <a16:creationId xmlns:a16="http://schemas.microsoft.com/office/drawing/2014/main" id="{71CC66D3-81A3-41E4-8186-43EE52CED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9" name="Text Box 99">
              <a:extLst>
                <a:ext uri="{FF2B5EF4-FFF2-40B4-BE49-F238E27FC236}">
                  <a16:creationId xmlns:a16="http://schemas.microsoft.com/office/drawing/2014/main" id="{822849A1-BF4D-42BF-A36E-1E67208167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20" name="Text Box 100">
              <a:extLst>
                <a:ext uri="{FF2B5EF4-FFF2-40B4-BE49-F238E27FC236}">
                  <a16:creationId xmlns:a16="http://schemas.microsoft.com/office/drawing/2014/main" id="{5F04DCAD-8F1C-4604-A4DD-84A9A086E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21" name="Text Box 101">
              <a:extLst>
                <a:ext uri="{FF2B5EF4-FFF2-40B4-BE49-F238E27FC236}">
                  <a16:creationId xmlns:a16="http://schemas.microsoft.com/office/drawing/2014/main" id="{CB815919-4D44-4F75-831B-2EBB9F05F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65318" name="Group 102">
            <a:extLst>
              <a:ext uri="{FF2B5EF4-FFF2-40B4-BE49-F238E27FC236}">
                <a16:creationId xmlns:a16="http://schemas.microsoft.com/office/drawing/2014/main" id="{46FA9B5C-C599-4D29-8D50-7E3E4E28DC06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149725"/>
            <a:ext cx="1800225" cy="1798638"/>
            <a:chOff x="3692" y="571"/>
            <a:chExt cx="1040" cy="1109"/>
          </a:xfrm>
        </p:grpSpPr>
        <p:sp>
          <p:nvSpPr>
            <p:cNvPr id="23614" name="Text Box 103">
              <a:extLst>
                <a:ext uri="{FF2B5EF4-FFF2-40B4-BE49-F238E27FC236}">
                  <a16:creationId xmlns:a16="http://schemas.microsoft.com/office/drawing/2014/main" id="{C8BD194C-1BB0-480A-856C-82AEE8277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" y="586"/>
              <a:ext cx="21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3615" name="Arc 104">
              <a:extLst>
                <a:ext uri="{FF2B5EF4-FFF2-40B4-BE49-F238E27FC236}">
                  <a16:creationId xmlns:a16="http://schemas.microsoft.com/office/drawing/2014/main" id="{A7B0E5AA-5332-4F49-920B-9E0DAC4F997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692" y="571"/>
              <a:ext cx="1040" cy="1109"/>
            </a:xfrm>
            <a:custGeom>
              <a:avLst/>
              <a:gdLst>
                <a:gd name="T0" fmla="*/ 26 w 41005"/>
                <a:gd name="T1" fmla="*/ 17 h 21600"/>
                <a:gd name="T2" fmla="*/ 0 w 41005"/>
                <a:gd name="T3" fmla="*/ 19 h 21600"/>
                <a:gd name="T4" fmla="*/ 13 w 4100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005" h="21600" fill="none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</a:path>
                <a:path w="41005" h="21600" stroke="0" extrusionOk="0">
                  <a:moveTo>
                    <a:pt x="41005" y="6470"/>
                  </a:moveTo>
                  <a:cubicBezTo>
                    <a:pt x="38178" y="15473"/>
                    <a:pt x="29833" y="21600"/>
                    <a:pt x="20397" y="21600"/>
                  </a:cubicBezTo>
                  <a:cubicBezTo>
                    <a:pt x="11207" y="21600"/>
                    <a:pt x="3023" y="15785"/>
                    <a:pt x="-1" y="7107"/>
                  </a:cubicBezTo>
                  <a:lnTo>
                    <a:pt x="20397" y="0"/>
                  </a:lnTo>
                  <a:lnTo>
                    <a:pt x="41005" y="647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1" name="Group 105">
            <a:extLst>
              <a:ext uri="{FF2B5EF4-FFF2-40B4-BE49-F238E27FC236}">
                <a16:creationId xmlns:a16="http://schemas.microsoft.com/office/drawing/2014/main" id="{DA876ACF-848B-4F96-A648-087CCC23C78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476250"/>
            <a:ext cx="2160588" cy="2232025"/>
            <a:chOff x="3734" y="2619"/>
            <a:chExt cx="1154" cy="1339"/>
          </a:xfrm>
        </p:grpSpPr>
        <p:sp>
          <p:nvSpPr>
            <p:cNvPr id="23609" name="AutoShape 106">
              <a:extLst>
                <a:ext uri="{FF2B5EF4-FFF2-40B4-BE49-F238E27FC236}">
                  <a16:creationId xmlns:a16="http://schemas.microsoft.com/office/drawing/2014/main" id="{AB38F310-6C5A-4FA8-BED4-0BAB3AB88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2906"/>
              <a:ext cx="1154" cy="1052"/>
            </a:xfrm>
            <a:prstGeom prst="diamond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610" name="Arc 107">
              <a:extLst>
                <a:ext uri="{FF2B5EF4-FFF2-40B4-BE49-F238E27FC236}">
                  <a16:creationId xmlns:a16="http://schemas.microsoft.com/office/drawing/2014/main" id="{B2A0CD78-8F13-42A1-8914-2E17D8BE8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2619"/>
              <a:ext cx="1152" cy="807"/>
            </a:xfrm>
            <a:custGeom>
              <a:avLst/>
              <a:gdLst>
                <a:gd name="T0" fmla="*/ 0 w 43200"/>
                <a:gd name="T1" fmla="*/ 30 h 21600"/>
                <a:gd name="T2" fmla="*/ 31 w 43200"/>
                <a:gd name="T3" fmla="*/ 30 h 21600"/>
                <a:gd name="T4" fmla="*/ 15 w 43200"/>
                <a:gd name="T5" fmla="*/ 3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1600" fill="none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</a:path>
                <a:path w="43200" h="21600" stroke="0" extrusionOk="0">
                  <a:moveTo>
                    <a:pt x="0" y="21600"/>
                  </a:move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1" name="Line 108">
              <a:extLst>
                <a:ext uri="{FF2B5EF4-FFF2-40B4-BE49-F238E27FC236}">
                  <a16:creationId xmlns:a16="http://schemas.microsoft.com/office/drawing/2014/main" id="{88FD2356-E3FE-4D82-A82C-ADF5DBD91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06"/>
              <a:ext cx="0" cy="10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109">
              <a:extLst>
                <a:ext uri="{FF2B5EF4-FFF2-40B4-BE49-F238E27FC236}">
                  <a16:creationId xmlns:a16="http://schemas.microsoft.com/office/drawing/2014/main" id="{2432F32B-6079-48AD-9144-E7F214932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6" y="3426"/>
              <a:ext cx="584" cy="5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3" name="Line 110">
              <a:extLst>
                <a:ext uri="{FF2B5EF4-FFF2-40B4-BE49-F238E27FC236}">
                  <a16:creationId xmlns:a16="http://schemas.microsoft.com/office/drawing/2014/main" id="{93E42A3E-D91F-42DA-A331-35B9805455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424"/>
              <a:ext cx="568" cy="5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5327" name="Group 111">
            <a:extLst>
              <a:ext uri="{FF2B5EF4-FFF2-40B4-BE49-F238E27FC236}">
                <a16:creationId xmlns:a16="http://schemas.microsoft.com/office/drawing/2014/main" id="{16B2E714-F21F-4370-AE4C-6CCFC04E43B1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4149725"/>
            <a:ext cx="1806575" cy="1982788"/>
            <a:chOff x="3969" y="981"/>
            <a:chExt cx="1138" cy="1249"/>
          </a:xfrm>
        </p:grpSpPr>
        <p:sp>
          <p:nvSpPr>
            <p:cNvPr id="23603" name="Line 112">
              <a:extLst>
                <a:ext uri="{FF2B5EF4-FFF2-40B4-BE49-F238E27FC236}">
                  <a16:creationId xmlns:a16="http://schemas.microsoft.com/office/drawing/2014/main" id="{246042D9-1F20-4790-83F7-1F0C6BB2F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8" y="981"/>
              <a:ext cx="0" cy="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Line 113">
              <a:extLst>
                <a:ext uri="{FF2B5EF4-FFF2-40B4-BE49-F238E27FC236}">
                  <a16:creationId xmlns:a16="http://schemas.microsoft.com/office/drawing/2014/main" id="{1080A70A-752D-4DB6-B434-6593F5538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12"/>
              <a:ext cx="649" cy="7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Line 114">
              <a:extLst>
                <a:ext uri="{FF2B5EF4-FFF2-40B4-BE49-F238E27FC236}">
                  <a16:creationId xmlns:a16="http://schemas.microsoft.com/office/drawing/2014/main" id="{B322A2A7-DA31-4281-8543-08323DD08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18" y="1449"/>
              <a:ext cx="489" cy="7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Text Box 115">
              <a:extLst>
                <a:ext uri="{FF2B5EF4-FFF2-40B4-BE49-F238E27FC236}">
                  <a16:creationId xmlns:a16="http://schemas.microsoft.com/office/drawing/2014/main" id="{6B2CE1A4-6C39-4A51-AA97-3BC906D74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5" y="175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3607" name="Text Box 116">
              <a:extLst>
                <a:ext uri="{FF2B5EF4-FFF2-40B4-BE49-F238E27FC236}">
                  <a16:creationId xmlns:a16="http://schemas.microsoft.com/office/drawing/2014/main" id="{B36825CB-A6F7-47E8-B004-12855678C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4" y="143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3608" name="Text Box 117">
              <a:extLst>
                <a:ext uri="{FF2B5EF4-FFF2-40B4-BE49-F238E27FC236}">
                  <a16:creationId xmlns:a16="http://schemas.microsoft.com/office/drawing/2014/main" id="{2F28CF70-6496-41DD-895B-FE6516C36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166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265334" name="Line 118">
            <a:extLst>
              <a:ext uri="{FF2B5EF4-FFF2-40B4-BE49-F238E27FC236}">
                <a16:creationId xmlns:a16="http://schemas.microsoft.com/office/drawing/2014/main" id="{C6A353EF-20F2-47D6-911A-C900307254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5463" y="4221163"/>
            <a:ext cx="1009650" cy="7921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35" name="Text Box 119">
            <a:extLst>
              <a:ext uri="{FF2B5EF4-FFF2-40B4-BE49-F238E27FC236}">
                <a16:creationId xmlns:a16="http://schemas.microsoft.com/office/drawing/2014/main" id="{4816DD97-062D-4EBD-8CEA-B35CE6B10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989138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65336" name="Text Box 120">
            <a:extLst>
              <a:ext uri="{FF2B5EF4-FFF2-40B4-BE49-F238E27FC236}">
                <a16:creationId xmlns:a16="http://schemas.microsoft.com/office/drawing/2014/main" id="{1811956B-8BC5-41F6-B1F3-7155C9138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1484313"/>
            <a:ext cx="3635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5337" name="Text Box 121">
            <a:extLst>
              <a:ext uri="{FF2B5EF4-FFF2-40B4-BE49-F238E27FC236}">
                <a16:creationId xmlns:a16="http://schemas.microsoft.com/office/drawing/2014/main" id="{A2B0CAEC-8564-42B9-875E-A7D45520CC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5113" y="1916113"/>
            <a:ext cx="3635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65338" name="Text Box 122">
            <a:extLst>
              <a:ext uri="{FF2B5EF4-FFF2-40B4-BE49-F238E27FC236}">
                <a16:creationId xmlns:a16="http://schemas.microsoft.com/office/drawing/2014/main" id="{774E57F3-0853-4C57-A397-726076F7B1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9652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65339" name="Text Box 123">
            <a:extLst>
              <a:ext uri="{FF2B5EF4-FFF2-40B4-BE49-F238E27FC236}">
                <a16:creationId xmlns:a16="http://schemas.microsoft.com/office/drawing/2014/main" id="{73DB9697-4628-4F18-AFB4-9E8DD70BB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65340" name="Text Box 124">
            <a:extLst>
              <a:ext uri="{FF2B5EF4-FFF2-40B4-BE49-F238E27FC236}">
                <a16:creationId xmlns:a16="http://schemas.microsoft.com/office/drawing/2014/main" id="{204AF878-FE92-49AE-9BCD-1EFE951D5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965200"/>
            <a:ext cx="3635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1" name="Text Box 125">
            <a:extLst>
              <a:ext uri="{FF2B5EF4-FFF2-40B4-BE49-F238E27FC236}">
                <a16:creationId xmlns:a16="http://schemas.microsoft.com/office/drawing/2014/main" id="{18B36D5B-F699-4ED4-93BC-B5795560C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076700"/>
            <a:ext cx="3635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65342" name="Line 126">
            <a:extLst>
              <a:ext uri="{FF2B5EF4-FFF2-40B4-BE49-F238E27FC236}">
                <a16:creationId xmlns:a16="http://schemas.microsoft.com/office/drawing/2014/main" id="{32F0FC84-8844-42F9-A32F-E5C4468784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2238" y="1268413"/>
            <a:ext cx="360362" cy="28733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3" name="Line 127">
            <a:extLst>
              <a:ext uri="{FF2B5EF4-FFF2-40B4-BE49-F238E27FC236}">
                <a16:creationId xmlns:a16="http://schemas.microsoft.com/office/drawing/2014/main" id="{D947CB8E-BAA7-4394-B304-2EB01A3F132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223361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4" name="Line 128">
            <a:extLst>
              <a:ext uri="{FF2B5EF4-FFF2-40B4-BE49-F238E27FC236}">
                <a16:creationId xmlns:a16="http://schemas.microsoft.com/office/drawing/2014/main" id="{BF6E6EC9-26DC-4B8E-8F3C-965BE15FD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7625" y="1312863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5" name="Line 129">
            <a:extLst>
              <a:ext uri="{FF2B5EF4-FFF2-40B4-BE49-F238E27FC236}">
                <a16:creationId xmlns:a16="http://schemas.microsoft.com/office/drawing/2014/main" id="{FA1319E0-8907-456E-A9BE-BB7EFE51CF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9550" y="549275"/>
            <a:ext cx="288925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6" name="Line 130">
            <a:extLst>
              <a:ext uri="{FF2B5EF4-FFF2-40B4-BE49-F238E27FC236}">
                <a16:creationId xmlns:a16="http://schemas.microsoft.com/office/drawing/2014/main" id="{0C2B8BAA-B728-4D18-8B46-D868ECD79EA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1844675"/>
            <a:ext cx="0" cy="431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7" name="Line 131">
            <a:extLst>
              <a:ext uri="{FF2B5EF4-FFF2-40B4-BE49-F238E27FC236}">
                <a16:creationId xmlns:a16="http://schemas.microsoft.com/office/drawing/2014/main" id="{BBB4487E-91C6-4C9E-9E6A-09199D9EF9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6188" y="2060575"/>
            <a:ext cx="4318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8" name="Line 132">
            <a:extLst>
              <a:ext uri="{FF2B5EF4-FFF2-40B4-BE49-F238E27FC236}">
                <a16:creationId xmlns:a16="http://schemas.microsoft.com/office/drawing/2014/main" id="{A7E79B4E-9E8D-470A-B456-6B22AC8AE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9838" y="4797425"/>
            <a:ext cx="215900" cy="215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49" name="Line 133">
            <a:extLst>
              <a:ext uri="{FF2B5EF4-FFF2-40B4-BE49-F238E27FC236}">
                <a16:creationId xmlns:a16="http://schemas.microsoft.com/office/drawing/2014/main" id="{68894A1C-AB4D-480C-A8B2-7789AC6CD0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4365625"/>
            <a:ext cx="217487" cy="3587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0" name="Line 134">
            <a:extLst>
              <a:ext uri="{FF2B5EF4-FFF2-40B4-BE49-F238E27FC236}">
                <a16:creationId xmlns:a16="http://schemas.microsoft.com/office/drawing/2014/main" id="{33E3F321-E29F-4ECE-B596-2FE21159C9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25" y="4552950"/>
            <a:ext cx="431800" cy="3603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352" name="Arc 136">
            <a:extLst>
              <a:ext uri="{FF2B5EF4-FFF2-40B4-BE49-F238E27FC236}">
                <a16:creationId xmlns:a16="http://schemas.microsoft.com/office/drawing/2014/main" id="{135A006C-74F7-454B-A684-FE6950F3F44D}"/>
              </a:ext>
            </a:extLst>
          </p:cNvPr>
          <p:cNvSpPr>
            <a:spLocks/>
          </p:cNvSpPr>
          <p:nvPr/>
        </p:nvSpPr>
        <p:spPr bwMode="auto">
          <a:xfrm>
            <a:off x="3421063" y="4941888"/>
            <a:ext cx="574675" cy="1006475"/>
          </a:xfrm>
          <a:custGeom>
            <a:avLst/>
            <a:gdLst>
              <a:gd name="T0" fmla="*/ 3822360 w 43200"/>
              <a:gd name="T1" fmla="*/ 0 h 43200"/>
              <a:gd name="T2" fmla="*/ 1433202 w 43200"/>
              <a:gd name="T3" fmla="*/ 2572312 h 43200"/>
              <a:gd name="T4" fmla="*/ 3822360 w 43200"/>
              <a:gd name="T5" fmla="*/ 1172445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041"/>
                  <a:pt x="2979" y="8838"/>
                  <a:pt x="8099" y="4739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3" name="Arc 137">
            <a:extLst>
              <a:ext uri="{FF2B5EF4-FFF2-40B4-BE49-F238E27FC236}">
                <a16:creationId xmlns:a16="http://schemas.microsoft.com/office/drawing/2014/main" id="{3CF5ED42-7894-40A8-A63F-4A31C4A1E2F8}"/>
              </a:ext>
            </a:extLst>
          </p:cNvPr>
          <p:cNvSpPr>
            <a:spLocks/>
          </p:cNvSpPr>
          <p:nvPr/>
        </p:nvSpPr>
        <p:spPr bwMode="auto">
          <a:xfrm>
            <a:off x="5083175" y="4440238"/>
            <a:ext cx="1001713" cy="1293812"/>
          </a:xfrm>
          <a:custGeom>
            <a:avLst/>
            <a:gdLst>
              <a:gd name="T0" fmla="*/ 0 w 43200"/>
              <a:gd name="T1" fmla="*/ 19482952 h 43200"/>
              <a:gd name="T2" fmla="*/ 1722181 w 43200"/>
              <a:gd name="T3" fmla="*/ 29526257 h 43200"/>
              <a:gd name="T4" fmla="*/ 11613772 w 43200"/>
              <a:gd name="T5" fmla="*/ 19374415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</a:path>
              <a:path w="43200" h="43200" stroke="0" extrusionOk="0">
                <a:moveTo>
                  <a:pt x="0" y="21720"/>
                </a:moveTo>
                <a:cubicBezTo>
                  <a:pt x="0" y="21680"/>
                  <a:pt x="0" y="2164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14098" y="43200"/>
                  <a:pt x="7133" y="39307"/>
                  <a:pt x="3202" y="32918"/>
                </a:cubicBezTo>
                <a:lnTo>
                  <a:pt x="21600" y="21600"/>
                </a:lnTo>
                <a:lnTo>
                  <a:pt x="0" y="2172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54" name="Arc 138">
            <a:extLst>
              <a:ext uri="{FF2B5EF4-FFF2-40B4-BE49-F238E27FC236}">
                <a16:creationId xmlns:a16="http://schemas.microsoft.com/office/drawing/2014/main" id="{4B18F9B0-72B9-4CBA-B674-0C357E3F6E45}"/>
              </a:ext>
            </a:extLst>
          </p:cNvPr>
          <p:cNvSpPr>
            <a:spLocks/>
          </p:cNvSpPr>
          <p:nvPr/>
        </p:nvSpPr>
        <p:spPr bwMode="auto">
          <a:xfrm rot="20213752" flipH="1">
            <a:off x="7308850" y="4872038"/>
            <a:ext cx="504825" cy="719137"/>
          </a:xfrm>
          <a:custGeom>
            <a:avLst/>
            <a:gdLst>
              <a:gd name="T0" fmla="*/ 3209635 w 43200"/>
              <a:gd name="T1" fmla="*/ 0 h 43116"/>
              <a:gd name="T2" fmla="*/ 1040021 w 43200"/>
              <a:gd name="T3" fmla="*/ 1405983 h 43116"/>
              <a:gd name="T4" fmla="*/ 2949639 w 43200"/>
              <a:gd name="T5" fmla="*/ 5985603 h 43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16" fill="none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</a:path>
              <a:path w="43200" h="43116" stroke="0" extrusionOk="0">
                <a:moveTo>
                  <a:pt x="23503" y="0"/>
                </a:moveTo>
                <a:cubicBezTo>
                  <a:pt x="34651" y="986"/>
                  <a:pt x="43200" y="10324"/>
                  <a:pt x="43200" y="21516"/>
                </a:cubicBezTo>
                <a:cubicBezTo>
                  <a:pt x="43200" y="33445"/>
                  <a:pt x="33529" y="43116"/>
                  <a:pt x="21600" y="43116"/>
                </a:cubicBezTo>
                <a:cubicBezTo>
                  <a:pt x="9670" y="43116"/>
                  <a:pt x="0" y="33445"/>
                  <a:pt x="0" y="21516"/>
                </a:cubicBezTo>
                <a:cubicBezTo>
                  <a:pt x="0" y="15176"/>
                  <a:pt x="2784" y="9157"/>
                  <a:pt x="7615" y="5053"/>
                </a:cubicBezTo>
                <a:lnTo>
                  <a:pt x="21600" y="21516"/>
                </a:lnTo>
                <a:lnTo>
                  <a:pt x="23503" y="0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5355" name="Group 139">
            <a:extLst>
              <a:ext uri="{FF2B5EF4-FFF2-40B4-BE49-F238E27FC236}">
                <a16:creationId xmlns:a16="http://schemas.microsoft.com/office/drawing/2014/main" id="{1C061EBB-CA5C-4DAE-A313-01C5A49F1F9D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844675"/>
            <a:ext cx="2160587" cy="1009650"/>
            <a:chOff x="1202" y="2568"/>
            <a:chExt cx="1361" cy="636"/>
          </a:xfrm>
        </p:grpSpPr>
        <p:sp>
          <p:nvSpPr>
            <p:cNvPr id="23599" name="Freeform 140">
              <a:extLst>
                <a:ext uri="{FF2B5EF4-FFF2-40B4-BE49-F238E27FC236}">
                  <a16:creationId xmlns:a16="http://schemas.microsoft.com/office/drawing/2014/main" id="{20A6144F-1846-4AF4-A400-C62D1158A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886"/>
              <a:ext cx="1361" cy="318"/>
            </a:xfrm>
            <a:custGeom>
              <a:avLst/>
              <a:gdLst>
                <a:gd name="T0" fmla="*/ 0 w 1361"/>
                <a:gd name="T1" fmla="*/ 0 h 318"/>
                <a:gd name="T2" fmla="*/ 680 w 1361"/>
                <a:gd name="T3" fmla="*/ 318 h 318"/>
                <a:gd name="T4" fmla="*/ 1361 w 1361"/>
                <a:gd name="T5" fmla="*/ 0 h 3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61" h="318">
                  <a:moveTo>
                    <a:pt x="0" y="0"/>
                  </a:moveTo>
                  <a:cubicBezTo>
                    <a:pt x="226" y="159"/>
                    <a:pt x="453" y="318"/>
                    <a:pt x="680" y="318"/>
                  </a:cubicBezTo>
                  <a:cubicBezTo>
                    <a:pt x="907" y="318"/>
                    <a:pt x="1240" y="53"/>
                    <a:pt x="1361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0" name="Line 141">
              <a:extLst>
                <a:ext uri="{FF2B5EF4-FFF2-40B4-BE49-F238E27FC236}">
                  <a16:creationId xmlns:a16="http://schemas.microsoft.com/office/drawing/2014/main" id="{FC92915E-9747-4BAF-B5A0-69A73D583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2" y="2886"/>
              <a:ext cx="63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1" name="Line 142">
              <a:extLst>
                <a:ext uri="{FF2B5EF4-FFF2-40B4-BE49-F238E27FC236}">
                  <a16:creationId xmlns:a16="http://schemas.microsoft.com/office/drawing/2014/main" id="{1FA8FE07-15E7-40A9-9BB5-5F8A6E202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2886"/>
              <a:ext cx="72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02" name="Oval 143">
              <a:extLst>
                <a:ext uri="{FF2B5EF4-FFF2-40B4-BE49-F238E27FC236}">
                  <a16:creationId xmlns:a16="http://schemas.microsoft.com/office/drawing/2014/main" id="{59892A2F-2260-436C-BE68-AEFB4ED3F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2568"/>
              <a:ext cx="45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5365" name="Group 149">
            <a:extLst>
              <a:ext uri="{FF2B5EF4-FFF2-40B4-BE49-F238E27FC236}">
                <a16:creationId xmlns:a16="http://schemas.microsoft.com/office/drawing/2014/main" id="{633F489B-B933-4F64-8EB7-1490016C92A2}"/>
              </a:ext>
            </a:extLst>
          </p:cNvPr>
          <p:cNvGrpSpPr>
            <a:grpSpLocks/>
          </p:cNvGrpSpPr>
          <p:nvPr/>
        </p:nvGrpSpPr>
        <p:grpSpPr bwMode="auto">
          <a:xfrm>
            <a:off x="5616575" y="476250"/>
            <a:ext cx="3278188" cy="2665413"/>
            <a:chOff x="3538" y="300"/>
            <a:chExt cx="2065" cy="1679"/>
          </a:xfrm>
        </p:grpSpPr>
        <p:sp>
          <p:nvSpPr>
            <p:cNvPr id="23595" name="Text Box 145">
              <a:extLst>
                <a:ext uri="{FF2B5EF4-FFF2-40B4-BE49-F238E27FC236}">
                  <a16:creationId xmlns:a16="http://schemas.microsoft.com/office/drawing/2014/main" id="{0FF6AF87-2428-427F-B3DC-EA6F0A7E3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8" y="1062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①</a:t>
              </a:r>
            </a:p>
          </p:txBody>
        </p:sp>
        <p:sp>
          <p:nvSpPr>
            <p:cNvPr id="23596" name="Text Box 146">
              <a:extLst>
                <a:ext uri="{FF2B5EF4-FFF2-40B4-BE49-F238E27FC236}">
                  <a16:creationId xmlns:a16="http://schemas.microsoft.com/office/drawing/2014/main" id="{21F2249C-B056-4A4D-9D93-9409DE74EB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300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②</a:t>
              </a:r>
            </a:p>
          </p:txBody>
        </p:sp>
        <p:sp>
          <p:nvSpPr>
            <p:cNvPr id="23597" name="Text Box 147">
              <a:extLst>
                <a:ext uri="{FF2B5EF4-FFF2-40B4-BE49-F238E27FC236}">
                  <a16:creationId xmlns:a16="http://schemas.microsoft.com/office/drawing/2014/main" id="{942D84E8-42E4-428E-831B-922D134A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62" y="971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③</a:t>
              </a:r>
            </a:p>
          </p:txBody>
        </p:sp>
        <p:sp>
          <p:nvSpPr>
            <p:cNvPr id="23598" name="Text Box 148">
              <a:extLst>
                <a:ext uri="{FF2B5EF4-FFF2-40B4-BE49-F238E27FC236}">
                  <a16:creationId xmlns:a16="http://schemas.microsoft.com/office/drawing/2014/main" id="{1D905736-FA08-476F-9B35-2E1F8AFC50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5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④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6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65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5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65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65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5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6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65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65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6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65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26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3" dur="1000"/>
                                        <p:tgtEl>
                                          <p:spTgt spid="26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/>
      <p:bldP spid="265274" grpId="0"/>
      <p:bldP spid="265275" grpId="0"/>
      <p:bldP spid="265276" grpId="0"/>
      <p:bldP spid="265277" grpId="0"/>
      <p:bldP spid="265290" grpId="0"/>
      <p:bldP spid="265291" grpId="0"/>
      <p:bldP spid="265293" grpId="0"/>
      <p:bldP spid="265294" grpId="0"/>
      <p:bldP spid="265295" grpId="0"/>
      <p:bldP spid="265335" grpId="0"/>
      <p:bldP spid="265336" grpId="0"/>
      <p:bldP spid="265337" grpId="0"/>
      <p:bldP spid="265338" grpId="0"/>
      <p:bldP spid="265339" grpId="0"/>
      <p:bldP spid="265340" grpId="0"/>
      <p:bldP spid="2653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>
            <a:extLst>
              <a:ext uri="{FF2B5EF4-FFF2-40B4-BE49-F238E27FC236}">
                <a16:creationId xmlns:a16="http://schemas.microsoft.com/office/drawing/2014/main" id="{8DCBBB17-4956-40FE-BEEB-E375F7397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88913"/>
            <a:ext cx="13668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grpSp>
        <p:nvGrpSpPr>
          <p:cNvPr id="251907" name="Group 3">
            <a:extLst>
              <a:ext uri="{FF2B5EF4-FFF2-40B4-BE49-F238E27FC236}">
                <a16:creationId xmlns:a16="http://schemas.microsoft.com/office/drawing/2014/main" id="{56BF05D5-428E-4051-8E31-66F162FD03A3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84313"/>
            <a:ext cx="1944688" cy="2232025"/>
            <a:chOff x="657" y="564"/>
            <a:chExt cx="1316" cy="1558"/>
          </a:xfrm>
        </p:grpSpPr>
        <p:sp>
          <p:nvSpPr>
            <p:cNvPr id="24643" name="Line 4">
              <a:extLst>
                <a:ext uri="{FF2B5EF4-FFF2-40B4-BE49-F238E27FC236}">
                  <a16:creationId xmlns:a16="http://schemas.microsoft.com/office/drawing/2014/main" id="{A9DEEEA1-0407-46BD-BF78-ACC05B77D1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" y="138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Line 5">
              <a:extLst>
                <a:ext uri="{FF2B5EF4-FFF2-40B4-BE49-F238E27FC236}">
                  <a16:creationId xmlns:a16="http://schemas.microsoft.com/office/drawing/2014/main" id="{60B60B03-D85E-4EBF-948A-4B5226BF9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57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Freeform 6">
              <a:extLst>
                <a:ext uri="{FF2B5EF4-FFF2-40B4-BE49-F238E27FC236}">
                  <a16:creationId xmlns:a16="http://schemas.microsoft.com/office/drawing/2014/main" id="{A4E0A38F-94E2-44E2-ABEB-9C0D018D7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564"/>
              <a:ext cx="1316" cy="1558"/>
            </a:xfrm>
            <a:custGeom>
              <a:avLst/>
              <a:gdLst>
                <a:gd name="T0" fmla="*/ 681 w 1316"/>
                <a:gd name="T1" fmla="*/ 8 h 1558"/>
                <a:gd name="T2" fmla="*/ 1316 w 1316"/>
                <a:gd name="T3" fmla="*/ 825 h 1558"/>
                <a:gd name="T4" fmla="*/ 681 w 1316"/>
                <a:gd name="T5" fmla="*/ 1551 h 1558"/>
                <a:gd name="T6" fmla="*/ 0 w 1316"/>
                <a:gd name="T7" fmla="*/ 780 h 1558"/>
                <a:gd name="T8" fmla="*/ 681 w 1316"/>
                <a:gd name="T9" fmla="*/ 8 h 15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16" h="1558">
                  <a:moveTo>
                    <a:pt x="681" y="8"/>
                  </a:moveTo>
                  <a:cubicBezTo>
                    <a:pt x="900" y="16"/>
                    <a:pt x="1316" y="568"/>
                    <a:pt x="1316" y="825"/>
                  </a:cubicBezTo>
                  <a:cubicBezTo>
                    <a:pt x="1316" y="1082"/>
                    <a:pt x="900" y="1558"/>
                    <a:pt x="681" y="1551"/>
                  </a:cubicBezTo>
                  <a:cubicBezTo>
                    <a:pt x="462" y="1544"/>
                    <a:pt x="0" y="1037"/>
                    <a:pt x="0" y="780"/>
                  </a:cubicBezTo>
                  <a:cubicBezTo>
                    <a:pt x="0" y="523"/>
                    <a:pt x="462" y="0"/>
                    <a:pt x="681" y="8"/>
                  </a:cubicBez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Oval 7">
              <a:extLst>
                <a:ext uri="{FF2B5EF4-FFF2-40B4-BE49-F238E27FC236}">
                  <a16:creationId xmlns:a16="http://schemas.microsoft.com/office/drawing/2014/main" id="{F69319BD-C8D6-467A-8246-FAFFDDFA3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344"/>
              <a:ext cx="91" cy="9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rgbClr val="FF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47" name="Line 8">
              <a:extLst>
                <a:ext uri="{FF2B5EF4-FFF2-40B4-BE49-F238E27FC236}">
                  <a16:creationId xmlns:a16="http://schemas.microsoft.com/office/drawing/2014/main" id="{A28EE6AB-3F67-46A8-A13D-966EC6E60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8" y="980"/>
              <a:ext cx="91" cy="9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8" name="Line 9">
              <a:extLst>
                <a:ext uri="{FF2B5EF4-FFF2-40B4-BE49-F238E27FC236}">
                  <a16:creationId xmlns:a16="http://schemas.microsoft.com/office/drawing/2014/main" id="{EC73302A-500F-452A-A0DA-55B999F35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9" y="1389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Line 10">
              <a:extLst>
                <a:ext uri="{FF2B5EF4-FFF2-40B4-BE49-F238E27FC236}">
                  <a16:creationId xmlns:a16="http://schemas.microsoft.com/office/drawing/2014/main" id="{AEF06E7D-1E2F-4DBF-9BEA-11222CD26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9" y="1389"/>
              <a:ext cx="226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11">
              <a:extLst>
                <a:ext uri="{FF2B5EF4-FFF2-40B4-BE49-F238E27FC236}">
                  <a16:creationId xmlns:a16="http://schemas.microsoft.com/office/drawing/2014/main" id="{F7774046-D879-4614-9EE7-97C5294CC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8" y="935"/>
              <a:ext cx="0" cy="27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12">
              <a:extLst>
                <a:ext uri="{FF2B5EF4-FFF2-40B4-BE49-F238E27FC236}">
                  <a16:creationId xmlns:a16="http://schemas.microsoft.com/office/drawing/2014/main" id="{6138F393-14FF-47CC-8490-4ACC344F4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8" y="1616"/>
              <a:ext cx="0" cy="22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13">
              <a:extLst>
                <a:ext uri="{FF2B5EF4-FFF2-40B4-BE49-F238E27FC236}">
                  <a16:creationId xmlns:a16="http://schemas.microsoft.com/office/drawing/2014/main" id="{437D743A-3D48-4271-B2D4-C6BC41DD7E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3" y="1706"/>
              <a:ext cx="182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14">
              <a:extLst>
                <a:ext uri="{FF2B5EF4-FFF2-40B4-BE49-F238E27FC236}">
                  <a16:creationId xmlns:a16="http://schemas.microsoft.com/office/drawing/2014/main" id="{D99B79EB-D63A-4043-AC0D-AA0368059C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6" y="1706"/>
              <a:ext cx="91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Line 15">
              <a:extLst>
                <a:ext uri="{FF2B5EF4-FFF2-40B4-BE49-F238E27FC236}">
                  <a16:creationId xmlns:a16="http://schemas.microsoft.com/office/drawing/2014/main" id="{D4BCBA4D-A423-4464-96EF-D8197D887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799"/>
              <a:ext cx="136" cy="18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5" name="Text Box 16">
              <a:extLst>
                <a:ext uri="{FF2B5EF4-FFF2-40B4-BE49-F238E27FC236}">
                  <a16:creationId xmlns:a16="http://schemas.microsoft.com/office/drawing/2014/main" id="{9D43DA7C-13F3-4310-A76D-AF061B7220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56" name="Text Box 17">
              <a:extLst>
                <a:ext uri="{FF2B5EF4-FFF2-40B4-BE49-F238E27FC236}">
                  <a16:creationId xmlns:a16="http://schemas.microsoft.com/office/drawing/2014/main" id="{DA589690-DE6F-4B4E-9BE3-39F28CCB1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616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57" name="Text Box 18">
              <a:extLst>
                <a:ext uri="{FF2B5EF4-FFF2-40B4-BE49-F238E27FC236}">
                  <a16:creationId xmlns:a16="http://schemas.microsoft.com/office/drawing/2014/main" id="{299A0D89-4867-488D-A3F4-53E085DD8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9" y="1344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58" name="Text Box 19">
              <a:extLst>
                <a:ext uri="{FF2B5EF4-FFF2-40B4-BE49-F238E27FC236}">
                  <a16:creationId xmlns:a16="http://schemas.microsoft.com/office/drawing/2014/main" id="{7CC2B2E4-9AA1-416D-B3B3-A1C658312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59" name="Text Box 20">
              <a:extLst>
                <a:ext uri="{FF2B5EF4-FFF2-40B4-BE49-F238E27FC236}">
                  <a16:creationId xmlns:a16="http://schemas.microsoft.com/office/drawing/2014/main" id="{B32C1D4E-6341-4ACA-92C0-D6642F0B0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890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60" name="Text Box 21">
              <a:extLst>
                <a:ext uri="{FF2B5EF4-FFF2-40B4-BE49-F238E27FC236}">
                  <a16:creationId xmlns:a16="http://schemas.microsoft.com/office/drawing/2014/main" id="{11DB5253-845D-4253-9EDE-E8C1EC9B9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1570"/>
              <a:ext cx="226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61" name="Text Box 22">
              <a:extLst>
                <a:ext uri="{FF2B5EF4-FFF2-40B4-BE49-F238E27FC236}">
                  <a16:creationId xmlns:a16="http://schemas.microsoft.com/office/drawing/2014/main" id="{DBE6DDA3-E6B5-4702-B9FA-6ADE6B9649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1570"/>
              <a:ext cx="225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62" name="Text Box 23">
              <a:extLst>
                <a:ext uri="{FF2B5EF4-FFF2-40B4-BE49-F238E27FC236}">
                  <a16:creationId xmlns:a16="http://schemas.microsoft.com/office/drawing/2014/main" id="{E4035E13-8C9F-45AA-9BEF-02196BBF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663"/>
              <a:ext cx="226" cy="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</p:grpSp>
      <p:sp>
        <p:nvSpPr>
          <p:cNvPr id="251928" name="Text Box 24">
            <a:extLst>
              <a:ext uri="{FF2B5EF4-FFF2-40B4-BE49-F238E27FC236}">
                <a16:creationId xmlns:a16="http://schemas.microsoft.com/office/drawing/2014/main" id="{C09AE72D-7264-4AFD-8CD9-E0E6193C4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115888"/>
            <a:ext cx="705802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图示为电路的图，画出三种可能的树及其对应的基本回路。</a:t>
            </a:r>
          </a:p>
        </p:txBody>
      </p:sp>
      <p:grpSp>
        <p:nvGrpSpPr>
          <p:cNvPr id="251929" name="Group 25">
            <a:extLst>
              <a:ext uri="{FF2B5EF4-FFF2-40B4-BE49-F238E27FC236}">
                <a16:creationId xmlns:a16="http://schemas.microsoft.com/office/drawing/2014/main" id="{2EEA1B06-4E92-4002-B387-2628F95B57A1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68413"/>
            <a:ext cx="2089150" cy="2449512"/>
            <a:chOff x="2290" y="762"/>
            <a:chExt cx="1316" cy="1543"/>
          </a:xfrm>
        </p:grpSpPr>
        <p:sp>
          <p:nvSpPr>
            <p:cNvPr id="24636" name="Line 26">
              <a:extLst>
                <a:ext uri="{FF2B5EF4-FFF2-40B4-BE49-F238E27FC236}">
                  <a16:creationId xmlns:a16="http://schemas.microsoft.com/office/drawing/2014/main" id="{5FCE391D-5FEB-495D-83D2-F8134103B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579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27">
              <a:extLst>
                <a:ext uri="{FF2B5EF4-FFF2-40B4-BE49-F238E27FC236}">
                  <a16:creationId xmlns:a16="http://schemas.microsoft.com/office/drawing/2014/main" id="{C3D346F4-5AF1-4A53-9A53-913E275A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62"/>
              <a:ext cx="0" cy="15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Oval 28">
              <a:extLst>
                <a:ext uri="{FF2B5EF4-FFF2-40B4-BE49-F238E27FC236}">
                  <a16:creationId xmlns:a16="http://schemas.microsoft.com/office/drawing/2014/main" id="{41CB768F-BBB5-4B6F-8743-45D0050AC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534"/>
              <a:ext cx="91" cy="9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9" name="Text Box 29">
              <a:extLst>
                <a:ext uri="{FF2B5EF4-FFF2-40B4-BE49-F238E27FC236}">
                  <a16:creationId xmlns:a16="http://schemas.microsoft.com/office/drawing/2014/main" id="{B8DA0AEE-1C32-46CA-8AEA-692AF643DD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40" name="Text Box 30">
              <a:extLst>
                <a:ext uri="{FF2B5EF4-FFF2-40B4-BE49-F238E27FC236}">
                  <a16:creationId xmlns:a16="http://schemas.microsoft.com/office/drawing/2014/main" id="{70C8122E-A953-4FA0-AF57-FD1B192BF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80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641" name="Text Box 31">
              <a:extLst>
                <a:ext uri="{FF2B5EF4-FFF2-40B4-BE49-F238E27FC236}">
                  <a16:creationId xmlns:a16="http://schemas.microsoft.com/office/drawing/2014/main" id="{B5EF82DC-55CE-4554-A7B4-5EE8C6B0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2" y="1534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42" name="Text Box 32">
              <a:extLst>
                <a:ext uri="{FF2B5EF4-FFF2-40B4-BE49-F238E27FC236}">
                  <a16:creationId xmlns:a16="http://schemas.microsoft.com/office/drawing/2014/main" id="{DA76F81F-2270-4708-8637-419B1138E2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1080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</a:p>
          </p:txBody>
        </p:sp>
      </p:grpSp>
      <p:grpSp>
        <p:nvGrpSpPr>
          <p:cNvPr id="251937" name="Group 33">
            <a:extLst>
              <a:ext uri="{FF2B5EF4-FFF2-40B4-BE49-F238E27FC236}">
                <a16:creationId xmlns:a16="http://schemas.microsoft.com/office/drawing/2014/main" id="{A66AB07C-3674-472A-8F82-BBDED124E24C}"/>
              </a:ext>
            </a:extLst>
          </p:cNvPr>
          <p:cNvGrpSpPr>
            <a:grpSpLocks/>
          </p:cNvGrpSpPr>
          <p:nvPr/>
        </p:nvGrpSpPr>
        <p:grpSpPr bwMode="auto">
          <a:xfrm>
            <a:off x="6588125" y="1268413"/>
            <a:ext cx="2089150" cy="2376487"/>
            <a:chOff x="4105" y="799"/>
            <a:chExt cx="1316" cy="1497"/>
          </a:xfrm>
        </p:grpSpPr>
        <p:sp>
          <p:nvSpPr>
            <p:cNvPr id="24629" name="Line 34">
              <a:extLst>
                <a:ext uri="{FF2B5EF4-FFF2-40B4-BE49-F238E27FC236}">
                  <a16:creationId xmlns:a16="http://schemas.microsoft.com/office/drawing/2014/main" id="{0BB74376-6EE9-498E-AEDE-73098EBE6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1534"/>
              <a:ext cx="13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Oval 35">
              <a:extLst>
                <a:ext uri="{FF2B5EF4-FFF2-40B4-BE49-F238E27FC236}">
                  <a16:creationId xmlns:a16="http://schemas.microsoft.com/office/drawing/2014/main" id="{F33DC196-1D72-4076-BC68-B415FBAB4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" y="1489"/>
              <a:ext cx="91" cy="90"/>
            </a:xfrm>
            <a:prstGeom prst="ellipse">
              <a:avLst/>
            </a:prstGeom>
            <a:solidFill>
              <a:srgbClr val="FFCC00"/>
            </a:solidFill>
            <a:ln w="28575">
              <a:solidFill>
                <a:srgbClr val="FFCC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631" name="Text Box 36">
              <a:extLst>
                <a:ext uri="{FF2B5EF4-FFF2-40B4-BE49-F238E27FC236}">
                  <a16:creationId xmlns:a16="http://schemas.microsoft.com/office/drawing/2014/main" id="{C333150B-F9D8-4ABE-937D-5FE7F7FC9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4632" name="Text Box 37">
              <a:extLst>
                <a:ext uri="{FF2B5EF4-FFF2-40B4-BE49-F238E27FC236}">
                  <a16:creationId xmlns:a16="http://schemas.microsoft.com/office/drawing/2014/main" id="{42C73EAB-2E95-4C50-BEF1-B877CED548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489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24633" name="Text Box 38">
              <a:extLst>
                <a:ext uri="{FF2B5EF4-FFF2-40B4-BE49-F238E27FC236}">
                  <a16:creationId xmlns:a16="http://schemas.microsoft.com/office/drawing/2014/main" id="{03478EFB-70E2-4A2E-87D7-706C882032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1026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34" name="Text Box 39">
              <a:extLst>
                <a:ext uri="{FF2B5EF4-FFF2-40B4-BE49-F238E27FC236}">
                  <a16:creationId xmlns:a16="http://schemas.microsoft.com/office/drawing/2014/main" id="{F73F8EDC-8454-447D-B64F-6AD7A7C8C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933"/>
              <a:ext cx="22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35" name="Freeform 40">
              <a:extLst>
                <a:ext uri="{FF2B5EF4-FFF2-40B4-BE49-F238E27FC236}">
                  <a16:creationId xmlns:a16="http://schemas.microsoft.com/office/drawing/2014/main" id="{9BF9B741-67BA-4B31-A768-B3182758FC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799"/>
              <a:ext cx="589" cy="1497"/>
            </a:xfrm>
            <a:custGeom>
              <a:avLst/>
              <a:gdLst>
                <a:gd name="T0" fmla="*/ 589 w 589"/>
                <a:gd name="T1" fmla="*/ 0 h 1497"/>
                <a:gd name="T2" fmla="*/ 0 w 589"/>
                <a:gd name="T3" fmla="*/ 726 h 1497"/>
                <a:gd name="T4" fmla="*/ 589 w 589"/>
                <a:gd name="T5" fmla="*/ 1497 h 1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9" h="1497">
                  <a:moveTo>
                    <a:pt x="589" y="0"/>
                  </a:moveTo>
                  <a:cubicBezTo>
                    <a:pt x="294" y="238"/>
                    <a:pt x="0" y="477"/>
                    <a:pt x="0" y="726"/>
                  </a:cubicBezTo>
                  <a:cubicBezTo>
                    <a:pt x="0" y="975"/>
                    <a:pt x="483" y="1369"/>
                    <a:pt x="589" y="1497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45" name="Group 41">
            <a:extLst>
              <a:ext uri="{FF2B5EF4-FFF2-40B4-BE49-F238E27FC236}">
                <a16:creationId xmlns:a16="http://schemas.microsoft.com/office/drawing/2014/main" id="{2686AB61-A338-4FE2-A4D5-D06A8C1F370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933825"/>
            <a:ext cx="2160587" cy="2376488"/>
            <a:chOff x="2971" y="2523"/>
            <a:chExt cx="1361" cy="1497"/>
          </a:xfrm>
        </p:grpSpPr>
        <p:grpSp>
          <p:nvGrpSpPr>
            <p:cNvPr id="24621" name="Group 42">
              <a:extLst>
                <a:ext uri="{FF2B5EF4-FFF2-40B4-BE49-F238E27FC236}">
                  <a16:creationId xmlns:a16="http://schemas.microsoft.com/office/drawing/2014/main" id="{D05E4B07-5B92-4981-A77F-438B30797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1" y="2523"/>
              <a:ext cx="1133" cy="1497"/>
              <a:chOff x="2971" y="2523"/>
              <a:chExt cx="1133" cy="1497"/>
            </a:xfrm>
          </p:grpSpPr>
          <p:sp>
            <p:nvSpPr>
              <p:cNvPr id="24624" name="Text Box 43">
                <a:extLst>
                  <a:ext uri="{FF2B5EF4-FFF2-40B4-BE49-F238E27FC236}">
                    <a16:creationId xmlns:a16="http://schemas.microsoft.com/office/drawing/2014/main" id="{3018F5CA-D81D-4716-8D57-5F0F871946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4" y="3213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24625" name="Text Box 44">
                <a:extLst>
                  <a:ext uri="{FF2B5EF4-FFF2-40B4-BE49-F238E27FC236}">
                    <a16:creationId xmlns:a16="http://schemas.microsoft.com/office/drawing/2014/main" id="{B4F2A83C-2B72-4BDA-A1B0-799237803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78" y="3475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626" name="Text Box 45">
                <a:extLst>
                  <a:ext uri="{FF2B5EF4-FFF2-40B4-BE49-F238E27FC236}">
                    <a16:creationId xmlns:a16="http://schemas.microsoft.com/office/drawing/2014/main" id="{720D1A2A-FEFB-4D7A-96D0-913AB46FF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2750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627" name="Text Box 46">
                <a:extLst>
                  <a:ext uri="{FF2B5EF4-FFF2-40B4-BE49-F238E27FC236}">
                    <a16:creationId xmlns:a16="http://schemas.microsoft.com/office/drawing/2014/main" id="{C8139A32-35FD-44CB-B614-AF7EAED6CA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1" y="3657"/>
                <a:ext cx="22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628" name="Freeform 47">
                <a:extLst>
                  <a:ext uri="{FF2B5EF4-FFF2-40B4-BE49-F238E27FC236}">
                    <a16:creationId xmlns:a16="http://schemas.microsoft.com/office/drawing/2014/main" id="{BF24D8E8-5E9D-4C65-A8ED-A39D7CEFD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2523"/>
                <a:ext cx="589" cy="1497"/>
              </a:xfrm>
              <a:custGeom>
                <a:avLst/>
                <a:gdLst>
                  <a:gd name="T0" fmla="*/ 589 w 589"/>
                  <a:gd name="T1" fmla="*/ 0 h 1497"/>
                  <a:gd name="T2" fmla="*/ 0 w 589"/>
                  <a:gd name="T3" fmla="*/ 726 h 1497"/>
                  <a:gd name="T4" fmla="*/ 589 w 589"/>
                  <a:gd name="T5" fmla="*/ 1497 h 149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9" h="1497">
                    <a:moveTo>
                      <a:pt x="589" y="0"/>
                    </a:moveTo>
                    <a:cubicBezTo>
                      <a:pt x="294" y="238"/>
                      <a:pt x="0" y="477"/>
                      <a:pt x="0" y="726"/>
                    </a:cubicBezTo>
                    <a:cubicBezTo>
                      <a:pt x="0" y="975"/>
                      <a:pt x="483" y="1369"/>
                      <a:pt x="589" y="1497"/>
                    </a:cubicBez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round/>
                <a:headEnd type="oval" w="med" len="med"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622" name="Line 48">
              <a:extLst>
                <a:ext uri="{FF2B5EF4-FFF2-40B4-BE49-F238E27FC236}">
                  <a16:creationId xmlns:a16="http://schemas.microsoft.com/office/drawing/2014/main" id="{96D77F12-9E45-4D0C-BC80-CB51E06AB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3249"/>
              <a:ext cx="7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Freeform 49">
              <a:extLst>
                <a:ext uri="{FF2B5EF4-FFF2-40B4-BE49-F238E27FC236}">
                  <a16:creationId xmlns:a16="http://schemas.microsoft.com/office/drawing/2014/main" id="{B1678499-2A80-4951-B438-EBD3212F8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3249"/>
              <a:ext cx="772" cy="771"/>
            </a:xfrm>
            <a:custGeom>
              <a:avLst/>
              <a:gdLst>
                <a:gd name="T0" fmla="*/ 0 w 772"/>
                <a:gd name="T1" fmla="*/ 771 h 771"/>
                <a:gd name="T2" fmla="*/ 499 w 772"/>
                <a:gd name="T3" fmla="*/ 499 h 771"/>
                <a:gd name="T4" fmla="*/ 772 w 772"/>
                <a:gd name="T5" fmla="*/ 0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2" h="771">
                  <a:moveTo>
                    <a:pt x="0" y="771"/>
                  </a:moveTo>
                  <a:cubicBezTo>
                    <a:pt x="185" y="699"/>
                    <a:pt x="370" y="627"/>
                    <a:pt x="499" y="499"/>
                  </a:cubicBezTo>
                  <a:cubicBezTo>
                    <a:pt x="628" y="371"/>
                    <a:pt x="727" y="83"/>
                    <a:pt x="772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1954" name="Group 50">
            <a:extLst>
              <a:ext uri="{FF2B5EF4-FFF2-40B4-BE49-F238E27FC236}">
                <a16:creationId xmlns:a16="http://schemas.microsoft.com/office/drawing/2014/main" id="{CED7E92E-3ECC-4917-B4BB-7BDBE2A61BF9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1255713"/>
            <a:ext cx="1081087" cy="1295400"/>
            <a:chOff x="2290" y="754"/>
            <a:chExt cx="681" cy="816"/>
          </a:xfrm>
        </p:grpSpPr>
        <p:sp>
          <p:nvSpPr>
            <p:cNvPr id="24619" name="Freeform 51">
              <a:extLst>
                <a:ext uri="{FF2B5EF4-FFF2-40B4-BE49-F238E27FC236}">
                  <a16:creationId xmlns:a16="http://schemas.microsoft.com/office/drawing/2014/main" id="{2D99699B-3F1E-4CC6-9C9F-E6B409C4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754"/>
              <a:ext cx="681" cy="816"/>
            </a:xfrm>
            <a:custGeom>
              <a:avLst/>
              <a:gdLst>
                <a:gd name="T0" fmla="*/ 681 w 681"/>
                <a:gd name="T1" fmla="*/ 0 h 816"/>
                <a:gd name="T2" fmla="*/ 227 w 681"/>
                <a:gd name="T3" fmla="*/ 181 h 816"/>
                <a:gd name="T4" fmla="*/ 0 w 681"/>
                <a:gd name="T5" fmla="*/ 816 h 8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816">
                  <a:moveTo>
                    <a:pt x="681" y="0"/>
                  </a:moveTo>
                  <a:cubicBezTo>
                    <a:pt x="510" y="22"/>
                    <a:pt x="340" y="45"/>
                    <a:pt x="227" y="181"/>
                  </a:cubicBezTo>
                  <a:cubicBezTo>
                    <a:pt x="114" y="317"/>
                    <a:pt x="38" y="710"/>
                    <a:pt x="0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0" name="Oval 52">
              <a:extLst>
                <a:ext uri="{FF2B5EF4-FFF2-40B4-BE49-F238E27FC236}">
                  <a16:creationId xmlns:a16="http://schemas.microsoft.com/office/drawing/2014/main" id="{C54A8279-FD04-43FE-900E-CF170E365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" y="1026"/>
              <a:ext cx="227" cy="36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57" name="Group 53">
            <a:extLst>
              <a:ext uri="{FF2B5EF4-FFF2-40B4-BE49-F238E27FC236}">
                <a16:creationId xmlns:a16="http://schemas.microsoft.com/office/drawing/2014/main" id="{D0696AE6-C890-4C6F-920E-D0E916226C55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255713"/>
            <a:ext cx="1008063" cy="1295400"/>
            <a:chOff x="2971" y="754"/>
            <a:chExt cx="635" cy="816"/>
          </a:xfrm>
        </p:grpSpPr>
        <p:sp>
          <p:nvSpPr>
            <p:cNvPr id="24617" name="Freeform 54">
              <a:extLst>
                <a:ext uri="{FF2B5EF4-FFF2-40B4-BE49-F238E27FC236}">
                  <a16:creationId xmlns:a16="http://schemas.microsoft.com/office/drawing/2014/main" id="{741E118E-8613-4B7F-A8FB-6B14C771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754"/>
              <a:ext cx="635" cy="816"/>
            </a:xfrm>
            <a:custGeom>
              <a:avLst/>
              <a:gdLst>
                <a:gd name="T0" fmla="*/ 0 w 635"/>
                <a:gd name="T1" fmla="*/ 0 h 816"/>
                <a:gd name="T2" fmla="*/ 408 w 635"/>
                <a:gd name="T3" fmla="*/ 181 h 816"/>
                <a:gd name="T4" fmla="*/ 499 w 635"/>
                <a:gd name="T5" fmla="*/ 317 h 816"/>
                <a:gd name="T6" fmla="*/ 635 w 635"/>
                <a:gd name="T7" fmla="*/ 816 h 8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5" h="816">
                  <a:moveTo>
                    <a:pt x="0" y="0"/>
                  </a:moveTo>
                  <a:cubicBezTo>
                    <a:pt x="162" y="64"/>
                    <a:pt x="325" y="128"/>
                    <a:pt x="408" y="181"/>
                  </a:cubicBezTo>
                  <a:cubicBezTo>
                    <a:pt x="491" y="234"/>
                    <a:pt x="461" y="211"/>
                    <a:pt x="499" y="317"/>
                  </a:cubicBezTo>
                  <a:cubicBezTo>
                    <a:pt x="537" y="423"/>
                    <a:pt x="586" y="619"/>
                    <a:pt x="635" y="81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Oval 55">
              <a:extLst>
                <a:ext uri="{FF2B5EF4-FFF2-40B4-BE49-F238E27FC236}">
                  <a16:creationId xmlns:a16="http://schemas.microsoft.com/office/drawing/2014/main" id="{30A7CCC4-C423-4DD6-9BA3-172F46FD6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026"/>
              <a:ext cx="226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0" name="Group 56">
            <a:extLst>
              <a:ext uri="{FF2B5EF4-FFF2-40B4-BE49-F238E27FC236}">
                <a16:creationId xmlns:a16="http://schemas.microsoft.com/office/drawing/2014/main" id="{345F3DB7-6486-43DD-B2EC-87436D0462DF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2565400"/>
            <a:ext cx="1081087" cy="1152525"/>
            <a:chOff x="2290" y="1570"/>
            <a:chExt cx="681" cy="726"/>
          </a:xfrm>
        </p:grpSpPr>
        <p:sp>
          <p:nvSpPr>
            <p:cNvPr id="24615" name="Freeform 57">
              <a:extLst>
                <a:ext uri="{FF2B5EF4-FFF2-40B4-BE49-F238E27FC236}">
                  <a16:creationId xmlns:a16="http://schemas.microsoft.com/office/drawing/2014/main" id="{810D80A5-8CAF-4468-AFB0-3400B8C71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70"/>
              <a:ext cx="681" cy="726"/>
            </a:xfrm>
            <a:custGeom>
              <a:avLst/>
              <a:gdLst>
                <a:gd name="T0" fmla="*/ 0 w 681"/>
                <a:gd name="T1" fmla="*/ 0 h 726"/>
                <a:gd name="T2" fmla="*/ 136 w 681"/>
                <a:gd name="T3" fmla="*/ 590 h 726"/>
                <a:gd name="T4" fmla="*/ 681 w 681"/>
                <a:gd name="T5" fmla="*/ 726 h 7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1" h="726">
                  <a:moveTo>
                    <a:pt x="0" y="0"/>
                  </a:moveTo>
                  <a:cubicBezTo>
                    <a:pt x="11" y="234"/>
                    <a:pt x="22" y="469"/>
                    <a:pt x="136" y="590"/>
                  </a:cubicBezTo>
                  <a:cubicBezTo>
                    <a:pt x="250" y="711"/>
                    <a:pt x="465" y="718"/>
                    <a:pt x="681" y="726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6" name="Oval 58">
              <a:extLst>
                <a:ext uri="{FF2B5EF4-FFF2-40B4-BE49-F238E27FC236}">
                  <a16:creationId xmlns:a16="http://schemas.microsoft.com/office/drawing/2014/main" id="{AAF7F560-98AF-48BE-ADE7-978BD3EE5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1797"/>
              <a:ext cx="227" cy="318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3" name="Group 59">
            <a:extLst>
              <a:ext uri="{FF2B5EF4-FFF2-40B4-BE49-F238E27FC236}">
                <a16:creationId xmlns:a16="http://schemas.microsoft.com/office/drawing/2014/main" id="{8309DDE8-E9BE-4931-A1F3-572EF28174AD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2624138"/>
            <a:ext cx="1103313" cy="1079500"/>
            <a:chOff x="2971" y="1616"/>
            <a:chExt cx="695" cy="680"/>
          </a:xfrm>
        </p:grpSpPr>
        <p:sp>
          <p:nvSpPr>
            <p:cNvPr id="24613" name="Freeform 60">
              <a:extLst>
                <a:ext uri="{FF2B5EF4-FFF2-40B4-BE49-F238E27FC236}">
                  <a16:creationId xmlns:a16="http://schemas.microsoft.com/office/drawing/2014/main" id="{9E9036B9-57DC-4DCA-80DD-55DAC2A5B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1616"/>
              <a:ext cx="695" cy="680"/>
            </a:xfrm>
            <a:custGeom>
              <a:avLst/>
              <a:gdLst>
                <a:gd name="T0" fmla="*/ 635 w 695"/>
                <a:gd name="T1" fmla="*/ 0 h 680"/>
                <a:gd name="T2" fmla="*/ 589 w 695"/>
                <a:gd name="T3" fmla="*/ 408 h 680"/>
                <a:gd name="T4" fmla="*/ 0 w 695"/>
                <a:gd name="T5" fmla="*/ 680 h 6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5" h="680">
                  <a:moveTo>
                    <a:pt x="635" y="0"/>
                  </a:moveTo>
                  <a:cubicBezTo>
                    <a:pt x="665" y="147"/>
                    <a:pt x="695" y="295"/>
                    <a:pt x="589" y="408"/>
                  </a:cubicBezTo>
                  <a:cubicBezTo>
                    <a:pt x="483" y="521"/>
                    <a:pt x="241" y="600"/>
                    <a:pt x="0" y="680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33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Oval 61">
              <a:extLst>
                <a:ext uri="{FF2B5EF4-FFF2-40B4-BE49-F238E27FC236}">
                  <a16:creationId xmlns:a16="http://schemas.microsoft.com/office/drawing/2014/main" id="{7C9B84C3-9AE5-488F-BE81-E375DC547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3" y="1752"/>
              <a:ext cx="272" cy="31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6" name="Group 62">
            <a:extLst>
              <a:ext uri="{FF2B5EF4-FFF2-40B4-BE49-F238E27FC236}">
                <a16:creationId xmlns:a16="http://schemas.microsoft.com/office/drawing/2014/main" id="{C4FA1D1F-4B01-410D-AFE6-1D2556FED6FF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1268413"/>
            <a:ext cx="1368425" cy="1223962"/>
            <a:chOff x="4558" y="799"/>
            <a:chExt cx="862" cy="771"/>
          </a:xfrm>
        </p:grpSpPr>
        <p:sp>
          <p:nvSpPr>
            <p:cNvPr id="24611" name="Freeform 63">
              <a:extLst>
                <a:ext uri="{FF2B5EF4-FFF2-40B4-BE49-F238E27FC236}">
                  <a16:creationId xmlns:a16="http://schemas.microsoft.com/office/drawing/2014/main" id="{12FCE284-DDC6-4219-A4BA-D96EDBF98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799"/>
              <a:ext cx="726" cy="771"/>
            </a:xfrm>
            <a:custGeom>
              <a:avLst/>
              <a:gdLst>
                <a:gd name="T0" fmla="*/ 0 w 726"/>
                <a:gd name="T1" fmla="*/ 0 h 771"/>
                <a:gd name="T2" fmla="*/ 545 w 726"/>
                <a:gd name="T3" fmla="*/ 136 h 771"/>
                <a:gd name="T4" fmla="*/ 726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0" y="0"/>
                  </a:moveTo>
                  <a:cubicBezTo>
                    <a:pt x="212" y="3"/>
                    <a:pt x="424" y="7"/>
                    <a:pt x="545" y="136"/>
                  </a:cubicBezTo>
                  <a:cubicBezTo>
                    <a:pt x="666" y="265"/>
                    <a:pt x="696" y="665"/>
                    <a:pt x="726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Oval 64">
              <a:extLst>
                <a:ext uri="{FF2B5EF4-FFF2-40B4-BE49-F238E27FC236}">
                  <a16:creationId xmlns:a16="http://schemas.microsoft.com/office/drawing/2014/main" id="{5F88E048-94BC-4230-AE1B-F4DF96A39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071"/>
              <a:ext cx="590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69" name="Group 65">
            <a:extLst>
              <a:ext uri="{FF2B5EF4-FFF2-40B4-BE49-F238E27FC236}">
                <a16:creationId xmlns:a16="http://schemas.microsoft.com/office/drawing/2014/main" id="{0A4761C3-4B13-41E3-94D1-9CDC7153C4B1}"/>
              </a:ext>
            </a:extLst>
          </p:cNvPr>
          <p:cNvGrpSpPr>
            <a:grpSpLocks/>
          </p:cNvGrpSpPr>
          <p:nvPr/>
        </p:nvGrpSpPr>
        <p:grpSpPr bwMode="auto">
          <a:xfrm>
            <a:off x="7307263" y="2420938"/>
            <a:ext cx="1368425" cy="1223962"/>
            <a:chOff x="4558" y="1525"/>
            <a:chExt cx="862" cy="771"/>
          </a:xfrm>
        </p:grpSpPr>
        <p:sp>
          <p:nvSpPr>
            <p:cNvPr id="24609" name="Freeform 66">
              <a:extLst>
                <a:ext uri="{FF2B5EF4-FFF2-40B4-BE49-F238E27FC236}">
                  <a16:creationId xmlns:a16="http://schemas.microsoft.com/office/drawing/2014/main" id="{83F02184-85F8-4826-BF6C-DA6D4733C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4" y="1525"/>
              <a:ext cx="726" cy="771"/>
            </a:xfrm>
            <a:custGeom>
              <a:avLst/>
              <a:gdLst>
                <a:gd name="T0" fmla="*/ 726 w 726"/>
                <a:gd name="T1" fmla="*/ 0 h 771"/>
                <a:gd name="T2" fmla="*/ 545 w 726"/>
                <a:gd name="T3" fmla="*/ 590 h 771"/>
                <a:gd name="T4" fmla="*/ 0 w 726"/>
                <a:gd name="T5" fmla="*/ 771 h 7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6" h="771">
                  <a:moveTo>
                    <a:pt x="726" y="0"/>
                  </a:moveTo>
                  <a:cubicBezTo>
                    <a:pt x="696" y="230"/>
                    <a:pt x="666" y="461"/>
                    <a:pt x="545" y="590"/>
                  </a:cubicBezTo>
                  <a:cubicBezTo>
                    <a:pt x="424" y="719"/>
                    <a:pt x="91" y="741"/>
                    <a:pt x="0" y="771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0" name="Oval 67">
              <a:extLst>
                <a:ext uri="{FF2B5EF4-FFF2-40B4-BE49-F238E27FC236}">
                  <a16:creationId xmlns:a16="http://schemas.microsoft.com/office/drawing/2014/main" id="{9B3DBFE7-8D32-407A-BD47-A903ABB8A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797"/>
              <a:ext cx="454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2" name="Group 68">
            <a:extLst>
              <a:ext uri="{FF2B5EF4-FFF2-40B4-BE49-F238E27FC236}">
                <a16:creationId xmlns:a16="http://schemas.microsoft.com/office/drawing/2014/main" id="{71EC1AE6-8F3A-4C49-8D48-1B9A852A90FD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1268413"/>
            <a:ext cx="719137" cy="1223962"/>
            <a:chOff x="4332" y="799"/>
            <a:chExt cx="453" cy="771"/>
          </a:xfrm>
        </p:grpSpPr>
        <p:sp>
          <p:nvSpPr>
            <p:cNvPr id="24607" name="Line 69">
              <a:extLst>
                <a:ext uri="{FF2B5EF4-FFF2-40B4-BE49-F238E27FC236}">
                  <a16:creationId xmlns:a16="http://schemas.microsoft.com/office/drawing/2014/main" id="{69C14AE9-6E4C-4968-94ED-831856305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4" y="799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8" name="Oval 70">
              <a:extLst>
                <a:ext uri="{FF2B5EF4-FFF2-40B4-BE49-F238E27FC236}">
                  <a16:creationId xmlns:a16="http://schemas.microsoft.com/office/drawing/2014/main" id="{1313C9EA-9022-42F1-B968-FFB8CE7D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253"/>
              <a:ext cx="226" cy="181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5" name="Group 71">
            <a:extLst>
              <a:ext uri="{FF2B5EF4-FFF2-40B4-BE49-F238E27FC236}">
                <a16:creationId xmlns:a16="http://schemas.microsoft.com/office/drawing/2014/main" id="{FB4B4211-3E85-40E6-962B-A5D19FA73DEB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2420938"/>
            <a:ext cx="719137" cy="1223962"/>
            <a:chOff x="4332" y="1525"/>
            <a:chExt cx="453" cy="771"/>
          </a:xfrm>
        </p:grpSpPr>
        <p:sp>
          <p:nvSpPr>
            <p:cNvPr id="24605" name="Line 72">
              <a:extLst>
                <a:ext uri="{FF2B5EF4-FFF2-40B4-BE49-F238E27FC236}">
                  <a16:creationId xmlns:a16="http://schemas.microsoft.com/office/drawing/2014/main" id="{BF40BFC3-6A9D-4B7D-87C7-9C59A763D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94" y="1525"/>
              <a:ext cx="91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Oval 73">
              <a:extLst>
                <a:ext uri="{FF2B5EF4-FFF2-40B4-BE49-F238E27FC236}">
                  <a16:creationId xmlns:a16="http://schemas.microsoft.com/office/drawing/2014/main" id="{B7120AF0-E75D-45E4-92A5-7DC1AE929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2" y="1616"/>
              <a:ext cx="181" cy="272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78" name="Group 74">
            <a:extLst>
              <a:ext uri="{FF2B5EF4-FFF2-40B4-BE49-F238E27FC236}">
                <a16:creationId xmlns:a16="http://schemas.microsoft.com/office/drawing/2014/main" id="{EA851781-134B-41CA-8232-B748BF975A37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933825"/>
            <a:ext cx="647700" cy="1223963"/>
            <a:chOff x="1973" y="2478"/>
            <a:chExt cx="408" cy="771"/>
          </a:xfrm>
        </p:grpSpPr>
        <p:sp>
          <p:nvSpPr>
            <p:cNvPr id="24603" name="Line 75">
              <a:extLst>
                <a:ext uri="{FF2B5EF4-FFF2-40B4-BE49-F238E27FC236}">
                  <a16:creationId xmlns:a16="http://schemas.microsoft.com/office/drawing/2014/main" id="{C12AB49D-F082-4D91-A9EC-D9DF60702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5" y="2478"/>
              <a:ext cx="136" cy="771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Oval 76">
              <a:extLst>
                <a:ext uri="{FF2B5EF4-FFF2-40B4-BE49-F238E27FC236}">
                  <a16:creationId xmlns:a16="http://schemas.microsoft.com/office/drawing/2014/main" id="{A23A4E09-C9D5-4E00-A497-FCF698610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2840"/>
              <a:ext cx="272" cy="227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1" name="Group 77">
            <a:extLst>
              <a:ext uri="{FF2B5EF4-FFF2-40B4-BE49-F238E27FC236}">
                <a16:creationId xmlns:a16="http://schemas.microsoft.com/office/drawing/2014/main" id="{93510A6E-77FC-4A18-BB5A-8CAA9C4B55E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13325"/>
            <a:ext cx="647700" cy="1296988"/>
            <a:chOff x="1973" y="3203"/>
            <a:chExt cx="408" cy="817"/>
          </a:xfrm>
        </p:grpSpPr>
        <p:sp>
          <p:nvSpPr>
            <p:cNvPr id="24601" name="Line 78">
              <a:extLst>
                <a:ext uri="{FF2B5EF4-FFF2-40B4-BE49-F238E27FC236}">
                  <a16:creationId xmlns:a16="http://schemas.microsoft.com/office/drawing/2014/main" id="{CD3A0C79-5688-4912-A120-EF50A5DE4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3203"/>
              <a:ext cx="136" cy="817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2" name="Oval 79">
              <a:extLst>
                <a:ext uri="{FF2B5EF4-FFF2-40B4-BE49-F238E27FC236}">
                  <a16:creationId xmlns:a16="http://schemas.microsoft.com/office/drawing/2014/main" id="{F9FCC5FC-171D-4387-A568-56701C938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339"/>
              <a:ext cx="227" cy="273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1984" name="Group 80">
            <a:extLst>
              <a:ext uri="{FF2B5EF4-FFF2-40B4-BE49-F238E27FC236}">
                <a16:creationId xmlns:a16="http://schemas.microsoft.com/office/drawing/2014/main" id="{A317FE5E-F285-4FA6-9EB4-2E5B3E500851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655762" cy="720725"/>
            <a:chOff x="1973" y="3203"/>
            <a:chExt cx="1043" cy="454"/>
          </a:xfrm>
        </p:grpSpPr>
        <p:sp>
          <p:nvSpPr>
            <p:cNvPr id="24599" name="Line 81">
              <a:extLst>
                <a:ext uri="{FF2B5EF4-FFF2-40B4-BE49-F238E27FC236}">
                  <a16:creationId xmlns:a16="http://schemas.microsoft.com/office/drawing/2014/main" id="{E325D086-29E8-415D-A735-AC70D2B565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203"/>
              <a:ext cx="635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0" name="Oval 82">
              <a:extLst>
                <a:ext uri="{FF2B5EF4-FFF2-40B4-BE49-F238E27FC236}">
                  <a16:creationId xmlns:a16="http://schemas.microsoft.com/office/drawing/2014/main" id="{1377E759-622B-4BBE-B03E-C0C9EE24D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3" y="3294"/>
              <a:ext cx="771" cy="363"/>
            </a:xfrm>
            <a:prstGeom prst="ellipse">
              <a:avLst/>
            </a:prstGeom>
            <a:noFill/>
            <a:ln w="28575">
              <a:solidFill>
                <a:srgbClr val="943634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51987" name="Freeform 83">
            <a:extLst>
              <a:ext uri="{FF2B5EF4-FFF2-40B4-BE49-F238E27FC236}">
                <a16:creationId xmlns:a16="http://schemas.microsoft.com/office/drawing/2014/main" id="{DDCA1203-87F9-4E55-ACE6-73F65724837E}"/>
              </a:ext>
            </a:extLst>
          </p:cNvPr>
          <p:cNvSpPr>
            <a:spLocks/>
          </p:cNvSpPr>
          <p:nvPr/>
        </p:nvSpPr>
        <p:spPr bwMode="auto">
          <a:xfrm>
            <a:off x="1765300" y="3860800"/>
            <a:ext cx="1223963" cy="1200150"/>
          </a:xfrm>
          <a:custGeom>
            <a:avLst/>
            <a:gdLst>
              <a:gd name="T0" fmla="*/ 0 w 771"/>
              <a:gd name="T1" fmla="*/ 78125638 h 756"/>
              <a:gd name="T2" fmla="*/ 1486892795 w 771"/>
              <a:gd name="T3" fmla="*/ 304939700 h 756"/>
              <a:gd name="T4" fmla="*/ 1943042056 w 771"/>
              <a:gd name="T5" fmla="*/ 1905238125 h 7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71" h="756">
                <a:moveTo>
                  <a:pt x="0" y="31"/>
                </a:moveTo>
                <a:cubicBezTo>
                  <a:pt x="231" y="15"/>
                  <a:pt x="462" y="0"/>
                  <a:pt x="590" y="121"/>
                </a:cubicBezTo>
                <a:cubicBezTo>
                  <a:pt x="718" y="242"/>
                  <a:pt x="741" y="650"/>
                  <a:pt x="771" y="756"/>
                </a:cubicBezTo>
              </a:path>
            </a:pathLst>
          </a:custGeom>
          <a:noFill/>
          <a:ln w="28575" cmpd="sng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1988" name="Freeform 84">
            <a:extLst>
              <a:ext uri="{FF2B5EF4-FFF2-40B4-BE49-F238E27FC236}">
                <a16:creationId xmlns:a16="http://schemas.microsoft.com/office/drawing/2014/main" id="{00F2BCE0-D151-4573-9395-74A00E7359EE}"/>
              </a:ext>
            </a:extLst>
          </p:cNvPr>
          <p:cNvSpPr>
            <a:spLocks/>
          </p:cNvSpPr>
          <p:nvPr/>
        </p:nvSpPr>
        <p:spPr bwMode="auto">
          <a:xfrm>
            <a:off x="539750" y="3933825"/>
            <a:ext cx="2471738" cy="2771775"/>
          </a:xfrm>
          <a:custGeom>
            <a:avLst/>
            <a:gdLst>
              <a:gd name="T0" fmla="*/ 1522174683 w 1557"/>
              <a:gd name="T1" fmla="*/ 0 h 1746"/>
              <a:gd name="T2" fmla="*/ 37803145 w 1557"/>
              <a:gd name="T3" fmla="*/ 1600300013 h 1746"/>
              <a:gd name="T4" fmla="*/ 1292841212 w 1557"/>
              <a:gd name="T5" fmla="*/ 2147483646 h 1746"/>
              <a:gd name="T6" fmla="*/ 2147483646 w 1557"/>
              <a:gd name="T7" fmla="*/ 2147483646 h 174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557" h="1746">
                <a:moveTo>
                  <a:pt x="604" y="0"/>
                </a:moveTo>
                <a:cubicBezTo>
                  <a:pt x="317" y="181"/>
                  <a:pt x="30" y="363"/>
                  <a:pt x="15" y="635"/>
                </a:cubicBezTo>
                <a:cubicBezTo>
                  <a:pt x="0" y="907"/>
                  <a:pt x="256" y="1520"/>
                  <a:pt x="513" y="1633"/>
                </a:cubicBezTo>
                <a:cubicBezTo>
                  <a:pt x="770" y="1746"/>
                  <a:pt x="1391" y="1369"/>
                  <a:pt x="1557" y="1316"/>
                </a:cubicBezTo>
              </a:path>
            </a:pathLst>
          </a:custGeom>
          <a:noFill/>
          <a:ln w="28575" cap="flat" cmpd="sng">
            <a:solidFill>
              <a:schemeClr val="hlink"/>
            </a:solidFill>
            <a:prstDash val="sysDot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002" name="Text Box 98">
            <a:extLst>
              <a:ext uri="{FF2B5EF4-FFF2-40B4-BE49-F238E27FC236}">
                <a16:creationId xmlns:a16="http://schemas.microsoft.com/office/drawing/2014/main" id="{D7273A26-29B9-4EF9-88CC-FB53E3FC6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5573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252003" name="Text Box 99">
            <a:extLst>
              <a:ext uri="{FF2B5EF4-FFF2-40B4-BE49-F238E27FC236}">
                <a16:creationId xmlns:a16="http://schemas.microsoft.com/office/drawing/2014/main" id="{1E2B59AF-069B-4689-A8E5-7EAFA2FBB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4333875"/>
            <a:ext cx="5521325" cy="164306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请思考弹幕：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含有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条支路的拓扑图，其一种树的树枝数等于多少？连枝数等于多少？</a:t>
            </a:r>
            <a:endParaRPr lang="en-US" altLang="zh-CN" sz="2800" b="1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1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2000"/>
                                        <p:tgtEl>
                                          <p:spTgt spid="25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25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25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251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5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51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251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51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2000"/>
                                        <p:tgtEl>
                                          <p:spTgt spid="25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2000"/>
                                        <p:tgtEl>
                                          <p:spTgt spid="25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2000"/>
                                        <p:tgtEl>
                                          <p:spTgt spid="25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2000"/>
                                        <p:tgtEl>
                                          <p:spTgt spid="25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2000"/>
                                        <p:tgtEl>
                                          <p:spTgt spid="25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2000"/>
                                        <p:tgtEl>
                                          <p:spTgt spid="25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2000"/>
                                        <p:tgtEl>
                                          <p:spTgt spid="25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2000"/>
                                        <p:tgtEl>
                                          <p:spTgt spid="25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2000"/>
                                        <p:tgtEl>
                                          <p:spTgt spid="25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2000"/>
                                        <p:tgtEl>
                                          <p:spTgt spid="25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4" dur="2000" fill="hold"/>
                                        <p:tgtEl>
                                          <p:spTgt spid="25200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/>
      <p:bldP spid="251928" grpId="0"/>
      <p:bldP spid="252002" grpId="0"/>
      <p:bldP spid="252003" grpId="0" animBg="1"/>
      <p:bldP spid="25200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2">
            <a:extLst>
              <a:ext uri="{FF2B5EF4-FFF2-40B4-BE49-F238E27FC236}">
                <a16:creationId xmlns:a16="http://schemas.microsoft.com/office/drawing/2014/main" id="{10374DD3-2631-4560-AF65-C70F8A79B4E9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80279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§3-3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支路电流法（又称支路分析法）</a:t>
            </a:r>
          </a:p>
        </p:txBody>
      </p:sp>
      <p:sp>
        <p:nvSpPr>
          <p:cNvPr id="37891" name="Text Box 35">
            <a:extLst>
              <a:ext uri="{FF2B5EF4-FFF2-40B4-BE49-F238E27FC236}">
                <a16:creationId xmlns:a16="http://schemas.microsoft.com/office/drawing/2014/main" id="{59BA3923-BC90-47D4-8A1B-5FB2244C3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060848"/>
            <a:ext cx="81375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个节点、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条支路的电路，要求解支路电流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未知量共有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个。只要列出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个独立的电路方程，便可以求解这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个变量。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2" name="Text Box 36">
            <a:extLst>
              <a:ext uri="{FF2B5EF4-FFF2-40B4-BE49-F238E27FC236}">
                <a16:creationId xmlns:a16="http://schemas.microsoft.com/office/drawing/2014/main" id="{6D894DF1-9A7C-44DD-B3B7-DE0D4507D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25538"/>
            <a:ext cx="29527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支路电流法</a:t>
            </a:r>
          </a:p>
        </p:txBody>
      </p:sp>
      <p:sp>
        <p:nvSpPr>
          <p:cNvPr id="37893" name="AutoShape 37">
            <a:extLst>
              <a:ext uri="{FF2B5EF4-FFF2-40B4-BE49-F238E27FC236}">
                <a16:creationId xmlns:a16="http://schemas.microsoft.com/office/drawing/2014/main" id="{AA8F6B3F-76E5-41F8-AA74-FA51208AD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412875"/>
            <a:ext cx="576263" cy="71438"/>
          </a:xfrm>
          <a:prstGeom prst="rightArrow">
            <a:avLst>
              <a:gd name="adj1" fmla="val 50000"/>
              <a:gd name="adj2" fmla="val 201665"/>
            </a:avLst>
          </a:prstGeom>
          <a:solidFill>
            <a:srgbClr val="0099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894" name="Text Box 38">
            <a:extLst>
              <a:ext uri="{FF2B5EF4-FFF2-40B4-BE49-F238E27FC236}">
                <a16:creationId xmlns:a16="http://schemas.microsoft.com/office/drawing/2014/main" id="{1F23932F-2CB9-4272-BC17-70EDB4B5E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538420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独立方程的列写</a:t>
            </a:r>
          </a:p>
        </p:txBody>
      </p:sp>
      <p:sp>
        <p:nvSpPr>
          <p:cNvPr id="37895" name="Rectangle 39">
            <a:extLst>
              <a:ext uri="{FF2B5EF4-FFF2-40B4-BE49-F238E27FC236}">
                <a16:creationId xmlns:a16="http://schemas.microsoft.com/office/drawing/2014/main" id="{BFCE56AE-D481-4C16-A3FD-562930B1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981075"/>
            <a:ext cx="5184775" cy="95064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以各支路电流 </a:t>
            </a:r>
            <a:r>
              <a:rPr kumimoji="1" lang="en-US" altLang="zh-CN" sz="2400" b="1" i="1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 err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方程分析电路的方法。</a:t>
            </a:r>
          </a:p>
        </p:txBody>
      </p:sp>
      <p:sp>
        <p:nvSpPr>
          <p:cNvPr id="37896" name="Rectangle 40">
            <a:extLst>
              <a:ext uri="{FF2B5EF4-FFF2-40B4-BE49-F238E27FC236}">
                <a16:creationId xmlns:a16="http://schemas.microsoft.com/office/drawing/2014/main" id="{4728CB07-CAB2-4691-A90D-D255BC44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43245"/>
            <a:ext cx="7920037" cy="1189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从电路的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个节点中，列写以支路电流</a:t>
            </a:r>
            <a:r>
              <a:rPr kumimoji="1" lang="en-US" altLang="zh-CN" sz="32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2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表示的任意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个节点的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37897" name="Rectangle 41">
            <a:extLst>
              <a:ext uri="{FF2B5EF4-FFF2-40B4-BE49-F238E27FC236}">
                <a16:creationId xmlns:a16="http://schemas.microsoft.com/office/drawing/2014/main" id="{18177207-71E1-4D86-BEC9-4BF2608FD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5267207"/>
            <a:ext cx="7632700" cy="10683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选择基本回路列写以</a:t>
            </a:r>
            <a:r>
              <a:rPr kumimoji="1" lang="en-US" altLang="zh-CN" sz="3600" b="1" i="1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3600" b="1" baseline="-25000">
                <a:solidFill>
                  <a:srgbClr val="9933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-(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-1)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方程。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>
            <a:extLst>
              <a:ext uri="{FF2B5EF4-FFF2-40B4-BE49-F238E27FC236}">
                <a16:creationId xmlns:a16="http://schemas.microsoft.com/office/drawing/2014/main" id="{44C8F06F-2563-47FE-BEC5-30E48B376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65175"/>
            <a:ext cx="8748713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支路法列写的是 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 所以方程列写方便、直观，但方程数较多，宜于在支路数不多的情况下使用。</a:t>
            </a:r>
          </a:p>
        </p:txBody>
      </p:sp>
      <p:sp>
        <p:nvSpPr>
          <p:cNvPr id="314371" name="Text Box 3">
            <a:extLst>
              <a:ext uri="{FF2B5EF4-FFF2-40B4-BE49-F238E27FC236}">
                <a16:creationId xmlns:a16="http://schemas.microsoft.com/office/drawing/2014/main" id="{19B2C1D5-F668-4B88-9629-3B0DA0FD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113"/>
            <a:ext cx="1152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</a:p>
        </p:txBody>
      </p:sp>
      <p:sp>
        <p:nvSpPr>
          <p:cNvPr id="314372" name="Text Box 4">
            <a:extLst>
              <a:ext uri="{FF2B5EF4-FFF2-40B4-BE49-F238E27FC236}">
                <a16:creationId xmlns:a16="http://schemas.microsoft.com/office/drawing/2014/main" id="{EBEB3347-2359-4906-AA67-9ABC02E5B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1916113"/>
            <a:ext cx="7273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求各支路电流及各电压源发出的功率。</a:t>
            </a:r>
          </a:p>
        </p:txBody>
      </p:sp>
      <p:grpSp>
        <p:nvGrpSpPr>
          <p:cNvPr id="314373" name="Group 5">
            <a:extLst>
              <a:ext uri="{FF2B5EF4-FFF2-40B4-BE49-F238E27FC236}">
                <a16:creationId xmlns:a16="http://schemas.microsoft.com/office/drawing/2014/main" id="{CDFFF1B1-B356-4958-B2A8-9F27BC700E16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3284538"/>
            <a:ext cx="360363" cy="936625"/>
            <a:chOff x="2952" y="2232"/>
            <a:chExt cx="384" cy="996"/>
          </a:xfrm>
        </p:grpSpPr>
        <p:sp>
          <p:nvSpPr>
            <p:cNvPr id="38959" name="Oval 6">
              <a:extLst>
                <a:ext uri="{FF2B5EF4-FFF2-40B4-BE49-F238E27FC236}">
                  <a16:creationId xmlns:a16="http://schemas.microsoft.com/office/drawing/2014/main" id="{03A51E9C-0272-496A-A2A6-D4C0E64B3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60" name="Text Box 7">
              <a:extLst>
                <a:ext uri="{FF2B5EF4-FFF2-40B4-BE49-F238E27FC236}">
                  <a16:creationId xmlns:a16="http://schemas.microsoft.com/office/drawing/2014/main" id="{E55FCAE3-3236-4E0E-B236-2444B41A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8961" name="Line 8">
              <a:extLst>
                <a:ext uri="{FF2B5EF4-FFF2-40B4-BE49-F238E27FC236}">
                  <a16:creationId xmlns:a16="http://schemas.microsoft.com/office/drawing/2014/main" id="{F2376159-F1E2-44BB-BD34-9BB146ACAA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14377" name="Group 9">
            <a:extLst>
              <a:ext uri="{FF2B5EF4-FFF2-40B4-BE49-F238E27FC236}">
                <a16:creationId xmlns:a16="http://schemas.microsoft.com/office/drawing/2014/main" id="{F9A6556F-B347-4836-8C02-FE8ADA409301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355975"/>
            <a:ext cx="431800" cy="792163"/>
            <a:chOff x="2952" y="2232"/>
            <a:chExt cx="384" cy="996"/>
          </a:xfrm>
        </p:grpSpPr>
        <p:sp>
          <p:nvSpPr>
            <p:cNvPr id="38956" name="Oval 10">
              <a:extLst>
                <a:ext uri="{FF2B5EF4-FFF2-40B4-BE49-F238E27FC236}">
                  <a16:creationId xmlns:a16="http://schemas.microsoft.com/office/drawing/2014/main" id="{EBEE8D1E-877B-4778-A622-FAE0656D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57" name="Text Box 11">
              <a:extLst>
                <a:ext uri="{FF2B5EF4-FFF2-40B4-BE49-F238E27FC236}">
                  <a16:creationId xmlns:a16="http://schemas.microsoft.com/office/drawing/2014/main" id="{3827D21A-E854-442C-9AAD-066921024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8958" name="Line 12">
              <a:extLst>
                <a:ext uri="{FF2B5EF4-FFF2-40B4-BE49-F238E27FC236}">
                  <a16:creationId xmlns:a16="http://schemas.microsoft.com/office/drawing/2014/main" id="{6377EAE8-0089-4DE7-B86A-D5D4BA0B6A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4381" name="Text Box 13">
            <a:extLst>
              <a:ext uri="{FF2B5EF4-FFF2-40B4-BE49-F238E27FC236}">
                <a16:creationId xmlns:a16="http://schemas.microsoft.com/office/drawing/2014/main" id="{861D71A0-7124-42BA-B94A-3E682042F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2563813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314382" name="Text Box 14">
            <a:extLst>
              <a:ext uri="{FF2B5EF4-FFF2-40B4-BE49-F238E27FC236}">
                <a16:creationId xmlns:a16="http://schemas.microsoft.com/office/drawing/2014/main" id="{0EB2355A-CF2E-4B1C-94DF-E69FEC937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2563813"/>
            <a:ext cx="39608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n–1=1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3" name="Text Box 15">
            <a:extLst>
              <a:ext uri="{FF2B5EF4-FFF2-40B4-BE49-F238E27FC236}">
                <a16:creationId xmlns:a16="http://schemas.microsoft.com/office/drawing/2014/main" id="{9FEB8566-B05F-4E4C-80AF-5F63B03E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068638"/>
            <a:ext cx="40322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14384" name="Text Box 16">
            <a:extLst>
              <a:ext uri="{FF2B5EF4-FFF2-40B4-BE49-F238E27FC236}">
                <a16:creationId xmlns:a16="http://schemas.microsoft.com/office/drawing/2014/main" id="{D1F7A162-6755-4235-98EE-78B45E45E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3644900"/>
            <a:ext cx="4643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circleNumDbPlain" startAt="2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–( 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–1)=2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314385" name="Text Box 17">
            <a:extLst>
              <a:ext uri="{FF2B5EF4-FFF2-40B4-BE49-F238E27FC236}">
                <a16:creationId xmlns:a16="http://schemas.microsoft.com/office/drawing/2014/main" id="{72601019-5093-4F0C-8DC6-02FA42B8F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4724400"/>
            <a:ext cx="2520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6" name="Text Box 18">
            <a:extLst>
              <a:ext uri="{FF2B5EF4-FFF2-40B4-BE49-F238E27FC236}">
                <a16:creationId xmlns:a16="http://schemas.microsoft.com/office/drawing/2014/main" id="{5952F0AE-7A29-43BB-80DD-537E822092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4149725"/>
            <a:ext cx="33845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=70-6=64</a:t>
            </a:r>
            <a:endParaRPr kumimoji="1" lang="en-US" altLang="zh-CN" baseline="-250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7" name="AutoShape 19">
            <a:extLst>
              <a:ext uri="{FF2B5EF4-FFF2-40B4-BE49-F238E27FC236}">
                <a16:creationId xmlns:a16="http://schemas.microsoft.com/office/drawing/2014/main" id="{71F821E2-DBA8-40A2-900C-991A9F20A238}"/>
              </a:ext>
            </a:extLst>
          </p:cNvPr>
          <p:cNvSpPr>
            <a:spLocks/>
          </p:cNvSpPr>
          <p:nvPr/>
        </p:nvSpPr>
        <p:spPr bwMode="auto">
          <a:xfrm>
            <a:off x="4572000" y="4219575"/>
            <a:ext cx="287338" cy="1079500"/>
          </a:xfrm>
          <a:prstGeom prst="leftBrace">
            <a:avLst>
              <a:gd name="adj1" fmla="val 31307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388" name="Text Box 20">
            <a:extLst>
              <a:ext uri="{FF2B5EF4-FFF2-40B4-BE49-F238E27FC236}">
                <a16:creationId xmlns:a16="http://schemas.microsoft.com/office/drawing/2014/main" id="{E629A906-C621-4A43-B9AF-C9A05AF14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445125"/>
            <a:ext cx="3024188" cy="5794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kumimoji="1" lang="en-US" altLang="zh-CN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=</a:t>
            </a:r>
            <a:r>
              <a:rPr kumimoji="1" lang="en-US" altLang="zh-CN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kumimoji="1" lang="en-US" altLang="zh-CN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endParaRPr kumimoji="1" lang="en-US" altLang="zh-CN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14389" name="Group 21">
            <a:extLst>
              <a:ext uri="{FF2B5EF4-FFF2-40B4-BE49-F238E27FC236}">
                <a16:creationId xmlns:a16="http://schemas.microsoft.com/office/drawing/2014/main" id="{C5C1005A-1189-44DE-BB47-F66D490DC21F}"/>
              </a:ext>
            </a:extLst>
          </p:cNvPr>
          <p:cNvGrpSpPr>
            <a:grpSpLocks/>
          </p:cNvGrpSpPr>
          <p:nvPr/>
        </p:nvGrpSpPr>
        <p:grpSpPr bwMode="auto">
          <a:xfrm>
            <a:off x="39688" y="2563813"/>
            <a:ext cx="4819650" cy="2957512"/>
            <a:chOff x="385" y="2568"/>
            <a:chExt cx="3036" cy="1863"/>
          </a:xfrm>
        </p:grpSpPr>
        <p:sp>
          <p:nvSpPr>
            <p:cNvPr id="38929" name="Oval 22">
              <a:extLst>
                <a:ext uri="{FF2B5EF4-FFF2-40B4-BE49-F238E27FC236}">
                  <a16:creationId xmlns:a16="http://schemas.microsoft.com/office/drawing/2014/main" id="{7DE80F03-980C-47FE-B657-A97D0288A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0" name="Oval 23">
              <a:extLst>
                <a:ext uri="{FF2B5EF4-FFF2-40B4-BE49-F238E27FC236}">
                  <a16:creationId xmlns:a16="http://schemas.microsoft.com/office/drawing/2014/main" id="{DD66D442-1013-433A-ABBE-8E8202451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31" name="Text Box 24">
              <a:extLst>
                <a:ext uri="{FF2B5EF4-FFF2-40B4-BE49-F238E27FC236}">
                  <a16:creationId xmlns:a16="http://schemas.microsoft.com/office/drawing/2014/main" id="{6784272E-5B97-47F2-89EE-D2A504E2AF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8932" name="Text Box 25">
              <a:extLst>
                <a:ext uri="{FF2B5EF4-FFF2-40B4-BE49-F238E27FC236}">
                  <a16:creationId xmlns:a16="http://schemas.microsoft.com/office/drawing/2014/main" id="{66F2ADB2-9038-44BE-AE21-83842FF71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8933" name="Text Box 26">
              <a:extLst>
                <a:ext uri="{FF2B5EF4-FFF2-40B4-BE49-F238E27FC236}">
                  <a16:creationId xmlns:a16="http://schemas.microsoft.com/office/drawing/2014/main" id="{BF8C8073-5737-40D6-9F9D-EB19B1DB7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34" name="Text Box 27">
              <a:extLst>
                <a:ext uri="{FF2B5EF4-FFF2-40B4-BE49-F238E27FC236}">
                  <a16:creationId xmlns:a16="http://schemas.microsoft.com/office/drawing/2014/main" id="{B18B29C5-4EDF-4C02-B2C6-C144FCCE4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8935" name="Text Box 28">
              <a:extLst>
                <a:ext uri="{FF2B5EF4-FFF2-40B4-BE49-F238E27FC236}">
                  <a16:creationId xmlns:a16="http://schemas.microsoft.com/office/drawing/2014/main" id="{6169D21D-346B-446D-8BB4-3F01A6036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36" name="Text Box 29">
              <a:extLst>
                <a:ext uri="{FF2B5EF4-FFF2-40B4-BE49-F238E27FC236}">
                  <a16:creationId xmlns:a16="http://schemas.microsoft.com/office/drawing/2014/main" id="{6D5D4FE7-2DAE-4280-8BC8-4292E0E48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7" name="Text Box 30">
              <a:extLst>
                <a:ext uri="{FF2B5EF4-FFF2-40B4-BE49-F238E27FC236}">
                  <a16:creationId xmlns:a16="http://schemas.microsoft.com/office/drawing/2014/main" id="{5537CCB7-1A2A-4F9C-B382-5EABB87D09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8938" name="Text Box 31">
              <a:extLst>
                <a:ext uri="{FF2B5EF4-FFF2-40B4-BE49-F238E27FC236}">
                  <a16:creationId xmlns:a16="http://schemas.microsoft.com/office/drawing/2014/main" id="{EBEA7216-EBC5-4574-8DBC-9C9374BC3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8939" name="Text Box 32">
              <a:extLst>
                <a:ext uri="{FF2B5EF4-FFF2-40B4-BE49-F238E27FC236}">
                  <a16:creationId xmlns:a16="http://schemas.microsoft.com/office/drawing/2014/main" id="{8B3029F5-0F9D-4923-96DB-C68DFD3A1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8940" name="Group 33">
              <a:extLst>
                <a:ext uri="{FF2B5EF4-FFF2-40B4-BE49-F238E27FC236}">
                  <a16:creationId xmlns:a16="http://schemas.microsoft.com/office/drawing/2014/main" id="{D809C800-8637-46E2-9130-66A60F155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8954" name="Line 34">
                <a:extLst>
                  <a:ext uri="{FF2B5EF4-FFF2-40B4-BE49-F238E27FC236}">
                    <a16:creationId xmlns:a16="http://schemas.microsoft.com/office/drawing/2014/main" id="{A1E3ED80-248F-40F1-AC8E-60C9EF15E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5" name="Text Box 35">
                <a:extLst>
                  <a:ext uri="{FF2B5EF4-FFF2-40B4-BE49-F238E27FC236}">
                    <a16:creationId xmlns:a16="http://schemas.microsoft.com/office/drawing/2014/main" id="{63226823-D3C3-4807-88A9-811F318A7E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1" name="Group 36">
              <a:extLst>
                <a:ext uri="{FF2B5EF4-FFF2-40B4-BE49-F238E27FC236}">
                  <a16:creationId xmlns:a16="http://schemas.microsoft.com/office/drawing/2014/main" id="{7D323CA1-75FE-4DA6-9447-AE86A0B431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8952" name="Line 37">
                <a:extLst>
                  <a:ext uri="{FF2B5EF4-FFF2-40B4-BE49-F238E27FC236}">
                    <a16:creationId xmlns:a16="http://schemas.microsoft.com/office/drawing/2014/main" id="{2E17E11D-468E-46FD-8CE8-3FD355E93B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3" name="Text Box 38">
                <a:extLst>
                  <a:ext uri="{FF2B5EF4-FFF2-40B4-BE49-F238E27FC236}">
                    <a16:creationId xmlns:a16="http://schemas.microsoft.com/office/drawing/2014/main" id="{768C80AC-4A74-4413-A5D8-C5E512C5CF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8942" name="Group 39">
              <a:extLst>
                <a:ext uri="{FF2B5EF4-FFF2-40B4-BE49-F238E27FC236}">
                  <a16:creationId xmlns:a16="http://schemas.microsoft.com/office/drawing/2014/main" id="{C940CBB6-9010-4A53-920E-840893C6C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8950" name="Line 40">
                <a:extLst>
                  <a:ext uri="{FF2B5EF4-FFF2-40B4-BE49-F238E27FC236}">
                    <a16:creationId xmlns:a16="http://schemas.microsoft.com/office/drawing/2014/main" id="{C32D3C30-29F9-4CCC-879D-54C86DC9AA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51" name="Text Box 41">
                <a:extLst>
                  <a:ext uri="{FF2B5EF4-FFF2-40B4-BE49-F238E27FC236}">
                    <a16:creationId xmlns:a16="http://schemas.microsoft.com/office/drawing/2014/main" id="{25928135-A654-4D08-AE90-FBB6BA606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943" name="Text Box 42">
              <a:extLst>
                <a:ext uri="{FF2B5EF4-FFF2-40B4-BE49-F238E27FC236}">
                  <a16:creationId xmlns:a16="http://schemas.microsoft.com/office/drawing/2014/main" id="{59FC5896-F27F-4204-880F-BC5E019E1E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4" name="Text Box 43">
              <a:extLst>
                <a:ext uri="{FF2B5EF4-FFF2-40B4-BE49-F238E27FC236}">
                  <a16:creationId xmlns:a16="http://schemas.microsoft.com/office/drawing/2014/main" id="{D59C97DD-56DE-4B91-A46E-76FBC2FB7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8945" name="Rectangle 44">
              <a:extLst>
                <a:ext uri="{FF2B5EF4-FFF2-40B4-BE49-F238E27FC236}">
                  <a16:creationId xmlns:a16="http://schemas.microsoft.com/office/drawing/2014/main" id="{9E21747B-C25A-4934-A254-53251D47E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6" name="Line 45">
              <a:extLst>
                <a:ext uri="{FF2B5EF4-FFF2-40B4-BE49-F238E27FC236}">
                  <a16:creationId xmlns:a16="http://schemas.microsoft.com/office/drawing/2014/main" id="{EAE5DA6D-D19F-4286-8782-7579C18365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7" name="Rectangle 46">
              <a:extLst>
                <a:ext uri="{FF2B5EF4-FFF2-40B4-BE49-F238E27FC236}">
                  <a16:creationId xmlns:a16="http://schemas.microsoft.com/office/drawing/2014/main" id="{FD371D3B-4AFA-40F7-ACBD-F79FCEC83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8" name="Rectangle 47">
              <a:extLst>
                <a:ext uri="{FF2B5EF4-FFF2-40B4-BE49-F238E27FC236}">
                  <a16:creationId xmlns:a16="http://schemas.microsoft.com/office/drawing/2014/main" id="{F48A19B9-9AE2-4415-B7F9-C22CF1F9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949" name="Rectangle 48">
              <a:extLst>
                <a:ext uri="{FF2B5EF4-FFF2-40B4-BE49-F238E27FC236}">
                  <a16:creationId xmlns:a16="http://schemas.microsoft.com/office/drawing/2014/main" id="{691B7331-8746-4784-A25C-BD97F99B8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14418" name="AutoShape 50">
            <a:extLst>
              <a:ext uri="{FF2B5EF4-FFF2-40B4-BE49-F238E27FC236}">
                <a16:creationId xmlns:a16="http://schemas.microsoft.com/office/drawing/2014/main" id="{13BCB8C3-E247-4A9B-BB53-6D59B444DB88}"/>
              </a:ext>
            </a:extLst>
          </p:cNvPr>
          <p:cNvSpPr>
            <a:spLocks/>
          </p:cNvSpPr>
          <p:nvPr/>
        </p:nvSpPr>
        <p:spPr bwMode="auto">
          <a:xfrm>
            <a:off x="8101013" y="4292600"/>
            <a:ext cx="287337" cy="936625"/>
          </a:xfrm>
          <a:prstGeom prst="rightBrace">
            <a:avLst>
              <a:gd name="adj1" fmla="val 271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14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1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 decel="100000"/>
                                        <p:tgtEl>
                                          <p:spTgt spid="3143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4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3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1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770" decel="100000"/>
                                        <p:tgtEl>
                                          <p:spTgt spid="31437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52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5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54" dur="77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5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5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770" decel="100000"/>
                                        <p:tgtEl>
                                          <p:spTgt spid="31437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4" dur="770" fill="hold"/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5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1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1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3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314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314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371" grpId="0"/>
      <p:bldP spid="314372" grpId="0" autoUpdateAnimBg="0"/>
      <p:bldP spid="314381" grpId="0"/>
      <p:bldP spid="314382" grpId="0" autoUpdateAnimBg="0"/>
      <p:bldP spid="314383" grpId="0" autoUpdateAnimBg="0"/>
      <p:bldP spid="314384" grpId="0" autoUpdateAnimBg="0"/>
      <p:bldP spid="314385" grpId="0" autoUpdateAnimBg="0"/>
      <p:bldP spid="314386" grpId="0" autoUpdateAnimBg="0"/>
      <p:bldP spid="31438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5394" name="Object 2">
            <a:extLst>
              <a:ext uri="{FF2B5EF4-FFF2-40B4-BE49-F238E27FC236}">
                <a16:creationId xmlns:a16="http://schemas.microsoft.com/office/drawing/2014/main" id="{65B0E814-640B-494F-B391-52812F588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1052513"/>
          <a:ext cx="29527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0" name="公式" r:id="rId3" imgW="1190732" imgH="200230" progId="Equation.3">
                  <p:embed/>
                </p:oleObj>
              </mc:Choice>
              <mc:Fallback>
                <p:oleObj name="公式" r:id="rId3" imgW="1190732" imgH="20023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1052513"/>
                        <a:ext cx="29527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5" name="Object 3">
            <a:extLst>
              <a:ext uri="{FF2B5EF4-FFF2-40B4-BE49-F238E27FC236}">
                <a16:creationId xmlns:a16="http://schemas.microsoft.com/office/drawing/2014/main" id="{593A23BA-0D2A-41D2-882C-B2B2B1B05B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1693863"/>
          <a:ext cx="36576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1" name="公式" r:id="rId5" imgW="1590460" imgH="218987" progId="Equation.3">
                  <p:embed/>
                </p:oleObj>
              </mc:Choice>
              <mc:Fallback>
                <p:oleObj name="公式" r:id="rId5" imgW="1590460" imgH="21898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1693863"/>
                        <a:ext cx="3657600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6" name="Object 4">
            <a:extLst>
              <a:ext uri="{FF2B5EF4-FFF2-40B4-BE49-F238E27FC236}">
                <a16:creationId xmlns:a16="http://schemas.microsoft.com/office/drawing/2014/main" id="{077C3941-5690-427C-9BBF-A71A9566FA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341563"/>
          <a:ext cx="3832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2" name="公式" r:id="rId7" imgW="1667024" imgH="218987" progId="Equation.3">
                  <p:embed/>
                </p:oleObj>
              </mc:Choice>
              <mc:Fallback>
                <p:oleObj name="公式" r:id="rId7" imgW="1667024" imgH="21898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341563"/>
                        <a:ext cx="3832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7" name="Object 5">
            <a:extLst>
              <a:ext uri="{FF2B5EF4-FFF2-40B4-BE49-F238E27FC236}">
                <a16:creationId xmlns:a16="http://schemas.microsoft.com/office/drawing/2014/main" id="{C7D488B4-CE79-4E5A-85E1-851A848DAF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5025" y="2989263"/>
          <a:ext cx="316865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3" name="公式" r:id="rId9" imgW="1419014" imgH="218987" progId="Equation.3">
                  <p:embed/>
                </p:oleObj>
              </mc:Choice>
              <mc:Fallback>
                <p:oleObj name="公式" r:id="rId9" imgW="1419014" imgH="21898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025" y="2989263"/>
                        <a:ext cx="316865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398" name="Object 6">
            <a:extLst>
              <a:ext uri="{FF2B5EF4-FFF2-40B4-BE49-F238E27FC236}">
                <a16:creationId xmlns:a16="http://schemas.microsoft.com/office/drawing/2014/main" id="{B65997D4-6623-4499-9266-D0457EC7F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89363"/>
          <a:ext cx="302577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64" name="公式" r:id="rId11" imgW="1390831" imgH="218987" progId="Equation.3">
                  <p:embed/>
                </p:oleObj>
              </mc:Choice>
              <mc:Fallback>
                <p:oleObj name="公式" r:id="rId11" imgW="1390831" imgH="21898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89363"/>
                        <a:ext cx="3025775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>
            <a:extLst>
              <a:ext uri="{FF2B5EF4-FFF2-40B4-BE49-F238E27FC236}">
                <a16:creationId xmlns:a16="http://schemas.microsoft.com/office/drawing/2014/main" id="{CD22281F-AAA3-4B18-951F-2C39D8AD56CF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981075"/>
            <a:ext cx="4819650" cy="2952750"/>
            <a:chOff x="385" y="2568"/>
            <a:chExt cx="3036" cy="1860"/>
          </a:xfrm>
        </p:grpSpPr>
        <p:sp>
          <p:nvSpPr>
            <p:cNvPr id="39953" name="Oval 8">
              <a:extLst>
                <a:ext uri="{FF2B5EF4-FFF2-40B4-BE49-F238E27FC236}">
                  <a16:creationId xmlns:a16="http://schemas.microsoft.com/office/drawing/2014/main" id="{17503BF4-0579-4309-9A77-44342F37D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4" name="Oval 9">
              <a:extLst>
                <a:ext uri="{FF2B5EF4-FFF2-40B4-BE49-F238E27FC236}">
                  <a16:creationId xmlns:a16="http://schemas.microsoft.com/office/drawing/2014/main" id="{47135752-FC83-4225-830B-8E4E03CA0D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3521"/>
              <a:ext cx="363" cy="363"/>
            </a:xfrm>
            <a:prstGeom prst="ellipse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39955" name="Text Box 10">
              <a:extLst>
                <a:ext uri="{FF2B5EF4-FFF2-40B4-BE49-F238E27FC236}">
                  <a16:creationId xmlns:a16="http://schemas.microsoft.com/office/drawing/2014/main" id="{69586E70-514A-414E-9CE2-F5F8B62CA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566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39956" name="Text Box 11">
              <a:extLst>
                <a:ext uri="{FF2B5EF4-FFF2-40B4-BE49-F238E27FC236}">
                  <a16:creationId xmlns:a16="http://schemas.microsoft.com/office/drawing/2014/main" id="{F53B4488-5304-4024-A13E-2B5CF60DB0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4" y="3566"/>
              <a:ext cx="67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6V</a:t>
              </a:r>
            </a:p>
          </p:txBody>
        </p:sp>
        <p:sp>
          <p:nvSpPr>
            <p:cNvPr id="39957" name="Text Box 12">
              <a:extLst>
                <a:ext uri="{FF2B5EF4-FFF2-40B4-BE49-F238E27FC236}">
                  <a16:creationId xmlns:a16="http://schemas.microsoft.com/office/drawing/2014/main" id="{6BC3436C-928B-4CBB-968D-11F2C8C92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3294"/>
              <a:ext cx="7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58" name="Text Box 13">
              <a:extLst>
                <a:ext uri="{FF2B5EF4-FFF2-40B4-BE49-F238E27FC236}">
                  <a16:creationId xmlns:a16="http://schemas.microsoft.com/office/drawing/2014/main" id="{34C33B61-06D4-4B11-82D9-BF88448D0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410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9959" name="Text Box 14">
              <a:extLst>
                <a:ext uri="{FF2B5EF4-FFF2-40B4-BE49-F238E27FC236}">
                  <a16:creationId xmlns:a16="http://schemas.microsoft.com/office/drawing/2014/main" id="{0CCAA073-0519-481C-8BC7-1D179B3C05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9960" name="Text Box 15">
              <a:extLst>
                <a:ext uri="{FF2B5EF4-FFF2-40B4-BE49-F238E27FC236}">
                  <a16:creationId xmlns:a16="http://schemas.microsoft.com/office/drawing/2014/main" id="{8BD949FC-A21A-4CF2-9813-B49B010586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1" name="Text Box 16">
              <a:extLst>
                <a:ext uri="{FF2B5EF4-FFF2-40B4-BE49-F238E27FC236}">
                  <a16:creationId xmlns:a16="http://schemas.microsoft.com/office/drawing/2014/main" id="{EDC415E8-6CB6-46DA-8BF2-196CF783D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3793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39962" name="Text Box 17">
              <a:extLst>
                <a:ext uri="{FF2B5EF4-FFF2-40B4-BE49-F238E27FC236}">
                  <a16:creationId xmlns:a16="http://schemas.microsoft.com/office/drawing/2014/main" id="{3D0EC6D4-5709-4078-9172-65FC007BC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249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39963" name="Text Box 18">
              <a:extLst>
                <a:ext uri="{FF2B5EF4-FFF2-40B4-BE49-F238E27FC236}">
                  <a16:creationId xmlns:a16="http://schemas.microsoft.com/office/drawing/2014/main" id="{C803A567-8EFF-4167-8D35-C9C452D71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3838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–</a:t>
              </a:r>
            </a:p>
          </p:txBody>
        </p:sp>
        <p:grpSp>
          <p:nvGrpSpPr>
            <p:cNvPr id="39964" name="Group 19">
              <a:extLst>
                <a:ext uri="{FF2B5EF4-FFF2-40B4-BE49-F238E27FC236}">
                  <a16:creationId xmlns:a16="http://schemas.microsoft.com/office/drawing/2014/main" id="{C5E4E54E-A5DC-4522-8FBD-45A45534BA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8" y="2931"/>
              <a:ext cx="280" cy="327"/>
              <a:chOff x="612" y="588"/>
              <a:chExt cx="280" cy="327"/>
            </a:xfrm>
          </p:grpSpPr>
          <p:sp>
            <p:nvSpPr>
              <p:cNvPr id="39978" name="Line 20">
                <a:extLst>
                  <a:ext uri="{FF2B5EF4-FFF2-40B4-BE49-F238E27FC236}">
                    <a16:creationId xmlns:a16="http://schemas.microsoft.com/office/drawing/2014/main" id="{607274F0-2543-4C33-A155-A14604E0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Text Box 21">
                <a:extLst>
                  <a:ext uri="{FF2B5EF4-FFF2-40B4-BE49-F238E27FC236}">
                    <a16:creationId xmlns:a16="http://schemas.microsoft.com/office/drawing/2014/main" id="{DC171FB7-039E-4CF7-AEC3-1E5BB6F270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1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5" name="Group 22">
              <a:extLst>
                <a:ext uri="{FF2B5EF4-FFF2-40B4-BE49-F238E27FC236}">
                  <a16:creationId xmlns:a16="http://schemas.microsoft.com/office/drawing/2014/main" id="{3049480D-A1B0-453A-ACF6-7D67125F1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53" y="2886"/>
              <a:ext cx="377" cy="327"/>
              <a:chOff x="2839" y="174"/>
              <a:chExt cx="377" cy="327"/>
            </a:xfrm>
          </p:grpSpPr>
          <p:sp>
            <p:nvSpPr>
              <p:cNvPr id="39976" name="Line 23">
                <a:extLst>
                  <a:ext uri="{FF2B5EF4-FFF2-40B4-BE49-F238E27FC236}">
                    <a16:creationId xmlns:a16="http://schemas.microsoft.com/office/drawing/2014/main" id="{F232366F-1ABB-4912-BACE-E5D3B5BAF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Text Box 24">
                <a:extLst>
                  <a:ext uri="{FF2B5EF4-FFF2-40B4-BE49-F238E27FC236}">
                    <a16:creationId xmlns:a16="http://schemas.microsoft.com/office/drawing/2014/main" id="{0E3E0194-0E4D-49F3-AC05-5CD636C72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9966" name="Group 25">
              <a:extLst>
                <a:ext uri="{FF2B5EF4-FFF2-40B4-BE49-F238E27FC236}">
                  <a16:creationId xmlns:a16="http://schemas.microsoft.com/office/drawing/2014/main" id="{043EE6F7-C05E-4CB9-A0FA-86EDE4B1AD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9" y="2976"/>
              <a:ext cx="280" cy="327"/>
              <a:chOff x="612" y="588"/>
              <a:chExt cx="280" cy="327"/>
            </a:xfrm>
          </p:grpSpPr>
          <p:sp>
            <p:nvSpPr>
              <p:cNvPr id="39974" name="Line 26">
                <a:extLst>
                  <a:ext uri="{FF2B5EF4-FFF2-40B4-BE49-F238E27FC236}">
                    <a16:creationId xmlns:a16="http://schemas.microsoft.com/office/drawing/2014/main" id="{E812781D-8D02-44D6-B761-045A6BB310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Text Box 27">
                <a:extLst>
                  <a:ext uri="{FF2B5EF4-FFF2-40B4-BE49-F238E27FC236}">
                    <a16:creationId xmlns:a16="http://schemas.microsoft.com/office/drawing/2014/main" id="{23AEDF74-A5CE-4A54-A61D-2B03DC3F2F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67" name="Text Box 28">
              <a:extLst>
                <a:ext uri="{FF2B5EF4-FFF2-40B4-BE49-F238E27FC236}">
                  <a16:creationId xmlns:a16="http://schemas.microsoft.com/office/drawing/2014/main" id="{002956C8-5BDF-4F2A-8D5E-69E4D7301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02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8" name="Text Box 29">
              <a:extLst>
                <a:ext uri="{FF2B5EF4-FFF2-40B4-BE49-F238E27FC236}">
                  <a16:creationId xmlns:a16="http://schemas.microsoft.com/office/drawing/2014/main" id="{20E1D4A7-EF55-470A-A92C-6743F6289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2" y="2976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39969" name="Rectangle 30">
              <a:extLst>
                <a:ext uri="{FF2B5EF4-FFF2-40B4-BE49-F238E27FC236}">
                  <a16:creationId xmlns:a16="http://schemas.microsoft.com/office/drawing/2014/main" id="{72C44E13-5E8C-4FC9-9F6C-7A9699EB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" y="2886"/>
              <a:ext cx="1542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0" name="Line 31">
              <a:extLst>
                <a:ext uri="{FF2B5EF4-FFF2-40B4-BE49-F238E27FC236}">
                  <a16:creationId xmlns:a16="http://schemas.microsoft.com/office/drawing/2014/main" id="{BC37E75C-8E25-4B08-B1FD-F5BC023A8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7" y="2886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71" name="Rectangle 32">
              <a:extLst>
                <a:ext uri="{FF2B5EF4-FFF2-40B4-BE49-F238E27FC236}">
                  <a16:creationId xmlns:a16="http://schemas.microsoft.com/office/drawing/2014/main" id="{863D1117-6BF6-4D84-A9F8-952D1862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6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2" name="Rectangle 33">
              <a:extLst>
                <a:ext uri="{FF2B5EF4-FFF2-40B4-BE49-F238E27FC236}">
                  <a16:creationId xmlns:a16="http://schemas.microsoft.com/office/drawing/2014/main" id="{F8C2D9F8-9725-4D41-A27A-42069BFAD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3022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73" name="Rectangle 34">
              <a:extLst>
                <a:ext uri="{FF2B5EF4-FFF2-40B4-BE49-F238E27FC236}">
                  <a16:creationId xmlns:a16="http://schemas.microsoft.com/office/drawing/2014/main" id="{82AE770C-DEB4-4B87-A004-BFC934913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2" y="3294"/>
              <a:ext cx="127" cy="318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39944" name="Group 35">
            <a:extLst>
              <a:ext uri="{FF2B5EF4-FFF2-40B4-BE49-F238E27FC236}">
                <a16:creationId xmlns:a16="http://schemas.microsoft.com/office/drawing/2014/main" id="{2BDC98D1-D52B-4452-AEA7-CF447D32896C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2420938"/>
            <a:ext cx="431800" cy="792162"/>
            <a:chOff x="2952" y="2232"/>
            <a:chExt cx="384" cy="996"/>
          </a:xfrm>
        </p:grpSpPr>
        <p:sp>
          <p:nvSpPr>
            <p:cNvPr id="39950" name="Oval 36">
              <a:extLst>
                <a:ext uri="{FF2B5EF4-FFF2-40B4-BE49-F238E27FC236}">
                  <a16:creationId xmlns:a16="http://schemas.microsoft.com/office/drawing/2014/main" id="{EBFCCEBA-0F4C-469A-B82F-DA530627B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51" name="Text Box 37">
              <a:extLst>
                <a:ext uri="{FF2B5EF4-FFF2-40B4-BE49-F238E27FC236}">
                  <a16:creationId xmlns:a16="http://schemas.microsoft.com/office/drawing/2014/main" id="{AD88BAA0-4F75-4C3D-B5E5-18E6000F5C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7"/>
              <a:ext cx="264" cy="6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9952" name="Line 38">
              <a:extLst>
                <a:ext uri="{FF2B5EF4-FFF2-40B4-BE49-F238E27FC236}">
                  <a16:creationId xmlns:a16="http://schemas.microsoft.com/office/drawing/2014/main" id="{ECB07382-2281-4D92-93D9-2DB5F5BE8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9945" name="Group 39">
            <a:extLst>
              <a:ext uri="{FF2B5EF4-FFF2-40B4-BE49-F238E27FC236}">
                <a16:creationId xmlns:a16="http://schemas.microsoft.com/office/drawing/2014/main" id="{D3B7AC53-7C29-4979-AD8E-F5D6AB0D2CF4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773238"/>
            <a:ext cx="360363" cy="936625"/>
            <a:chOff x="2952" y="2232"/>
            <a:chExt cx="384" cy="996"/>
          </a:xfrm>
        </p:grpSpPr>
        <p:sp>
          <p:nvSpPr>
            <p:cNvPr id="39947" name="Oval 40">
              <a:extLst>
                <a:ext uri="{FF2B5EF4-FFF2-40B4-BE49-F238E27FC236}">
                  <a16:creationId xmlns:a16="http://schemas.microsoft.com/office/drawing/2014/main" id="{D525145A-5C19-4E52-A73F-BAE9EC5E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2" y="2232"/>
              <a:ext cx="384" cy="99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39948" name="Text Box 41">
              <a:extLst>
                <a:ext uri="{FF2B5EF4-FFF2-40B4-BE49-F238E27FC236}">
                  <a16:creationId xmlns:a16="http://schemas.microsoft.com/office/drawing/2014/main" id="{FD1CCE26-E7E3-4C51-ABD2-682FAD0AE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5" y="2566"/>
              <a:ext cx="264" cy="5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9949" name="Line 42">
              <a:extLst>
                <a:ext uri="{FF2B5EF4-FFF2-40B4-BE49-F238E27FC236}">
                  <a16:creationId xmlns:a16="http://schemas.microsoft.com/office/drawing/2014/main" id="{C5567BE8-73C5-4F4A-8336-1B6EF0A4C6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52" y="2700"/>
              <a:ext cx="0" cy="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5" name="Text Box 83">
            <a:extLst>
              <a:ext uri="{FF2B5EF4-FFF2-40B4-BE49-F238E27FC236}">
                <a16:creationId xmlns:a16="http://schemas.microsoft.com/office/drawing/2014/main" id="{64C654CB-88B6-4F43-8AD9-C7C99EDE7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75" y="4845050"/>
            <a:ext cx="7210425" cy="112553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可以弹幕：支路电流法和</a:t>
            </a:r>
            <a:r>
              <a:rPr kumimoji="1" lang="en-US" altLang="zh-CN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2b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有何关系？当电路中含有受控源时如何处理？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7" name="Text Box 3">
            <a:extLst>
              <a:ext uri="{FF2B5EF4-FFF2-40B4-BE49-F238E27FC236}">
                <a16:creationId xmlns:a16="http://schemas.microsoft.com/office/drawing/2014/main" id="{A6FA547D-A0DB-4F96-A000-2DA5AAE7F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36613"/>
            <a:ext cx="12969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5E06E996-E692-4654-96DE-32DB84CBF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628775"/>
            <a:ext cx="316865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KCL: 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=0</a:t>
            </a:r>
          </a:p>
        </p:txBody>
      </p:sp>
      <p:sp>
        <p:nvSpPr>
          <p:cNvPr id="169989" name="Text Box 5">
            <a:extLst>
              <a:ext uri="{FF2B5EF4-FFF2-40B4-BE49-F238E27FC236}">
                <a16:creationId xmlns:a16="http://schemas.microsoft.com/office/drawing/2014/main" id="{15316FE9-F9E8-49CF-9C8F-48667B7B7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836613"/>
            <a:ext cx="72723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列写支路电流方程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.(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电路中含有受控源）</a:t>
            </a:r>
          </a:p>
        </p:txBody>
      </p:sp>
      <p:sp>
        <p:nvSpPr>
          <p:cNvPr id="169990" name="Text Box 6">
            <a:extLst>
              <a:ext uri="{FF2B5EF4-FFF2-40B4-BE49-F238E27FC236}">
                <a16:creationId xmlns:a16="http://schemas.microsoft.com/office/drawing/2014/main" id="{3A0F74B7-C353-40B2-ABB6-06C9F8767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28428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66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169991" name="Text Box 7">
            <a:extLst>
              <a:ext uri="{FF2B5EF4-FFF2-40B4-BE49-F238E27FC236}">
                <a16:creationId xmlns:a16="http://schemas.microsoft.com/office/drawing/2014/main" id="{44B40CC7-7C5F-4C3D-B9E9-95388E985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2852738"/>
            <a:ext cx="3743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2" name="Text Box 8">
            <a:extLst>
              <a:ext uri="{FF2B5EF4-FFF2-40B4-BE49-F238E27FC236}">
                <a16:creationId xmlns:a16="http://schemas.microsoft.com/office/drawing/2014/main" id="{CDD37DDB-E5FE-42C4-B338-9618A4DB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2205038"/>
            <a:ext cx="3887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KVL: 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–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11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=70-5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69993" name="AutoShape 9">
            <a:extLst>
              <a:ext uri="{FF2B5EF4-FFF2-40B4-BE49-F238E27FC236}">
                <a16:creationId xmlns:a16="http://schemas.microsoft.com/office/drawing/2014/main" id="{A56D622F-910B-4718-A85E-AE4745EFC65D}"/>
              </a:ext>
            </a:extLst>
          </p:cNvPr>
          <p:cNvSpPr>
            <a:spLocks/>
          </p:cNvSpPr>
          <p:nvPr/>
        </p:nvSpPr>
        <p:spPr bwMode="auto">
          <a:xfrm rot="10800000">
            <a:off x="5292725" y="2003425"/>
            <a:ext cx="288925" cy="1441450"/>
          </a:xfrm>
          <a:prstGeom prst="rightBrace">
            <a:avLst>
              <a:gd name="adj1" fmla="val 41575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4" name="Text Box 10">
            <a:extLst>
              <a:ext uri="{FF2B5EF4-FFF2-40B4-BE49-F238E27FC236}">
                <a16:creationId xmlns:a16="http://schemas.microsoft.com/office/drawing/2014/main" id="{456C186F-D32F-4EB7-8E9C-A272C4C78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3500438"/>
            <a:ext cx="3097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增补方程：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=7</a:t>
            </a: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endParaRPr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995" name="Text Box 11">
            <a:extLst>
              <a:ext uri="{FF2B5EF4-FFF2-40B4-BE49-F238E27FC236}">
                <a16:creationId xmlns:a16="http://schemas.microsoft.com/office/drawing/2014/main" id="{6418D54C-37E1-4B68-98EE-5C24F34AC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235450"/>
            <a:ext cx="61928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A5002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kumimoji="1"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的电路，方程列写分两步：</a:t>
            </a:r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80544F2C-9485-4F2F-9D1A-CFA247165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652963"/>
            <a:ext cx="8064500" cy="154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先将受控源看作独立源列方程；</a:t>
            </a:r>
          </a:p>
          <a:p>
            <a:pPr algn="just" eaLnBrk="1" hangingPunct="1">
              <a:spcBef>
                <a:spcPct val="20000"/>
              </a:spcBef>
              <a:buFontTx/>
              <a:buAutoNum type="circleNumDbPlain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将控制量用未知量表示，并代入①中所列的方程，消去中间变量。</a:t>
            </a:r>
          </a:p>
        </p:txBody>
      </p:sp>
      <p:grpSp>
        <p:nvGrpSpPr>
          <p:cNvPr id="169997" name="Group 13">
            <a:extLst>
              <a:ext uri="{FF2B5EF4-FFF2-40B4-BE49-F238E27FC236}">
                <a16:creationId xmlns:a16="http://schemas.microsoft.com/office/drawing/2014/main" id="{6371C2BB-74A5-42B6-BB92-3BE89FA0C00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948113"/>
            <a:ext cx="1644650" cy="850900"/>
            <a:chOff x="385" y="3022"/>
            <a:chExt cx="1036" cy="536"/>
          </a:xfrm>
        </p:grpSpPr>
        <p:pic>
          <p:nvPicPr>
            <p:cNvPr id="43060" name="Picture 14" descr="123">
              <a:extLst>
                <a:ext uri="{FF2B5EF4-FFF2-40B4-BE49-F238E27FC236}">
                  <a16:creationId xmlns:a16="http://schemas.microsoft.com/office/drawing/2014/main" id="{5300867E-3300-4898-87B0-8FE7A9427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061" name="Text Box 15">
              <a:extLst>
                <a:ext uri="{FF2B5EF4-FFF2-40B4-BE49-F238E27FC236}">
                  <a16:creationId xmlns:a16="http://schemas.microsoft.com/office/drawing/2014/main" id="{2FD3E159-EB93-484E-A890-5377E9AE1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grpSp>
        <p:nvGrpSpPr>
          <p:cNvPr id="170000" name="Group 16">
            <a:extLst>
              <a:ext uri="{FF2B5EF4-FFF2-40B4-BE49-F238E27FC236}">
                <a16:creationId xmlns:a16="http://schemas.microsoft.com/office/drawing/2014/main" id="{95DE8F23-C6FB-453F-B375-89C27EEBAFA3}"/>
              </a:ext>
            </a:extLst>
          </p:cNvPr>
          <p:cNvGrpSpPr>
            <a:grpSpLocks/>
          </p:cNvGrpSpPr>
          <p:nvPr/>
        </p:nvGrpSpPr>
        <p:grpSpPr bwMode="auto">
          <a:xfrm>
            <a:off x="0" y="1284288"/>
            <a:ext cx="4826000" cy="2957512"/>
            <a:chOff x="2018" y="391"/>
            <a:chExt cx="3040" cy="1863"/>
          </a:xfrm>
        </p:grpSpPr>
        <p:sp>
          <p:nvSpPr>
            <p:cNvPr id="43023" name="AutoShape 17">
              <a:extLst>
                <a:ext uri="{FF2B5EF4-FFF2-40B4-BE49-F238E27FC236}">
                  <a16:creationId xmlns:a16="http://schemas.microsoft.com/office/drawing/2014/main" id="{1BDEBD45-3A02-408F-BC3B-BD2D8EA3C2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421" y="1248"/>
              <a:ext cx="453" cy="462"/>
            </a:xfrm>
            <a:prstGeom prst="flowChartSor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4" name="Text Box 18">
              <a:extLst>
                <a:ext uri="{FF2B5EF4-FFF2-40B4-BE49-F238E27FC236}">
                  <a16:creationId xmlns:a16="http://schemas.microsoft.com/office/drawing/2014/main" id="{2939AF37-C3FF-4877-BFE1-CD24441B5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1" y="1389"/>
              <a:ext cx="7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endPara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5" name="Text Box 19">
              <a:extLst>
                <a:ext uri="{FF2B5EF4-FFF2-40B4-BE49-F238E27FC236}">
                  <a16:creationId xmlns:a16="http://schemas.microsoft.com/office/drawing/2014/main" id="{D0E178AF-9AB3-432D-ADFE-69FD70AFE8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6" y="844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26" name="Text Box 20">
              <a:extLst>
                <a:ext uri="{FF2B5EF4-FFF2-40B4-BE49-F238E27FC236}">
                  <a16:creationId xmlns:a16="http://schemas.microsoft.com/office/drawing/2014/main" id="{56C4AD61-86D3-47CB-A781-908396DAC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7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43027" name="Text Box 21">
              <a:extLst>
                <a:ext uri="{FF2B5EF4-FFF2-40B4-BE49-F238E27FC236}">
                  <a16:creationId xmlns:a16="http://schemas.microsoft.com/office/drawing/2014/main" id="{D4D81928-EA5D-4258-9A61-ABB19A5C1E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1" y="1389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3028" name="Oval 22">
              <a:extLst>
                <a:ext uri="{FF2B5EF4-FFF2-40B4-BE49-F238E27FC236}">
                  <a16:creationId xmlns:a16="http://schemas.microsoft.com/office/drawing/2014/main" id="{93E1A528-F5AE-474B-8B46-11DD0DECA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44"/>
              <a:ext cx="363" cy="36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4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29" name="Text Box 23">
              <a:extLst>
                <a:ext uri="{FF2B5EF4-FFF2-40B4-BE49-F238E27FC236}">
                  <a16:creationId xmlns:a16="http://schemas.microsoft.com/office/drawing/2014/main" id="{56F00001-3924-4DCF-BC40-99AF625F2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1389"/>
              <a:ext cx="54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70V</a:t>
              </a:r>
            </a:p>
          </p:txBody>
        </p:sp>
        <p:sp>
          <p:nvSpPr>
            <p:cNvPr id="43030" name="Text Box 24">
              <a:extLst>
                <a:ext uri="{FF2B5EF4-FFF2-40B4-BE49-F238E27FC236}">
                  <a16:creationId xmlns:a16="http://schemas.microsoft.com/office/drawing/2014/main" id="{21F6FCF7-96DB-4C47-9B3A-78B4D9B1F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8" y="1117"/>
              <a:ext cx="5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31" name="Text Box 25">
              <a:extLst>
                <a:ext uri="{FF2B5EF4-FFF2-40B4-BE49-F238E27FC236}">
                  <a16:creationId xmlns:a16="http://schemas.microsoft.com/office/drawing/2014/main" id="{52C809AF-145B-4DFA-99A3-EC8CB0134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924"/>
              <a:ext cx="231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3032" name="Text Box 26">
              <a:extLst>
                <a:ext uri="{FF2B5EF4-FFF2-40B4-BE49-F238E27FC236}">
                  <a16:creationId xmlns:a16="http://schemas.microsoft.com/office/drawing/2014/main" id="{443B07BC-7ADC-4D42-B977-4E342795F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9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3033" name="Text Box 27">
              <a:extLst>
                <a:ext uri="{FF2B5EF4-FFF2-40B4-BE49-F238E27FC236}">
                  <a16:creationId xmlns:a16="http://schemas.microsoft.com/office/drawing/2014/main" id="{E78DF12E-38A1-4DEF-BBA3-3D4179410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072"/>
              <a:ext cx="21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34" name="Text Box 28">
              <a:extLst>
                <a:ext uri="{FF2B5EF4-FFF2-40B4-BE49-F238E27FC236}">
                  <a16:creationId xmlns:a16="http://schemas.microsoft.com/office/drawing/2014/main" id="{2A055924-C267-40B2-8DAC-96624866A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1616"/>
              <a:ext cx="22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43035" name="Line 29">
              <a:extLst>
                <a:ext uri="{FF2B5EF4-FFF2-40B4-BE49-F238E27FC236}">
                  <a16:creationId xmlns:a16="http://schemas.microsoft.com/office/drawing/2014/main" id="{23E9AD9E-0E15-431B-ABBB-D5824476C0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5" y="75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36" name="Text Box 30">
              <a:extLst>
                <a:ext uri="{FF2B5EF4-FFF2-40B4-BE49-F238E27FC236}">
                  <a16:creationId xmlns:a16="http://schemas.microsoft.com/office/drawing/2014/main" id="{2C1632E9-A5D7-46A3-8752-1E79F3537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5" y="709"/>
              <a:ext cx="2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800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endParaRPr kumimoji="1" lang="en-US" altLang="zh-CN" sz="2800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37" name="Group 31">
              <a:extLst>
                <a:ext uri="{FF2B5EF4-FFF2-40B4-BE49-F238E27FC236}">
                  <a16:creationId xmlns:a16="http://schemas.microsoft.com/office/drawing/2014/main" id="{D0EED7A8-329E-4F63-AE5C-6D3AED365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9" y="708"/>
              <a:ext cx="377" cy="327"/>
              <a:chOff x="2839" y="174"/>
              <a:chExt cx="377" cy="327"/>
            </a:xfrm>
          </p:grpSpPr>
          <p:sp>
            <p:nvSpPr>
              <p:cNvPr id="43058" name="Line 32">
                <a:extLst>
                  <a:ext uri="{FF2B5EF4-FFF2-40B4-BE49-F238E27FC236}">
                    <a16:creationId xmlns:a16="http://schemas.microsoft.com/office/drawing/2014/main" id="{3629126A-AEFD-431D-887F-8AD4472309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9" y="234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9" name="Text Box 33">
                <a:extLst>
                  <a:ext uri="{FF2B5EF4-FFF2-40B4-BE49-F238E27FC236}">
                    <a16:creationId xmlns:a16="http://schemas.microsoft.com/office/drawing/2014/main" id="{00BF1E3B-C1C6-4F98-B9E6-69DBE7E116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3" y="174"/>
                <a:ext cx="3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3038" name="Group 34">
              <a:extLst>
                <a:ext uri="{FF2B5EF4-FFF2-40B4-BE49-F238E27FC236}">
                  <a16:creationId xmlns:a16="http://schemas.microsoft.com/office/drawing/2014/main" id="{6632D971-2782-4907-AD0E-1FA4D1F63F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33" y="799"/>
              <a:ext cx="280" cy="327"/>
              <a:chOff x="612" y="588"/>
              <a:chExt cx="280" cy="327"/>
            </a:xfrm>
          </p:grpSpPr>
          <p:sp>
            <p:nvSpPr>
              <p:cNvPr id="43056" name="Line 35">
                <a:extLst>
                  <a:ext uri="{FF2B5EF4-FFF2-40B4-BE49-F238E27FC236}">
                    <a16:creationId xmlns:a16="http://schemas.microsoft.com/office/drawing/2014/main" id="{A25CC4E8-40F9-4BF6-984C-3A67DE8FD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33" y="612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57" name="Text Box 36">
                <a:extLst>
                  <a:ext uri="{FF2B5EF4-FFF2-40B4-BE49-F238E27FC236}">
                    <a16:creationId xmlns:a16="http://schemas.microsoft.com/office/drawing/2014/main" id="{E2F011AE-E9A1-4929-B1F8-7CBD4D20E1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" y="588"/>
                <a:ext cx="28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 i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CN" sz="2800" baseline="-250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endParaRPr kumimoji="1" lang="en-US" altLang="zh-CN" sz="2800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039" name="Text Box 37">
              <a:extLst>
                <a:ext uri="{FF2B5EF4-FFF2-40B4-BE49-F238E27FC236}">
                  <a16:creationId xmlns:a16="http://schemas.microsoft.com/office/drawing/2014/main" id="{26F89822-50FD-465D-8FB9-9075830E71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799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0" name="Text Box 38">
              <a:extLst>
                <a:ext uri="{FF2B5EF4-FFF2-40B4-BE49-F238E27FC236}">
                  <a16:creationId xmlns:a16="http://schemas.microsoft.com/office/drawing/2014/main" id="{0D3D6CD6-5DCA-4457-ADEB-B5A8B777B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799"/>
              <a:ext cx="5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</a:t>
              </a:r>
            </a:p>
          </p:txBody>
        </p:sp>
        <p:sp>
          <p:nvSpPr>
            <p:cNvPr id="43041" name="Rectangle 39">
              <a:extLst>
                <a:ext uri="{FF2B5EF4-FFF2-40B4-BE49-F238E27FC236}">
                  <a16:creationId xmlns:a16="http://schemas.microsoft.com/office/drawing/2014/main" id="{A51C4901-B1B6-4AB7-9FBE-918686B28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709"/>
              <a:ext cx="1814" cy="122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2" name="Line 40">
              <a:extLst>
                <a:ext uri="{FF2B5EF4-FFF2-40B4-BE49-F238E27FC236}">
                  <a16:creationId xmlns:a16="http://schemas.microsoft.com/office/drawing/2014/main" id="{028219A8-D32C-4C62-8791-F2B915C920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709"/>
              <a:ext cx="0" cy="12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43" name="Rectangle 41">
              <a:extLst>
                <a:ext uri="{FF2B5EF4-FFF2-40B4-BE49-F238E27FC236}">
                  <a16:creationId xmlns:a16="http://schemas.microsoft.com/office/drawing/2014/main" id="{3A5EFB30-C230-4562-81E3-48E75908C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890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4" name="Rectangle 42">
              <a:extLst>
                <a:ext uri="{FF2B5EF4-FFF2-40B4-BE49-F238E27FC236}">
                  <a16:creationId xmlns:a16="http://schemas.microsoft.com/office/drawing/2014/main" id="{83B0960F-418D-4069-883B-0D98E5224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845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045" name="Rectangle 43">
              <a:extLst>
                <a:ext uri="{FF2B5EF4-FFF2-40B4-BE49-F238E27FC236}">
                  <a16:creationId xmlns:a16="http://schemas.microsoft.com/office/drawing/2014/main" id="{A872EABC-87C9-469C-B91B-772C1E170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1117"/>
              <a:ext cx="127" cy="31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43046" name="Group 44">
              <a:extLst>
                <a:ext uri="{FF2B5EF4-FFF2-40B4-BE49-F238E27FC236}">
                  <a16:creationId xmlns:a16="http://schemas.microsoft.com/office/drawing/2014/main" id="{5653D6D3-1DF9-4553-B2F8-163E84C401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" y="1207"/>
              <a:ext cx="272" cy="499"/>
              <a:chOff x="2952" y="2232"/>
              <a:chExt cx="384" cy="996"/>
            </a:xfrm>
          </p:grpSpPr>
          <p:sp>
            <p:nvSpPr>
              <p:cNvPr id="43053" name="Oval 45">
                <a:extLst>
                  <a:ext uri="{FF2B5EF4-FFF2-40B4-BE49-F238E27FC236}">
                    <a16:creationId xmlns:a16="http://schemas.microsoft.com/office/drawing/2014/main" id="{FB38B792-CEDA-42AF-8BC7-8D50C9157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4" name="Text Box 46">
                <a:extLst>
                  <a:ext uri="{FF2B5EF4-FFF2-40B4-BE49-F238E27FC236}">
                    <a16:creationId xmlns:a16="http://schemas.microsoft.com/office/drawing/2014/main" id="{D2196EE3-DAC9-4E30-A185-92E90386FE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7"/>
                <a:ext cx="264" cy="6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3055" name="Line 47">
                <a:extLst>
                  <a:ext uri="{FF2B5EF4-FFF2-40B4-BE49-F238E27FC236}">
                    <a16:creationId xmlns:a16="http://schemas.microsoft.com/office/drawing/2014/main" id="{FAA5E6D5-3337-4B72-926B-682A4D1E7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3047" name="Group 48">
              <a:extLst>
                <a:ext uri="{FF2B5EF4-FFF2-40B4-BE49-F238E27FC236}">
                  <a16:creationId xmlns:a16="http://schemas.microsoft.com/office/drawing/2014/main" id="{CDC8E69C-B51B-4F07-9F95-B211611B1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799"/>
              <a:ext cx="227" cy="590"/>
              <a:chOff x="2952" y="2232"/>
              <a:chExt cx="384" cy="996"/>
            </a:xfrm>
          </p:grpSpPr>
          <p:sp>
            <p:nvSpPr>
              <p:cNvPr id="43050" name="Oval 49">
                <a:extLst>
                  <a:ext uri="{FF2B5EF4-FFF2-40B4-BE49-F238E27FC236}">
                    <a16:creationId xmlns:a16="http://schemas.microsoft.com/office/drawing/2014/main" id="{3412EC58-55CA-4349-A9C9-F4998D90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2" y="2232"/>
                <a:ext cx="384" cy="99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051" name="Text Box 50">
                <a:extLst>
                  <a:ext uri="{FF2B5EF4-FFF2-40B4-BE49-F238E27FC236}">
                    <a16:creationId xmlns:a16="http://schemas.microsoft.com/office/drawing/2014/main" id="{D9C11533-1A50-4DFC-A2D8-F43C46A87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566"/>
                <a:ext cx="264" cy="5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1" lang="en-US" altLang="zh-CN" sz="280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3052" name="Line 51">
                <a:extLst>
                  <a:ext uri="{FF2B5EF4-FFF2-40B4-BE49-F238E27FC236}">
                    <a16:creationId xmlns:a16="http://schemas.microsoft.com/office/drawing/2014/main" id="{F6A5BBB3-F718-42F9-AF1B-134F83C0CA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52" y="2700"/>
                <a:ext cx="0" cy="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3048" name="Text Box 52">
              <a:extLst>
                <a:ext uri="{FF2B5EF4-FFF2-40B4-BE49-F238E27FC236}">
                  <a16:creationId xmlns:a16="http://schemas.microsoft.com/office/drawing/2014/main" id="{DC958C84-5CAC-4186-BAD5-E527A0A6F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7" y="1117"/>
              <a:ext cx="33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</a:p>
          </p:txBody>
        </p:sp>
        <p:sp>
          <p:nvSpPr>
            <p:cNvPr id="43049" name="Text Box 53">
              <a:extLst>
                <a:ext uri="{FF2B5EF4-FFF2-40B4-BE49-F238E27FC236}">
                  <a16:creationId xmlns:a16="http://schemas.microsoft.com/office/drawing/2014/main" id="{0A1EBE67-AAA9-4EB9-8081-8CD0DED66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1" y="1525"/>
              <a:ext cx="3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_</a:t>
              </a:r>
            </a:p>
          </p:txBody>
        </p:sp>
      </p:grpSp>
      <p:sp>
        <p:nvSpPr>
          <p:cNvPr id="170038" name="Text Box 54">
            <a:extLst>
              <a:ext uri="{FF2B5EF4-FFF2-40B4-BE49-F238E27FC236}">
                <a16:creationId xmlns:a16="http://schemas.microsoft.com/office/drawing/2014/main" id="{1FD99DEC-7EF4-464B-9C22-9035FDFC5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1268413"/>
            <a:ext cx="21605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70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699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770" decel="100000"/>
                                        <p:tgtEl>
                                          <p:spTgt spid="16999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5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0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2" dur="770" fill="hold"/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169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" fill="hold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69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/>
      <p:bldP spid="169988" grpId="0"/>
      <p:bldP spid="169989" grpId="0"/>
      <p:bldP spid="169990" grpId="0"/>
      <p:bldP spid="169992" grpId="0"/>
      <p:bldP spid="169993" grpId="0" animBg="1"/>
      <p:bldP spid="169994" grpId="0"/>
      <p:bldP spid="169995" grpId="0"/>
      <p:bldP spid="1700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6" name="Rectangle 6">
            <a:extLst>
              <a:ext uri="{FF2B5EF4-FFF2-40B4-BE49-F238E27FC236}">
                <a16:creationId xmlns:a16="http://schemas.microsoft.com/office/drawing/2014/main" id="{7012957A-2487-4391-82FB-F5D90ABC7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268413"/>
            <a:ext cx="77041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</a:t>
            </a:r>
            <a:r>
              <a:rPr kumimoji="1"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定义：任意选择参考点：其它结点与参考点的电位差（或电压）即为结点电压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位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，方向为从独立结点指向参考结点。</a:t>
            </a:r>
          </a:p>
        </p:txBody>
      </p:sp>
      <p:grpSp>
        <p:nvGrpSpPr>
          <p:cNvPr id="271367" name="Group 7">
            <a:extLst>
              <a:ext uri="{FF2B5EF4-FFF2-40B4-BE49-F238E27FC236}">
                <a16:creationId xmlns:a16="http://schemas.microsoft.com/office/drawing/2014/main" id="{7CE9A345-1D11-4251-8271-93B2DD81A42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394075"/>
            <a:ext cx="1296987" cy="647700"/>
            <a:chOff x="748" y="754"/>
            <a:chExt cx="817" cy="408"/>
          </a:xfrm>
        </p:grpSpPr>
        <p:sp>
          <p:nvSpPr>
            <p:cNvPr id="44055" name="Text Box 8">
              <a:extLst>
                <a:ext uri="{FF2B5EF4-FFF2-40B4-BE49-F238E27FC236}">
                  <a16:creationId xmlns:a16="http://schemas.microsoft.com/office/drawing/2014/main" id="{37633AFC-519C-436E-8A3D-65C4709CA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754"/>
              <a:ext cx="65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2800" b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</a:t>
              </a: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56" name="Line 9">
              <a:extLst>
                <a:ext uri="{FF2B5EF4-FFF2-40B4-BE49-F238E27FC236}">
                  <a16:creationId xmlns:a16="http://schemas.microsoft.com/office/drawing/2014/main" id="{76AA1AF5-1E49-482C-8D07-D81582A59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" y="1162"/>
              <a:ext cx="817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1370" name="Group 10">
            <a:extLst>
              <a:ext uri="{FF2B5EF4-FFF2-40B4-BE49-F238E27FC236}">
                <a16:creationId xmlns:a16="http://schemas.microsoft.com/office/drawing/2014/main" id="{19B38AC7-F9C4-4F4A-A15F-FB694667DE5B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4114800"/>
            <a:ext cx="3822700" cy="1330325"/>
            <a:chOff x="0" y="1413"/>
            <a:chExt cx="2408" cy="838"/>
          </a:xfrm>
        </p:grpSpPr>
        <p:sp>
          <p:nvSpPr>
            <p:cNvPr id="44043" name="Line 11">
              <a:extLst>
                <a:ext uri="{FF2B5EF4-FFF2-40B4-BE49-F238E27FC236}">
                  <a16:creationId xmlns:a16="http://schemas.microsoft.com/office/drawing/2014/main" id="{D9BBDE66-59BD-4AD8-A53F-BD4E783C6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9"/>
              <a:ext cx="0" cy="23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4044" name="Group 12">
              <a:extLst>
                <a:ext uri="{FF2B5EF4-FFF2-40B4-BE49-F238E27FC236}">
                  <a16:creationId xmlns:a16="http://schemas.microsoft.com/office/drawing/2014/main" id="{971E040A-5E9E-4C23-9E0F-9A9877F54D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3" y="2114"/>
              <a:ext cx="279" cy="137"/>
              <a:chOff x="720" y="1824"/>
              <a:chExt cx="261" cy="120"/>
            </a:xfrm>
          </p:grpSpPr>
          <p:sp>
            <p:nvSpPr>
              <p:cNvPr id="44052" name="Line 13">
                <a:extLst>
                  <a:ext uri="{FF2B5EF4-FFF2-40B4-BE49-F238E27FC236}">
                    <a16:creationId xmlns:a16="http://schemas.microsoft.com/office/drawing/2014/main" id="{281E2CAC-47AE-44E5-9D94-24B04344F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824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3" name="Line 14">
                <a:extLst>
                  <a:ext uri="{FF2B5EF4-FFF2-40B4-BE49-F238E27FC236}">
                    <a16:creationId xmlns:a16="http://schemas.microsoft.com/office/drawing/2014/main" id="{83863C5B-5857-4932-B351-15CDF29CB3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8" y="1883"/>
                <a:ext cx="14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4054" name="Line 15">
                <a:extLst>
                  <a:ext uri="{FF2B5EF4-FFF2-40B4-BE49-F238E27FC236}">
                    <a16:creationId xmlns:a16="http://schemas.microsoft.com/office/drawing/2014/main" id="{89A72C6D-85CF-4296-92BD-4E868461C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1944"/>
                <a:ext cx="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4045" name="Text Box 16">
              <a:extLst>
                <a:ext uri="{FF2B5EF4-FFF2-40B4-BE49-F238E27FC236}">
                  <a16:creationId xmlns:a16="http://schemas.microsoft.com/office/drawing/2014/main" id="{344CA446-127D-4661-BAEE-A42B47496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570"/>
              <a:ext cx="35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44046" name="Text Box 17">
              <a:extLst>
                <a:ext uri="{FF2B5EF4-FFF2-40B4-BE49-F238E27FC236}">
                  <a16:creationId xmlns:a16="http://schemas.microsoft.com/office/drawing/2014/main" id="{3B86D55F-5330-4581-9137-276B4E394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61"/>
              <a:ext cx="34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800" b="1" i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baseline="-2500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44047" name="Rectangle 18">
              <a:extLst>
                <a:ext uri="{FF2B5EF4-FFF2-40B4-BE49-F238E27FC236}">
                  <a16:creationId xmlns:a16="http://schemas.microsoft.com/office/drawing/2014/main" id="{8E93754B-50FA-4074-9F37-B4DB3B0C7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" y="1413"/>
              <a:ext cx="776" cy="4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rgbClr val="FF9900"/>
                      </a:gs>
                      <a:gs pos="100000">
                        <a:srgbClr val="764700"/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048" name="Line 19">
              <a:extLst>
                <a:ext uri="{FF2B5EF4-FFF2-40B4-BE49-F238E27FC236}">
                  <a16:creationId xmlns:a16="http://schemas.microsoft.com/office/drawing/2014/main" id="{6DDC96DD-5738-458C-BB6A-230BD4A52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" y="1621"/>
              <a:ext cx="5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9" name="Line 20">
              <a:extLst>
                <a:ext uri="{FF2B5EF4-FFF2-40B4-BE49-F238E27FC236}">
                  <a16:creationId xmlns:a16="http://schemas.microsoft.com/office/drawing/2014/main" id="{1C070F5E-F748-40A0-893E-C42E141C2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2" y="1621"/>
              <a:ext cx="53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0" name="Line 21">
              <a:extLst>
                <a:ext uri="{FF2B5EF4-FFF2-40B4-BE49-F238E27FC236}">
                  <a16:creationId xmlns:a16="http://schemas.microsoft.com/office/drawing/2014/main" id="{754F690F-E782-45C4-A083-E483DDB8E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" y="1797"/>
              <a:ext cx="590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51" name="Line 22">
              <a:extLst>
                <a:ext uri="{FF2B5EF4-FFF2-40B4-BE49-F238E27FC236}">
                  <a16:creationId xmlns:a16="http://schemas.microsoft.com/office/drawing/2014/main" id="{0C18B572-CB20-4067-BF71-51832754FB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19" y="1706"/>
              <a:ext cx="635" cy="45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7" name="Rectangle 24">
            <a:extLst>
              <a:ext uri="{FF2B5EF4-FFF2-40B4-BE49-F238E27FC236}">
                <a16:creationId xmlns:a16="http://schemas.microsoft.com/office/drawing/2014/main" id="{A1AF4AEA-C348-4962-BFC8-D88BECE0A35C}"/>
              </a:ext>
            </a:extLst>
          </p:cNvPr>
          <p:cNvSpPr>
            <a:spLocks/>
          </p:cNvSpPr>
          <p:nvPr/>
        </p:nvSpPr>
        <p:spPr bwMode="auto">
          <a:xfrm>
            <a:off x="179388" y="0"/>
            <a:ext cx="7777162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§3-4 </a:t>
            </a:r>
            <a:r>
              <a:rPr lang="zh-CN" altLang="en-US" sz="3600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结点电压法（结点分析法）</a:t>
            </a: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CCC86D1-D72B-499F-AAFD-EC56F412F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255963"/>
            <a:ext cx="3749675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如果选择</a:t>
            </a:r>
            <a:r>
              <a:rPr kumimoji="1"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节点电压</a:t>
            </a:r>
            <a:r>
              <a:rPr kumimoji="1" lang="zh-CN" altLang="en-US" sz="2400" b="1">
                <a:latin typeface="华文楷体" panose="02010600040101010101" pitchFamily="2" charset="-122"/>
                <a:ea typeface="华文楷体" panose="02010600040101010101" pitchFamily="2" charset="-122"/>
              </a:rPr>
              <a:t>作变量            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ADBBF933-1B75-42FE-B68E-15B525ECB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300" y="3829050"/>
            <a:ext cx="4476750" cy="5365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、支路电压可由节点电压求出</a:t>
            </a:r>
            <a:endParaRPr kumimoji="1" lang="zh-CN" altLang="en-US" sz="2400">
              <a:latin typeface="Times New Roman" panose="02020603050405020304" pitchFamily="18" charset="0"/>
              <a:ea typeface="华文楷体" panose="02010600040101010101" pitchFamily="2" charset="-122"/>
            </a:endParaRPr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2CE7C3F6-0E95-4D80-93BA-A5BB344D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4567238"/>
            <a:ext cx="2546350" cy="457200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、</a:t>
            </a:r>
            <a:r>
              <a:rPr kumimoji="1"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KVL</a:t>
            </a:r>
            <a:r>
              <a:rPr kumimoji="1"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</a:rPr>
              <a:t>自动满足             </a:t>
            </a:r>
          </a:p>
        </p:txBody>
      </p:sp>
      <p:sp>
        <p:nvSpPr>
          <p:cNvPr id="25" name="Text Box 8">
            <a:extLst>
              <a:ext uri="{FF2B5EF4-FFF2-40B4-BE49-F238E27FC236}">
                <a16:creationId xmlns:a16="http://schemas.microsoft.com/office/drawing/2014/main" id="{0F67D0B6-8A03-41EE-BB36-621CCA7A4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263" y="5132388"/>
            <a:ext cx="37211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+(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)+</a:t>
            </a:r>
            <a:r>
              <a:rPr kumimoji="1" lang="en-US" altLang="zh-CN" sz="24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1" baseline="-25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4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≡0          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17729D62-1FD6-410F-AF93-7887AF937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263" y="5702300"/>
            <a:ext cx="3887787" cy="460375"/>
          </a:xfrm>
          <a:prstGeom prst="rect">
            <a:avLst/>
          </a:prstGeom>
          <a:solidFill>
            <a:srgbClr val="FFFF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、只需列写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方程即可</a:t>
            </a:r>
            <a:endParaRPr kumimoji="1" lang="zh-CN" altLang="en-US" sz="24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1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71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6" grpId="0"/>
      <p:bldP spid="22" grpId="0" animBg="1"/>
      <p:bldP spid="23" grpId="0" animBg="1"/>
      <p:bldP spid="24" grpId="0" animBg="1"/>
      <p:bldP spid="25" grpId="0" build="p" autoUpdateAnimBg="0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836613"/>
            <a:ext cx="5040560" cy="2266950"/>
            <a:chOff x="960" y="300"/>
            <a:chExt cx="4037" cy="1428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26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1,n-1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Sn1</a:t>
              </a:r>
              <a:endParaRPr kumimoji="1"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266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Sn2</a:t>
              </a:r>
              <a:endParaRPr kumimoji="1"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4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1378"/>
              <a:ext cx="39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n-1,1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n1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-1,2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n2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G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-1,n</a:t>
              </a:r>
              <a:r>
                <a:rPr kumimoji="1" lang="en-US" altLang="zh-CN" sz="24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n,</a:t>
              </a:r>
              <a:r>
                <a:rPr kumimoji="1" lang="en-US" altLang="zh-CN" sz="2400" i="1" baseline="-25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n</a:t>
              </a:r>
              <a:r>
                <a:rPr kumimoji="1" lang="en-US" altLang="zh-CN" sz="24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i="1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aseline="-25000" dirty="0" err="1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Sn,n</a:t>
              </a:r>
              <a:endParaRPr kumimoji="1"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3" name="Text Box 13">
            <a:extLst>
              <a:ext uri="{FF2B5EF4-FFF2-40B4-BE49-F238E27FC236}">
                <a16:creationId xmlns:a16="http://schemas.microsoft.com/office/drawing/2014/main" id="{E7E322A9-AD95-477B-BD3E-7EA53F37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845" y="776287"/>
            <a:ext cx="3316256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自电导，总为正</a:t>
            </a:r>
          </a:p>
        </p:txBody>
      </p: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925" y="4607934"/>
            <a:ext cx="3265367" cy="1393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Sni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流入结点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的所有电流源电流的代数和。</a:t>
            </a:r>
          </a:p>
        </p:txBody>
      </p:sp>
      <p:sp>
        <p:nvSpPr>
          <p:cNvPr id="174095" name="Text Box 15">
            <a:extLst>
              <a:ext uri="{FF2B5EF4-FFF2-40B4-BE49-F238E27FC236}">
                <a16:creationId xmlns:a16="http://schemas.microsoft.com/office/drawing/2014/main" id="{913C1513-FC8B-4DF2-BC03-778AE3A0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845" y="1309134"/>
            <a:ext cx="3985447" cy="1837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互电导，结点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之间所有支路电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导之和，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</a:t>
            </a:r>
            <a:r>
              <a:rPr kumimoji="1"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负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为什么总为负值？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zh-CN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独立节点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的节点电压方程标准形式：</a:t>
            </a:r>
          </a:p>
        </p:txBody>
      </p:sp>
      <p:sp>
        <p:nvSpPr>
          <p:cNvPr id="174100" name="Text Box 20">
            <a:extLst>
              <a:ext uri="{FF2B5EF4-FFF2-40B4-BE49-F238E27FC236}">
                <a16:creationId xmlns:a16="http://schemas.microsoft.com/office/drawing/2014/main" id="{2AB90728-DB27-4E69-A8F8-DAD90B24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679" y="3566093"/>
            <a:ext cx="36577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当电路不含受控源时，</a:t>
            </a:r>
            <a:r>
              <a:rPr kumimoji="1" lang="en-US" altLang="zh-CN" sz="24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400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kumimoji="1" lang="en-US" altLang="zh-CN" sz="2400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i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baseline="-25000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dirty="0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系数矩阵为对称阵</a:t>
            </a:r>
          </a:p>
        </p:txBody>
      </p:sp>
      <p:sp>
        <p:nvSpPr>
          <p:cNvPr id="13" name="Text Box 11" descr="绿色大理石">
            <a:extLst>
              <a:ext uri="{FF2B5EF4-FFF2-40B4-BE49-F238E27FC236}">
                <a16:creationId xmlns:a16="http://schemas.microsoft.com/office/drawing/2014/main" id="{B29F7390-BB84-4E30-A28A-B6E7EA6AE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16" y="3159144"/>
            <a:ext cx="60734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个独立节点的节点电压方程矩阵形式为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FF8D090E-92C2-4016-B0CD-B96A85459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893247"/>
              </p:ext>
            </p:extLst>
          </p:nvPr>
        </p:nvGraphicFramePr>
        <p:xfrm>
          <a:off x="347663" y="3697288"/>
          <a:ext cx="4564062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53" name="Equation" r:id="rId3" imgW="3340080" imgH="1384200" progId="Equation.DSMT4">
                  <p:embed/>
                </p:oleObj>
              </mc:Choice>
              <mc:Fallback>
                <p:oleObj name="Equation" r:id="rId3" imgW="3340080" imgH="1384200" progId="Equation.DSMT4">
                  <p:embed/>
                  <p:pic>
                    <p:nvPicPr>
                      <p:cNvPr id="331794" name="Object 18">
                        <a:extLst>
                          <a:ext uri="{FF2B5EF4-FFF2-40B4-BE49-F238E27FC236}">
                            <a16:creationId xmlns:a16="http://schemas.microsoft.com/office/drawing/2014/main" id="{9B41E241-A78C-4BBC-9D75-9E828636B0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3" y="3697288"/>
                        <a:ext cx="4564062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>
            <a:extLst>
              <a:ext uri="{FF2B5EF4-FFF2-40B4-BE49-F238E27FC236}">
                <a16:creationId xmlns:a16="http://schemas.microsoft.com/office/drawing/2014/main" id="{4E734167-0695-43D8-ABAD-C631FA275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6" y="5548866"/>
            <a:ext cx="6152808" cy="120032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）当支路电流不能直接用节点电压表示时；或（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）当电路含有受控源元件时，如何用观察法列写节点电压方程？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3" grpId="0"/>
      <p:bldP spid="174094" grpId="0"/>
      <p:bldP spid="174095" grpId="0"/>
      <p:bldP spid="174096" grpId="0"/>
      <p:bldP spid="174100" grpId="0"/>
      <p:bldP spid="13" grpId="0"/>
      <p:bldP spid="15" grpId="0" animBg="1"/>
      <p:bldP spid="1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792338A-6EED-40D7-BFA2-60F4AE8C3C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065713" y="6125170"/>
            <a:ext cx="514350" cy="365125"/>
          </a:xfrm>
        </p:spPr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A761DB-F5EC-4E5F-8FB3-5B9EEC3877C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27000" y="804357"/>
            <a:ext cx="3580904" cy="1272183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节点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的节点电压方程为（  ）</a:t>
            </a:r>
            <a:r>
              <a:rPr kumimoji="0" lang="zh-CN" altLang="en-US" sz="260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       </a:t>
            </a:r>
            <a:r>
              <a:rPr kumimoji="0" lang="zh-CN" altLang="en-US" sz="2600" b="0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</a:t>
            </a:r>
            <a:r>
              <a:rPr kumimoji="0" lang="zh-CN" altLang="en-US" sz="2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FC6D001-8DDF-4933-A383-630DA1EB90A6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31161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41CC517-A9FF-464B-A6CB-48DC6B9DDF98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97341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802ED63-9F3E-4F31-8637-A59BC103D18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48306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33C0D2F-75AC-400F-BB2F-3C105DF53756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56879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2B40CA7-1943-4176-A018-F38F280EC1F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804248" y="583615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提交</a:t>
            </a:r>
          </a:p>
        </p:txBody>
      </p:sp>
      <p:graphicFrame>
        <p:nvGraphicFramePr>
          <p:cNvPr id="18" name="Object 8">
            <a:extLst>
              <a:ext uri="{FF2B5EF4-FFF2-40B4-BE49-F238E27FC236}">
                <a16:creationId xmlns:a16="http://schemas.microsoft.com/office/drawing/2014/main" id="{33115DB4-D752-46A7-88D4-7D990B433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383501"/>
              </p:ext>
            </p:extLst>
          </p:nvPr>
        </p:nvGraphicFramePr>
        <p:xfrm>
          <a:off x="4403527" y="571500"/>
          <a:ext cx="4475280" cy="2465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0" name="Visio" r:id="rId16" imgW="2849270" imgH="1569180" progId="Visio.Drawing.11">
                  <p:embed/>
                </p:oleObj>
              </mc:Choice>
              <mc:Fallback>
                <p:oleObj name="Visio" r:id="rId16" imgW="2849270" imgH="1569180" progId="Visio.Drawing.11">
                  <p:embed/>
                  <p:pic>
                    <p:nvPicPr>
                      <p:cNvPr id="58373" name="Object 8">
                        <a:extLst>
                          <a:ext uri="{FF2B5EF4-FFF2-40B4-BE49-F238E27FC236}">
                            <a16:creationId xmlns:a16="http://schemas.microsoft.com/office/drawing/2014/main" id="{EE44FC1E-3ECC-4E7E-AB94-50821CB5CC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527" y="571500"/>
                        <a:ext cx="4475280" cy="2465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F6AAA2C-88DD-40F6-89DE-C161D968E2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9365646"/>
              </p:ext>
            </p:extLst>
          </p:nvPr>
        </p:nvGraphicFramePr>
        <p:xfrm>
          <a:off x="1992313" y="3930973"/>
          <a:ext cx="41783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1" name="Equation" r:id="rId18" imgW="2514600" imgH="431640" progId="Equation.DSMT4">
                  <p:embed/>
                </p:oleObj>
              </mc:Choice>
              <mc:Fallback>
                <p:oleObj name="Equation" r:id="rId18" imgW="2514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92313" y="3930973"/>
                        <a:ext cx="417830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186188A-BD78-4BB1-9981-D5CAC4B71F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2640409"/>
              </p:ext>
            </p:extLst>
          </p:nvPr>
        </p:nvGraphicFramePr>
        <p:xfrm>
          <a:off x="1766888" y="3068638"/>
          <a:ext cx="432593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2" name="Equation" r:id="rId20" imgW="2603160" imgH="431640" progId="Equation.DSMT4">
                  <p:embed/>
                </p:oleObj>
              </mc:Choice>
              <mc:Fallback>
                <p:oleObj name="Equation" r:id="rId20" imgW="260316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66888" y="3068638"/>
                        <a:ext cx="4325937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CACC66F2-81ED-41C3-A9FE-54106C63F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882890"/>
              </p:ext>
            </p:extLst>
          </p:nvPr>
        </p:nvGraphicFramePr>
        <p:xfrm>
          <a:off x="2211388" y="4764410"/>
          <a:ext cx="377825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3" name="Equation" r:id="rId22" imgW="2273040" imgH="431640" progId="Equation.DSMT4">
                  <p:embed/>
                </p:oleObj>
              </mc:Choice>
              <mc:Fallback>
                <p:oleObj name="Equation" r:id="rId22" imgW="227304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F6AAA2C-88DD-40F6-89DE-C161D968E2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211388" y="4764410"/>
                        <a:ext cx="3778250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FF6563FA-850B-4FB4-A8D9-08044AC105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85403"/>
              </p:ext>
            </p:extLst>
          </p:nvPr>
        </p:nvGraphicFramePr>
        <p:xfrm>
          <a:off x="1973262" y="5484713"/>
          <a:ext cx="407352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144" name="Equation" r:id="rId24" imgW="2450880" imgH="431640" progId="Equation.DSMT4">
                  <p:embed/>
                </p:oleObj>
              </mc:Choice>
              <mc:Fallback>
                <p:oleObj name="Equation" r:id="rId24" imgW="2450880" imgH="43164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CACC66F2-81ED-41C3-A9FE-54106C63F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73262" y="5484713"/>
                        <a:ext cx="4073525" cy="717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5C50906-FF15-4D18-A60B-6676F7AB7FB3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342C406-869D-4D89-95DA-50BFBB835E4D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5B2233E-5222-4766-9C48-ECBE9767815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B811232F-BE76-4C72-A354-D0C4765ADCF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单选题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C1AF8F1F-7C65-453B-BADE-8D1A99D5BED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F68229BC-FFF7-4722-B23D-240A87C82F38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40511058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40F7DA8-1FD0-46CD-8B3D-8FA1E60966A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95288" y="2060575"/>
            <a:ext cx="5545137" cy="604838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</p:txBody>
      </p:sp>
      <p:sp>
        <p:nvSpPr>
          <p:cNvPr id="58371" name="Text Box 5">
            <a:extLst>
              <a:ext uri="{FF2B5EF4-FFF2-40B4-BE49-F238E27FC236}">
                <a16:creationId xmlns:a16="http://schemas.microsoft.com/office/drawing/2014/main" id="{1C96696E-C0D2-4940-9D98-382CE122E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09538"/>
            <a:ext cx="8064500" cy="1066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含不同性质电路元件情况下结点电压方程的列写规律（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观察法列写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58372" name="Rectangle 7">
            <a:extLst>
              <a:ext uri="{FF2B5EF4-FFF2-40B4-BE49-F238E27FC236}">
                <a16:creationId xmlns:a16="http://schemas.microsoft.com/office/drawing/2014/main" id="{35BBFA57-2AE2-4FA6-982A-CE8C8F8F322C}"/>
              </a:ext>
            </a:extLst>
          </p:cNvPr>
          <p:cNvSpPr>
            <a:spLocks/>
          </p:cNvSpPr>
          <p:nvPr/>
        </p:nvSpPr>
        <p:spPr bwMode="auto">
          <a:xfrm>
            <a:off x="611188" y="1341438"/>
            <a:ext cx="7200900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）仅含电阻、电流源、有伴电压源电路</a:t>
            </a:r>
          </a:p>
        </p:txBody>
      </p:sp>
      <p:graphicFrame>
        <p:nvGraphicFramePr>
          <p:cNvPr id="58373" name="Object 8">
            <a:extLst>
              <a:ext uri="{FF2B5EF4-FFF2-40B4-BE49-F238E27FC236}">
                <a16:creationId xmlns:a16="http://schemas.microsoft.com/office/drawing/2014/main" id="{EE44FC1E-3ECC-4E7E-AB94-50821CB5CC4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1913" y="2708275"/>
          <a:ext cx="5711825" cy="314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70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08275"/>
                        <a:ext cx="5711825" cy="314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61" name="AutoShape 5">
            <a:extLst>
              <a:ext uri="{FF2B5EF4-FFF2-40B4-BE49-F238E27FC236}">
                <a16:creationId xmlns:a16="http://schemas.microsoft.com/office/drawing/2014/main" id="{F2E954C3-E47A-41DC-B2B1-256E4AC9E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0522" y="104539"/>
            <a:ext cx="2520950" cy="742950"/>
          </a:xfrm>
          <a:prstGeom prst="wedgeRectCallout">
            <a:avLst>
              <a:gd name="adj1" fmla="val 172986"/>
              <a:gd name="adj2" fmla="val 7084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等效成电流源与电阻并联</a:t>
            </a:r>
          </a:p>
        </p:txBody>
      </p:sp>
      <p:graphicFrame>
        <p:nvGraphicFramePr>
          <p:cNvPr id="59396" name="Object 2">
            <a:extLst>
              <a:ext uri="{FF2B5EF4-FFF2-40B4-BE49-F238E27FC236}">
                <a16:creationId xmlns:a16="http://schemas.microsoft.com/office/drawing/2014/main" id="{81FC535E-B047-45AD-B501-A1FC8FE8C119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765184327"/>
              </p:ext>
            </p:extLst>
          </p:nvPr>
        </p:nvGraphicFramePr>
        <p:xfrm>
          <a:off x="4860032" y="0"/>
          <a:ext cx="4524855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61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0"/>
                        <a:ext cx="4524855" cy="249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5459" name="Object 3">
            <a:extLst>
              <a:ext uri="{FF2B5EF4-FFF2-40B4-BE49-F238E27FC236}">
                <a16:creationId xmlns:a16="http://schemas.microsoft.com/office/drawing/2014/main" id="{C18CE481-C809-4120-88DF-77A6B7BDB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205920"/>
              </p:ext>
            </p:extLst>
          </p:nvPr>
        </p:nvGraphicFramePr>
        <p:xfrm>
          <a:off x="626627" y="1343685"/>
          <a:ext cx="5236161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62" name="Equation" r:id="rId5" imgW="2540000" imgH="1371600" progId="Equation.DSMT4">
                  <p:embed/>
                </p:oleObj>
              </mc:Choice>
              <mc:Fallback>
                <p:oleObj name="Equation" r:id="rId5" imgW="25400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627" y="1343685"/>
                        <a:ext cx="5236161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4" name="Text Box 8">
            <a:extLst>
              <a:ext uri="{FF2B5EF4-FFF2-40B4-BE49-F238E27FC236}">
                <a16:creationId xmlns:a16="http://schemas.microsoft.com/office/drawing/2014/main" id="{C46E198D-6785-4933-949B-5608548A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3" y="819150"/>
            <a:ext cx="2832944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115196AF-2125-4587-8247-6F62216C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664" y="1415256"/>
            <a:ext cx="43261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69B847E2-FD43-4557-B6DE-39673C509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18" y="2466145"/>
            <a:ext cx="432618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7F238A15-92A3-4D5B-A542-ACC50E38A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026" y="3337580"/>
            <a:ext cx="43261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8418CA0C-96F7-44A9-9D5B-4A1A0CFE3E0E}"/>
              </a:ext>
            </a:extLst>
          </p:cNvPr>
          <p:cNvSpPr>
            <a:spLocks/>
          </p:cNvSpPr>
          <p:nvPr/>
        </p:nvSpPr>
        <p:spPr bwMode="auto">
          <a:xfrm>
            <a:off x="330334" y="4203721"/>
            <a:ext cx="5236161" cy="46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节点电压方程的一般形式</a:t>
            </a: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0077E152-4FC5-4529-8D9E-D2EBF71294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14884"/>
              </p:ext>
            </p:extLst>
          </p:nvPr>
        </p:nvGraphicFramePr>
        <p:xfrm>
          <a:off x="330334" y="4765883"/>
          <a:ext cx="4810225" cy="1860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63" name="Equation" r:id="rId7" imgW="1841500" imgH="711200" progId="Equation.DSMT4">
                  <p:embed/>
                </p:oleObj>
              </mc:Choice>
              <mc:Fallback>
                <p:oleObj name="Equation" r:id="rId7" imgW="1841500" imgH="711200" progId="Equation.DSMT4">
                  <p:embed/>
                  <p:pic>
                    <p:nvPicPr>
                      <p:cNvPr id="276485" name="Object 5">
                        <a:extLst>
                          <a:ext uri="{FF2B5EF4-FFF2-40B4-BE49-F238E27FC236}">
                            <a16:creationId xmlns:a16="http://schemas.microsoft.com/office/drawing/2014/main" id="{0D5F75B7-A12C-4A8F-A8B2-E6B1ACC3A7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34" y="4765883"/>
                        <a:ext cx="4810225" cy="186011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7">
            <a:extLst>
              <a:ext uri="{FF2B5EF4-FFF2-40B4-BE49-F238E27FC236}">
                <a16:creationId xmlns:a16="http://schemas.microsoft.com/office/drawing/2014/main" id="{7B9BD979-73BB-4135-A696-E71186C9E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45" y="5354639"/>
            <a:ext cx="503287" cy="576758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C4D3606D-9EF0-47A4-935E-56CFFE56E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483" y="4699917"/>
            <a:ext cx="503237" cy="654722"/>
          </a:xfrm>
          <a:prstGeom prst="ellipse">
            <a:avLst/>
          </a:prstGeom>
          <a:noFill/>
          <a:ln w="57150" algn="ctr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Oval 9">
            <a:extLst>
              <a:ext uri="{FF2B5EF4-FFF2-40B4-BE49-F238E27FC236}">
                <a16:creationId xmlns:a16="http://schemas.microsoft.com/office/drawing/2014/main" id="{A57F6417-551C-4F79-940D-79358CC5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837" y="5948105"/>
            <a:ext cx="429915" cy="577239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Oval 10">
            <a:extLst>
              <a:ext uri="{FF2B5EF4-FFF2-40B4-BE49-F238E27FC236}">
                <a16:creationId xmlns:a16="http://schemas.microsoft.com/office/drawing/2014/main" id="{165DFFC3-E44D-4BB2-B73C-B0C9ECB64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9473" y="5365776"/>
            <a:ext cx="429916" cy="576758"/>
          </a:xfrm>
          <a:prstGeom prst="ellipse">
            <a:avLst/>
          </a:prstGeom>
          <a:noFill/>
          <a:ln w="57150" algn="ctr">
            <a:solidFill>
              <a:srgbClr val="0000FF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Oval 11">
            <a:extLst>
              <a:ext uri="{FF2B5EF4-FFF2-40B4-BE49-F238E27FC236}">
                <a16:creationId xmlns:a16="http://schemas.microsoft.com/office/drawing/2014/main" id="{5D888EC7-4A11-4E59-A12A-E94B0E59E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237" y="4648293"/>
            <a:ext cx="503236" cy="624329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87090C3B-41FF-4E3B-8147-2070EE88D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966" y="6073776"/>
            <a:ext cx="503287" cy="485291"/>
          </a:xfrm>
          <a:prstGeom prst="ellipse">
            <a:avLst/>
          </a:prstGeom>
          <a:noFill/>
          <a:ln w="57150" algn="ctr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Rectangle 6">
            <a:extLst>
              <a:ext uri="{FF2B5EF4-FFF2-40B4-BE49-F238E27FC236}">
                <a16:creationId xmlns:a16="http://schemas.microsoft.com/office/drawing/2014/main" id="{9747491F-EA99-42D7-BD7F-16AF27DF06A8}"/>
              </a:ext>
            </a:extLst>
          </p:cNvPr>
          <p:cNvSpPr>
            <a:spLocks/>
          </p:cNvSpPr>
          <p:nvPr/>
        </p:nvSpPr>
        <p:spPr bwMode="auto">
          <a:xfrm>
            <a:off x="5566495" y="4870747"/>
            <a:ext cx="3129412" cy="46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当电路不含受控源时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13">
            <a:extLst>
              <a:ext uri="{FF2B5EF4-FFF2-40B4-BE49-F238E27FC236}">
                <a16:creationId xmlns:a16="http://schemas.microsoft.com/office/drawing/2014/main" id="{073EF6EA-D4A3-4015-A81D-BCE6DB232B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25231"/>
              </p:ext>
            </p:extLst>
          </p:nvPr>
        </p:nvGraphicFramePr>
        <p:xfrm>
          <a:off x="6598528" y="5404653"/>
          <a:ext cx="904918" cy="44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64" name="Equation" r:id="rId9" imgW="1206500" imgH="469900" progId="Equation.DSMT4">
                  <p:embed/>
                </p:oleObj>
              </mc:Choice>
              <mc:Fallback>
                <p:oleObj name="Equation" r:id="rId9" imgW="1206500" imgH="469900" progId="Equation.DSMT4">
                  <p:embed/>
                  <p:pic>
                    <p:nvPicPr>
                      <p:cNvPr id="276493" name="Object 13">
                        <a:extLst>
                          <a:ext uri="{FF2B5EF4-FFF2-40B4-BE49-F238E27FC236}">
                            <a16:creationId xmlns:a16="http://schemas.microsoft.com/office/drawing/2014/main" id="{C9A77F2D-5383-484F-A01B-0FEE177A75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8528" y="5404653"/>
                        <a:ext cx="904918" cy="441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F0C7D83B-667B-4423-AD1A-E7A8FBFEA3CC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621311346"/>
              </p:ext>
            </p:extLst>
          </p:nvPr>
        </p:nvGraphicFramePr>
        <p:xfrm>
          <a:off x="5370655" y="1651769"/>
          <a:ext cx="1001545" cy="769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65" name="Visio" r:id="rId11" imgW="374447" imgH="287889" progId="Visio.Drawing.11">
                  <p:embed/>
                </p:oleObj>
              </mc:Choice>
              <mc:Fallback>
                <p:oleObj name="Visio" r:id="rId11" imgW="374447" imgH="287889" progId="Visio.Drawing.11">
                  <p:embed/>
                  <p:pic>
                    <p:nvPicPr>
                      <p:cNvPr id="276483" name="Object 3">
                        <a:extLst>
                          <a:ext uri="{FF2B5EF4-FFF2-40B4-BE49-F238E27FC236}">
                            <a16:creationId xmlns:a16="http://schemas.microsoft.com/office/drawing/2014/main" id="{A566A260-F616-4A92-BCBE-EF7C4EA27B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655" y="1651769"/>
                        <a:ext cx="1001545" cy="7691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7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7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1" grpId="0" animBg="1"/>
      <p:bldP spid="275464" grpId="0"/>
      <p:bldP spid="9" grpId="0"/>
      <p:bldP spid="10" grpId="0"/>
      <p:bldP spid="11" grpId="0"/>
      <p:bldP spid="1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BD6A35EF-62BA-48AD-BF26-C4D0814D3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0"/>
            <a:ext cx="3816350" cy="2205038"/>
          </a:xfrm>
          <a:prstGeom prst="wedgeRectCallout">
            <a:avLst>
              <a:gd name="adj1" fmla="val -19343"/>
              <a:gd name="adj2" fmla="val 8772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先假设无伴电压源的电流未知变量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，增补结点电压与电压源电压间的关系。</a:t>
            </a:r>
          </a:p>
        </p:txBody>
      </p:sp>
      <p:graphicFrame>
        <p:nvGraphicFramePr>
          <p:cNvPr id="305155" name="Object 3">
            <a:extLst>
              <a:ext uri="{FF2B5EF4-FFF2-40B4-BE49-F238E27FC236}">
                <a16:creationId xmlns:a16="http://schemas.microsoft.com/office/drawing/2014/main" id="{15591942-1226-4E99-AB1A-D827EEC268E1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9388" y="1258888"/>
          <a:ext cx="8275637" cy="541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69" name="Visio" r:id="rId3" imgW="4635094" imgH="3030631" progId="Visio.Drawing.11">
                  <p:embed/>
                </p:oleObj>
              </mc:Choice>
              <mc:Fallback>
                <p:oleObj name="Visio" r:id="rId3" imgW="4635094" imgH="3030631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58888"/>
                        <a:ext cx="8275637" cy="541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156" name="Rectangle 4">
            <a:extLst>
              <a:ext uri="{FF2B5EF4-FFF2-40B4-BE49-F238E27FC236}">
                <a16:creationId xmlns:a16="http://schemas.microsoft.com/office/drawing/2014/main" id="{1E6348E9-48CA-4B28-A941-B1FD307ACB85}"/>
              </a:ext>
            </a:extLst>
          </p:cNvPr>
          <p:cNvSpPr>
            <a:spLocks/>
          </p:cNvSpPr>
          <p:nvPr/>
        </p:nvSpPr>
        <p:spPr bwMode="auto">
          <a:xfrm>
            <a:off x="250825" y="765175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  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5157" name="Group 5">
            <a:extLst>
              <a:ext uri="{FF2B5EF4-FFF2-40B4-BE49-F238E27FC236}">
                <a16:creationId xmlns:a16="http://schemas.microsoft.com/office/drawing/2014/main" id="{0501C4E0-BEFE-4423-92BE-AB7881A5B48A}"/>
              </a:ext>
            </a:extLst>
          </p:cNvPr>
          <p:cNvGrpSpPr>
            <a:grpSpLocks/>
          </p:cNvGrpSpPr>
          <p:nvPr/>
        </p:nvGrpSpPr>
        <p:grpSpPr bwMode="auto">
          <a:xfrm>
            <a:off x="3851275" y="3213100"/>
            <a:ext cx="720725" cy="642938"/>
            <a:chOff x="2699" y="3656"/>
            <a:chExt cx="454" cy="405"/>
          </a:xfrm>
        </p:grpSpPr>
        <p:sp>
          <p:nvSpPr>
            <p:cNvPr id="62471" name="Line 6">
              <a:extLst>
                <a:ext uri="{FF2B5EF4-FFF2-40B4-BE49-F238E27FC236}">
                  <a16:creationId xmlns:a16="http://schemas.microsoft.com/office/drawing/2014/main" id="{184C3B64-979D-469E-A2D1-3AC033B17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9" y="3656"/>
              <a:ext cx="453" cy="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72" name="Text Box 7">
              <a:extLst>
                <a:ext uri="{FF2B5EF4-FFF2-40B4-BE49-F238E27FC236}">
                  <a16:creationId xmlns:a16="http://schemas.microsoft.com/office/drawing/2014/main" id="{4A3735F8-1B47-4AE5-9666-2C63C6F4B9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657"/>
              <a:ext cx="22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05160" name="Text Box 8">
            <a:extLst>
              <a:ext uri="{FF2B5EF4-FFF2-40B4-BE49-F238E27FC236}">
                <a16:creationId xmlns:a16="http://schemas.microsoft.com/office/drawing/2014/main" id="{3ABD404D-43E2-407B-880D-9A0CEB54B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88913"/>
            <a:ext cx="56880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）无伴电压源支路的处理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5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0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5154" grpId="0" animBg="1"/>
      <p:bldP spid="305156" grpId="0"/>
      <p:bldP spid="30516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490" name="Object 2">
            <a:extLst>
              <a:ext uri="{FF2B5EF4-FFF2-40B4-BE49-F238E27FC236}">
                <a16:creationId xmlns:a16="http://schemas.microsoft.com/office/drawing/2014/main" id="{BC2DA9E1-9BB6-4E33-99CC-C4817D69F4F2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164675307"/>
              </p:ext>
            </p:extLst>
          </p:nvPr>
        </p:nvGraphicFramePr>
        <p:xfrm>
          <a:off x="4090944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2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944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79" name="Object 3">
            <a:extLst>
              <a:ext uri="{FF2B5EF4-FFF2-40B4-BE49-F238E27FC236}">
                <a16:creationId xmlns:a16="http://schemas.microsoft.com/office/drawing/2014/main" id="{E9CA087A-6CC1-4B36-857E-D34688AA4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6056222"/>
              </p:ext>
            </p:extLst>
          </p:nvPr>
        </p:nvGraphicFramePr>
        <p:xfrm>
          <a:off x="382884" y="1312988"/>
          <a:ext cx="3901084" cy="262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3" name="Equation" r:id="rId5" imgW="2044700" imgH="1371600" progId="Equation.DSMT4">
                  <p:embed/>
                </p:oleObj>
              </mc:Choice>
              <mc:Fallback>
                <p:oleObj name="Equation" r:id="rId5" imgW="20447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84" y="1312988"/>
                        <a:ext cx="3901084" cy="262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6180" name="Rectangle 4">
            <a:extLst>
              <a:ext uri="{FF2B5EF4-FFF2-40B4-BE49-F238E27FC236}">
                <a16:creationId xmlns:a16="http://schemas.microsoft.com/office/drawing/2014/main" id="{D7BD308C-0A9D-4638-A5A9-117D145DAC6E}"/>
              </a:ext>
            </a:extLst>
          </p:cNvPr>
          <p:cNvSpPr>
            <a:spLocks/>
          </p:cNvSpPr>
          <p:nvPr/>
        </p:nvSpPr>
        <p:spPr bwMode="auto">
          <a:xfrm>
            <a:off x="4639" y="135368"/>
            <a:ext cx="248376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06181" name="Text Box 5">
            <a:extLst>
              <a:ext uri="{FF2B5EF4-FFF2-40B4-BE49-F238E27FC236}">
                <a16:creationId xmlns:a16="http://schemas.microsoft.com/office/drawing/2014/main" id="{2A7EA7A6-AC4D-4BA7-82A3-E78BB6708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560" y="772873"/>
            <a:ext cx="2376959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7D2FE257-FF67-4A08-997C-FFC503154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474" y="6215185"/>
            <a:ext cx="5608070" cy="50744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此题观察列写的本质是什么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5AC8A94D-E989-4FFF-B345-C31DAD09D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4240" y="1428681"/>
            <a:ext cx="685800" cy="519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7BB9273E-21FB-4CDF-80F4-52F238973E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5033" y="2333752"/>
            <a:ext cx="676275" cy="5191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273A491F-1629-4B68-A2C6-836FFE5BF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267816"/>
            <a:ext cx="451287" cy="52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5F84DF37-B746-4DF5-988D-DE44F8AFBA8A}"/>
              </a:ext>
            </a:extLst>
          </p:cNvPr>
          <p:cNvSpPr>
            <a:spLocks/>
          </p:cNvSpPr>
          <p:nvPr/>
        </p:nvSpPr>
        <p:spPr bwMode="auto">
          <a:xfrm>
            <a:off x="202857" y="3966594"/>
            <a:ext cx="24806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graphicFrame>
        <p:nvGraphicFramePr>
          <p:cNvPr id="12" name="Object 2">
            <a:extLst>
              <a:ext uri="{FF2B5EF4-FFF2-40B4-BE49-F238E27FC236}">
                <a16:creationId xmlns:a16="http://schemas.microsoft.com/office/drawing/2014/main" id="{A5A2F189-C781-4647-94B4-8709D0F287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5889333"/>
              </p:ext>
            </p:extLst>
          </p:nvPr>
        </p:nvGraphicFramePr>
        <p:xfrm>
          <a:off x="597233" y="4489814"/>
          <a:ext cx="1915477" cy="508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4" name="Equation" r:id="rId7" imgW="863225" imgH="228501" progId="Equation.DSMT4">
                  <p:embed/>
                </p:oleObj>
              </mc:Choice>
              <mc:Fallback>
                <p:oleObj name="Equation" r:id="rId7" imgW="863225" imgH="228501" progId="Equation.DSMT4">
                  <p:embed/>
                  <p:pic>
                    <p:nvPicPr>
                      <p:cNvPr id="307202" name="Object 2">
                        <a:extLst>
                          <a:ext uri="{FF2B5EF4-FFF2-40B4-BE49-F238E27FC236}">
                            <a16:creationId xmlns:a16="http://schemas.microsoft.com/office/drawing/2014/main" id="{68D0BD69-301D-4B73-947C-30E5746C84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233" y="4489814"/>
                        <a:ext cx="1915477" cy="508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>
            <a:extLst>
              <a:ext uri="{FF2B5EF4-FFF2-40B4-BE49-F238E27FC236}">
                <a16:creationId xmlns:a16="http://schemas.microsoft.com/office/drawing/2014/main" id="{C1FF95E9-D237-4B2D-A3E9-1AC5A3099141}"/>
              </a:ext>
            </a:extLst>
          </p:cNvPr>
          <p:cNvSpPr>
            <a:spLocks/>
          </p:cNvSpPr>
          <p:nvPr/>
        </p:nvSpPr>
        <p:spPr bwMode="auto">
          <a:xfrm>
            <a:off x="126850" y="5233379"/>
            <a:ext cx="379707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）整理得节点电压方程标准形式为</a:t>
            </a: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A19AAB8A-1FE5-47B3-8AE6-6030E198BF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377525"/>
              </p:ext>
            </p:extLst>
          </p:nvPr>
        </p:nvGraphicFramePr>
        <p:xfrm>
          <a:off x="4283968" y="4253869"/>
          <a:ext cx="4107838" cy="1715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5" name="Equation" r:id="rId9" imgW="1701800" imgH="711200" progId="Equation.DSMT4">
                  <p:embed/>
                </p:oleObj>
              </mc:Choice>
              <mc:Fallback>
                <p:oleObj name="Equation" r:id="rId9" imgW="1701800" imgH="711200" progId="Equation.DSMT4">
                  <p:embed/>
                  <p:pic>
                    <p:nvPicPr>
                      <p:cNvPr id="307205" name="Object 5">
                        <a:extLst>
                          <a:ext uri="{FF2B5EF4-FFF2-40B4-BE49-F238E27FC236}">
                            <a16:creationId xmlns:a16="http://schemas.microsoft.com/office/drawing/2014/main" id="{7ACF7F5F-9699-43C4-9D78-1DD5C0EF1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4253869"/>
                        <a:ext cx="4107838" cy="171580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0" grpId="0"/>
      <p:bldP spid="306181" grpId="0"/>
      <p:bldP spid="7" grpId="0" animBg="1"/>
      <p:bldP spid="8" grpId="0"/>
      <p:bldP spid="9" grpId="0"/>
      <p:bldP spid="10" grpId="0" animBg="1" autoUpdateAnimBg="0"/>
      <p:bldP spid="11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3" name="Text Box 7">
            <a:extLst>
              <a:ext uri="{FF2B5EF4-FFF2-40B4-BE49-F238E27FC236}">
                <a16:creationId xmlns:a16="http://schemas.microsoft.com/office/drawing/2014/main" id="{5794FE49-B3CD-4B23-8AE5-A20F7C1EA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25538"/>
            <a:ext cx="5400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 dirty="0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）含受控源支路的处理</a:t>
            </a:r>
          </a:p>
        </p:txBody>
      </p:sp>
      <p:sp>
        <p:nvSpPr>
          <p:cNvPr id="280584" name="Text Box 8">
            <a:extLst>
              <a:ext uri="{FF2B5EF4-FFF2-40B4-BE49-F238E27FC236}">
                <a16:creationId xmlns:a16="http://schemas.microsoft.com/office/drawing/2014/main" id="{4637071A-3CAD-4BEA-A3F8-6B1D4AA81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73238"/>
            <a:ext cx="846137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1"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对含有受控电源支路的电路，先把受控源看作独立电源（即受控电源看作独立电压源，受控电流源看作独立电流源）列方程，再将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控制量</a:t>
            </a:r>
            <a:r>
              <a:rPr kumimoji="1" lang="zh-CN" altLang="en-US" sz="28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用结点电压表示，消去控制量。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83" grpId="0"/>
      <p:bldP spid="28058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27" name="AutoShape 15">
            <a:extLst>
              <a:ext uri="{FF2B5EF4-FFF2-40B4-BE49-F238E27FC236}">
                <a16:creationId xmlns:a16="http://schemas.microsoft.com/office/drawing/2014/main" id="{5385DCA6-E387-4643-BFE6-96452341C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453" y="3159056"/>
            <a:ext cx="2520405" cy="824705"/>
          </a:xfrm>
          <a:prstGeom prst="wedgeRectCallout">
            <a:avLst>
              <a:gd name="adj1" fmla="val 37623"/>
              <a:gd name="adj2" fmla="val -176201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受控电流源当作独立电流源看待</a:t>
            </a: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00C00D0B-223A-438E-B8E7-004EC156D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65" y="993288"/>
            <a:ext cx="5039295" cy="580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1"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】</a:t>
            </a:r>
            <a:r>
              <a:rPr kumimoji="1"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观察法列节点电压方程</a:t>
            </a:r>
            <a:endParaRPr kumimoji="1"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67588" name="Object 7">
            <a:extLst>
              <a:ext uri="{FF2B5EF4-FFF2-40B4-BE49-F238E27FC236}">
                <a16:creationId xmlns:a16="http://schemas.microsoft.com/office/drawing/2014/main" id="{D8111DCA-7D7B-4A93-BC94-B67266F57C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326829"/>
              </p:ext>
            </p:extLst>
          </p:nvPr>
        </p:nvGraphicFramePr>
        <p:xfrm>
          <a:off x="5291708" y="-99392"/>
          <a:ext cx="3960812" cy="319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1" name="Visio" r:id="rId3" imgW="1682953" imgH="1416984" progId="Visio.Drawing.11">
                  <p:embed/>
                </p:oleObj>
              </mc:Choice>
              <mc:Fallback>
                <p:oleObj name="Visio" r:id="rId3" imgW="1682953" imgH="1416984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708" y="-99392"/>
                        <a:ext cx="3960812" cy="319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9" name="Rectangle 8">
            <a:extLst>
              <a:ext uri="{FF2B5EF4-FFF2-40B4-BE49-F238E27FC236}">
                <a16:creationId xmlns:a16="http://schemas.microsoft.com/office/drawing/2014/main" id="{33202479-22E0-456F-9051-71BEE517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57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218121" name="Object 9">
            <a:extLst>
              <a:ext uri="{FF2B5EF4-FFF2-40B4-BE49-F238E27FC236}">
                <a16:creationId xmlns:a16="http://schemas.microsoft.com/office/drawing/2014/main" id="{55BCCE29-61DC-4E91-AF02-8E946E5B53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498917"/>
              </p:ext>
            </p:extLst>
          </p:nvPr>
        </p:nvGraphicFramePr>
        <p:xfrm>
          <a:off x="531271" y="2006965"/>
          <a:ext cx="4192082" cy="2159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2" name="Equation" r:id="rId5" imgW="2222500" imgH="1143000" progId="Equation.DSMT4">
                  <p:embed/>
                </p:oleObj>
              </mc:Choice>
              <mc:Fallback>
                <p:oleObj name="Equation" r:id="rId5" imgW="2222500" imgH="1143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271" y="2006965"/>
                        <a:ext cx="4192082" cy="2159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D80D07F2-5681-42CD-9E61-E9EAB167E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587864"/>
              </p:ext>
            </p:extLst>
          </p:nvPr>
        </p:nvGraphicFramePr>
        <p:xfrm>
          <a:off x="360909" y="4651991"/>
          <a:ext cx="3058568" cy="824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3" name="Equation" r:id="rId7" imgW="1447172" imgH="393529" progId="Equation.DSMT4">
                  <p:embed/>
                </p:oleObj>
              </mc:Choice>
              <mc:Fallback>
                <p:oleObj name="Equation" r:id="rId7" imgW="1447172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909" y="4651991"/>
                        <a:ext cx="3058568" cy="8247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4" name="Text Box 12">
            <a:extLst>
              <a:ext uri="{FF2B5EF4-FFF2-40B4-BE49-F238E27FC236}">
                <a16:creationId xmlns:a16="http://schemas.microsoft.com/office/drawing/2014/main" id="{46C8E3A8-F7A8-4FD7-B01E-4BFD9DB05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543" y="4097882"/>
            <a:ext cx="1943125" cy="51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）增补方程</a:t>
            </a:r>
          </a:p>
        </p:txBody>
      </p:sp>
      <p:sp>
        <p:nvSpPr>
          <p:cNvPr id="218128" name="Text Box 16">
            <a:extLst>
              <a:ext uri="{FF2B5EF4-FFF2-40B4-BE49-F238E27FC236}">
                <a16:creationId xmlns:a16="http://schemas.microsoft.com/office/drawing/2014/main" id="{A0C82E8B-E492-4B55-9379-BE82BEEB0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08" y="1479016"/>
            <a:ext cx="2160042" cy="5104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1"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）观察列写</a:t>
            </a:r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B0F8EB31-C5C8-4EAA-868B-0F83949D9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103741"/>
            <a:ext cx="522223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①</a:t>
            </a: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1BB9FCB0-7602-46DD-B9AD-4A8132F30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2741225"/>
            <a:ext cx="488886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②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1723CBCF-DFFF-4159-BD4D-7A0CEEA7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3451295"/>
            <a:ext cx="488886" cy="52321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③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93E25EE-7056-4772-AE39-F1B01250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7470" y="1518270"/>
            <a:ext cx="647700" cy="646113"/>
          </a:xfrm>
          <a:prstGeom prst="ellipse">
            <a:avLst/>
          </a:prstGeom>
          <a:solidFill>
            <a:schemeClr val="accent1">
              <a:alpha val="70195"/>
            </a:schemeClr>
          </a:solidFill>
          <a:ln w="1588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B13C86A1-A962-4889-B216-55F8E8B7C056}"/>
              </a:ext>
            </a:extLst>
          </p:cNvPr>
          <p:cNvSpPr>
            <a:spLocks/>
          </p:cNvSpPr>
          <p:nvPr/>
        </p:nvSpPr>
        <p:spPr bwMode="auto">
          <a:xfrm>
            <a:off x="538099" y="581271"/>
            <a:ext cx="46815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A1A48372-FC08-4D4E-8348-1E94351B1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2" y="5326640"/>
            <a:ext cx="46799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）消除非结点电压未知量，整理成结点电压方程 一般形式</a:t>
            </a:r>
          </a:p>
        </p:txBody>
      </p:sp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775F49D9-3EE6-4AB3-9C9B-0BB4A80521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195073"/>
              </p:ext>
            </p:extLst>
          </p:nvPr>
        </p:nvGraphicFramePr>
        <p:xfrm>
          <a:off x="4710907" y="4566385"/>
          <a:ext cx="3749525" cy="17527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14" name="Equation" r:id="rId9" imgW="1524000" imgH="711200" progId="Equation.DSMT4">
                  <p:embed/>
                </p:oleObj>
              </mc:Choice>
              <mc:Fallback>
                <p:oleObj name="Equation" r:id="rId9" imgW="1524000" imgH="711200" progId="Equation.DSMT4">
                  <p:embed/>
                  <p:pic>
                    <p:nvPicPr>
                      <p:cNvPr id="219145" name="Object 9">
                        <a:extLst>
                          <a:ext uri="{FF2B5EF4-FFF2-40B4-BE49-F238E27FC236}">
                            <a16:creationId xmlns:a16="http://schemas.microsoft.com/office/drawing/2014/main" id="{3E5F5BB3-AE02-4184-8EFC-C065EB886F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0907" y="4566385"/>
                        <a:ext cx="3749525" cy="17527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>
            <a:extLst>
              <a:ext uri="{FF2B5EF4-FFF2-40B4-BE49-F238E27FC236}">
                <a16:creationId xmlns:a16="http://schemas.microsoft.com/office/drawing/2014/main" id="{9F3D1529-346C-4B3D-951D-8F0EF48BF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6236950"/>
            <a:ext cx="46799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FFCC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观察列写的本质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 Box 7">
            <a:extLst>
              <a:ext uri="{FF2B5EF4-FFF2-40B4-BE49-F238E27FC236}">
                <a16:creationId xmlns:a16="http://schemas.microsoft.com/office/drawing/2014/main" id="{8541BBB8-B7CB-485C-BE78-DC3591C67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1" y="27504"/>
            <a:ext cx="5400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dirty="0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1" lang="zh-CN" altLang="en-US" b="1" dirty="0">
                <a:solidFill>
                  <a:srgbClr val="000066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）含受控源支路的处理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"/>
                                        <p:tgtEl>
                                          <p:spTgt spid="21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"/>
                                        <p:tgtEl>
                                          <p:spTgt spid="21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27" grpId="0" animBg="1"/>
      <p:bldP spid="218115" grpId="0"/>
      <p:bldP spid="218124" grpId="0"/>
      <p:bldP spid="218128" grpId="0"/>
      <p:bldP spid="10" grpId="0"/>
      <p:bldP spid="11" grpId="0"/>
      <p:bldP spid="12" grpId="0"/>
      <p:bldP spid="2" grpId="0" animBg="1"/>
      <p:bldP spid="15" grpId="0" autoUpdateAnimBg="0"/>
      <p:bldP spid="17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4" name="Rectangle 6">
            <a:extLst>
              <a:ext uri="{FF2B5EF4-FFF2-40B4-BE49-F238E27FC236}">
                <a16:creationId xmlns:a16="http://schemas.microsoft.com/office/drawing/2014/main" id="{EC0B84DC-4EA6-4A5E-B599-FE9E8343F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69" y="2922515"/>
            <a:ext cx="576039" cy="79451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533" name="AutoShape 5">
            <a:extLst>
              <a:ext uri="{FF2B5EF4-FFF2-40B4-BE49-F238E27FC236}">
                <a16:creationId xmlns:a16="http://schemas.microsoft.com/office/drawing/2014/main" id="{02A3EE86-A660-4CFF-9CE3-D85B2F831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829" y="2852738"/>
            <a:ext cx="3562371" cy="1174750"/>
          </a:xfrm>
          <a:prstGeom prst="wedgeRectCallout">
            <a:avLst>
              <a:gd name="adj1" fmla="val 16241"/>
              <a:gd name="adj2" fmla="val -18278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受控源当做独立源看待。有伴受控电压源等效成路受控电流源与电阻并联</a:t>
            </a:r>
          </a:p>
        </p:txBody>
      </p:sp>
      <p:graphicFrame>
        <p:nvGraphicFramePr>
          <p:cNvPr id="71684" name="Object 2">
            <a:extLst>
              <a:ext uri="{FF2B5EF4-FFF2-40B4-BE49-F238E27FC236}">
                <a16:creationId xmlns:a16="http://schemas.microsoft.com/office/drawing/2014/main" id="{87CA5F5C-4776-4E17-B473-2512C17A5FCA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4005263" y="0"/>
          <a:ext cx="5138737" cy="283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5" name="Visio" r:id="rId3" imgW="2849270" imgH="1569180" progId="Visio.Drawing.11">
                  <p:embed/>
                </p:oleObj>
              </mc:Choice>
              <mc:Fallback>
                <p:oleObj name="Visio" r:id="rId3" imgW="2849270" imgH="156918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5263" y="0"/>
                        <a:ext cx="5138737" cy="283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1" name="Object 3">
            <a:extLst>
              <a:ext uri="{FF2B5EF4-FFF2-40B4-BE49-F238E27FC236}">
                <a16:creationId xmlns:a16="http://schemas.microsoft.com/office/drawing/2014/main" id="{A44673BF-970B-409B-ACF0-CE0453D4C9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289222"/>
              </p:ext>
            </p:extLst>
          </p:nvPr>
        </p:nvGraphicFramePr>
        <p:xfrm>
          <a:off x="24350" y="2183594"/>
          <a:ext cx="5226029" cy="2592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6" name="Equation" r:id="rId5" imgW="2768600" imgH="1371600" progId="Equation.DSMT4">
                  <p:embed/>
                </p:oleObj>
              </mc:Choice>
              <mc:Fallback>
                <p:oleObj name="Equation" r:id="rId5" imgW="2768600" imgH="1371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0" y="2183594"/>
                        <a:ext cx="5226029" cy="2592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2" name="Rectangle 4">
            <a:extLst>
              <a:ext uri="{FF2B5EF4-FFF2-40B4-BE49-F238E27FC236}">
                <a16:creationId xmlns:a16="http://schemas.microsoft.com/office/drawing/2014/main" id="{02E89E2C-725F-4B6E-91E0-602534CADFB2}"/>
              </a:ext>
            </a:extLst>
          </p:cNvPr>
          <p:cNvSpPr>
            <a:spLocks/>
          </p:cNvSpPr>
          <p:nvPr/>
        </p:nvSpPr>
        <p:spPr bwMode="auto">
          <a:xfrm>
            <a:off x="250825" y="1700213"/>
            <a:ext cx="4249738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565B78B-E6CC-47C8-AA4A-ADBD848E7558}"/>
              </a:ext>
            </a:extLst>
          </p:cNvPr>
          <p:cNvSpPr>
            <a:spLocks/>
          </p:cNvSpPr>
          <p:nvPr/>
        </p:nvSpPr>
        <p:spPr bwMode="auto">
          <a:xfrm>
            <a:off x="447878" y="625808"/>
            <a:ext cx="3539538" cy="94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自学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556F7F9-A67F-4750-8F77-D0D7D5314246}"/>
              </a:ext>
            </a:extLst>
          </p:cNvPr>
          <p:cNvSpPr>
            <a:spLocks/>
          </p:cNvSpPr>
          <p:nvPr/>
        </p:nvSpPr>
        <p:spPr bwMode="auto">
          <a:xfrm>
            <a:off x="177800" y="4762915"/>
            <a:ext cx="2116199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）增加方程</a:t>
            </a:r>
          </a:p>
        </p:txBody>
      </p:sp>
      <p:graphicFrame>
        <p:nvGraphicFramePr>
          <p:cNvPr id="9" name="Object 2">
            <a:extLst>
              <a:ext uri="{FF2B5EF4-FFF2-40B4-BE49-F238E27FC236}">
                <a16:creationId xmlns:a16="http://schemas.microsoft.com/office/drawing/2014/main" id="{BF6CFFBB-ACDB-4F64-9AF1-42173C25EB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958933"/>
              </p:ext>
            </p:extLst>
          </p:nvPr>
        </p:nvGraphicFramePr>
        <p:xfrm>
          <a:off x="441873" y="5367752"/>
          <a:ext cx="1800895" cy="46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7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279554" name="Object 2">
                        <a:extLst>
                          <a:ext uri="{FF2B5EF4-FFF2-40B4-BE49-F238E27FC236}">
                            <a16:creationId xmlns:a16="http://schemas.microsoft.com/office/drawing/2014/main" id="{A642A838-0F54-44ED-B343-7B4D121F4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73" y="5367752"/>
                        <a:ext cx="1800895" cy="46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AB36C231-7C96-4324-B2B8-DA437A1C2917}"/>
              </a:ext>
            </a:extLst>
          </p:cNvPr>
          <p:cNvSpPr>
            <a:spLocks/>
          </p:cNvSpPr>
          <p:nvPr/>
        </p:nvSpPr>
        <p:spPr bwMode="auto">
          <a:xfrm>
            <a:off x="250825" y="5951734"/>
            <a:ext cx="5113337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）整理得节点电压方程为</a:t>
            </a:r>
          </a:p>
        </p:txBody>
      </p:sp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29C4F42D-3388-46E5-9EC4-B20B4EC742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346343"/>
              </p:ext>
            </p:extLst>
          </p:nvPr>
        </p:nvGraphicFramePr>
        <p:xfrm>
          <a:off x="4355988" y="5087321"/>
          <a:ext cx="3865359" cy="163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8" name="Equation" r:id="rId9" imgW="1676400" imgH="711200" progId="Equation.DSMT4">
                  <p:embed/>
                </p:oleObj>
              </mc:Choice>
              <mc:Fallback>
                <p:oleObj name="Equation" r:id="rId9" imgW="1676400" imgH="711200" progId="Equation.DSMT4">
                  <p:embed/>
                  <p:pic>
                    <p:nvPicPr>
                      <p:cNvPr id="279557" name="Object 5">
                        <a:extLst>
                          <a:ext uri="{FF2B5EF4-FFF2-40B4-BE49-F238E27FC236}">
                            <a16:creationId xmlns:a16="http://schemas.microsoft.com/office/drawing/2014/main" id="{929070D2-691A-418A-A0D7-9CD5B7928A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88" y="5087321"/>
                        <a:ext cx="3865359" cy="163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nimBg="1"/>
      <p:bldP spid="278532" grpId="0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3" name="AutoShape 3">
            <a:extLst>
              <a:ext uri="{FF2B5EF4-FFF2-40B4-BE49-F238E27FC236}">
                <a16:creationId xmlns:a16="http://schemas.microsoft.com/office/drawing/2014/main" id="{BE0787A2-4D93-4BAD-99E6-AD84A3732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227" y="2852738"/>
            <a:ext cx="3831888" cy="813286"/>
          </a:xfrm>
          <a:prstGeom prst="wedgeRectCallout">
            <a:avLst>
              <a:gd name="adj1" fmla="val -12477"/>
              <a:gd name="adj2" fmla="val -2052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设无伴受控电压源的电流为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graphicFrame>
        <p:nvGraphicFramePr>
          <p:cNvPr id="312325" name="Object 5">
            <a:extLst>
              <a:ext uri="{FF2B5EF4-FFF2-40B4-BE49-F238E27FC236}">
                <a16:creationId xmlns:a16="http://schemas.microsoft.com/office/drawing/2014/main" id="{4A549BB6-C580-4F0B-AD39-FD6288A23E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376808"/>
              </p:ext>
            </p:extLst>
          </p:nvPr>
        </p:nvGraphicFramePr>
        <p:xfrm>
          <a:off x="395288" y="1512888"/>
          <a:ext cx="3744664" cy="2516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3" name="Equation" r:id="rId3" imgW="2044700" imgH="1371600" progId="Equation.DSMT4">
                  <p:embed/>
                </p:oleObj>
              </mc:Choice>
              <mc:Fallback>
                <p:oleObj name="Equation" r:id="rId3" imgW="2044700" imgH="1371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512888"/>
                        <a:ext cx="3744664" cy="2516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26" name="Rectangle 6">
            <a:extLst>
              <a:ext uri="{FF2B5EF4-FFF2-40B4-BE49-F238E27FC236}">
                <a16:creationId xmlns:a16="http://schemas.microsoft.com/office/drawing/2014/main" id="{0F782515-655B-416F-9D5E-B31801D72E28}"/>
              </a:ext>
            </a:extLst>
          </p:cNvPr>
          <p:cNvSpPr>
            <a:spLocks/>
          </p:cNvSpPr>
          <p:nvPr/>
        </p:nvSpPr>
        <p:spPr bwMode="auto">
          <a:xfrm>
            <a:off x="0" y="908050"/>
            <a:ext cx="4249738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graphicFrame>
        <p:nvGraphicFramePr>
          <p:cNvPr id="74757" name="Object 8">
            <a:extLst>
              <a:ext uri="{FF2B5EF4-FFF2-40B4-BE49-F238E27FC236}">
                <a16:creationId xmlns:a16="http://schemas.microsoft.com/office/drawing/2014/main" id="{660406AE-5359-44DB-83E7-606F1C0B6A6D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54486290"/>
              </p:ext>
            </p:extLst>
          </p:nvPr>
        </p:nvGraphicFramePr>
        <p:xfrm>
          <a:off x="3814763" y="10769"/>
          <a:ext cx="5329237" cy="348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4" name="Visio" r:id="rId5" imgW="4635094" imgH="3030626" progId="Visio.Drawing.11">
                  <p:embed/>
                </p:oleObj>
              </mc:Choice>
              <mc:Fallback>
                <p:oleObj name="Visio" r:id="rId5" imgW="4635094" imgH="30306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3" y="10769"/>
                        <a:ext cx="5329237" cy="348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2331" name="Group 11">
            <a:extLst>
              <a:ext uri="{FF2B5EF4-FFF2-40B4-BE49-F238E27FC236}">
                <a16:creationId xmlns:a16="http://schemas.microsoft.com/office/drawing/2014/main" id="{1DB44057-D596-4C67-B6EF-3848E0F26579}"/>
              </a:ext>
            </a:extLst>
          </p:cNvPr>
          <p:cNvGrpSpPr>
            <a:grpSpLocks/>
          </p:cNvGrpSpPr>
          <p:nvPr/>
        </p:nvGrpSpPr>
        <p:grpSpPr bwMode="auto">
          <a:xfrm>
            <a:off x="6443663" y="677863"/>
            <a:ext cx="322262" cy="519112"/>
            <a:chOff x="3606" y="2478"/>
            <a:chExt cx="203" cy="327"/>
          </a:xfrm>
        </p:grpSpPr>
        <p:sp>
          <p:nvSpPr>
            <p:cNvPr id="74764" name="Line 9">
              <a:extLst>
                <a:ext uri="{FF2B5EF4-FFF2-40B4-BE49-F238E27FC236}">
                  <a16:creationId xmlns:a16="http://schemas.microsoft.com/office/drawing/2014/main" id="{832922A7-AB7B-4F21-86EC-19E2C0A9FC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6" y="2795"/>
              <a:ext cx="18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765" name="Text Box 10">
              <a:extLst>
                <a:ext uri="{FF2B5EF4-FFF2-40B4-BE49-F238E27FC236}">
                  <a16:creationId xmlns:a16="http://schemas.microsoft.com/office/drawing/2014/main" id="{C28ECE84-BF51-419C-8CC4-ECFC7E275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2478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8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312332" name="Rectangle 12">
            <a:extLst>
              <a:ext uri="{FF2B5EF4-FFF2-40B4-BE49-F238E27FC236}">
                <a16:creationId xmlns:a16="http://schemas.microsoft.com/office/drawing/2014/main" id="{077CE137-D9BB-46CD-B39C-94147EC024E1}"/>
              </a:ext>
            </a:extLst>
          </p:cNvPr>
          <p:cNvSpPr>
            <a:spLocks/>
          </p:cNvSpPr>
          <p:nvPr/>
        </p:nvSpPr>
        <p:spPr bwMode="auto">
          <a:xfrm>
            <a:off x="217885" y="3955903"/>
            <a:ext cx="3095625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）增加两个方程</a:t>
            </a:r>
            <a:endParaRPr lang="en-US" altLang="zh-CN" sz="24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2333" name="Object 13">
            <a:extLst>
              <a:ext uri="{FF2B5EF4-FFF2-40B4-BE49-F238E27FC236}">
                <a16:creationId xmlns:a16="http://schemas.microsoft.com/office/drawing/2014/main" id="{BC808A7B-96C7-45D2-8447-E1CF173EAC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283104"/>
              </p:ext>
            </p:extLst>
          </p:nvPr>
        </p:nvGraphicFramePr>
        <p:xfrm>
          <a:off x="682625" y="4475083"/>
          <a:ext cx="1657127" cy="42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5" name="Equation" r:id="rId7" imgW="889000" imgH="228600" progId="Equation.DSMT4">
                  <p:embed/>
                </p:oleObj>
              </mc:Choice>
              <mc:Fallback>
                <p:oleObj name="Equation" r:id="rId7" imgW="889000" imgH="2286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625" y="4475083"/>
                        <a:ext cx="1657127" cy="428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2334" name="Object 14">
            <a:extLst>
              <a:ext uri="{FF2B5EF4-FFF2-40B4-BE49-F238E27FC236}">
                <a16:creationId xmlns:a16="http://schemas.microsoft.com/office/drawing/2014/main" id="{AEBD9163-4FD7-429C-BB3C-0960289A72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988938"/>
              </p:ext>
            </p:extLst>
          </p:nvPr>
        </p:nvGraphicFramePr>
        <p:xfrm>
          <a:off x="575072" y="4937386"/>
          <a:ext cx="1917209" cy="407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6" name="Equation" r:id="rId9" imgW="1079500" imgH="228600" progId="Equation.DSMT4">
                  <p:embed/>
                </p:oleObj>
              </mc:Choice>
              <mc:Fallback>
                <p:oleObj name="Equation" r:id="rId9" imgW="1079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072" y="4937386"/>
                        <a:ext cx="1917209" cy="407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2335" name="AutoShape 15">
            <a:extLst>
              <a:ext uri="{FF2B5EF4-FFF2-40B4-BE49-F238E27FC236}">
                <a16:creationId xmlns:a16="http://schemas.microsoft.com/office/drawing/2014/main" id="{C5A91DEB-6C68-489B-A93F-FF360F65B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0981" y="3747454"/>
            <a:ext cx="1988969" cy="813286"/>
          </a:xfrm>
          <a:prstGeom prst="wedgeRectCallout">
            <a:avLst>
              <a:gd name="adj1" fmla="val -81031"/>
              <a:gd name="adj2" fmla="val 6993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控制量与节点电压关系。</a:t>
            </a:r>
          </a:p>
        </p:txBody>
      </p:sp>
      <p:sp>
        <p:nvSpPr>
          <p:cNvPr id="312336" name="AutoShape 16">
            <a:extLst>
              <a:ext uri="{FF2B5EF4-FFF2-40B4-BE49-F238E27FC236}">
                <a16:creationId xmlns:a16="http://schemas.microsoft.com/office/drawing/2014/main" id="{E08F3D92-2B27-42E2-880E-4F3306AF7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492" y="4653136"/>
            <a:ext cx="2289735" cy="761290"/>
          </a:xfrm>
          <a:prstGeom prst="wedgeRectCallout">
            <a:avLst>
              <a:gd name="adj1" fmla="val -62842"/>
              <a:gd name="adj2" fmla="val 1784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受控电压源与节点电压关系。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3E00356-C6F5-42A4-BA52-289E3A419C4B}"/>
              </a:ext>
            </a:extLst>
          </p:cNvPr>
          <p:cNvSpPr>
            <a:spLocks/>
          </p:cNvSpPr>
          <p:nvPr/>
        </p:nvSpPr>
        <p:spPr bwMode="auto">
          <a:xfrm>
            <a:off x="28649" y="136525"/>
            <a:ext cx="3786114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 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列写节点电压方程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93AB875-0ED1-4058-B948-D467B59D3F88}"/>
              </a:ext>
            </a:extLst>
          </p:cNvPr>
          <p:cNvSpPr>
            <a:spLocks/>
          </p:cNvSpPr>
          <p:nvPr/>
        </p:nvSpPr>
        <p:spPr bwMode="auto">
          <a:xfrm>
            <a:off x="4951762" y="3668832"/>
            <a:ext cx="3628326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）整理得节点电压方程</a:t>
            </a:r>
          </a:p>
        </p:txBody>
      </p: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AC7A93A4-6888-4216-9F1C-E45F223FF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663620"/>
              </p:ext>
            </p:extLst>
          </p:nvPr>
        </p:nvGraphicFramePr>
        <p:xfrm>
          <a:off x="5286039" y="4086010"/>
          <a:ext cx="35353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177" name="Equation" r:id="rId11" imgW="1701800" imgH="711200" progId="Equation.DSMT4">
                  <p:embed/>
                </p:oleObj>
              </mc:Choice>
              <mc:Fallback>
                <p:oleObj name="Equation" r:id="rId11" imgW="1701800" imgH="711200" progId="Equation.DSMT4">
                  <p:embed/>
                  <p:pic>
                    <p:nvPicPr>
                      <p:cNvPr id="313347" name="Object 3">
                        <a:extLst>
                          <a:ext uri="{FF2B5EF4-FFF2-40B4-BE49-F238E27FC236}">
                            <a16:creationId xmlns:a16="http://schemas.microsoft.com/office/drawing/2014/main" id="{5DB16DBC-DC4E-465E-82BE-55945541D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039" y="4086010"/>
                        <a:ext cx="353536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5">
            <a:extLst>
              <a:ext uri="{FF2B5EF4-FFF2-40B4-BE49-F238E27FC236}">
                <a16:creationId xmlns:a16="http://schemas.microsoft.com/office/drawing/2014/main" id="{EE6E028A-186A-4A88-9AED-AAB644C24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599041"/>
            <a:ext cx="9144000" cy="114232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观察法列写的节点电压方程的优势是：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当电路增加支路（元件）或减少支路（或元件）时，仅需要修改连接支路的节点对应的节点电压方程系数即可。而不需要列写所有节点的节点电压方程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AutoShape 2">
            <a:extLst>
              <a:ext uri="{FF2B5EF4-FFF2-40B4-BE49-F238E27FC236}">
                <a16:creationId xmlns:a16="http://schemas.microsoft.com/office/drawing/2014/main" id="{AAE35633-4D37-42CB-8F7E-AB9074912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090" y="-29380"/>
            <a:ext cx="2049910" cy="703263"/>
          </a:xfrm>
          <a:prstGeom prst="wedgeRectCallout">
            <a:avLst>
              <a:gd name="adj1" fmla="val -38040"/>
              <a:gd name="adj2" fmla="val 131194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含无伴受控源电路情况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1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2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2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2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12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animBg="1"/>
      <p:bldP spid="312326" grpId="0"/>
      <p:bldP spid="312332" grpId="0"/>
      <p:bldP spid="312335" grpId="0" animBg="1"/>
      <p:bldP spid="312336" grpId="0" animBg="1"/>
      <p:bldP spid="15" grpId="0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4">
            <a:extLst>
              <a:ext uri="{FF2B5EF4-FFF2-40B4-BE49-F238E27FC236}">
                <a16:creationId xmlns:a16="http://schemas.microsoft.com/office/drawing/2014/main" id="{CAFC6B60-2566-4C41-B8F0-A620615972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49275"/>
          <a:ext cx="4138612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19" name="Visio" r:id="rId3" imgW="2585618" imgH="1506931" progId="Visio.Drawing.11">
                  <p:embed/>
                </p:oleObj>
              </mc:Choice>
              <mc:Fallback>
                <p:oleObj name="Visio" r:id="rId3" imgW="2585618" imgH="150693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49275"/>
                        <a:ext cx="4138612" cy="24114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>
            <a:extLst>
              <a:ext uri="{FF2B5EF4-FFF2-40B4-BE49-F238E27FC236}">
                <a16:creationId xmlns:a16="http://schemas.microsoft.com/office/drawing/2014/main" id="{B28D028B-06AE-4E70-99D1-E1F0FF5848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695325"/>
          <a:ext cx="4214813" cy="230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20" name="Equation" r:id="rId5" imgW="2107387" imgH="1150315" progId="Equation.DSMT4">
                  <p:embed/>
                </p:oleObj>
              </mc:Choice>
              <mc:Fallback>
                <p:oleObj name="Equation" r:id="rId5" imgW="2107387" imgH="115031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695325"/>
                        <a:ext cx="4214813" cy="2301875"/>
                      </a:xfrm>
                      <a:prstGeom prst="rect">
                        <a:avLst/>
                      </a:prstGeom>
                      <a:solidFill>
                        <a:srgbClr val="FFCCFF">
                          <a:alpha val="25098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9" name="Object 7">
            <a:extLst>
              <a:ext uri="{FF2B5EF4-FFF2-40B4-BE49-F238E27FC236}">
                <a16:creationId xmlns:a16="http://schemas.microsoft.com/office/drawing/2014/main" id="{6FA295F2-FD10-489E-A3E7-BA69FACC15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400425"/>
          <a:ext cx="5329238" cy="1262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21" name="Equation" r:id="rId7" imgW="2946400" imgH="698500" progId="Equation.DSMT4">
                  <p:embed/>
                </p:oleObj>
              </mc:Choice>
              <mc:Fallback>
                <p:oleObj name="Equation" r:id="rId7" imgW="2946400" imgH="698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400425"/>
                        <a:ext cx="5329238" cy="1262063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0" name="Object 8">
            <a:extLst>
              <a:ext uri="{FF2B5EF4-FFF2-40B4-BE49-F238E27FC236}">
                <a16:creationId xmlns:a16="http://schemas.microsoft.com/office/drawing/2014/main" id="{0539B42F-69D8-4FAF-90BB-625D91D876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3284538"/>
          <a:ext cx="1511300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22" name="Equation" r:id="rId9" imgW="939800" imgH="749300" progId="Equation.DSMT4">
                  <p:embed/>
                </p:oleObj>
              </mc:Choice>
              <mc:Fallback>
                <p:oleObj name="Equation" r:id="rId9" imgW="9398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3284538"/>
                        <a:ext cx="1511300" cy="120491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>
            <a:extLst>
              <a:ext uri="{FF2B5EF4-FFF2-40B4-BE49-F238E27FC236}">
                <a16:creationId xmlns:a16="http://schemas.microsoft.com/office/drawing/2014/main" id="{9CDD4D0A-61A5-4953-AB2A-CD0B0E889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97425"/>
          <a:ext cx="2160588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323" name="Equation" r:id="rId11" imgW="1257300" imgH="685800" progId="Equation.DSMT4">
                  <p:embed/>
                </p:oleObj>
              </mc:Choice>
              <mc:Fallback>
                <p:oleObj name="Equation" r:id="rId11" imgW="1257300" imgH="685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97425"/>
                        <a:ext cx="2160588" cy="1177925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2" name="AutoShape 10">
            <a:extLst>
              <a:ext uri="{FF2B5EF4-FFF2-40B4-BE49-F238E27FC236}">
                <a16:creationId xmlns:a16="http://schemas.microsoft.com/office/drawing/2014/main" id="{52A2B5F0-792C-4DDE-9867-4460CA39F6C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098550" y="3014663"/>
            <a:ext cx="395288" cy="360362"/>
          </a:xfrm>
          <a:prstGeom prst="rightArrow">
            <a:avLst>
              <a:gd name="adj1" fmla="val 50000"/>
              <a:gd name="adj2" fmla="val 2742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3" name="AutoShape 11">
            <a:extLst>
              <a:ext uri="{FF2B5EF4-FFF2-40B4-BE49-F238E27FC236}">
                <a16:creationId xmlns:a16="http://schemas.microsoft.com/office/drawing/2014/main" id="{B7BF97DD-4D82-4EE2-A254-3FC4C2AC8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716338"/>
            <a:ext cx="576263" cy="288925"/>
          </a:xfrm>
          <a:prstGeom prst="rightArrow">
            <a:avLst>
              <a:gd name="adj1" fmla="val 50000"/>
              <a:gd name="adj2" fmla="val 49863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4" name="AutoShape 12">
            <a:extLst>
              <a:ext uri="{FF2B5EF4-FFF2-40B4-BE49-F238E27FC236}">
                <a16:creationId xmlns:a16="http://schemas.microsoft.com/office/drawing/2014/main" id="{8373F38A-5C70-4F42-AB2A-54164829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644900"/>
            <a:ext cx="574675" cy="360363"/>
          </a:xfrm>
          <a:prstGeom prst="rightArrow">
            <a:avLst>
              <a:gd name="adj1" fmla="val 50000"/>
              <a:gd name="adj2" fmla="val 39868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5" name="AutoShape 13">
            <a:extLst>
              <a:ext uri="{FF2B5EF4-FFF2-40B4-BE49-F238E27FC236}">
                <a16:creationId xmlns:a16="http://schemas.microsoft.com/office/drawing/2014/main" id="{A8EB9130-33F0-42F2-8505-184FED6AE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503238" cy="360363"/>
          </a:xfrm>
          <a:prstGeom prst="rightArrow">
            <a:avLst>
              <a:gd name="adj1" fmla="val 50000"/>
              <a:gd name="adj2" fmla="val 34912"/>
            </a:avLst>
          </a:prstGeom>
          <a:solidFill>
            <a:schemeClr val="accent1"/>
          </a:solidFill>
          <a:ln w="1588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327" name="AutoShape 15">
            <a:extLst>
              <a:ext uri="{FF2B5EF4-FFF2-40B4-BE49-F238E27FC236}">
                <a16:creationId xmlns:a16="http://schemas.microsoft.com/office/drawing/2014/main" id="{FC2946FD-6246-4AC7-B496-B4A173A854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97425"/>
            <a:ext cx="3240088" cy="576263"/>
          </a:xfrm>
          <a:prstGeom prst="wedgeRectCallout">
            <a:avLst>
              <a:gd name="adj1" fmla="val -79056"/>
              <a:gd name="adj2" fmla="val 19699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9" name="AutoShape 17">
            <a:extLst>
              <a:ext uri="{FF2B5EF4-FFF2-40B4-BE49-F238E27FC236}">
                <a16:creationId xmlns:a16="http://schemas.microsoft.com/office/drawing/2014/main" id="{A88289C4-8EFA-442A-B78E-D06FF3299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1750" y="0"/>
            <a:ext cx="4032250" cy="576263"/>
          </a:xfrm>
          <a:prstGeom prst="wedgeRectCallout">
            <a:avLst>
              <a:gd name="adj1" fmla="val -23269"/>
              <a:gd name="adj2" fmla="val 114736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仅有一个独立节点的电路</a:t>
            </a:r>
          </a:p>
        </p:txBody>
      </p:sp>
      <p:sp>
        <p:nvSpPr>
          <p:cNvPr id="77837" name="Rectangle 19">
            <a:extLst>
              <a:ext uri="{FF2B5EF4-FFF2-40B4-BE49-F238E27FC236}">
                <a16:creationId xmlns:a16="http://schemas.microsoft.com/office/drawing/2014/main" id="{9C422B1C-F6E7-4F67-B444-761B2B74D78A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320357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弥尔曼定理</a:t>
            </a:r>
          </a:p>
        </p:txBody>
      </p:sp>
      <p:sp>
        <p:nvSpPr>
          <p:cNvPr id="269328" name="AutoShape 16">
            <a:extLst>
              <a:ext uri="{FF2B5EF4-FFF2-40B4-BE49-F238E27FC236}">
                <a16:creationId xmlns:a16="http://schemas.microsoft.com/office/drawing/2014/main" id="{2D18FA50-7B8E-4D04-9DE1-7787F536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876925"/>
            <a:ext cx="4032250" cy="576263"/>
          </a:xfrm>
          <a:prstGeom prst="wedgeRectCallout">
            <a:avLst>
              <a:gd name="adj1" fmla="val -73662"/>
              <a:gd name="adj2" fmla="val -146968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也可以是受控电压源电压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27" grpId="0" animBg="1"/>
      <p:bldP spid="269329" grpId="0" animBg="1"/>
      <p:bldP spid="2693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F199F2-F09A-4FB4-A453-470704D3B6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292080" y="6215063"/>
            <a:ext cx="514350" cy="365125"/>
          </a:xfrm>
        </p:spPr>
        <p:txBody>
          <a:bodyPr/>
          <a:lstStyle/>
          <a:p>
            <a:pPr>
              <a:defRPr/>
            </a:pPr>
            <a:fld id="{BED63B56-3663-4D96-940A-7A6F43B1EE2A}" type="slidenum">
              <a:rPr lang="zh-CN" altLang="en-US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016332F-C1A8-4CF4-BB63-AB63BC58015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539552" y="980728"/>
            <a:ext cx="8064896" cy="1368152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列写节点电压方程。步骤要求：（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）先观察列写出以节点电压表示的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KCL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方程；（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增加方程；（</a:t>
            </a:r>
            <a:r>
              <a:rPr lang="en-US" altLang="zh-CN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）整理成节点电压方程的标准形式</a:t>
            </a:r>
            <a:endParaRPr kumimoji="0" lang="zh-CN" altLang="en-US" sz="2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C68A33C-4F9A-4C3A-85B8-E29D69F50BD7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4869160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1D02002-9F64-4988-A349-AA44543F36CC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588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正常使用主观题需</a:t>
            </a:r>
            <a:r>
              <a:rPr kumimoji="0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2.0</a:t>
            </a:r>
            <a:r>
              <a:rPr kumimoji="0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以上版本雨课堂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C0A62B03-2205-47F4-8E0D-39EFB8E9E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2647321"/>
              </p:ext>
            </p:extLst>
          </p:nvPr>
        </p:nvGraphicFramePr>
        <p:xfrm>
          <a:off x="963142" y="2582106"/>
          <a:ext cx="5209058" cy="3450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37" name="Visio" r:id="rId13" imgW="2962972" imgH="1962443" progId="Visio.Drawing.11">
                  <p:embed/>
                </p:oleObj>
              </mc:Choice>
              <mc:Fallback>
                <p:oleObj name="Visio" r:id="rId13" imgW="2962972" imgH="19624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142" y="2582106"/>
                        <a:ext cx="5209058" cy="345007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558233B4-0EE3-4424-89C5-826769686AFE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C7715BB-1058-4149-B373-168156041C6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8C0BE829-7183-4894-B195-A744806DA8A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2540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7B7888DE-9E31-4CDC-94F3-686F159765E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254000" y="0"/>
              <a:ext cx="1270000" cy="635000"/>
            </a:xfrm>
            <a:prstGeom prst="rect">
              <a:avLst/>
            </a:prstGeom>
            <a:noFill/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 algn="ctr">
                  <a:solidFill>
                    <a:srgbClr val="FFFFFF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eaLnBrk="1" hangingPunct="1"/>
              <a:r>
                <a:rPr kumimoji="0" lang="zh-CN" altLang="en-US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主观题</a:t>
              </a:r>
            </a:p>
          </p:txBody>
        </p:sp>
        <p:sp>
          <p:nvSpPr>
            <p:cNvPr id="13" name="TipText">
              <a:extLst>
                <a:ext uri="{FF2B5EF4-FFF2-40B4-BE49-F238E27FC236}">
                  <a16:creationId xmlns:a16="http://schemas.microsoft.com/office/drawing/2014/main" id="{9F027B5B-A8DD-41F5-90DD-EB3923BE97C6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151955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8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A9CB148E-6313-4CB2-A871-0603DFED42EC}"/>
              </a:ext>
            </a:extLst>
          </p:cNvPr>
          <p:cNvPicPr>
            <a:picLocks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189306705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D871751-B861-4E1A-B571-853E0225B1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8C5E2AD-F161-4541-91B2-BA1BFB4144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297828"/>
              </p:ext>
            </p:extLst>
          </p:nvPr>
        </p:nvGraphicFramePr>
        <p:xfrm>
          <a:off x="4427984" y="166863"/>
          <a:ext cx="4444458" cy="2943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2" name="Visio" r:id="rId6" imgW="2962972" imgH="1962443" progId="Visio.Drawing.11">
                  <p:embed/>
                </p:oleObj>
              </mc:Choice>
              <mc:Fallback>
                <p:oleObj name="Visio" r:id="rId6" imgW="2962972" imgH="1962443" progId="Visio.Drawing.11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C0A62B03-2205-47F4-8E0D-39EFB8E9E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166863"/>
                        <a:ext cx="4444458" cy="2943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37DCD13-5503-47A8-BE37-99D42AE4244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79512" y="868882"/>
            <a:ext cx="4104456" cy="789887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【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】1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）观察列写节点电压方程</a:t>
            </a:r>
          </a:p>
        </p:txBody>
      </p:sp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BA9CEF82-8D48-4EF6-A970-2D51F1995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207833"/>
              </p:ext>
            </p:extLst>
          </p:nvPr>
        </p:nvGraphicFramePr>
        <p:xfrm>
          <a:off x="508222" y="1844824"/>
          <a:ext cx="4565592" cy="2139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3" name="Equation" r:id="rId8" imgW="2603160" imgH="1295280" progId="Equation.DSMT4">
                  <p:embed/>
                </p:oleObj>
              </mc:Choice>
              <mc:Fallback>
                <p:oleObj name="Equation" r:id="rId8" imgW="2603160" imgH="129528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FF8D090E-92C2-4016-B0CD-B96A85459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222" y="1844824"/>
                        <a:ext cx="4565592" cy="2139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333FF15-7F0B-42EC-AB6C-E358A5953A0F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323528" y="4016148"/>
            <a:ext cx="2232248" cy="391799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）增加方程</a:t>
            </a:r>
          </a:p>
        </p:txBody>
      </p:sp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5D7FC7E1-42ED-48D5-B2F7-17AA178DDE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611429"/>
              </p:ext>
            </p:extLst>
          </p:nvPr>
        </p:nvGraphicFramePr>
        <p:xfrm>
          <a:off x="827584" y="4469267"/>
          <a:ext cx="1584176" cy="1693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4" name="Equation" r:id="rId10" imgW="761760" imgH="863280" progId="Equation.DSMT4">
                  <p:embed/>
                </p:oleObj>
              </mc:Choice>
              <mc:Fallback>
                <p:oleObj name="Equation" r:id="rId10" imgW="761760" imgH="863280" progId="Equation.DSMT4">
                  <p:embed/>
                  <p:pic>
                    <p:nvPicPr>
                      <p:cNvPr id="5" name="Object 18">
                        <a:extLst>
                          <a:ext uri="{FF2B5EF4-FFF2-40B4-BE49-F238E27FC236}">
                            <a16:creationId xmlns:a16="http://schemas.microsoft.com/office/drawing/2014/main" id="{BA9CEF82-8D48-4EF6-A970-2D51F1995A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4469267"/>
                        <a:ext cx="1584176" cy="16934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2405CF4-411C-44AC-9861-20BD7638CEC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3635896" y="3361567"/>
            <a:ext cx="4176464" cy="391799"/>
          </a:xfrm>
          <a:prstGeom prst="rect">
            <a:avLst/>
          </a:prstGeom>
          <a:noFill/>
          <a:ln w="158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0" lang="en-US" altLang="zh-CN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kumimoji="0" lang="zh-CN" altLang="en-US" sz="2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zh-CN" altLang="en-US" sz="2600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整理得节点电压方程为</a:t>
            </a:r>
            <a:endParaRPr kumimoji="0" lang="zh-CN" altLang="en-US" sz="2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9" name="Object 18">
            <a:extLst>
              <a:ext uri="{FF2B5EF4-FFF2-40B4-BE49-F238E27FC236}">
                <a16:creationId xmlns:a16="http://schemas.microsoft.com/office/drawing/2014/main" id="{5E4A59FC-F083-47FB-9410-E934AAB62F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431006"/>
              </p:ext>
            </p:extLst>
          </p:nvPr>
        </p:nvGraphicFramePr>
        <p:xfrm>
          <a:off x="4292316" y="4106941"/>
          <a:ext cx="2508250" cy="139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85" name="Equation" r:id="rId12" imgW="1206360" imgH="711000" progId="Equation.DSMT4">
                  <p:embed/>
                </p:oleObj>
              </mc:Choice>
              <mc:Fallback>
                <p:oleObj name="Equation" r:id="rId12" imgW="1206360" imgH="711000" progId="Equation.DSMT4">
                  <p:embed/>
                  <p:pic>
                    <p:nvPicPr>
                      <p:cNvPr id="7" name="Object 18">
                        <a:extLst>
                          <a:ext uri="{FF2B5EF4-FFF2-40B4-BE49-F238E27FC236}">
                            <a16:creationId xmlns:a16="http://schemas.microsoft.com/office/drawing/2014/main" id="{5D7FC7E1-42ED-48D5-B2F7-17AA178DDE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316" y="4106941"/>
                        <a:ext cx="2508250" cy="139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34690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FAD8658-F6E3-4381-83C3-27E7971195DD}"/>
              </a:ext>
            </a:extLst>
          </p:cNvPr>
          <p:cNvSpPr>
            <a:spLocks/>
          </p:cNvSpPr>
          <p:nvPr/>
        </p:nvSpPr>
        <p:spPr bwMode="auto">
          <a:xfrm>
            <a:off x="0" y="0"/>
            <a:ext cx="7596188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§3-5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网孔电流法（网孔分析法）</a:t>
            </a:r>
          </a:p>
        </p:txBody>
      </p:sp>
      <p:sp>
        <p:nvSpPr>
          <p:cNvPr id="184323" name="Text Box 3">
            <a:extLst>
              <a:ext uri="{FF2B5EF4-FFF2-40B4-BE49-F238E27FC236}">
                <a16:creationId xmlns:a16="http://schemas.microsoft.com/office/drawing/2014/main" id="{81D25D32-2F67-4145-A3A0-464A12A01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82963"/>
            <a:ext cx="26638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800000"/>
              </a:buClr>
              <a:buFont typeface="Wingdings" panose="05000000000000000000" pitchFamily="2" charset="2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基本思想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18CD3100-2CFA-4A7A-8CAB-BDEABA9D2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030663"/>
            <a:ext cx="7488237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为减少未知量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的个数，假想每个回路中有一个回路电流。各支路</a:t>
            </a:r>
            <a:r>
              <a:rPr kumimoji="1" lang="zh-CN" altLang="en-US" sz="2800" b="1">
                <a:solidFill>
                  <a:srgbClr val="94363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电流可用回路电流的线性组合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表示，来求得电路的解。</a:t>
            </a:r>
          </a:p>
        </p:txBody>
      </p:sp>
      <p:sp>
        <p:nvSpPr>
          <p:cNvPr id="184325" name="Text Box 5">
            <a:extLst>
              <a:ext uri="{FF2B5EF4-FFF2-40B4-BE49-F238E27FC236}">
                <a16:creationId xmlns:a16="http://schemas.microsoft.com/office/drawing/2014/main" id="{B493259D-75AA-452E-8B13-5C6A540FB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077913"/>
            <a:ext cx="31670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网孔电流法</a:t>
            </a:r>
          </a:p>
        </p:txBody>
      </p:sp>
      <p:sp>
        <p:nvSpPr>
          <p:cNvPr id="184326" name="Rectangle 6">
            <a:extLst>
              <a:ext uri="{FF2B5EF4-FFF2-40B4-BE49-F238E27FC236}">
                <a16:creationId xmlns:a16="http://schemas.microsoft.com/office/drawing/2014/main" id="{FAE193CB-9FE7-4AEA-AEAE-16FBCC237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654175"/>
            <a:ext cx="77041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以沿网孔连续流动的假想电流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列写电路方程分析电路的方法称网孔电流法。它仅适用于平面电路。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/>
      <p:bldP spid="184324" grpId="0" autoUpdateAnimBg="0"/>
      <p:bldP spid="184325" grpId="0"/>
      <p:bldP spid="1843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7" name="Group 7">
            <a:extLst>
              <a:ext uri="{FF2B5EF4-FFF2-40B4-BE49-F238E27FC236}">
                <a16:creationId xmlns:a16="http://schemas.microsoft.com/office/drawing/2014/main" id="{FAEDB1FB-26E3-4825-89E5-FE4EAE848EB2}"/>
              </a:ext>
            </a:extLst>
          </p:cNvPr>
          <p:cNvGrpSpPr>
            <a:grpSpLocks/>
          </p:cNvGrpSpPr>
          <p:nvPr/>
        </p:nvGrpSpPr>
        <p:grpSpPr bwMode="auto">
          <a:xfrm>
            <a:off x="179512" y="836613"/>
            <a:ext cx="5029322" cy="2266950"/>
            <a:chOff x="960" y="300"/>
            <a:chExt cx="4028" cy="1428"/>
          </a:xfrm>
        </p:grpSpPr>
        <p:sp>
          <p:nvSpPr>
            <p:cNvPr id="53256" name="Text Box 8">
              <a:extLst>
                <a:ext uri="{FF2B5EF4-FFF2-40B4-BE49-F238E27FC236}">
                  <a16:creationId xmlns:a16="http://schemas.microsoft.com/office/drawing/2014/main" id="{2C61318D-DC0C-454C-B866-EECB7FF590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00"/>
              <a:ext cx="339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1,m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Sm1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7" name="Text Box 9">
              <a:extLst>
                <a:ext uri="{FF2B5EF4-FFF2-40B4-BE49-F238E27FC236}">
                  <a16:creationId xmlns:a16="http://schemas.microsoft.com/office/drawing/2014/main" id="{2DEA95A5-3215-4818-A7B6-95BB5DB09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4" y="658"/>
              <a:ext cx="32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2,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m,</a:t>
              </a:r>
              <a:r>
                <a:rPr kumimoji="1" lang="en-US" altLang="zh-CN" sz="2400" b="0" i="1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Sm2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58" name="Text Box 10">
              <a:extLst>
                <a:ext uri="{FF2B5EF4-FFF2-40B4-BE49-F238E27FC236}">
                  <a16:creationId xmlns:a16="http://schemas.microsoft.com/office/drawing/2014/main" id="{8383250D-FFF3-479E-8A98-1D25A0646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6" y="1030"/>
              <a:ext cx="134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MT Extra" panose="05050102010205020202" pitchFamily="18" charset="2"/>
                </a:rPr>
                <a:t>   </a:t>
              </a:r>
            </a:p>
          </p:txBody>
        </p:sp>
        <p:sp>
          <p:nvSpPr>
            <p:cNvPr id="53259" name="Text Box 11">
              <a:extLst>
                <a:ext uri="{FF2B5EF4-FFF2-40B4-BE49-F238E27FC236}">
                  <a16:creationId xmlns:a16="http://schemas.microsoft.com/office/drawing/2014/main" id="{BC019549-9E81-485C-8C96-574F2D8F2B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3" y="1413"/>
              <a:ext cx="39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m1,1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m1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,2</a:t>
              </a:r>
              <a:r>
                <a: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m2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+…+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2400" b="0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,m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i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m,</a:t>
              </a:r>
              <a:r>
                <a:rPr kumimoji="1" lang="en-US" altLang="zh-CN" sz="2400" b="0" i="1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=</a:t>
              </a:r>
              <a:r>
                <a:rPr kumimoji="1" lang="en-US" altLang="zh-CN" sz="2400" b="0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400" b="0" i="0" u="none" strike="noStrike" kern="1200" cap="none" spc="0" normalizeH="0" baseline="-2500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Sm,m</a:t>
              </a:r>
              <a:endPara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260" name="AutoShape 12">
              <a:extLst>
                <a:ext uri="{FF2B5EF4-FFF2-40B4-BE49-F238E27FC236}">
                  <a16:creationId xmlns:a16="http://schemas.microsoft.com/office/drawing/2014/main" id="{BCC9E40D-AD66-467A-A844-208D61FE2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480"/>
              <a:ext cx="144" cy="1248"/>
            </a:xfrm>
            <a:prstGeom prst="leftBrace">
              <a:avLst>
                <a:gd name="adj1" fmla="val 72222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4093" name="Text Box 13">
            <a:extLst>
              <a:ext uri="{FF2B5EF4-FFF2-40B4-BE49-F238E27FC236}">
                <a16:creationId xmlns:a16="http://schemas.microsoft.com/office/drawing/2014/main" id="{E7E322A9-AD95-477B-BD3E-7EA53F37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845" y="776287"/>
            <a:ext cx="3316256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62000" marR="0" lvl="0" indent="-7620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阻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，总为正</a:t>
            </a:r>
          </a:p>
        </p:txBody>
      </p:sp>
      <p:sp>
        <p:nvSpPr>
          <p:cNvPr id="174094" name="Text Box 14">
            <a:extLst>
              <a:ext uri="{FF2B5EF4-FFF2-40B4-BE49-F238E27FC236}">
                <a16:creationId xmlns:a16="http://schemas.microsoft.com/office/drawing/2014/main" id="{F750A688-B72C-491B-9785-D7B40643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925" y="4607934"/>
            <a:ext cx="3265367" cy="1393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62000" marR="0" lvl="0" indent="-7620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Sni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个网孔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所有独立电压源电压的代数和。</a:t>
            </a:r>
          </a:p>
        </p:txBody>
      </p:sp>
      <p:sp>
        <p:nvSpPr>
          <p:cNvPr id="174095" name="Text Box 15">
            <a:extLst>
              <a:ext uri="{FF2B5EF4-FFF2-40B4-BE49-F238E27FC236}">
                <a16:creationId xmlns:a16="http://schemas.microsoft.com/office/drawing/2014/main" id="{913C1513-FC8B-4DF2-BC03-778AE3A07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9845" y="1309134"/>
            <a:ext cx="3985447" cy="1393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762000" indent="-762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762000" marR="0" lvl="0" indent="-76200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</a:t>
            </a:r>
            <a:r>
              <a:rPr kumimoji="1" lang="zh-CN" altLang="en-US" sz="24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阻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，网孔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结点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所有公共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支路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阻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之和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096" name="Text Box 16" descr="绿色大理石">
            <a:extLst>
              <a:ext uri="{FF2B5EF4-FFF2-40B4-BE49-F238E27FC236}">
                <a16:creationId xmlns:a16="http://schemas.microsoft.com/office/drawing/2014/main" id="{F5BAD726-5D69-4AD4-B84E-20133E69F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5100"/>
            <a:ext cx="72739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个独立的网孔的网孔电流方程标准形式：</a:t>
            </a:r>
          </a:p>
        </p:txBody>
      </p:sp>
      <p:sp>
        <p:nvSpPr>
          <p:cNvPr id="174100" name="Text Box 20">
            <a:extLst>
              <a:ext uri="{FF2B5EF4-FFF2-40B4-BE49-F238E27FC236}">
                <a16:creationId xmlns:a16="http://schemas.microsoft.com/office/drawing/2014/main" id="{2AB90728-DB27-4E69-A8F8-DAD90B249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2679" y="3566093"/>
            <a:ext cx="36577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当电路不含受控源时，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系数矩阵为对称阵</a:t>
            </a:r>
          </a:p>
        </p:txBody>
      </p:sp>
      <p:sp>
        <p:nvSpPr>
          <p:cNvPr id="13" name="Text Box 11" descr="绿色大理石">
            <a:extLst>
              <a:ext uri="{FF2B5EF4-FFF2-40B4-BE49-F238E27FC236}">
                <a16:creationId xmlns:a16="http://schemas.microsoft.com/office/drawing/2014/main" id="{B29F7390-BB84-4E30-A28A-B6E7EA6AE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16" y="3159144"/>
            <a:ext cx="60734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1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</a:t>
            </a:r>
            <a:r>
              <a:rPr kumimoji="1" lang="zh-CN" altLang="en-US" sz="2400" b="1" noProof="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网孔的网孔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电流方程矩阵形式为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FF8D090E-92C2-4016-B0CD-B96A85459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671016"/>
              </p:ext>
            </p:extLst>
          </p:nvPr>
        </p:nvGraphicFramePr>
        <p:xfrm>
          <a:off x="192088" y="3697288"/>
          <a:ext cx="4875212" cy="177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75" name="Equation" r:id="rId3" imgW="3568680" imgH="1384200" progId="Equation.DSMT4">
                  <p:embed/>
                </p:oleObj>
              </mc:Choice>
              <mc:Fallback>
                <p:oleObj name="Equation" r:id="rId3" imgW="3568680" imgH="1384200" progId="Equation.DSMT4">
                  <p:embed/>
                  <p:pic>
                    <p:nvPicPr>
                      <p:cNvPr id="14" name="Object 18">
                        <a:extLst>
                          <a:ext uri="{FF2B5EF4-FFF2-40B4-BE49-F238E27FC236}">
                            <a16:creationId xmlns:a16="http://schemas.microsoft.com/office/drawing/2014/main" id="{FF8D090E-92C2-4016-B0CD-B96A85459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088" y="3697288"/>
                        <a:ext cx="4875212" cy="177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6">
            <a:extLst>
              <a:ext uri="{FF2B5EF4-FFF2-40B4-BE49-F238E27FC236}">
                <a16:creationId xmlns:a16="http://schemas.microsoft.com/office/drawing/2014/main" id="{4E734167-0695-43D8-ABAD-C631FA275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6" y="5548866"/>
            <a:ext cx="6152808" cy="1200329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81000" marR="0" lvl="0" indent="-3810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）当支路电压不能直接用网孔电流表示时；或（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）当电路含有受控源元件时，如何用观察法列写网孔电流方程？</a:t>
            </a:r>
          </a:p>
        </p:txBody>
      </p:sp>
    </p:spTree>
    <p:extLst>
      <p:ext uri="{BB962C8B-B14F-4D97-AF65-F5344CB8AC3E}">
        <p14:creationId xmlns:p14="http://schemas.microsoft.com/office/powerpoint/2010/main" val="237873706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4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3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93" grpId="0"/>
      <p:bldP spid="174094" grpId="0"/>
      <p:bldP spid="174095" grpId="0"/>
      <p:bldP spid="174096" grpId="0"/>
      <p:bldP spid="174100" grpId="0"/>
      <p:bldP spid="13" grpId="0"/>
      <p:bldP spid="15" grpId="0" animBg="1"/>
      <p:bldP spid="1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Text Box 3">
            <a:extLst>
              <a:ext uri="{FF2B5EF4-FFF2-40B4-BE49-F238E27FC236}">
                <a16:creationId xmlns:a16="http://schemas.microsoft.com/office/drawing/2014/main" id="{1ED6E984-005E-4333-A25C-AA8E9D373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295400"/>
            <a:ext cx="36000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197636" name="Rectangle 4">
            <a:extLst>
              <a:ext uri="{FF2B5EF4-FFF2-40B4-BE49-F238E27FC236}">
                <a16:creationId xmlns:a16="http://schemas.microsoft.com/office/drawing/2014/main" id="{EDA20193-F48B-40FD-BC9C-35C9B343E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1" y="1943100"/>
            <a:ext cx="381672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流过互阻的两个网孔电流方向相同；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7DCDD602-F555-454E-93CF-D9BB9BFE6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1" y="2592388"/>
            <a:ext cx="2743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流过互阻的两个网孔电流方向相反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197638" name="Text Box 6">
            <a:extLst>
              <a:ext uri="{FF2B5EF4-FFF2-40B4-BE49-F238E27FC236}">
                <a16:creationId xmlns:a16="http://schemas.microsoft.com/office/drawing/2014/main" id="{A9D3B4FB-7081-4489-A961-0B6B7D6EC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563" y="3515687"/>
            <a:ext cx="2743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: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197639" name="AutoShape 7">
            <a:extLst>
              <a:ext uri="{FF2B5EF4-FFF2-40B4-BE49-F238E27FC236}">
                <a16:creationId xmlns:a16="http://schemas.microsoft.com/office/drawing/2014/main" id="{3208680E-6AF8-4F43-A2FA-1926B3D7A9A0}"/>
              </a:ext>
            </a:extLst>
          </p:cNvPr>
          <p:cNvSpPr>
            <a:spLocks/>
          </p:cNvSpPr>
          <p:nvPr/>
        </p:nvSpPr>
        <p:spPr bwMode="auto">
          <a:xfrm>
            <a:off x="971550" y="1943101"/>
            <a:ext cx="144463" cy="1773238"/>
          </a:xfrm>
          <a:prstGeom prst="leftBrace">
            <a:avLst>
              <a:gd name="adj1" fmla="val 5557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640" name="Text Box 8">
            <a:extLst>
              <a:ext uri="{FF2B5EF4-FFF2-40B4-BE49-F238E27FC236}">
                <a16:creationId xmlns:a16="http://schemas.microsoft.com/office/drawing/2014/main" id="{1B16CCF1-899A-4B79-8CCF-7DF6A69E7B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19138"/>
            <a:ext cx="3816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grpSp>
        <p:nvGrpSpPr>
          <p:cNvPr id="197642" name="Group 10">
            <a:extLst>
              <a:ext uri="{FF2B5EF4-FFF2-40B4-BE49-F238E27FC236}">
                <a16:creationId xmlns:a16="http://schemas.microsoft.com/office/drawing/2014/main" id="{BB8BAA80-BB96-44AB-A4F8-2DB412CC7BC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15888"/>
            <a:ext cx="1644650" cy="850900"/>
            <a:chOff x="385" y="3022"/>
            <a:chExt cx="1036" cy="536"/>
          </a:xfrm>
        </p:grpSpPr>
        <p:pic>
          <p:nvPicPr>
            <p:cNvPr id="85005" name="Picture 11" descr="123">
              <a:extLst>
                <a:ext uri="{FF2B5EF4-FFF2-40B4-BE49-F238E27FC236}">
                  <a16:creationId xmlns:a16="http://schemas.microsoft.com/office/drawing/2014/main" id="{F9C6445B-2FEB-48E1-B2EB-7D18C1722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" y="3022"/>
              <a:ext cx="590" cy="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006" name="Text Box 12">
              <a:extLst>
                <a:ext uri="{FF2B5EF4-FFF2-40B4-BE49-F238E27FC236}">
                  <a16:creationId xmlns:a16="http://schemas.microsoft.com/office/drawing/2014/main" id="{48BDA1E5-6A64-46A0-8A47-7C535238F9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3" y="3125"/>
              <a:ext cx="62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b="1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</a:t>
              </a:r>
            </a:p>
          </p:txBody>
        </p:sp>
      </p:grpSp>
      <p:sp>
        <p:nvSpPr>
          <p:cNvPr id="197645" name="Line 13">
            <a:extLst>
              <a:ext uri="{FF2B5EF4-FFF2-40B4-BE49-F238E27FC236}">
                <a16:creationId xmlns:a16="http://schemas.microsoft.com/office/drawing/2014/main" id="{87B0EE54-6F07-48B1-8374-B4A474F98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2166" y="1628800"/>
            <a:ext cx="647700" cy="0"/>
          </a:xfrm>
          <a:prstGeom prst="line">
            <a:avLst/>
          </a:prstGeom>
          <a:noFill/>
          <a:ln w="76200">
            <a:solidFill>
              <a:srgbClr val="0099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49944E30-9631-470A-BBFC-A766A6F5D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25" y="3876675"/>
            <a:ext cx="7493000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当电路不含受控源时，互电阻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endParaRPr kumimoji="1" lang="zh-CN" altLang="en-US" sz="28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4A480D8A-38B5-4F29-BCCB-DB0411223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4616450"/>
            <a:ext cx="7200900" cy="13843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）当支路电压不能直接用网孔电流表示时；或（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）当电路含有受控源元件时，如何用观察法列写网孔电流方程？</a:t>
            </a:r>
          </a:p>
        </p:txBody>
      </p:sp>
      <p:pic>
        <p:nvPicPr>
          <p:cNvPr id="16" name="Picture 1067" descr="PE01753_">
            <a:extLst>
              <a:ext uri="{FF2B5EF4-FFF2-40B4-BE49-F238E27FC236}">
                <a16:creationId xmlns:a16="http://schemas.microsoft.com/office/drawing/2014/main" id="{B2588830-9551-41DE-80FB-8D5ED1B89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4600575"/>
            <a:ext cx="98266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92E53AA7-E47F-4A8D-A71D-0EAEF277E3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453079"/>
              </p:ext>
            </p:extLst>
          </p:nvPr>
        </p:nvGraphicFramePr>
        <p:xfrm>
          <a:off x="5278437" y="-52770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82" name="Visio" r:id="rId5" imgW="1358890" imgH="854847" progId="Visio.Drawing.11">
                  <p:embed/>
                </p:oleObj>
              </mc:Choice>
              <mc:Fallback>
                <p:oleObj name="Visio" r:id="rId5" imgW="1358890" imgH="854847" progId="Visio.Drawing.11">
                  <p:embed/>
                  <p:pic>
                    <p:nvPicPr>
                      <p:cNvPr id="325645" name="Object 4">
                        <a:extLst>
                          <a:ext uri="{FF2B5EF4-FFF2-40B4-BE49-F238E27FC236}">
                            <a16:creationId xmlns:a16="http://schemas.microsoft.com/office/drawing/2014/main" id="{6228342D-32BD-47B9-8A0B-9638AD4D77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7" y="-52770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>
            <a:extLst>
              <a:ext uri="{FF2B5EF4-FFF2-40B4-BE49-F238E27FC236}">
                <a16:creationId xmlns:a16="http://schemas.microsoft.com/office/drawing/2014/main" id="{4ECCDBDF-EC09-4D05-BC9C-AF01DD7E7D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683062"/>
              </p:ext>
            </p:extLst>
          </p:nvPr>
        </p:nvGraphicFramePr>
        <p:xfrm>
          <a:off x="5216971" y="1978025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83" name="Visio" r:id="rId7" imgW="1358890" imgH="854847" progId="Visio.Drawing.11">
                  <p:embed/>
                </p:oleObj>
              </mc:Choice>
              <mc:Fallback>
                <p:oleObj name="Visio" r:id="rId7" imgW="1358890" imgH="854847" progId="Visio.Drawing.11">
                  <p:embed/>
                  <p:pic>
                    <p:nvPicPr>
                      <p:cNvPr id="325651" name="Object 4">
                        <a:extLst>
                          <a:ext uri="{FF2B5EF4-FFF2-40B4-BE49-F238E27FC236}">
                            <a16:creationId xmlns:a16="http://schemas.microsoft.com/office/drawing/2014/main" id="{A9D90559-00B5-4C00-91C3-C3154FA17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971" y="1978025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976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19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97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autoUpdateAnimBg="0"/>
      <p:bldP spid="197636" grpId="0" autoUpdateAnimBg="0"/>
      <p:bldP spid="197637" grpId="0" autoUpdateAnimBg="0"/>
      <p:bldP spid="197638" grpId="0" autoUpdateAnimBg="0"/>
      <p:bldP spid="197639" grpId="0" animBg="1"/>
      <p:bldP spid="197640" grpId="0" build="p" autoUpdateAnimBg="0"/>
      <p:bldP spid="14" grpId="0" animBg="1" autoUpdateAnimBg="0"/>
      <p:bldP spid="15" grpId="0" animBg="1"/>
      <p:bldP spid="15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5938" name="Object 2">
            <a:extLst>
              <a:ext uri="{FF2B5EF4-FFF2-40B4-BE49-F238E27FC236}">
                <a16:creationId xmlns:a16="http://schemas.microsoft.com/office/drawing/2014/main" id="{25AD4620-F8FA-4A9A-9FA4-675ABBC183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500438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6" name="Visio" r:id="rId3" imgW="832104" imgH="1595310" progId="Visio.Drawing.11">
                  <p:embed/>
                </p:oleObj>
              </mc:Choice>
              <mc:Fallback>
                <p:oleObj name="Visio" r:id="rId3" imgW="832104" imgH="15953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500438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39" name="Object 3">
            <a:extLst>
              <a:ext uri="{FF2B5EF4-FFF2-40B4-BE49-F238E27FC236}">
                <a16:creationId xmlns:a16="http://schemas.microsoft.com/office/drawing/2014/main" id="{2B432EFE-1330-4E9D-90F4-3E718C9AE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3573463"/>
          <a:ext cx="1057275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7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573463"/>
                        <a:ext cx="1057275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0" name="Object 4">
            <a:extLst>
              <a:ext uri="{FF2B5EF4-FFF2-40B4-BE49-F238E27FC236}">
                <a16:creationId xmlns:a16="http://schemas.microsoft.com/office/drawing/2014/main" id="{51A6BE23-55BF-4018-BA5F-B77990005334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827088" y="1482725"/>
          <a:ext cx="7126287" cy="446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8" name="Visio" r:id="rId7" imgW="4748784" imgH="2976982" progId="Visio.Drawing.11">
                  <p:embed/>
                </p:oleObj>
              </mc:Choice>
              <mc:Fallback>
                <p:oleObj name="Visio" r:id="rId7" imgW="4748784" imgH="297698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82725"/>
                        <a:ext cx="7126287" cy="446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1" name="Object 5">
            <a:extLst>
              <a:ext uri="{FF2B5EF4-FFF2-40B4-BE49-F238E27FC236}">
                <a16:creationId xmlns:a16="http://schemas.microsoft.com/office/drawing/2014/main" id="{B2848EF4-0143-491C-A466-F7783952DA74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1979613" y="4292600"/>
          <a:ext cx="1296987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59" name="Visio" r:id="rId9" imgW="1948129" imgH="2378754" progId="Visio.Drawing.11">
                  <p:embed/>
                </p:oleObj>
              </mc:Choice>
              <mc:Fallback>
                <p:oleObj name="Visio" r:id="rId9" imgW="1948129" imgH="237875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292600"/>
                        <a:ext cx="1296987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5942" name="Object 6">
            <a:extLst>
              <a:ext uri="{FF2B5EF4-FFF2-40B4-BE49-F238E27FC236}">
                <a16:creationId xmlns:a16="http://schemas.microsoft.com/office/drawing/2014/main" id="{56F9207F-39C3-4000-B025-C089C0EC0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363788"/>
          <a:ext cx="158432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560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363788"/>
                        <a:ext cx="1584325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1" name="Text Box 7">
            <a:extLst>
              <a:ext uri="{FF2B5EF4-FFF2-40B4-BE49-F238E27FC236}">
                <a16:creationId xmlns:a16="http://schemas.microsoft.com/office/drawing/2014/main" id="{DF06CA0E-ECDA-4A2B-8E07-A2FF7245B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125538"/>
            <a:ext cx="4679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295944" name="AutoShape 8">
            <a:extLst>
              <a:ext uri="{FF2B5EF4-FFF2-40B4-BE49-F238E27FC236}">
                <a16:creationId xmlns:a16="http://schemas.microsoft.com/office/drawing/2014/main" id="{A3D79AB3-4593-44E7-A004-610BE54C9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6021388"/>
            <a:ext cx="1476375" cy="431800"/>
          </a:xfrm>
          <a:prstGeom prst="wedgeRoundRectCallout">
            <a:avLst>
              <a:gd name="adj1" fmla="val -62903"/>
              <a:gd name="adj2" fmla="val -163602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虚元件</a:t>
            </a:r>
          </a:p>
        </p:txBody>
      </p:sp>
      <p:sp>
        <p:nvSpPr>
          <p:cNvPr id="295945" name="AutoShape 9">
            <a:extLst>
              <a:ext uri="{FF2B5EF4-FFF2-40B4-BE49-F238E27FC236}">
                <a16:creationId xmlns:a16="http://schemas.microsoft.com/office/drawing/2014/main" id="{A3954B28-251A-4FEB-9066-8AAE4B288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4365625"/>
            <a:ext cx="2232025" cy="1800225"/>
          </a:xfrm>
          <a:prstGeom prst="wedgeRoundRectCallout">
            <a:avLst>
              <a:gd name="adj1" fmla="val -83356"/>
              <a:gd name="adj2" fmla="val -20634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有伴电流源等效成电压源与电阻串联列写</a:t>
            </a:r>
          </a:p>
        </p:txBody>
      </p:sp>
      <p:sp>
        <p:nvSpPr>
          <p:cNvPr id="88074" name="Text Box 10">
            <a:extLst>
              <a:ext uri="{FF2B5EF4-FFF2-40B4-BE49-F238E27FC236}">
                <a16:creationId xmlns:a16="http://schemas.microsoft.com/office/drawing/2014/main" id="{51970697-B0AF-4D59-ACD2-3B778CB58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含不同性质电路元件的处理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（直接法或观察列写）</a:t>
            </a:r>
          </a:p>
        </p:txBody>
      </p:sp>
      <p:sp>
        <p:nvSpPr>
          <p:cNvPr id="88075" name="Text Box 11">
            <a:extLst>
              <a:ext uri="{FF2B5EF4-FFF2-40B4-BE49-F238E27FC236}">
                <a16:creationId xmlns:a16="http://schemas.microsoft.com/office/drawing/2014/main" id="{21BC3B54-6142-4F27-90E4-28EBD4AF0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7850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1) 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仅含电阻、电压源、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电流源情况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29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9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9" dur="2000"/>
                                        <p:tgtEl>
                                          <p:spTgt spid="295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95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4" grpId="0" animBg="1"/>
      <p:bldP spid="29594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8BBE940B-D526-453B-8D14-1F2DD8B8C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2800"/>
            <a:ext cx="1079500" cy="3603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1539" name="Object 3">
            <a:extLst>
              <a:ext uri="{FF2B5EF4-FFF2-40B4-BE49-F238E27FC236}">
                <a16:creationId xmlns:a16="http://schemas.microsoft.com/office/drawing/2014/main" id="{62E84C45-C142-4F46-A109-E26BCD2206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2693988"/>
          <a:ext cx="5405438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78" name="Equation" r:id="rId3" imgW="1854200" imgH="596900" progId="Equation.DSMT4">
                  <p:embed/>
                </p:oleObj>
              </mc:Choice>
              <mc:Fallback>
                <p:oleObj name="Equation" r:id="rId3" imgW="1854200" imgH="596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2693988"/>
                        <a:ext cx="5405438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AutoShape 5">
            <a:extLst>
              <a:ext uri="{FF2B5EF4-FFF2-40B4-BE49-F238E27FC236}">
                <a16:creationId xmlns:a16="http://schemas.microsoft.com/office/drawing/2014/main" id="{DB40F303-FA51-49FA-90E0-43EA2A68A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852863"/>
            <a:ext cx="2663825" cy="1079500"/>
          </a:xfrm>
          <a:prstGeom prst="wedgeRoundRectCallout">
            <a:avLst>
              <a:gd name="adj1" fmla="val 37606"/>
              <a:gd name="adj2" fmla="val -182648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等效成电压源与电阻串联</a:t>
            </a:r>
          </a:p>
        </p:txBody>
      </p:sp>
      <p:graphicFrame>
        <p:nvGraphicFramePr>
          <p:cNvPr id="89093" name="Object 6">
            <a:extLst>
              <a:ext uri="{FF2B5EF4-FFF2-40B4-BE49-F238E27FC236}">
                <a16:creationId xmlns:a16="http://schemas.microsoft.com/office/drawing/2014/main" id="{7E84C705-6D96-432D-ADB7-9FE17EEDF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40313" y="260350"/>
          <a:ext cx="4013200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79" name="Visio" r:id="rId5" imgW="4013911" imgH="3038856" progId="Visio.Drawing.11">
                  <p:embed/>
                </p:oleObj>
              </mc:Choice>
              <mc:Fallback>
                <p:oleObj name="Visio" r:id="rId5" imgW="4013911" imgH="3038856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260350"/>
                        <a:ext cx="4013200" cy="30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3" name="Object 7">
            <a:extLst>
              <a:ext uri="{FF2B5EF4-FFF2-40B4-BE49-F238E27FC236}">
                <a16:creationId xmlns:a16="http://schemas.microsoft.com/office/drawing/2014/main" id="{5BD5F77E-73AE-43AE-A44F-0260CAB2D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1628775"/>
          <a:ext cx="863600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80" name="Visio" r:id="rId7" imgW="832104" imgH="1595323" progId="Visio.Drawing.11">
                  <p:embed/>
                </p:oleObj>
              </mc:Choice>
              <mc:Fallback>
                <p:oleObj name="Visio" r:id="rId7" imgW="832104" imgH="1595323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1628775"/>
                        <a:ext cx="863600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4" name="Object 8">
            <a:extLst>
              <a:ext uri="{FF2B5EF4-FFF2-40B4-BE49-F238E27FC236}">
                <a16:creationId xmlns:a16="http://schemas.microsoft.com/office/drawing/2014/main" id="{ECB8877D-1231-4A93-B993-49D2CE1C5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1414463"/>
          <a:ext cx="86360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81" name="Visio" r:id="rId9" imgW="832104" imgH="1595310" progId="Visio.Drawing.11">
                  <p:embed/>
                </p:oleObj>
              </mc:Choice>
              <mc:Fallback>
                <p:oleObj name="Visio" r:id="rId9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1414463"/>
                        <a:ext cx="86360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5" name="Object 9">
            <a:extLst>
              <a:ext uri="{FF2B5EF4-FFF2-40B4-BE49-F238E27FC236}">
                <a16:creationId xmlns:a16="http://schemas.microsoft.com/office/drawing/2014/main" id="{D1A14CD6-E6C1-4ECD-8B7F-8F1E8D249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8738" y="908050"/>
          <a:ext cx="18002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82" name="Visio" r:id="rId11" imgW="1696212" imgH="821493" progId="Visio.Drawing.11">
                  <p:embed/>
                </p:oleObj>
              </mc:Choice>
              <mc:Fallback>
                <p:oleObj name="Visio" r:id="rId11" imgW="1696212" imgH="821493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908050"/>
                        <a:ext cx="1800225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1546" name="Object 10">
            <a:extLst>
              <a:ext uri="{FF2B5EF4-FFF2-40B4-BE49-F238E27FC236}">
                <a16:creationId xmlns:a16="http://schemas.microsoft.com/office/drawing/2014/main" id="{54B97F46-1AE7-4BD9-B055-F38394ECDE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5350" y="5002213"/>
          <a:ext cx="410845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683" name="Equation" r:id="rId13" imgW="1409700" imgH="596900" progId="Equation.DSMT4">
                  <p:embed/>
                </p:oleObj>
              </mc:Choice>
              <mc:Fallback>
                <p:oleObj name="Equation" r:id="rId13" imgW="1409700" imgH="596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5002213"/>
                        <a:ext cx="4108450" cy="1739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7" name="Rectangle 11">
            <a:extLst>
              <a:ext uri="{FF2B5EF4-FFF2-40B4-BE49-F238E27FC236}">
                <a16:creationId xmlns:a16="http://schemas.microsoft.com/office/drawing/2014/main" id="{BC5A35FC-28D8-4BE6-8537-8375B5D00B5E}"/>
              </a:ext>
            </a:extLst>
          </p:cNvPr>
          <p:cNvSpPr>
            <a:spLocks/>
          </p:cNvSpPr>
          <p:nvPr/>
        </p:nvSpPr>
        <p:spPr bwMode="auto">
          <a:xfrm>
            <a:off x="395288" y="4505325"/>
            <a:ext cx="22669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）整理得：</a:t>
            </a:r>
          </a:p>
        </p:txBody>
      </p:sp>
      <p:sp>
        <p:nvSpPr>
          <p:cNvPr id="89099" name="Text Box 12">
            <a:extLst>
              <a:ext uri="{FF2B5EF4-FFF2-40B4-BE49-F238E27FC236}">
                <a16:creationId xmlns:a16="http://schemas.microsoft.com/office/drawing/2014/main" id="{49B6842A-FB9E-40EE-BED1-205D568E6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65200"/>
            <a:ext cx="1223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endParaRPr lang="zh-CN" altLang="en-US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549" name="Text Box 13">
            <a:extLst>
              <a:ext uri="{FF2B5EF4-FFF2-40B4-BE49-F238E27FC236}">
                <a16:creationId xmlns:a16="http://schemas.microsoft.com/office/drawing/2014/main" id="{46294004-DA2B-4C73-BF59-679AB44C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4375"/>
            <a:ext cx="4679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）观察法列写</a:t>
            </a: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44000658-19FF-413C-820B-B0D8F061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5167313"/>
            <a:ext cx="3781425" cy="95408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思考：此题观察法列写本质是什么？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321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nimBg="1"/>
      <p:bldP spid="321547" grpId="0"/>
      <p:bldP spid="321549" grpId="0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>
            <a:extLst>
              <a:ext uri="{FF2B5EF4-FFF2-40B4-BE49-F238E27FC236}">
                <a16:creationId xmlns:a16="http://schemas.microsoft.com/office/drawing/2014/main" id="{E7BAC980-BCD5-44B6-8084-4005D8EB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052513"/>
            <a:ext cx="55086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kumimoji="1"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kumimoji="1"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含无伴电流源支路的处理</a:t>
            </a: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553614B2-C7FD-4942-9088-28B17A18A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133600"/>
            <a:ext cx="7920037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kumimoji="1" lang="zh-CN" altLang="en-US" sz="28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因无伴电流源支路的电压无法用电网孔电流表示出来，</a:t>
            </a:r>
            <a:r>
              <a:rPr kumimoji="1" lang="zh-CN" altLang="en-US" sz="2800" b="1">
                <a:latin typeface="华文楷体" panose="02010600040101010101" pitchFamily="2" charset="-122"/>
                <a:ea typeface="华文楷体" panose="02010600040101010101" pitchFamily="2" charset="-122"/>
              </a:rPr>
              <a:t>所以先假设电流源两端电压为未知变量，增补网孔电流与电流源关系方程。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"/>
                                        <p:tgtEl>
                                          <p:spTgt spid="297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/>
      <p:bldP spid="29798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3" name="AutoShape 5">
            <a:extLst>
              <a:ext uri="{FF2B5EF4-FFF2-40B4-BE49-F238E27FC236}">
                <a16:creationId xmlns:a16="http://schemas.microsoft.com/office/drawing/2014/main" id="{57331DB6-AC78-4A6F-AA8C-451CA9984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1"/>
            <a:ext cx="2411412" cy="2132856"/>
          </a:xfrm>
          <a:prstGeom prst="wedgeRoundRectCallout">
            <a:avLst>
              <a:gd name="adj1" fmla="val -173306"/>
              <a:gd name="adj2" fmla="val 5629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含无伴电流源电路情况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。设无伴电流源的电压为未知量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，增加无伴电流源的电流与网孔电流关系。</a:t>
            </a:r>
          </a:p>
        </p:txBody>
      </p:sp>
      <p:graphicFrame>
        <p:nvGraphicFramePr>
          <p:cNvPr id="92163" name="Object 2">
            <a:extLst>
              <a:ext uri="{FF2B5EF4-FFF2-40B4-BE49-F238E27FC236}">
                <a16:creationId xmlns:a16="http://schemas.microsoft.com/office/drawing/2014/main" id="{A195AF00-D377-4B2B-ABD6-4185B7CD6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1403350"/>
          <a:ext cx="6551613" cy="418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0" name="Visio" r:id="rId3" imgW="3177845" imgH="2001622" progId="Visio.Drawing.11">
                  <p:embed/>
                </p:oleObj>
              </mc:Choice>
              <mc:Fallback>
                <p:oleObj name="Visio" r:id="rId3" imgW="3177845" imgH="2001622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1403350"/>
                        <a:ext cx="6551613" cy="4186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Text Box 3">
            <a:extLst>
              <a:ext uri="{FF2B5EF4-FFF2-40B4-BE49-F238E27FC236}">
                <a16:creationId xmlns:a16="http://schemas.microsoft.com/office/drawing/2014/main" id="{E8FC6E21-7B83-475D-960F-35392CD353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80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graphicFrame>
        <p:nvGraphicFramePr>
          <p:cNvPr id="299012" name="Object 4">
            <a:extLst>
              <a:ext uri="{FF2B5EF4-FFF2-40B4-BE49-F238E27FC236}">
                <a16:creationId xmlns:a16="http://schemas.microsoft.com/office/drawing/2014/main" id="{5C586301-D706-417F-81C0-4CEC0ECCAF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4288" y="3348038"/>
          <a:ext cx="1439862" cy="223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1" name="Visio" r:id="rId5" imgW="498348" imgH="905561" progId="Visio.Drawing.11">
                  <p:embed/>
                </p:oleObj>
              </mc:Choice>
              <mc:Fallback>
                <p:oleObj name="Visio" r:id="rId5" imgW="498348" imgH="905561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4288" y="3348038"/>
                        <a:ext cx="1439862" cy="223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07A852CE-C7DB-4163-8C1B-66856869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2" y="2961935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C2001502-CFD5-40BB-B6DD-105EF4F1D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9602038"/>
              </p:ext>
            </p:extLst>
          </p:nvPr>
        </p:nvGraphicFramePr>
        <p:xfrm>
          <a:off x="43656" y="3488381"/>
          <a:ext cx="4379119" cy="1376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6" name="Equation" r:id="rId3" imgW="2705040" imgH="850680" progId="Equation.DSMT4">
                  <p:embed/>
                </p:oleObj>
              </mc:Choice>
              <mc:Fallback>
                <p:oleObj name="Equation" r:id="rId3" imgW="2705040" imgH="8506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" y="3488381"/>
                        <a:ext cx="4379119" cy="1376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C2EFA5EF-F3C7-43FF-9217-F53A7FC8C9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7" name="Visio" r:id="rId5" imgW="3177845" imgH="2001622" progId="Visio.Drawing.11">
                  <p:embed/>
                </p:oleObj>
              </mc:Choice>
              <mc:Fallback>
                <p:oleObj name="Visio" r:id="rId5" imgW="3177845" imgH="2001622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2" name="Object 8">
            <a:extLst>
              <a:ext uri="{FF2B5EF4-FFF2-40B4-BE49-F238E27FC236}">
                <a16:creationId xmlns:a16="http://schemas.microsoft.com/office/drawing/2014/main" id="{74DF1E67-6E5C-482D-B7B5-034768862F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844675"/>
          <a:ext cx="1282700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8" name="Visio" r:id="rId7" imgW="498348" imgH="905561" progId="Visio.Drawing.11">
                  <p:embed/>
                </p:oleObj>
              </mc:Choice>
              <mc:Fallback>
                <p:oleObj name="Visio" r:id="rId7" imgW="498348" imgH="905561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844675"/>
                        <a:ext cx="1282700" cy="198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3" name="Text Box 9">
            <a:extLst>
              <a:ext uri="{FF2B5EF4-FFF2-40B4-BE49-F238E27FC236}">
                <a16:creationId xmlns:a16="http://schemas.microsoft.com/office/drawing/2014/main" id="{E911D66D-9938-4065-BC8A-93877F2C4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80" y="5058814"/>
            <a:ext cx="215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03114" name="Object 10">
            <a:extLst>
              <a:ext uri="{FF2B5EF4-FFF2-40B4-BE49-F238E27FC236}">
                <a16:creationId xmlns:a16="http://schemas.microsoft.com/office/drawing/2014/main" id="{790837BB-D8FB-4C43-BBAF-0E9C1894E0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258605"/>
              </p:ext>
            </p:extLst>
          </p:nvPr>
        </p:nvGraphicFramePr>
        <p:xfrm>
          <a:off x="1919730" y="5038712"/>
          <a:ext cx="1446179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9" name="Equation" r:id="rId9" imgW="812447" imgH="291973" progId="Equation.DSMT4">
                  <p:embed/>
                </p:oleObj>
              </mc:Choice>
              <mc:Fallback>
                <p:oleObj name="Equation" r:id="rId9" imgW="812447" imgH="291973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730" y="5038712"/>
                        <a:ext cx="1446179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E42FD306-932C-4AF4-8BC6-17D194696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7" y="187326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lang="zh-CN" altLang="en-US" sz="28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9861D613-2FCC-46D7-A313-9218A3100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806452"/>
            <a:ext cx="3243778" cy="1470420"/>
          </a:xfrm>
          <a:prstGeom prst="wedgeRoundRectCallout">
            <a:avLst>
              <a:gd name="adj1" fmla="val 66174"/>
              <a:gd name="adj2" fmla="val 2321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含无伴电流源电路情况</a:t>
            </a:r>
            <a:r>
              <a:rPr lang="en-US" altLang="zh-CN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。设无伴电流源的电压为未知量</a:t>
            </a:r>
            <a:r>
              <a:rPr lang="en-US" altLang="zh-CN" sz="20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，增加无伴电流源的电流与网孔电流关系。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95C8744-BD03-43DB-B2D4-93D94139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66" y="5723298"/>
            <a:ext cx="4032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整理得网孔电流方程为</a:t>
            </a:r>
          </a:p>
        </p:txBody>
      </p:sp>
      <p:graphicFrame>
        <p:nvGraphicFramePr>
          <p:cNvPr id="11" name="Object 3">
            <a:extLst>
              <a:ext uri="{FF2B5EF4-FFF2-40B4-BE49-F238E27FC236}">
                <a16:creationId xmlns:a16="http://schemas.microsoft.com/office/drawing/2014/main" id="{655ED847-A652-4916-BBAD-72D994C141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767570"/>
              </p:ext>
            </p:extLst>
          </p:nvPr>
        </p:nvGraphicFramePr>
        <p:xfrm>
          <a:off x="4860032" y="4290164"/>
          <a:ext cx="3847203" cy="1497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0" name="Equation" r:id="rId11" imgW="2184120" imgH="850680" progId="Equation.DSMT4">
                  <p:embed/>
                </p:oleObj>
              </mc:Choice>
              <mc:Fallback>
                <p:oleObj name="Equation" r:id="rId11" imgW="2184120" imgH="850680" progId="Equation.DSMT4">
                  <p:embed/>
                  <p:pic>
                    <p:nvPicPr>
                      <p:cNvPr id="304131" name="Object 3">
                        <a:extLst>
                          <a:ext uri="{FF2B5EF4-FFF2-40B4-BE49-F238E27FC236}">
                            <a16:creationId xmlns:a16="http://schemas.microsoft.com/office/drawing/2014/main" id="{835FCD0C-BEF8-44EA-86A8-AC3B011849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4290164"/>
                        <a:ext cx="3847203" cy="149709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Oval 12">
            <a:extLst>
              <a:ext uri="{FF2B5EF4-FFF2-40B4-BE49-F238E27FC236}">
                <a16:creationId xmlns:a16="http://schemas.microsoft.com/office/drawing/2014/main" id="{616468A6-A2BE-4D10-A50A-611F8D956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16113"/>
            <a:ext cx="3311525" cy="1584325"/>
          </a:xfrm>
          <a:prstGeom prst="ellipse">
            <a:avLst/>
          </a:prstGeom>
          <a:noFill/>
          <a:ln w="38100" algn="ctr">
            <a:solidFill>
              <a:srgbClr val="0000FF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1240EB-91AE-41F2-957F-7334B2781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663" y="1103702"/>
            <a:ext cx="3159124" cy="2319898"/>
          </a:xfrm>
          <a:prstGeom prst="ellipse">
            <a:avLst/>
          </a:prstGeom>
          <a:noFill/>
          <a:ln w="38100" algn="ctr">
            <a:solidFill>
              <a:srgbClr val="FF99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3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303113" grpId="0"/>
      <p:bldP spid="9" grpId="0" animBg="1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58" name="Object 2">
            <a:extLst>
              <a:ext uri="{FF2B5EF4-FFF2-40B4-BE49-F238E27FC236}">
                <a16:creationId xmlns:a16="http://schemas.microsoft.com/office/drawing/2014/main" id="{DD39155F-E30B-4C53-9C61-B9C9D19992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7750" y="-61913"/>
          <a:ext cx="4610100" cy="4067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4" name="Visio" r:id="rId3" imgW="1640434" imgH="1443533" progId="Visio.Drawing.11">
                  <p:embed/>
                </p:oleObj>
              </mc:Choice>
              <mc:Fallback>
                <p:oleObj name="Visio" r:id="rId3" imgW="1640434" imgH="1443533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0" y="-61913"/>
                        <a:ext cx="4610100" cy="4067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0035" name="Text Box 3">
            <a:extLst>
              <a:ext uri="{FF2B5EF4-FFF2-40B4-BE49-F238E27FC236}">
                <a16:creationId xmlns:a16="http://schemas.microsoft.com/office/drawing/2014/main" id="{A9ECD2F4-F7E2-4FFF-8BA7-8CB92CE99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032" y="2290763"/>
            <a:ext cx="3673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）观察列写</a:t>
            </a:r>
          </a:p>
        </p:txBody>
      </p:sp>
      <p:sp>
        <p:nvSpPr>
          <p:cNvPr id="300036" name="Text Box 4">
            <a:extLst>
              <a:ext uri="{FF2B5EF4-FFF2-40B4-BE49-F238E27FC236}">
                <a16:creationId xmlns:a16="http://schemas.microsoft.com/office/drawing/2014/main" id="{0578290F-D2A7-472E-A0B3-2B823E153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957" y="848519"/>
            <a:ext cx="4537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注意：当无伴电流源仅仅属于一个网孔，则该网孔电流为该电流源电流。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00037" name="Object 5">
            <a:extLst>
              <a:ext uri="{FF2B5EF4-FFF2-40B4-BE49-F238E27FC236}">
                <a16:creationId xmlns:a16="http://schemas.microsoft.com/office/drawing/2014/main" id="{C7224ED9-A92B-4F6D-A375-148110F4A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888493"/>
              </p:ext>
            </p:extLst>
          </p:nvPr>
        </p:nvGraphicFramePr>
        <p:xfrm>
          <a:off x="166075" y="2911257"/>
          <a:ext cx="4323553" cy="1499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5" name="Equation" r:id="rId5" imgW="2451100" imgH="850900" progId="Equation.DSMT4">
                  <p:embed/>
                </p:oleObj>
              </mc:Choice>
              <mc:Fallback>
                <p:oleObj name="Equation" r:id="rId5" imgW="2451100" imgH="850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75" y="2911257"/>
                        <a:ext cx="4323553" cy="1499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62" name="Text Box 7">
            <a:extLst>
              <a:ext uri="{FF2B5EF4-FFF2-40B4-BE49-F238E27FC236}">
                <a16:creationId xmlns:a16="http://schemas.microsoft.com/office/drawing/2014/main" id="{639947D4-6160-4F42-9839-AB0CF1AB5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60350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列写网孔电流方程</a:t>
            </a: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AD0FFABC-EA60-4F56-A426-EE2E2C64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075" y="4512032"/>
            <a:ext cx="520408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）整理得网孔电流方程为</a:t>
            </a:r>
          </a:p>
        </p:txBody>
      </p:sp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A64DB953-D944-4C88-B944-B727D87A87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403824"/>
              </p:ext>
            </p:extLst>
          </p:nvPr>
        </p:nvGraphicFramePr>
        <p:xfrm>
          <a:off x="4489628" y="4616742"/>
          <a:ext cx="3807692" cy="16788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6" name="Equation" r:id="rId7" imgW="1930400" imgH="850900" progId="Equation.DSMT4">
                  <p:embed/>
                </p:oleObj>
              </mc:Choice>
              <mc:Fallback>
                <p:oleObj name="Equation" r:id="rId7" imgW="1930400" imgH="850900" progId="Equation.DSMT4">
                  <p:embed/>
                  <p:pic>
                    <p:nvPicPr>
                      <p:cNvPr id="301060" name="Object 4">
                        <a:extLst>
                          <a:ext uri="{FF2B5EF4-FFF2-40B4-BE49-F238E27FC236}">
                            <a16:creationId xmlns:a16="http://schemas.microsoft.com/office/drawing/2014/main" id="{239EB428-03F9-4177-98A2-FF6267D48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9628" y="4616742"/>
                        <a:ext cx="3807692" cy="16788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0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5" grpId="0"/>
      <p:bldP spid="300036" grpId="0"/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2082" name="Object 2">
            <a:extLst>
              <a:ext uri="{FF2B5EF4-FFF2-40B4-BE49-F238E27FC236}">
                <a16:creationId xmlns:a16="http://schemas.microsoft.com/office/drawing/2014/main" id="{2AD152CB-2535-4262-BFD5-6C309314807C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987675" y="1844675"/>
          <a:ext cx="6048375" cy="430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97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844675"/>
                        <a:ext cx="6048375" cy="430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cap="flat" cmpd="sng" algn="ctr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3" name="Object 3">
            <a:extLst>
              <a:ext uri="{FF2B5EF4-FFF2-40B4-BE49-F238E27FC236}">
                <a16:creationId xmlns:a16="http://schemas.microsoft.com/office/drawing/2014/main" id="{B2C09869-32C9-4FB3-B105-8AACE45E0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7250" y="4076700"/>
          <a:ext cx="91281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98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0" y="4076700"/>
                        <a:ext cx="91281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4" name="Object 4">
            <a:extLst>
              <a:ext uri="{FF2B5EF4-FFF2-40B4-BE49-F238E27FC236}">
                <a16:creationId xmlns:a16="http://schemas.microsoft.com/office/drawing/2014/main" id="{6C96FB7A-136A-4313-9BA8-4A9FB07EE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292600"/>
          <a:ext cx="912812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699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292600"/>
                        <a:ext cx="912812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2085" name="Object 5">
            <a:extLst>
              <a:ext uri="{FF2B5EF4-FFF2-40B4-BE49-F238E27FC236}">
                <a16:creationId xmlns:a16="http://schemas.microsoft.com/office/drawing/2014/main" id="{29F93907-39E0-4B60-8721-13A318A3D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2781300"/>
          <a:ext cx="19145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700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2781300"/>
                        <a:ext cx="19145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086" name="Text Box 6">
            <a:extLst>
              <a:ext uri="{FF2B5EF4-FFF2-40B4-BE49-F238E27FC236}">
                <a16:creationId xmlns:a16="http://schemas.microsoft.com/office/drawing/2014/main" id="{CF765B9E-597E-4846-B1EA-B3BF6119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887788"/>
            <a:ext cx="30972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列写网口电流方程</a:t>
            </a:r>
          </a:p>
        </p:txBody>
      </p:sp>
      <p:sp>
        <p:nvSpPr>
          <p:cNvPr id="302089" name="Text Box 9">
            <a:extLst>
              <a:ext uri="{FF2B5EF4-FFF2-40B4-BE49-F238E27FC236}">
                <a16:creationId xmlns:a16="http://schemas.microsoft.com/office/drawing/2014/main" id="{9D155C1A-1A31-4068-B81C-0C486DB5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08050"/>
            <a:ext cx="7489825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对含有受控电源支路的电路，可先把受控源看作独立电源按上述方法列方程，再将控制量用网孔电流表示。</a:t>
            </a:r>
          </a:p>
        </p:txBody>
      </p:sp>
      <p:sp>
        <p:nvSpPr>
          <p:cNvPr id="98312" name="Text Box 10">
            <a:extLst>
              <a:ext uri="{FF2B5EF4-FFF2-40B4-BE49-F238E27FC236}">
                <a16:creationId xmlns:a16="http://schemas.microsoft.com/office/drawing/2014/main" id="{6E48FF77-AC23-413C-8D01-6D410B465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350"/>
            <a:ext cx="5113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）含受控电源支路的处理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3020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30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0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6" grpId="0"/>
      <p:bldP spid="302089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AutoShape 2">
            <a:extLst>
              <a:ext uri="{FF2B5EF4-FFF2-40B4-BE49-F238E27FC236}">
                <a16:creationId xmlns:a16="http://schemas.microsoft.com/office/drawing/2014/main" id="{25479749-8F0A-4B20-A26C-CDC79040C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0"/>
            <a:ext cx="3240087" cy="1441450"/>
          </a:xfrm>
          <a:prstGeom prst="wedgeRoundRectCallout">
            <a:avLst>
              <a:gd name="adj1" fmla="val 164505"/>
              <a:gd name="adj2" fmla="val 107269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有伴受控电流源等效成受控电压源与电阻串联</a:t>
            </a:r>
          </a:p>
        </p:txBody>
      </p:sp>
      <p:sp>
        <p:nvSpPr>
          <p:cNvPr id="323588" name="Text Box 4">
            <a:extLst>
              <a:ext uri="{FF2B5EF4-FFF2-40B4-BE49-F238E27FC236}">
                <a16:creationId xmlns:a16="http://schemas.microsoft.com/office/drawing/2014/main" id="{169EE288-6FEA-4926-B929-80B2C71FF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484313"/>
            <a:ext cx="36734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观察法</a:t>
            </a:r>
          </a:p>
        </p:txBody>
      </p:sp>
      <p:sp>
        <p:nvSpPr>
          <p:cNvPr id="323590" name="Text Box 6">
            <a:extLst>
              <a:ext uri="{FF2B5EF4-FFF2-40B4-BE49-F238E27FC236}">
                <a16:creationId xmlns:a16="http://schemas.microsoft.com/office/drawing/2014/main" id="{8BCF843B-1AED-42C7-89FB-B27113271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3573463"/>
            <a:ext cx="33226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kumimoji="1"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代入最后整理成一般形式即可</a:t>
            </a:r>
          </a:p>
        </p:txBody>
      </p:sp>
      <p:graphicFrame>
        <p:nvGraphicFramePr>
          <p:cNvPr id="99333" name="Object 7">
            <a:extLst>
              <a:ext uri="{FF2B5EF4-FFF2-40B4-BE49-F238E27FC236}">
                <a16:creationId xmlns:a16="http://schemas.microsoft.com/office/drawing/2014/main" id="{4D132D53-B264-4A86-B044-10961DD08B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0"/>
          <a:ext cx="4897438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4" name="Visio" r:id="rId3" imgW="3992880" imgH="2843479" progId="Visio.Drawing.11">
                  <p:embed/>
                </p:oleObj>
              </mc:Choice>
              <mc:Fallback>
                <p:oleObj name="Visio" r:id="rId3" imgW="3992880" imgH="28434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0"/>
                        <a:ext cx="4897438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2" name="Object 8">
            <a:extLst>
              <a:ext uri="{FF2B5EF4-FFF2-40B4-BE49-F238E27FC236}">
                <a16:creationId xmlns:a16="http://schemas.microsoft.com/office/drawing/2014/main" id="{6263920C-E008-4E19-B2DC-A5F17444E1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1773238"/>
          <a:ext cx="738188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5" name="Visio" r:id="rId5" imgW="832104" imgH="1595310" progId="Visio.Drawing.11">
                  <p:embed/>
                </p:oleObj>
              </mc:Choice>
              <mc:Fallback>
                <p:oleObj name="Visio" r:id="rId5" imgW="832104" imgH="159531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773238"/>
                        <a:ext cx="738188" cy="1463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3" name="Object 9">
            <a:extLst>
              <a:ext uri="{FF2B5EF4-FFF2-40B4-BE49-F238E27FC236}">
                <a16:creationId xmlns:a16="http://schemas.microsoft.com/office/drawing/2014/main" id="{C8FC81C2-E04B-4186-93E8-C81673628F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060575"/>
          <a:ext cx="739775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6" name="Visio" r:id="rId7" imgW="832104" imgH="1595310" progId="Visio.Drawing.11">
                  <p:embed/>
                </p:oleObj>
              </mc:Choice>
              <mc:Fallback>
                <p:oleObj name="Visio" r:id="rId7" imgW="832104" imgH="1595310" progId="Visio.Drawing.11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060575"/>
                        <a:ext cx="739775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4" name="Object 10">
            <a:extLst>
              <a:ext uri="{FF2B5EF4-FFF2-40B4-BE49-F238E27FC236}">
                <a16:creationId xmlns:a16="http://schemas.microsoft.com/office/drawing/2014/main" id="{47F016AC-B2BE-41E2-BA6B-0E55E03AA8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765175"/>
          <a:ext cx="155257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7" name="Visio" r:id="rId9" imgW="1696212" imgH="821493" progId="Visio.Drawing.11">
                  <p:embed/>
                </p:oleObj>
              </mc:Choice>
              <mc:Fallback>
                <p:oleObj name="Visio" r:id="rId9" imgW="1696212" imgH="821493" progId="Visio.Drawing.11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765175"/>
                        <a:ext cx="155257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595" name="Object 11">
            <a:extLst>
              <a:ext uri="{FF2B5EF4-FFF2-40B4-BE49-F238E27FC236}">
                <a16:creationId xmlns:a16="http://schemas.microsoft.com/office/drawing/2014/main" id="{7C9849B2-58EE-4627-BB51-D51455FC90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5407025"/>
          <a:ext cx="2117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8" name="Equation" r:id="rId11" imgW="622030" imgH="190417" progId="Equation.DSMT4">
                  <p:embed/>
                </p:oleObj>
              </mc:Choice>
              <mc:Fallback>
                <p:oleObj name="Equation" r:id="rId11" imgW="622030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5407025"/>
                        <a:ext cx="211772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3596" name="Text Box 12">
            <a:extLst>
              <a:ext uri="{FF2B5EF4-FFF2-40B4-BE49-F238E27FC236}">
                <a16:creationId xmlns:a16="http://schemas.microsoft.com/office/drawing/2014/main" id="{E507CB1B-3ED3-40C6-9791-947B2B52D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887913"/>
            <a:ext cx="3673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增加方程：</a:t>
            </a:r>
          </a:p>
        </p:txBody>
      </p:sp>
      <p:graphicFrame>
        <p:nvGraphicFramePr>
          <p:cNvPr id="323597" name="Object 13">
            <a:extLst>
              <a:ext uri="{FF2B5EF4-FFF2-40B4-BE49-F238E27FC236}">
                <a16:creationId xmlns:a16="http://schemas.microsoft.com/office/drawing/2014/main" id="{707DB086-9248-4A9E-8D53-50FA0F038E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5963" y="4430713"/>
          <a:ext cx="4122737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19" name="Equation" r:id="rId13" imgW="1333500" imgH="596900" progId="Equation.DSMT4">
                  <p:embed/>
                </p:oleObj>
              </mc:Choice>
              <mc:Fallback>
                <p:oleObj name="Equation" r:id="rId13" imgW="1333500" imgH="5969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963" y="4430713"/>
                        <a:ext cx="4122737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3600" name="Object 16">
            <a:extLst>
              <a:ext uri="{FF2B5EF4-FFF2-40B4-BE49-F238E27FC236}">
                <a16:creationId xmlns:a16="http://schemas.microsoft.com/office/drawing/2014/main" id="{8DB4FFC9-7E89-4416-9BD4-6A0A99217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8" y="2873375"/>
          <a:ext cx="4984750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020" name="Equation" r:id="rId15" imgW="1612900" imgH="596900" progId="Equation.DSMT4">
                  <p:embed/>
                </p:oleObj>
              </mc:Choice>
              <mc:Fallback>
                <p:oleObj name="Equation" r:id="rId15" imgW="1612900" imgH="596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38" y="2873375"/>
                        <a:ext cx="4984750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36124859-BC77-46DA-85AA-70253DC97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8" y="6183313"/>
            <a:ext cx="4646612" cy="52387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思考：此题观察法的本质？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3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3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23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3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5" dur="2000"/>
                                        <p:tgtEl>
                                          <p:spTgt spid="3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6" grpId="0" animBg="1"/>
      <p:bldP spid="323588" grpId="0"/>
      <p:bldP spid="323590" grpId="0"/>
      <p:bldP spid="323596" grpId="0"/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C864B3BA-0169-4407-87A2-4AD50C54EBA3}"/>
              </a:ext>
            </a:extLst>
          </p:cNvPr>
          <p:cNvSpPr>
            <a:spLocks/>
          </p:cNvSpPr>
          <p:nvPr/>
        </p:nvSpPr>
        <p:spPr bwMode="auto">
          <a:xfrm>
            <a:off x="323850" y="0"/>
            <a:ext cx="7993063" cy="83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§3-6 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回路电流法（回路分析法）</a:t>
            </a:r>
          </a:p>
        </p:txBody>
      </p:sp>
      <p:sp>
        <p:nvSpPr>
          <p:cNvPr id="208899" name="Text Box 3">
            <a:extLst>
              <a:ext uri="{FF2B5EF4-FFF2-40B4-BE49-F238E27FC236}">
                <a16:creationId xmlns:a16="http://schemas.microsoft.com/office/drawing/2014/main" id="{B8B993C2-B4A8-4A49-A2F0-52746F022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981075"/>
            <a:ext cx="3167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808080">
                      <a:alpha val="50000"/>
                    </a:srgb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</a:t>
            </a:r>
          </a:p>
        </p:txBody>
      </p:sp>
      <p:sp>
        <p:nvSpPr>
          <p:cNvPr id="208900" name="Rectangle 4">
            <a:extLst>
              <a:ext uri="{FF2B5EF4-FFF2-40B4-BE49-F238E27FC236}">
                <a16:creationId xmlns:a16="http://schemas.microsoft.com/office/drawing/2014/main" id="{53F25195-66F8-49C4-8A6C-D49277A89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5900"/>
            <a:ext cx="8135937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以基本回路中沿回路连续流动的假想电流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 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为未知量列写电路方程分析电路的方法。它适用于平面和非平面电路。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对平面电路，若以网孔为独立回路，对应的分析方法称为网孔电流法。</a:t>
            </a:r>
          </a:p>
        </p:txBody>
      </p:sp>
      <p:sp>
        <p:nvSpPr>
          <p:cNvPr id="208901" name="Text Box 5">
            <a:extLst>
              <a:ext uri="{FF2B5EF4-FFF2-40B4-BE49-F238E27FC236}">
                <a16:creationId xmlns:a16="http://schemas.microsoft.com/office/drawing/2014/main" id="{C4642B46-DC37-4B01-8A9F-FE46959EA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2211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回路电流法是对独立回路列写</a:t>
            </a:r>
            <a:r>
              <a:rPr kumimoji="1" lang="en-US" altLang="zh-CN" sz="28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方程，方程数为：</a:t>
            </a:r>
          </a:p>
        </p:txBody>
      </p:sp>
      <p:graphicFrame>
        <p:nvGraphicFramePr>
          <p:cNvPr id="208903" name="Object 7">
            <a:extLst>
              <a:ext uri="{FF2B5EF4-FFF2-40B4-BE49-F238E27FC236}">
                <a16:creationId xmlns:a16="http://schemas.microsoft.com/office/drawing/2014/main" id="{27689A7F-71CA-4131-84AF-BF0966FDF8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868863"/>
          <a:ext cx="2519362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4" name="公式" r:id="rId3" imgW="705045" imgH="209609" progId="Equation.3">
                  <p:embed/>
                </p:oleObj>
              </mc:Choice>
              <mc:Fallback>
                <p:oleObj name="公式" r:id="rId3" imgW="705045" imgH="2096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868863"/>
                        <a:ext cx="2519362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0099FF"/>
                                </a:gs>
                                <a:gs pos="50000">
                                  <a:schemeClr val="bg1"/>
                                </a:gs>
                                <a:gs pos="100000">
                                  <a:srgbClr val="0099FF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8" name="Text Box 12">
            <a:extLst>
              <a:ext uri="{FF2B5EF4-FFF2-40B4-BE49-F238E27FC236}">
                <a16:creationId xmlns:a16="http://schemas.microsoft.com/office/drawing/2014/main" id="{2F0CFA58-AB7A-4062-8A0E-FD832755D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135938" cy="10668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复杂回路为了方便：通常借助图论中的树和连支选择独立回路组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8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75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3000"/>
                                        <p:tgtEl>
                                          <p:spTgt spid="208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899" grpId="0"/>
      <p:bldP spid="208900" grpId="0"/>
      <p:bldP spid="208901" grpId="0" autoUpdateAnimBg="0"/>
      <p:bldP spid="20890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>
            <a:extLst>
              <a:ext uri="{FF2B5EF4-FFF2-40B4-BE49-F238E27FC236}">
                <a16:creationId xmlns:a16="http://schemas.microsoft.com/office/drawing/2014/main" id="{7E81074E-3828-4B45-8643-4117B320D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6" y="341646"/>
            <a:ext cx="5219700" cy="50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个独立回路电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流方程的标准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形式</a:t>
            </a:r>
          </a:p>
        </p:txBody>
      </p:sp>
      <p:graphicFrame>
        <p:nvGraphicFramePr>
          <p:cNvPr id="210949" name="Object 5">
            <a:extLst>
              <a:ext uri="{FF2B5EF4-FFF2-40B4-BE49-F238E27FC236}">
                <a16:creationId xmlns:a16="http://schemas.microsoft.com/office/drawing/2014/main" id="{8ED90720-B958-4121-8D2F-EE0A2AED4D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472841"/>
              </p:ext>
            </p:extLst>
          </p:nvPr>
        </p:nvGraphicFramePr>
        <p:xfrm>
          <a:off x="322262" y="1035720"/>
          <a:ext cx="4683125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1" name="Equation" r:id="rId3" imgW="2057400" imgH="939600" progId="Equation.DSMT4">
                  <p:embed/>
                </p:oleObj>
              </mc:Choice>
              <mc:Fallback>
                <p:oleObj name="Equation" r:id="rId3" imgW="2057400" imgH="939600" progId="Equation.DSMT4">
                  <p:embed/>
                  <p:pic>
                    <p:nvPicPr>
                      <p:cNvPr id="210949" name="Object 5">
                        <a:extLst>
                          <a:ext uri="{FF2B5EF4-FFF2-40B4-BE49-F238E27FC236}">
                            <a16:creationId xmlns:a16="http://schemas.microsoft.com/office/drawing/2014/main" id="{8ED90720-B958-4121-8D2F-EE0A2AED4D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262" y="1035720"/>
                        <a:ext cx="4683125" cy="215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>
            <a:extLst>
              <a:ext uri="{FF2B5EF4-FFF2-40B4-BE49-F238E27FC236}">
                <a16:creationId xmlns:a16="http://schemas.microsoft.com/office/drawing/2014/main" id="{9A46E922-464F-4BA6-B027-55DE368D9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552950"/>
            <a:ext cx="2447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1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jk</a:t>
            </a: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互电阻</a:t>
            </a:r>
          </a:p>
        </p:txBody>
      </p:sp>
      <p:sp>
        <p:nvSpPr>
          <p:cNvPr id="210952" name="Rectangle 8">
            <a:extLst>
              <a:ext uri="{FF2B5EF4-FFF2-40B4-BE49-F238E27FC236}">
                <a16:creationId xmlns:a16="http://schemas.microsoft.com/office/drawing/2014/main" id="{68139DC3-D926-4462-8C96-42238C29A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19563"/>
            <a:ext cx="5903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+ 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流过互阻的两个回路电流方向相同；</a:t>
            </a:r>
          </a:p>
        </p:txBody>
      </p:sp>
      <p:sp>
        <p:nvSpPr>
          <p:cNvPr id="210953" name="Rectangle 9">
            <a:extLst>
              <a:ext uri="{FF2B5EF4-FFF2-40B4-BE49-F238E27FC236}">
                <a16:creationId xmlns:a16="http://schemas.microsoft.com/office/drawing/2014/main" id="{B1030373-9F5D-46B7-BF7D-028443CA4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606925"/>
            <a:ext cx="612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流过互阻的两个回路电流方向相反；</a:t>
            </a:r>
          </a:p>
        </p:txBody>
      </p:sp>
      <p:sp>
        <p:nvSpPr>
          <p:cNvPr id="210954" name="Text Box 10">
            <a:extLst>
              <a:ext uri="{FF2B5EF4-FFF2-40B4-BE49-F238E27FC236}">
                <a16:creationId xmlns:a16="http://schemas.microsoft.com/office/drawing/2014/main" id="{A8248AE9-EBD7-48F7-99D7-5A852362B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5425" y="5113338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无关。</a:t>
            </a:r>
          </a:p>
        </p:txBody>
      </p:sp>
      <p:sp>
        <p:nvSpPr>
          <p:cNvPr id="210955" name="AutoShape 11">
            <a:extLst>
              <a:ext uri="{FF2B5EF4-FFF2-40B4-BE49-F238E27FC236}">
                <a16:creationId xmlns:a16="http://schemas.microsoft.com/office/drawing/2014/main" id="{FC936361-7B61-47D0-B587-1A9C88C1E25A}"/>
              </a:ext>
            </a:extLst>
          </p:cNvPr>
          <p:cNvSpPr>
            <a:spLocks/>
          </p:cNvSpPr>
          <p:nvPr/>
        </p:nvSpPr>
        <p:spPr bwMode="auto">
          <a:xfrm>
            <a:off x="2555875" y="4244975"/>
            <a:ext cx="215900" cy="1179513"/>
          </a:xfrm>
          <a:prstGeom prst="leftBrace">
            <a:avLst>
              <a:gd name="adj1" fmla="val 4552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0956" name="Text Box 12">
            <a:extLst>
              <a:ext uri="{FF2B5EF4-FFF2-40B4-BE49-F238E27FC236}">
                <a16:creationId xmlns:a16="http://schemas.microsoft.com/office/drawing/2014/main" id="{DDAE7952-1C25-4FE1-951C-7D8F923F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643313"/>
            <a:ext cx="3816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自电阻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总为正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10958" name="Text Box 14">
            <a:extLst>
              <a:ext uri="{FF2B5EF4-FFF2-40B4-BE49-F238E27FC236}">
                <a16:creationId xmlns:a16="http://schemas.microsoft.com/office/drawing/2014/main" id="{961DC732-6F0D-4C11-8297-E538F26D2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635625"/>
            <a:ext cx="8064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kumimoji="1" lang="en-US" altLang="zh-CN" sz="24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sii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沿回路方向所有电压源和等效电压源电压升的代数和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889EFC83-76A5-47C2-95A8-95C468DE2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519726"/>
              </p:ext>
            </p:extLst>
          </p:nvPr>
        </p:nvGraphicFramePr>
        <p:xfrm>
          <a:off x="5251267" y="34389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2" name="Visio" r:id="rId5" imgW="1358798" imgH="854964" progId="Visio.Drawing.11">
                  <p:embed/>
                </p:oleObj>
              </mc:Choice>
              <mc:Fallback>
                <p:oleObj name="Visio" r:id="rId5" imgW="1358798" imgH="854964" progId="Visio.Drawing.11">
                  <p:embed/>
                  <p:pic>
                    <p:nvPicPr>
                      <p:cNvPr id="325645" name="Object 4">
                        <a:extLst>
                          <a:ext uri="{FF2B5EF4-FFF2-40B4-BE49-F238E27FC236}">
                            <a16:creationId xmlns:a16="http://schemas.microsoft.com/office/drawing/2014/main" id="{6228342D-32BD-47B9-8A0B-9638AD4D77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267" y="34389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6ADF3706-4538-41D6-8DEF-8725048DB4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672609"/>
              </p:ext>
            </p:extLst>
          </p:nvPr>
        </p:nvGraphicFramePr>
        <p:xfrm>
          <a:off x="5324036" y="2049562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3" name="Visio" r:id="rId7" imgW="1358798" imgH="854964" progId="Visio.Drawing.11">
                  <p:embed/>
                </p:oleObj>
              </mc:Choice>
              <mc:Fallback>
                <p:oleObj name="Visio" r:id="rId7" imgW="1358798" imgH="854964" progId="Visio.Drawing.11">
                  <p:embed/>
                  <p:pic>
                    <p:nvPicPr>
                      <p:cNvPr id="325651" name="Object 4">
                        <a:extLst>
                          <a:ext uri="{FF2B5EF4-FFF2-40B4-BE49-F238E27FC236}">
                            <a16:creationId xmlns:a16="http://schemas.microsoft.com/office/drawing/2014/main" id="{A9D90559-00B5-4C00-91C3-C3154FA178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4036" y="2049562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796246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10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7" grpId="0"/>
      <p:bldP spid="210951" grpId="0" autoUpdateAnimBg="0"/>
      <p:bldP spid="210952" grpId="0" autoUpdateAnimBg="0"/>
      <p:bldP spid="210953" grpId="0" autoUpdateAnimBg="0"/>
      <p:bldP spid="210954" grpId="0" autoUpdateAnimBg="0"/>
      <p:bldP spid="210955" grpId="0" animBg="1"/>
      <p:bldP spid="210956" grpId="0" build="p" autoUpdateAnimBg="0"/>
      <p:bldP spid="21095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9EF827E-5FCE-4BBF-9AF6-4856639BDCC5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1CEFC8E-916A-44F1-B316-BC75D0ED3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399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58052" name="Object 4">
            <a:extLst>
              <a:ext uri="{FF2B5EF4-FFF2-40B4-BE49-F238E27FC236}">
                <a16:creationId xmlns:a16="http://schemas.microsoft.com/office/drawing/2014/main" id="{3D5BF7BB-40A3-4C76-8D5E-D5436BDA73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" y="711200"/>
          <a:ext cx="4465638" cy="287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3" name="Visio" r:id="rId3" imgW="1874215" imgH="1260043" progId="Visio.Drawing.11">
                  <p:embed/>
                </p:oleObj>
              </mc:Choice>
              <mc:Fallback>
                <p:oleObj name="Visio" r:id="rId3" imgW="1874215" imgH="12600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711200"/>
                        <a:ext cx="4465638" cy="287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>
            <a:extLst>
              <a:ext uri="{FF2B5EF4-FFF2-40B4-BE49-F238E27FC236}">
                <a16:creationId xmlns:a16="http://schemas.microsoft.com/office/drawing/2014/main" id="{2D9DF840-0789-4FE0-BA9D-A58254BC3D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64" name="Visio" r:id="rId5" imgW="1772107" imgH="1793138" progId="Visio.Drawing.11">
                  <p:embed/>
                </p:oleObj>
              </mc:Choice>
              <mc:Fallback>
                <p:oleObj name="Visio" r:id="rId5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4" name="Rectangle 6">
            <a:extLst>
              <a:ext uri="{FF2B5EF4-FFF2-40B4-BE49-F238E27FC236}">
                <a16:creationId xmlns:a16="http://schemas.microsoft.com/office/drawing/2014/main" id="{4E169A04-1212-40AF-9DC8-F86FD4B18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950" y="3603625"/>
            <a:ext cx="8532813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为树枝，基本回路为（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1,6,4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2,6,4,5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3,5,4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有如下常规和结论：</a:t>
            </a:r>
            <a:endParaRPr kumimoji="1" lang="en-US" altLang="zh-CN" sz="2800" b="1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455" name="Rectangle 8">
            <a:extLst>
              <a:ext uri="{FF2B5EF4-FFF2-40B4-BE49-F238E27FC236}">
                <a16:creationId xmlns:a16="http://schemas.microsoft.com/office/drawing/2014/main" id="{E377EE87-2215-4271-AB47-C7D7880D6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305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8058" name="Rectangle 10">
            <a:extLst>
              <a:ext uri="{FF2B5EF4-FFF2-40B4-BE49-F238E27FC236}">
                <a16:creationId xmlns:a16="http://schemas.microsoft.com/office/drawing/2014/main" id="{0ED3AD28-E01E-435E-B6CE-F82E5C85F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51375"/>
            <a:ext cx="8958262" cy="1643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通常选择回路的绕向与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方向一致（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好处？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），</a:t>
            </a:r>
            <a:endParaRPr kumimoji="1" lang="en-US" altLang="zh-CN" sz="2800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回路电流等于连枝电流（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）；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</a:t>
            </a:r>
            <a:r>
              <a:rPr kumimoji="1" lang="en-US" altLang="zh-CN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可得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树支电流</a:t>
            </a:r>
            <a:r>
              <a:rPr kumimoji="1" lang="zh-CN" altLang="en-US" sz="28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连支电流表示（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为什么？</a:t>
            </a:r>
            <a:r>
              <a:rPr kumimoji="1" lang="zh-CN" altLang="en-US" sz="2800" b="1">
                <a:solidFill>
                  <a:srgbClr val="8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grpSp>
        <p:nvGrpSpPr>
          <p:cNvPr id="258062" name="Group 14">
            <a:extLst>
              <a:ext uri="{FF2B5EF4-FFF2-40B4-BE49-F238E27FC236}">
                <a16:creationId xmlns:a16="http://schemas.microsoft.com/office/drawing/2014/main" id="{05CEB056-0DFD-406C-AA0C-9ADF4C8076B8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836613"/>
            <a:ext cx="1439863" cy="1876425"/>
            <a:chOff x="3788" y="527"/>
            <a:chExt cx="907" cy="1182"/>
          </a:xfrm>
        </p:grpSpPr>
        <p:sp>
          <p:nvSpPr>
            <p:cNvPr id="104464" name="Arc 11">
              <a:extLst>
                <a:ext uri="{FF2B5EF4-FFF2-40B4-BE49-F238E27FC236}">
                  <a16:creationId xmlns:a16="http://schemas.microsoft.com/office/drawing/2014/main" id="{C0347D9B-4258-4105-AA31-DFD5F41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120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5" name="Arc 12">
              <a:extLst>
                <a:ext uri="{FF2B5EF4-FFF2-40B4-BE49-F238E27FC236}">
                  <a16:creationId xmlns:a16="http://schemas.microsoft.com/office/drawing/2014/main" id="{4FF999FB-9D37-4D00-9E12-2ADCBBADF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9" y="527"/>
              <a:ext cx="362" cy="499"/>
            </a:xfrm>
            <a:custGeom>
              <a:avLst/>
              <a:gdLst>
                <a:gd name="T0" fmla="*/ 2 w 43200"/>
                <a:gd name="T1" fmla="*/ 0 h 43200"/>
                <a:gd name="T2" fmla="*/ 1 w 43200"/>
                <a:gd name="T3" fmla="*/ 1 h 43200"/>
                <a:gd name="T4" fmla="*/ 2 w 43200"/>
                <a:gd name="T5" fmla="*/ 3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</a:path>
                <a:path w="43200" h="43200" stroke="0" extrusionOk="0">
                  <a:moveTo>
                    <a:pt x="21599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5101"/>
                    <a:pt x="2925" y="8948"/>
                    <a:pt x="7965" y="4846"/>
                  </a:cubicBezTo>
                  <a:lnTo>
                    <a:pt x="21600" y="21600"/>
                  </a:lnTo>
                  <a:lnTo>
                    <a:pt x="21599" y="0"/>
                  </a:lnTo>
                  <a:close/>
                </a:path>
              </a:pathLst>
            </a:custGeom>
            <a:noFill/>
            <a:ln w="28575">
              <a:solidFill>
                <a:srgbClr val="008000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466" name="Arc 13">
              <a:extLst>
                <a:ext uri="{FF2B5EF4-FFF2-40B4-BE49-F238E27FC236}">
                  <a16:creationId xmlns:a16="http://schemas.microsoft.com/office/drawing/2014/main" id="{BA5D46AF-CA8C-4807-B379-F2AA62340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1258"/>
              <a:ext cx="726" cy="451"/>
            </a:xfrm>
            <a:custGeom>
              <a:avLst/>
              <a:gdLst>
                <a:gd name="T0" fmla="*/ 10 w 43200"/>
                <a:gd name="T1" fmla="*/ 0 h 43195"/>
                <a:gd name="T2" fmla="*/ 6 w 43200"/>
                <a:gd name="T3" fmla="*/ 0 h 43195"/>
                <a:gd name="T4" fmla="*/ 6 w 43200"/>
                <a:gd name="T5" fmla="*/ 2 h 431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43195" fill="none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</a:path>
                <a:path w="43200" h="43195" stroke="0" extrusionOk="0">
                  <a:moveTo>
                    <a:pt x="33953" y="3875"/>
                  </a:moveTo>
                  <a:cubicBezTo>
                    <a:pt x="39746" y="7915"/>
                    <a:pt x="43200" y="14532"/>
                    <a:pt x="43200" y="21595"/>
                  </a:cubicBezTo>
                  <a:cubicBezTo>
                    <a:pt x="43200" y="33524"/>
                    <a:pt x="33529" y="43195"/>
                    <a:pt x="21600" y="43195"/>
                  </a:cubicBezTo>
                  <a:cubicBezTo>
                    <a:pt x="9670" y="43195"/>
                    <a:pt x="0" y="33524"/>
                    <a:pt x="0" y="21595"/>
                  </a:cubicBezTo>
                  <a:cubicBezTo>
                    <a:pt x="0" y="9841"/>
                    <a:pt x="9397" y="245"/>
                    <a:pt x="21147" y="-1"/>
                  </a:cubicBezTo>
                  <a:lnTo>
                    <a:pt x="21600" y="21595"/>
                  </a:lnTo>
                  <a:lnTo>
                    <a:pt x="33953" y="3875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8063" name="Text Box 15">
            <a:extLst>
              <a:ext uri="{FF2B5EF4-FFF2-40B4-BE49-F238E27FC236}">
                <a16:creationId xmlns:a16="http://schemas.microsoft.com/office/drawing/2014/main" id="{3FA742F4-F995-4C16-8F9E-A7237F3B3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8064" name="Text Box 16">
            <a:extLst>
              <a:ext uri="{FF2B5EF4-FFF2-40B4-BE49-F238E27FC236}">
                <a16:creationId xmlns:a16="http://schemas.microsoft.com/office/drawing/2014/main" id="{F72BD4CA-39AD-4491-9B0C-2F3733876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198913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8065" name="Text Box 17">
            <a:extLst>
              <a:ext uri="{FF2B5EF4-FFF2-40B4-BE49-F238E27FC236}">
                <a16:creationId xmlns:a16="http://schemas.microsoft.com/office/drawing/2014/main" id="{77947A75-938E-4214-9637-1E030E1A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080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99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" name="Arc 12">
            <a:extLst>
              <a:ext uri="{FF2B5EF4-FFF2-40B4-BE49-F238E27FC236}">
                <a16:creationId xmlns:a16="http://schemas.microsoft.com/office/drawing/2014/main" id="{E0C03D3F-DE34-4D42-BBFC-1D915E562442}"/>
              </a:ext>
            </a:extLst>
          </p:cNvPr>
          <p:cNvSpPr>
            <a:spLocks/>
          </p:cNvSpPr>
          <p:nvPr/>
        </p:nvSpPr>
        <p:spPr bwMode="auto">
          <a:xfrm rot="5400000">
            <a:off x="1926432" y="989806"/>
            <a:ext cx="342900" cy="1046163"/>
          </a:xfrm>
          <a:custGeom>
            <a:avLst/>
            <a:gdLst>
              <a:gd name="T0" fmla="*/ 1439 w 43200"/>
              <a:gd name="T1" fmla="*/ 0 h 43200"/>
              <a:gd name="T2" fmla="*/ 533 w 43200"/>
              <a:gd name="T3" fmla="*/ 1356 h 43200"/>
              <a:gd name="T4" fmla="*/ 1439 w 43200"/>
              <a:gd name="T5" fmla="*/ 6053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Arc 12">
            <a:extLst>
              <a:ext uri="{FF2B5EF4-FFF2-40B4-BE49-F238E27FC236}">
                <a16:creationId xmlns:a16="http://schemas.microsoft.com/office/drawing/2014/main" id="{F355BEEE-52F0-484E-A21C-F2232740F036}"/>
              </a:ext>
            </a:extLst>
          </p:cNvPr>
          <p:cNvSpPr>
            <a:spLocks/>
          </p:cNvSpPr>
          <p:nvPr/>
        </p:nvSpPr>
        <p:spPr bwMode="auto">
          <a:xfrm rot="5400000">
            <a:off x="1159669" y="2393156"/>
            <a:ext cx="631825" cy="576263"/>
          </a:xfrm>
          <a:custGeom>
            <a:avLst/>
            <a:gdLst>
              <a:gd name="T0" fmla="*/ 2645 w 43200"/>
              <a:gd name="T1" fmla="*/ 0 h 43200"/>
              <a:gd name="T2" fmla="*/ 979 w 43200"/>
              <a:gd name="T3" fmla="*/ 747 h 43200"/>
              <a:gd name="T4" fmla="*/ 2645 w 43200"/>
              <a:gd name="T5" fmla="*/ 3334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Arc 12">
            <a:extLst>
              <a:ext uri="{FF2B5EF4-FFF2-40B4-BE49-F238E27FC236}">
                <a16:creationId xmlns:a16="http://schemas.microsoft.com/office/drawing/2014/main" id="{3B8CEDF7-A9AC-4B05-AB52-A0871DECFA66}"/>
              </a:ext>
            </a:extLst>
          </p:cNvPr>
          <p:cNvSpPr>
            <a:spLocks/>
          </p:cNvSpPr>
          <p:nvPr/>
        </p:nvSpPr>
        <p:spPr bwMode="auto">
          <a:xfrm rot="5400000">
            <a:off x="1937543" y="1758157"/>
            <a:ext cx="741363" cy="2241550"/>
          </a:xfrm>
          <a:custGeom>
            <a:avLst/>
            <a:gdLst>
              <a:gd name="T0" fmla="*/ 2901 w 43200"/>
              <a:gd name="T1" fmla="*/ 0 h 43200"/>
              <a:gd name="T2" fmla="*/ 1074 w 43200"/>
              <a:gd name="T3" fmla="*/ 1028 h 43200"/>
              <a:gd name="T4" fmla="*/ 2901 w 43200"/>
              <a:gd name="T5" fmla="*/ 458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58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58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58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4" grpId="0"/>
      <p:bldP spid="258058" grpId="0"/>
      <p:bldP spid="258063" grpId="0"/>
      <p:bldP spid="258064" grpId="0"/>
      <p:bldP spid="25806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3E0B3C28-407D-4A14-AD88-B8E3680BF781}"/>
              </a:ext>
            </a:extLst>
          </p:cNvPr>
          <p:cNvSpPr>
            <a:spLocks/>
          </p:cNvSpPr>
          <p:nvPr/>
        </p:nvSpPr>
        <p:spPr bwMode="auto">
          <a:xfrm>
            <a:off x="73025" y="0"/>
            <a:ext cx="277018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分析：</a:t>
            </a:r>
          </a:p>
        </p:txBody>
      </p:sp>
      <p:graphicFrame>
        <p:nvGraphicFramePr>
          <p:cNvPr id="105475" name="Object 5">
            <a:extLst>
              <a:ext uri="{FF2B5EF4-FFF2-40B4-BE49-F238E27FC236}">
                <a16:creationId xmlns:a16="http://schemas.microsoft.com/office/drawing/2014/main" id="{790C89FC-98E4-4005-A69D-BBDC0584A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33963" y="90488"/>
          <a:ext cx="3498850" cy="355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3" name="Visio" r:id="rId3" imgW="1772107" imgH="1793138" progId="Visio.Drawing.11">
                  <p:embed/>
                </p:oleObj>
              </mc:Choice>
              <mc:Fallback>
                <p:oleObj name="Visio" r:id="rId3" imgW="1772107" imgH="1793138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90488"/>
                        <a:ext cx="3498850" cy="355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8" name="Object 8">
            <a:extLst>
              <a:ext uri="{FF2B5EF4-FFF2-40B4-BE49-F238E27FC236}">
                <a16:creationId xmlns:a16="http://schemas.microsoft.com/office/drawing/2014/main" id="{3FF254F5-0B1F-4C5E-8DF6-2E4AB21975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1052513"/>
          <a:ext cx="1292225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4" name="Equation" r:id="rId5" imgW="558558" imgH="710891" progId="Equation.DSMT4">
                  <p:embed/>
                </p:oleObj>
              </mc:Choice>
              <mc:Fallback>
                <p:oleObj name="Equation" r:id="rId5" imgW="558558" imgH="7108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1052513"/>
                        <a:ext cx="1292225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7" name="Arc 12">
            <a:extLst>
              <a:ext uri="{FF2B5EF4-FFF2-40B4-BE49-F238E27FC236}">
                <a16:creationId xmlns:a16="http://schemas.microsoft.com/office/drawing/2014/main" id="{0CFF606D-FA53-4C32-915D-3BE9555DC681}"/>
              </a:ext>
            </a:extLst>
          </p:cNvPr>
          <p:cNvSpPr>
            <a:spLocks/>
          </p:cNvSpPr>
          <p:nvPr/>
        </p:nvSpPr>
        <p:spPr bwMode="auto">
          <a:xfrm>
            <a:off x="6013450" y="19161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FF0000"/>
            </a:solidFill>
            <a:prstDash val="dash"/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8" name="Arc 13">
            <a:extLst>
              <a:ext uri="{FF2B5EF4-FFF2-40B4-BE49-F238E27FC236}">
                <a16:creationId xmlns:a16="http://schemas.microsoft.com/office/drawing/2014/main" id="{7ED1D728-AFB6-4E67-811A-F7A6B5CC5C6B}"/>
              </a:ext>
            </a:extLst>
          </p:cNvPr>
          <p:cNvSpPr>
            <a:spLocks/>
          </p:cNvSpPr>
          <p:nvPr/>
        </p:nvSpPr>
        <p:spPr bwMode="auto">
          <a:xfrm>
            <a:off x="6443663" y="836613"/>
            <a:ext cx="574675" cy="792162"/>
          </a:xfrm>
          <a:custGeom>
            <a:avLst/>
            <a:gdLst>
              <a:gd name="T0" fmla="*/ 3822360 w 43200"/>
              <a:gd name="T1" fmla="*/ 0 h 43200"/>
              <a:gd name="T2" fmla="*/ 1409670 w 43200"/>
              <a:gd name="T3" fmla="*/ 1629800 h 43200"/>
              <a:gd name="T4" fmla="*/ 3822360 w 43200"/>
              <a:gd name="T5" fmla="*/ 7262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5101"/>
                  <a:pt x="2925" y="8948"/>
                  <a:pt x="7965" y="4846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79" name="Arc 14">
            <a:extLst>
              <a:ext uri="{FF2B5EF4-FFF2-40B4-BE49-F238E27FC236}">
                <a16:creationId xmlns:a16="http://schemas.microsoft.com/office/drawing/2014/main" id="{8BEF68FC-0FDE-4C44-806E-702C6DF63415}"/>
              </a:ext>
            </a:extLst>
          </p:cNvPr>
          <p:cNvSpPr>
            <a:spLocks/>
          </p:cNvSpPr>
          <p:nvPr/>
        </p:nvSpPr>
        <p:spPr bwMode="auto">
          <a:xfrm>
            <a:off x="6300788" y="1997075"/>
            <a:ext cx="1152525" cy="715963"/>
          </a:xfrm>
          <a:custGeom>
            <a:avLst/>
            <a:gdLst>
              <a:gd name="T0" fmla="*/ 24166368 w 43200"/>
              <a:gd name="T1" fmla="*/ 1064870 h 43195"/>
              <a:gd name="T2" fmla="*/ 15052297 w 43200"/>
              <a:gd name="T3" fmla="*/ 0 h 43195"/>
              <a:gd name="T4" fmla="*/ 15374017 w 43200"/>
              <a:gd name="T5" fmla="*/ 5932904 h 4319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195" fill="none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</a:path>
              <a:path w="43200" h="43195" stroke="0" extrusionOk="0">
                <a:moveTo>
                  <a:pt x="33953" y="3875"/>
                </a:moveTo>
                <a:cubicBezTo>
                  <a:pt x="39746" y="7915"/>
                  <a:pt x="43200" y="14532"/>
                  <a:pt x="43200" y="21595"/>
                </a:cubicBezTo>
                <a:cubicBezTo>
                  <a:pt x="43200" y="33524"/>
                  <a:pt x="33529" y="43195"/>
                  <a:pt x="21600" y="43195"/>
                </a:cubicBezTo>
                <a:cubicBezTo>
                  <a:pt x="9670" y="43195"/>
                  <a:pt x="0" y="33524"/>
                  <a:pt x="0" y="21595"/>
                </a:cubicBezTo>
                <a:cubicBezTo>
                  <a:pt x="0" y="9841"/>
                  <a:pt x="9397" y="245"/>
                  <a:pt x="21147" y="-1"/>
                </a:cubicBezTo>
                <a:lnTo>
                  <a:pt x="21600" y="21595"/>
                </a:lnTo>
                <a:lnTo>
                  <a:pt x="33953" y="3875"/>
                </a:lnTo>
                <a:close/>
              </a:path>
            </a:pathLst>
          </a:custGeom>
          <a:noFill/>
          <a:ln w="28575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15" name="Object 15">
            <a:extLst>
              <a:ext uri="{FF2B5EF4-FFF2-40B4-BE49-F238E27FC236}">
                <a16:creationId xmlns:a16="http://schemas.microsoft.com/office/drawing/2014/main" id="{82C26C79-C1A0-48B6-9090-D815958023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2997200"/>
          <a:ext cx="4813300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5" name="Equation" r:id="rId7" imgW="2082800" imgH="711200" progId="Equation.DSMT4">
                  <p:embed/>
                </p:oleObj>
              </mc:Choice>
              <mc:Fallback>
                <p:oleObj name="Equation" r:id="rId7" imgW="2082800" imgH="711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997200"/>
                        <a:ext cx="4813300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16" name="AutoShape 16">
            <a:extLst>
              <a:ext uri="{FF2B5EF4-FFF2-40B4-BE49-F238E27FC236}">
                <a16:creationId xmlns:a16="http://schemas.microsoft.com/office/drawing/2014/main" id="{5CA29C55-CA3E-4EFD-B11E-87D77FA6B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862388"/>
            <a:ext cx="2881313" cy="1366837"/>
          </a:xfrm>
          <a:prstGeom prst="wedgeRoundRectCallout">
            <a:avLst>
              <a:gd name="adj1" fmla="val -119093"/>
              <a:gd name="adj2" fmla="val -41523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树支路电流可用连支电流表示，即也可用回路电流表示</a:t>
            </a:r>
          </a:p>
        </p:txBody>
      </p:sp>
      <p:sp>
        <p:nvSpPr>
          <p:cNvPr id="256017" name="AutoShape 17">
            <a:extLst>
              <a:ext uri="{FF2B5EF4-FFF2-40B4-BE49-F238E27FC236}">
                <a16:creationId xmlns:a16="http://schemas.microsoft.com/office/drawing/2014/main" id="{32782A3F-9FD4-4B01-994A-BC1D2325E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052513"/>
            <a:ext cx="2881313" cy="863600"/>
          </a:xfrm>
          <a:prstGeom prst="wedgeRoundRectCallout">
            <a:avLst>
              <a:gd name="adj1" fmla="val -70718"/>
              <a:gd name="adj2" fmla="val 32537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连支电流等于回路电流表示</a:t>
            </a:r>
          </a:p>
        </p:txBody>
      </p:sp>
      <p:sp>
        <p:nvSpPr>
          <p:cNvPr id="256018" name="Text Box 18">
            <a:extLst>
              <a:ext uri="{FF2B5EF4-FFF2-40B4-BE49-F238E27FC236}">
                <a16:creationId xmlns:a16="http://schemas.microsoft.com/office/drawing/2014/main" id="{A9A679BC-05EB-4B0F-928D-1B346832A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084763"/>
            <a:ext cx="7848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667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所以：求出回路电流，由两类约束即可求出电路中的其余电量</a:t>
            </a:r>
          </a:p>
        </p:txBody>
      </p:sp>
      <p:sp>
        <p:nvSpPr>
          <p:cNvPr id="105484" name="Text Box 19">
            <a:extLst>
              <a:ext uri="{FF2B5EF4-FFF2-40B4-BE49-F238E27FC236}">
                <a16:creationId xmlns:a16="http://schemas.microsoft.com/office/drawing/2014/main" id="{003324B6-E192-48D9-B403-2EF91D98A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4250" y="1885950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05485" name="Text Box 20">
            <a:extLst>
              <a:ext uri="{FF2B5EF4-FFF2-40B4-BE49-F238E27FC236}">
                <a16:creationId xmlns:a16="http://schemas.microsoft.com/office/drawing/2014/main" id="{9C2888BD-8938-4833-83E6-711AC225C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916113"/>
            <a:ext cx="50958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05486" name="Text Box 21">
            <a:extLst>
              <a:ext uri="{FF2B5EF4-FFF2-40B4-BE49-F238E27FC236}">
                <a16:creationId xmlns:a16="http://schemas.microsoft.com/office/drawing/2014/main" id="{E04DCF9D-F49D-486D-99CD-BE4E40CEC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688" y="981075"/>
            <a:ext cx="50958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6022" name="Arc 22">
            <a:extLst>
              <a:ext uri="{FF2B5EF4-FFF2-40B4-BE49-F238E27FC236}">
                <a16:creationId xmlns:a16="http://schemas.microsoft.com/office/drawing/2014/main" id="{84746650-A6A7-4BD6-9D54-E5A1A164D57D}"/>
              </a:ext>
            </a:extLst>
          </p:cNvPr>
          <p:cNvSpPr>
            <a:spLocks/>
          </p:cNvSpPr>
          <p:nvPr/>
        </p:nvSpPr>
        <p:spPr bwMode="auto">
          <a:xfrm rot="10175900">
            <a:off x="5627688" y="139700"/>
            <a:ext cx="2089150" cy="3290888"/>
          </a:xfrm>
          <a:custGeom>
            <a:avLst/>
            <a:gdLst>
              <a:gd name="T0" fmla="*/ 0 w 21600"/>
              <a:gd name="T1" fmla="*/ 0 h 23501"/>
              <a:gd name="T2" fmla="*/ 201276642 w 21600"/>
              <a:gd name="T3" fmla="*/ 460829064 h 23501"/>
              <a:gd name="T4" fmla="*/ 0 w 21600"/>
              <a:gd name="T5" fmla="*/ 423552451 h 2350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350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</a:path>
              <a:path w="21600" h="2350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2234"/>
                  <a:pt x="21572" y="22868"/>
                  <a:pt x="21516" y="23501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33CC33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23" name="AutoShape 23">
            <a:extLst>
              <a:ext uri="{FF2B5EF4-FFF2-40B4-BE49-F238E27FC236}">
                <a16:creationId xmlns:a16="http://schemas.microsoft.com/office/drawing/2014/main" id="{690F8F06-A38C-4A23-B612-3FDDB035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0"/>
            <a:ext cx="3890963" cy="431800"/>
          </a:xfrm>
          <a:prstGeom prst="wedgeRoundRectCallout">
            <a:avLst>
              <a:gd name="adj1" fmla="val 53509"/>
              <a:gd name="adj2" fmla="val 141546"/>
              <a:gd name="adj3" fmla="val 16667"/>
            </a:avLst>
          </a:prstGeom>
          <a:solidFill>
            <a:srgbClr val="CC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由这个闭合面列写</a:t>
            </a:r>
            <a:r>
              <a:rPr lang="en-US" altLang="zh-CN" sz="2400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20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0" dur="20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25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4" dur="2000"/>
                                        <p:tgtEl>
                                          <p:spTgt spid="25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16" grpId="0" animBg="1"/>
      <p:bldP spid="256017" grpId="0" animBg="1"/>
      <p:bldP spid="256018" grpId="0" autoUpdateAnimBg="0"/>
      <p:bldP spid="2560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0A0BC5-A909-480D-BD86-7A93B8F52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AC4515B-331F-4636-B489-1CB8192B17E4}" type="slidenum">
              <a:rPr lang="zh-CN" altLang="en-US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11E7E2-6709-4DF0-9D23-6164931FB3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33520" y="992105"/>
            <a:ext cx="4606032" cy="151407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回路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和回路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互电阻，回路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和回路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的互电阻是（）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174989-4E20-4DE2-B3BE-B12FC6BF124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564904"/>
            <a:ext cx="1846975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4AF2A3-B2DD-44C9-9ED6-2D466BAB372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422154"/>
            <a:ext cx="16630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D44F0C-BC61-4D80-A1AD-8935E357C4C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279404"/>
            <a:ext cx="16630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-9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8C4D299-264F-4A32-92DA-FB348EB7017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5136654"/>
            <a:ext cx="166308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-3Ω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4887B01-87D0-4165-B4FE-CBC0E729819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262919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8C2E8C1-6BAA-4184-9D4C-1CBA57D190C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48644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DA55F752-5999-49A0-97B6-06B3EEE8D68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34369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A106093-14E6-4ACF-A7BD-64B3E12F66FC}"/>
              </a:ext>
            </a:extLst>
          </p:cNvPr>
          <p:cNvSpPr>
            <a:spLocks noChangeAspect="1"/>
          </p:cNvSpPr>
          <p:nvPr>
            <p:custDataLst>
              <p:tags r:id="rId11"/>
            </p:custDataLst>
          </p:nvPr>
        </p:nvSpPr>
        <p:spPr bwMode="auto">
          <a:xfrm>
            <a:off x="1114425" y="520094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7B4E270-E2E9-4F74-BD57-7F9CF261930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6156176" y="5422766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1" name="Object 7">
            <a:extLst>
              <a:ext uri="{FF2B5EF4-FFF2-40B4-BE49-F238E27FC236}">
                <a16:creationId xmlns:a16="http://schemas.microsoft.com/office/drawing/2014/main" id="{05DC8726-4FA9-48C7-B790-79DA7E581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548894"/>
              </p:ext>
            </p:extLst>
          </p:nvPr>
        </p:nvGraphicFramePr>
        <p:xfrm>
          <a:off x="4206000" y="544329"/>
          <a:ext cx="5192000" cy="33167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00" name="Visio" r:id="rId20" imgW="3177633" imgH="2001364" progId="Visio.Drawing.11">
                  <p:embed/>
                </p:oleObj>
              </mc:Choice>
              <mc:Fallback>
                <p:oleObj name="Visio" r:id="rId20" imgW="3177633" imgH="2001364" progId="Visio.Drawing.11">
                  <p:embed/>
                  <p:pic>
                    <p:nvPicPr>
                      <p:cNvPr id="93188" name="Object 7">
                        <a:extLst>
                          <a:ext uri="{FF2B5EF4-FFF2-40B4-BE49-F238E27FC236}">
                            <a16:creationId xmlns:a16="http://schemas.microsoft.com/office/drawing/2014/main" id="{C2EFA5EF-F3C7-43FF-9217-F53A7FC8C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000" y="544329"/>
                        <a:ext cx="5192000" cy="33167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5173B9-21EB-4F0B-A023-570E91706FC9}"/>
              </a:ext>
            </a:extLst>
          </p:cNvPr>
          <p:cNvGrpSpPr/>
          <p:nvPr>
            <p:custDataLst>
              <p:tags r:id="rId13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id="{AEF60BC2-31AE-4747-B6A6-E24AB81F0ED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id="{D592A319-5356-490E-B01D-424E441D5B8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8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588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id="{1BDB474B-D13E-427E-A330-65E43EE9F6A9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id="{18FEF188-3A67-4515-BA52-200EB270835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146FE49-02FE-4477-86C1-000A5BD4A3D3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022133795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7" name="Text Box 3">
            <a:extLst>
              <a:ext uri="{FF2B5EF4-FFF2-40B4-BE49-F238E27FC236}">
                <a16:creationId xmlns:a16="http://schemas.microsoft.com/office/drawing/2014/main" id="{07A852CE-C7DB-4163-8C1B-66856869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72" y="1108853"/>
            <a:ext cx="36734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【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：观察列写</a:t>
            </a:r>
          </a:p>
        </p:txBody>
      </p:sp>
      <p:graphicFrame>
        <p:nvGraphicFramePr>
          <p:cNvPr id="303109" name="Object 5">
            <a:extLst>
              <a:ext uri="{FF2B5EF4-FFF2-40B4-BE49-F238E27FC236}">
                <a16:creationId xmlns:a16="http://schemas.microsoft.com/office/drawing/2014/main" id="{C2001502-CFD5-40BB-B6DD-105EF4F1D4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792756"/>
              </p:ext>
            </p:extLst>
          </p:nvPr>
        </p:nvGraphicFramePr>
        <p:xfrm>
          <a:off x="179512" y="3599714"/>
          <a:ext cx="5530851" cy="137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5" name="Equation" r:id="rId3" imgW="3416040" imgH="850680" progId="Equation.DSMT4">
                  <p:embed/>
                </p:oleObj>
              </mc:Choice>
              <mc:Fallback>
                <p:oleObj name="Equation" r:id="rId3" imgW="3416040" imgH="850680" progId="Equation.DSMT4">
                  <p:embed/>
                  <p:pic>
                    <p:nvPicPr>
                      <p:cNvPr id="303109" name="Object 5">
                        <a:extLst>
                          <a:ext uri="{FF2B5EF4-FFF2-40B4-BE49-F238E27FC236}">
                            <a16:creationId xmlns:a16="http://schemas.microsoft.com/office/drawing/2014/main" id="{C2001502-CFD5-40BB-B6DD-105EF4F1D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3599714"/>
                        <a:ext cx="5530851" cy="137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7">
            <a:extLst>
              <a:ext uri="{FF2B5EF4-FFF2-40B4-BE49-F238E27FC236}">
                <a16:creationId xmlns:a16="http://schemas.microsoft.com/office/drawing/2014/main" id="{C2EFA5EF-F3C7-43FF-9217-F53A7FC8C9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255854"/>
              </p:ext>
            </p:extLst>
          </p:nvPr>
        </p:nvGraphicFramePr>
        <p:xfrm>
          <a:off x="3348038" y="44450"/>
          <a:ext cx="5832475" cy="37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6" name="Visio" r:id="rId5" imgW="3177633" imgH="2001364" progId="Visio.Drawing.11">
                  <p:embed/>
                </p:oleObj>
              </mc:Choice>
              <mc:Fallback>
                <p:oleObj name="Visio" r:id="rId5" imgW="3177633" imgH="2001364" progId="Visio.Drawing.11">
                  <p:embed/>
                  <p:pic>
                    <p:nvPicPr>
                      <p:cNvPr id="93188" name="Object 7">
                        <a:extLst>
                          <a:ext uri="{FF2B5EF4-FFF2-40B4-BE49-F238E27FC236}">
                            <a16:creationId xmlns:a16="http://schemas.microsoft.com/office/drawing/2014/main" id="{C2EFA5EF-F3C7-43FF-9217-F53A7FC8C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4450"/>
                        <a:ext cx="5832475" cy="372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588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>
            <a:extLst>
              <a:ext uri="{FF2B5EF4-FFF2-40B4-BE49-F238E27FC236}">
                <a16:creationId xmlns:a16="http://schemas.microsoft.com/office/drawing/2014/main" id="{E42FD306-932C-4AF4-8BC6-17D194696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97" y="187326"/>
            <a:ext cx="511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3-10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列写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回路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电流方程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195C8744-BD03-43DB-B2D4-93D94139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5125782"/>
            <a:ext cx="4032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整理得回路电流方程为</a:t>
            </a:r>
          </a:p>
        </p:txBody>
      </p:sp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3EA61DAB-A3F6-47DA-BE91-1C44B39A7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861891"/>
              </p:ext>
            </p:extLst>
          </p:nvPr>
        </p:nvGraphicFramePr>
        <p:xfrm>
          <a:off x="5164928" y="4668433"/>
          <a:ext cx="3167062" cy="137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7" name="Equation" r:id="rId7" imgW="1955520" imgH="850680" progId="Equation.DSMT4">
                  <p:embed/>
                </p:oleObj>
              </mc:Choice>
              <mc:Fallback>
                <p:oleObj name="Equation" r:id="rId7" imgW="1955520" imgH="850680" progId="Equation.DSMT4">
                  <p:embed/>
                  <p:pic>
                    <p:nvPicPr>
                      <p:cNvPr id="303109" name="Object 5">
                        <a:extLst>
                          <a:ext uri="{FF2B5EF4-FFF2-40B4-BE49-F238E27FC236}">
                            <a16:creationId xmlns:a16="http://schemas.microsoft.com/office/drawing/2014/main" id="{C2001502-CFD5-40BB-B6DD-105EF4F1D4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928" y="4668433"/>
                        <a:ext cx="3167062" cy="1376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11400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/>
      <p:bldP spid="1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570" name="Object 2">
            <a:extLst>
              <a:ext uri="{FF2B5EF4-FFF2-40B4-BE49-F238E27FC236}">
                <a16:creationId xmlns:a16="http://schemas.microsoft.com/office/drawing/2014/main" id="{6145EF39-C70A-42FF-925A-DA61B404B0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60350"/>
          <a:ext cx="5753100" cy="425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61" name="Visio" r:id="rId3" imgW="2393442" imgH="1815811" progId="Visio.Drawing.11">
                  <p:embed/>
                </p:oleObj>
              </mc:Choice>
              <mc:Fallback>
                <p:oleObj name="Visio" r:id="rId3" imgW="2393442" imgH="1815811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0350"/>
                        <a:ext cx="5753100" cy="425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3" name="Object 3">
            <a:extLst>
              <a:ext uri="{FF2B5EF4-FFF2-40B4-BE49-F238E27FC236}">
                <a16:creationId xmlns:a16="http://schemas.microsoft.com/office/drawing/2014/main" id="{B91BF961-851C-44C6-801C-19D96E871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113" y="4552950"/>
          <a:ext cx="789305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62" name="Equation" r:id="rId5" imgW="3390900" imgH="342900" progId="Equation.DSMT4">
                  <p:embed/>
                </p:oleObj>
              </mc:Choice>
              <mc:Fallback>
                <p:oleObj name="Equation" r:id="rId5" imgW="3390900" imgH="3429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113" y="4552950"/>
                        <a:ext cx="789305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2" name="Rectangle 4">
            <a:extLst>
              <a:ext uri="{FF2B5EF4-FFF2-40B4-BE49-F238E27FC236}">
                <a16:creationId xmlns:a16="http://schemas.microsoft.com/office/drawing/2014/main" id="{5418627E-D7AA-4FFE-A046-703B9E99A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0800"/>
            <a:ext cx="496887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（自学）</a:t>
            </a:r>
          </a:p>
        </p:txBody>
      </p:sp>
      <p:graphicFrame>
        <p:nvGraphicFramePr>
          <p:cNvPr id="261125" name="Object 5">
            <a:extLst>
              <a:ext uri="{FF2B5EF4-FFF2-40B4-BE49-F238E27FC236}">
                <a16:creationId xmlns:a16="http://schemas.microsoft.com/office/drawing/2014/main" id="{A7C1000D-FBFB-4CBA-9E67-4EDB53EB68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911225"/>
          <a:ext cx="3490913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63" name="Visio" r:id="rId7" imgW="1697126" imgH="1644820" progId="Visio.Drawing.11">
                  <p:embed/>
                </p:oleObj>
              </mc:Choice>
              <mc:Fallback>
                <p:oleObj name="Visio" r:id="rId7" imgW="1697126" imgH="164482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911225"/>
                        <a:ext cx="3490913" cy="344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6" name="Object 6">
            <a:extLst>
              <a:ext uri="{FF2B5EF4-FFF2-40B4-BE49-F238E27FC236}">
                <a16:creationId xmlns:a16="http://schemas.microsoft.com/office/drawing/2014/main" id="{E7D3CEC2-B028-47CE-AA4F-E0A0069D18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1703388"/>
          <a:ext cx="3744912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64" name="Visio" r:id="rId9" imgW="1844802" imgH="1552677" progId="Visio.Drawing.11">
                  <p:embed/>
                </p:oleObj>
              </mc:Choice>
              <mc:Fallback>
                <p:oleObj name="Visio" r:id="rId9" imgW="1844802" imgH="1552677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1703388"/>
                        <a:ext cx="3744912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651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7" name="Object 7">
            <a:extLst>
              <a:ext uri="{FF2B5EF4-FFF2-40B4-BE49-F238E27FC236}">
                <a16:creationId xmlns:a16="http://schemas.microsoft.com/office/drawing/2014/main" id="{F5FCC9E5-31ED-4E94-BCCE-7997DCD806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7988" y="5368925"/>
          <a:ext cx="2187575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65" name="Equation" r:id="rId11" imgW="939392" imgH="266584" progId="Equation.DSMT4">
                  <p:embed/>
                </p:oleObj>
              </mc:Choice>
              <mc:Fallback>
                <p:oleObj name="Equation" r:id="rId11" imgW="939392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7988" y="5368925"/>
                        <a:ext cx="2187575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8" name="Freeform 8">
            <a:extLst>
              <a:ext uri="{FF2B5EF4-FFF2-40B4-BE49-F238E27FC236}">
                <a16:creationId xmlns:a16="http://schemas.microsoft.com/office/drawing/2014/main" id="{79D0B56B-32FC-4E8D-A0B1-790043C8C3FC}"/>
              </a:ext>
            </a:extLst>
          </p:cNvPr>
          <p:cNvSpPr>
            <a:spLocks/>
          </p:cNvSpPr>
          <p:nvPr/>
        </p:nvSpPr>
        <p:spPr bwMode="auto">
          <a:xfrm>
            <a:off x="5795963" y="1476375"/>
            <a:ext cx="1760537" cy="1781175"/>
          </a:xfrm>
          <a:custGeom>
            <a:avLst/>
            <a:gdLst>
              <a:gd name="T0" fmla="*/ 2100765177 w 1200"/>
              <a:gd name="T1" fmla="*/ 621669657 h 1125"/>
              <a:gd name="T2" fmla="*/ 2147483646 w 1200"/>
              <a:gd name="T3" fmla="*/ 601616001 h 1125"/>
              <a:gd name="T4" fmla="*/ 2147483646 w 1200"/>
              <a:gd name="T5" fmla="*/ 381024206 h 1125"/>
              <a:gd name="T6" fmla="*/ 2147483646 w 1200"/>
              <a:gd name="T7" fmla="*/ 180484484 h 1125"/>
              <a:gd name="T8" fmla="*/ 1980230011 w 1200"/>
              <a:gd name="T9" fmla="*/ 0 h 1125"/>
              <a:gd name="T10" fmla="*/ 792092004 w 1200"/>
              <a:gd name="T11" fmla="*/ 20053656 h 1125"/>
              <a:gd name="T12" fmla="*/ 533800687 w 1200"/>
              <a:gd name="T13" fmla="*/ 200538139 h 1125"/>
              <a:gd name="T14" fmla="*/ 447704559 w 1200"/>
              <a:gd name="T15" fmla="*/ 320861656 h 1125"/>
              <a:gd name="T16" fmla="*/ 344387445 w 1200"/>
              <a:gd name="T17" fmla="*/ 401077862 h 1125"/>
              <a:gd name="T18" fmla="*/ 258291317 w 1200"/>
              <a:gd name="T19" fmla="*/ 481292484 h 1125"/>
              <a:gd name="T20" fmla="*/ 172193723 w 1200"/>
              <a:gd name="T21" fmla="*/ 601616001 h 1125"/>
              <a:gd name="T22" fmla="*/ 0 w 1200"/>
              <a:gd name="T23" fmla="*/ 1062854830 h 1125"/>
              <a:gd name="T24" fmla="*/ 51658557 w 1200"/>
              <a:gd name="T25" fmla="*/ 1584256208 h 1125"/>
              <a:gd name="T26" fmla="*/ 154974204 w 1200"/>
              <a:gd name="T27" fmla="*/ 1824901659 h 1125"/>
              <a:gd name="T28" fmla="*/ 327167926 w 1200"/>
              <a:gd name="T29" fmla="*/ 2147483646 h 1125"/>
              <a:gd name="T30" fmla="*/ 516581168 w 1200"/>
              <a:gd name="T31" fmla="*/ 2147483646 h 1125"/>
              <a:gd name="T32" fmla="*/ 671556839 w 1200"/>
              <a:gd name="T33" fmla="*/ 2147483646 h 1125"/>
              <a:gd name="T34" fmla="*/ 895407651 w 1200"/>
              <a:gd name="T35" fmla="*/ 2147483646 h 1125"/>
              <a:gd name="T36" fmla="*/ 1033163803 w 1200"/>
              <a:gd name="T37" fmla="*/ 2147483646 h 1125"/>
              <a:gd name="T38" fmla="*/ 1136479450 w 1200"/>
              <a:gd name="T39" fmla="*/ 2147483646 h 1125"/>
              <a:gd name="T40" fmla="*/ 1257016082 w 1200"/>
              <a:gd name="T41" fmla="*/ 1905117864 h 1125"/>
              <a:gd name="T42" fmla="*/ 1411990286 w 1200"/>
              <a:gd name="T43" fmla="*/ 1183178347 h 1125"/>
              <a:gd name="T44" fmla="*/ 1584184009 w 1200"/>
              <a:gd name="T45" fmla="*/ 1042801174 h 1125"/>
              <a:gd name="T46" fmla="*/ 2014669049 w 1200"/>
              <a:gd name="T47" fmla="*/ 842263035 h 112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1200" h="1125">
                <a:moveTo>
                  <a:pt x="976" y="248"/>
                </a:moveTo>
                <a:cubicBezTo>
                  <a:pt x="1016" y="261"/>
                  <a:pt x="1063" y="245"/>
                  <a:pt x="1104" y="240"/>
                </a:cubicBezTo>
                <a:cubicBezTo>
                  <a:pt x="1157" y="222"/>
                  <a:pt x="1181" y="208"/>
                  <a:pt x="1200" y="152"/>
                </a:cubicBezTo>
                <a:cubicBezTo>
                  <a:pt x="1193" y="108"/>
                  <a:pt x="1195" y="86"/>
                  <a:pt x="1152" y="72"/>
                </a:cubicBezTo>
                <a:cubicBezTo>
                  <a:pt x="1088" y="8"/>
                  <a:pt x="1007" y="8"/>
                  <a:pt x="920" y="0"/>
                </a:cubicBezTo>
                <a:cubicBezTo>
                  <a:pt x="736" y="3"/>
                  <a:pt x="552" y="3"/>
                  <a:pt x="368" y="8"/>
                </a:cubicBezTo>
                <a:cubicBezTo>
                  <a:pt x="320" y="9"/>
                  <a:pt x="290" y="66"/>
                  <a:pt x="248" y="80"/>
                </a:cubicBezTo>
                <a:cubicBezTo>
                  <a:pt x="233" y="95"/>
                  <a:pt x="224" y="114"/>
                  <a:pt x="208" y="128"/>
                </a:cubicBezTo>
                <a:cubicBezTo>
                  <a:pt x="194" y="141"/>
                  <a:pt x="160" y="160"/>
                  <a:pt x="160" y="160"/>
                </a:cubicBezTo>
                <a:cubicBezTo>
                  <a:pt x="114" y="229"/>
                  <a:pt x="175" y="148"/>
                  <a:pt x="120" y="192"/>
                </a:cubicBezTo>
                <a:cubicBezTo>
                  <a:pt x="104" y="205"/>
                  <a:pt x="93" y="224"/>
                  <a:pt x="80" y="240"/>
                </a:cubicBezTo>
                <a:cubicBezTo>
                  <a:pt x="36" y="297"/>
                  <a:pt x="14" y="354"/>
                  <a:pt x="0" y="424"/>
                </a:cubicBezTo>
                <a:cubicBezTo>
                  <a:pt x="5" y="493"/>
                  <a:pt x="9" y="564"/>
                  <a:pt x="24" y="632"/>
                </a:cubicBezTo>
                <a:cubicBezTo>
                  <a:pt x="32" y="667"/>
                  <a:pt x="58" y="696"/>
                  <a:pt x="72" y="728"/>
                </a:cubicBezTo>
                <a:cubicBezTo>
                  <a:pt x="93" y="775"/>
                  <a:pt x="109" y="835"/>
                  <a:pt x="152" y="864"/>
                </a:cubicBezTo>
                <a:cubicBezTo>
                  <a:pt x="176" y="900"/>
                  <a:pt x="205" y="910"/>
                  <a:pt x="240" y="928"/>
                </a:cubicBezTo>
                <a:cubicBezTo>
                  <a:pt x="268" y="942"/>
                  <a:pt x="286" y="967"/>
                  <a:pt x="312" y="984"/>
                </a:cubicBezTo>
                <a:cubicBezTo>
                  <a:pt x="339" y="1025"/>
                  <a:pt x="367" y="1096"/>
                  <a:pt x="416" y="1112"/>
                </a:cubicBezTo>
                <a:cubicBezTo>
                  <a:pt x="527" y="1096"/>
                  <a:pt x="445" y="1125"/>
                  <a:pt x="480" y="1080"/>
                </a:cubicBezTo>
                <a:cubicBezTo>
                  <a:pt x="494" y="1062"/>
                  <a:pt x="528" y="1032"/>
                  <a:pt x="528" y="1032"/>
                </a:cubicBezTo>
                <a:cubicBezTo>
                  <a:pt x="558" y="942"/>
                  <a:pt x="530" y="841"/>
                  <a:pt x="584" y="760"/>
                </a:cubicBezTo>
                <a:cubicBezTo>
                  <a:pt x="589" y="647"/>
                  <a:pt x="576" y="552"/>
                  <a:pt x="656" y="472"/>
                </a:cubicBezTo>
                <a:cubicBezTo>
                  <a:pt x="670" y="430"/>
                  <a:pt x="694" y="430"/>
                  <a:pt x="736" y="416"/>
                </a:cubicBezTo>
                <a:cubicBezTo>
                  <a:pt x="804" y="393"/>
                  <a:pt x="884" y="388"/>
                  <a:pt x="936" y="336"/>
                </a:cubicBezTo>
              </a:path>
            </a:pathLst>
          </a:custGeom>
          <a:noFill/>
          <a:ln w="571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29" name="Freeform 9">
            <a:extLst>
              <a:ext uri="{FF2B5EF4-FFF2-40B4-BE49-F238E27FC236}">
                <a16:creationId xmlns:a16="http://schemas.microsoft.com/office/drawing/2014/main" id="{6C07FEEF-ECA9-42B1-8753-5E6EAE4C9428}"/>
              </a:ext>
            </a:extLst>
          </p:cNvPr>
          <p:cNvSpPr>
            <a:spLocks/>
          </p:cNvSpPr>
          <p:nvPr/>
        </p:nvSpPr>
        <p:spPr bwMode="auto">
          <a:xfrm>
            <a:off x="6097588" y="2552700"/>
            <a:ext cx="390525" cy="396875"/>
          </a:xfrm>
          <a:custGeom>
            <a:avLst/>
            <a:gdLst>
              <a:gd name="T0" fmla="*/ 17641888 w 246"/>
              <a:gd name="T1" fmla="*/ 45362813 h 250"/>
              <a:gd name="T2" fmla="*/ 521673138 w 246"/>
              <a:gd name="T3" fmla="*/ 25201563 h 250"/>
              <a:gd name="T4" fmla="*/ 441028138 w 246"/>
              <a:gd name="T5" fmla="*/ 630039063 h 250"/>
              <a:gd name="T6" fmla="*/ 98286888 w 246"/>
              <a:gd name="T7" fmla="*/ 347781563 h 250"/>
              <a:gd name="T8" fmla="*/ 17641888 w 246"/>
              <a:gd name="T9" fmla="*/ 267136563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6" h="250">
                <a:moveTo>
                  <a:pt x="7" y="18"/>
                </a:moveTo>
                <a:cubicBezTo>
                  <a:pt x="85" y="13"/>
                  <a:pt x="135" y="0"/>
                  <a:pt x="207" y="10"/>
                </a:cubicBezTo>
                <a:cubicBezTo>
                  <a:pt x="232" y="86"/>
                  <a:pt x="246" y="203"/>
                  <a:pt x="175" y="250"/>
                </a:cubicBezTo>
                <a:cubicBezTo>
                  <a:pt x="112" y="234"/>
                  <a:pt x="83" y="182"/>
                  <a:pt x="39" y="138"/>
                </a:cubicBezTo>
                <a:cubicBezTo>
                  <a:pt x="0" y="99"/>
                  <a:pt x="25" y="143"/>
                  <a:pt x="7" y="106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0" name="Freeform 10">
            <a:extLst>
              <a:ext uri="{FF2B5EF4-FFF2-40B4-BE49-F238E27FC236}">
                <a16:creationId xmlns:a16="http://schemas.microsoft.com/office/drawing/2014/main" id="{C2F00883-A12E-4859-B8A2-A01F79E93CCC}"/>
              </a:ext>
            </a:extLst>
          </p:cNvPr>
          <p:cNvSpPr>
            <a:spLocks/>
          </p:cNvSpPr>
          <p:nvPr/>
        </p:nvSpPr>
        <p:spPr bwMode="auto">
          <a:xfrm>
            <a:off x="1346200" y="2911475"/>
            <a:ext cx="1139825" cy="804863"/>
          </a:xfrm>
          <a:custGeom>
            <a:avLst/>
            <a:gdLst>
              <a:gd name="T0" fmla="*/ 362902500 w 718"/>
              <a:gd name="T1" fmla="*/ 0 h 672"/>
              <a:gd name="T2" fmla="*/ 1129030000 w 718"/>
              <a:gd name="T3" fmla="*/ 11476470 h 672"/>
              <a:gd name="T4" fmla="*/ 1270158750 w 718"/>
              <a:gd name="T5" fmla="*/ 45904681 h 672"/>
              <a:gd name="T6" fmla="*/ 1391126250 w 718"/>
              <a:gd name="T7" fmla="*/ 91809363 h 672"/>
              <a:gd name="T8" fmla="*/ 1532255000 w 718"/>
              <a:gd name="T9" fmla="*/ 229522209 h 672"/>
              <a:gd name="T10" fmla="*/ 1572577500 w 718"/>
              <a:gd name="T11" fmla="*/ 298378632 h 672"/>
              <a:gd name="T12" fmla="*/ 1512093750 w 718"/>
              <a:gd name="T13" fmla="*/ 872182957 h 672"/>
              <a:gd name="T14" fmla="*/ 1290320000 w 718"/>
              <a:gd name="T15" fmla="*/ 963992320 h 672"/>
              <a:gd name="T16" fmla="*/ 584676250 w 718"/>
              <a:gd name="T17" fmla="*/ 941040578 h 672"/>
              <a:gd name="T18" fmla="*/ 524192500 w 718"/>
              <a:gd name="T19" fmla="*/ 906612367 h 672"/>
              <a:gd name="T20" fmla="*/ 463708750 w 718"/>
              <a:gd name="T21" fmla="*/ 895135897 h 672"/>
              <a:gd name="T22" fmla="*/ 80645000 w 718"/>
              <a:gd name="T23" fmla="*/ 711518369 h 672"/>
              <a:gd name="T24" fmla="*/ 0 w 718"/>
              <a:gd name="T25" fmla="*/ 642661946 h 672"/>
              <a:gd name="T26" fmla="*/ 20161250 w 718"/>
              <a:gd name="T27" fmla="*/ 275426890 h 672"/>
              <a:gd name="T28" fmla="*/ 40322500 w 718"/>
              <a:gd name="T29" fmla="*/ 229522209 h 672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718" h="672">
                <a:moveTo>
                  <a:pt x="144" y="0"/>
                </a:moveTo>
                <a:cubicBezTo>
                  <a:pt x="245" y="3"/>
                  <a:pt x="347" y="3"/>
                  <a:pt x="448" y="8"/>
                </a:cubicBezTo>
                <a:cubicBezTo>
                  <a:pt x="460" y="9"/>
                  <a:pt x="497" y="28"/>
                  <a:pt x="504" y="32"/>
                </a:cubicBezTo>
                <a:cubicBezTo>
                  <a:pt x="520" y="42"/>
                  <a:pt x="552" y="64"/>
                  <a:pt x="552" y="64"/>
                </a:cubicBezTo>
                <a:cubicBezTo>
                  <a:pt x="573" y="95"/>
                  <a:pt x="593" y="126"/>
                  <a:pt x="608" y="160"/>
                </a:cubicBezTo>
                <a:cubicBezTo>
                  <a:pt x="615" y="175"/>
                  <a:pt x="624" y="208"/>
                  <a:pt x="624" y="208"/>
                </a:cubicBezTo>
                <a:cubicBezTo>
                  <a:pt x="642" y="336"/>
                  <a:pt x="718" y="529"/>
                  <a:pt x="600" y="608"/>
                </a:cubicBezTo>
                <a:cubicBezTo>
                  <a:pt x="578" y="642"/>
                  <a:pt x="549" y="660"/>
                  <a:pt x="512" y="672"/>
                </a:cubicBezTo>
                <a:cubicBezTo>
                  <a:pt x="419" y="667"/>
                  <a:pt x="325" y="668"/>
                  <a:pt x="232" y="656"/>
                </a:cubicBezTo>
                <a:cubicBezTo>
                  <a:pt x="221" y="655"/>
                  <a:pt x="217" y="638"/>
                  <a:pt x="208" y="632"/>
                </a:cubicBezTo>
                <a:cubicBezTo>
                  <a:pt x="201" y="627"/>
                  <a:pt x="192" y="627"/>
                  <a:pt x="184" y="624"/>
                </a:cubicBezTo>
                <a:cubicBezTo>
                  <a:pt x="130" y="583"/>
                  <a:pt x="80" y="544"/>
                  <a:pt x="32" y="496"/>
                </a:cubicBezTo>
                <a:cubicBezTo>
                  <a:pt x="18" y="482"/>
                  <a:pt x="0" y="448"/>
                  <a:pt x="0" y="448"/>
                </a:cubicBezTo>
                <a:cubicBezTo>
                  <a:pt x="3" y="363"/>
                  <a:pt x="3" y="277"/>
                  <a:pt x="8" y="192"/>
                </a:cubicBezTo>
                <a:cubicBezTo>
                  <a:pt x="9" y="181"/>
                  <a:pt x="16" y="160"/>
                  <a:pt x="16" y="160"/>
                </a:cubicBezTo>
              </a:path>
            </a:pathLst>
          </a:custGeom>
          <a:noFill/>
          <a:ln w="571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1" name="Freeform 11">
            <a:extLst>
              <a:ext uri="{FF2B5EF4-FFF2-40B4-BE49-F238E27FC236}">
                <a16:creationId xmlns:a16="http://schemas.microsoft.com/office/drawing/2014/main" id="{C18EE005-EA6A-420E-B74D-469987971E50}"/>
              </a:ext>
            </a:extLst>
          </p:cNvPr>
          <p:cNvSpPr>
            <a:spLocks/>
          </p:cNvSpPr>
          <p:nvPr/>
        </p:nvSpPr>
        <p:spPr bwMode="auto">
          <a:xfrm>
            <a:off x="952500" y="1704975"/>
            <a:ext cx="3090863" cy="2295525"/>
          </a:xfrm>
          <a:custGeom>
            <a:avLst/>
            <a:gdLst>
              <a:gd name="T0" fmla="*/ 2147483646 w 1947"/>
              <a:gd name="T1" fmla="*/ 2147483646 h 1446"/>
              <a:gd name="T2" fmla="*/ 2147483646 w 1947"/>
              <a:gd name="T3" fmla="*/ 2147483646 h 1446"/>
              <a:gd name="T4" fmla="*/ 2147483646 w 1947"/>
              <a:gd name="T5" fmla="*/ 2147483646 h 1446"/>
              <a:gd name="T6" fmla="*/ 2147483646 w 1947"/>
              <a:gd name="T7" fmla="*/ 2036286250 h 1446"/>
              <a:gd name="T8" fmla="*/ 2147483646 w 1947"/>
              <a:gd name="T9" fmla="*/ 907256250 h 1446"/>
              <a:gd name="T10" fmla="*/ 2147483646 w 1947"/>
              <a:gd name="T11" fmla="*/ 786288750 h 1446"/>
              <a:gd name="T12" fmla="*/ 2147483646 w 1947"/>
              <a:gd name="T13" fmla="*/ 161290000 h 1446"/>
              <a:gd name="T14" fmla="*/ 2147483646 w 1947"/>
              <a:gd name="T15" fmla="*/ 100806250 h 1446"/>
              <a:gd name="T16" fmla="*/ 2147483646 w 1947"/>
              <a:gd name="T17" fmla="*/ 0 h 1446"/>
              <a:gd name="T18" fmla="*/ 1713706527 w 1947"/>
              <a:gd name="T19" fmla="*/ 20161250 h 1446"/>
              <a:gd name="T20" fmla="*/ 1209675196 w 1947"/>
              <a:gd name="T21" fmla="*/ 120967500 h 1446"/>
              <a:gd name="T22" fmla="*/ 1068546423 w 1947"/>
              <a:gd name="T23" fmla="*/ 161290000 h 1446"/>
              <a:gd name="T24" fmla="*/ 947578903 w 1947"/>
              <a:gd name="T25" fmla="*/ 241935000 h 1446"/>
              <a:gd name="T26" fmla="*/ 826611384 w 1947"/>
              <a:gd name="T27" fmla="*/ 403225000 h 1446"/>
              <a:gd name="T28" fmla="*/ 544353838 w 1947"/>
              <a:gd name="T29" fmla="*/ 887095000 h 1446"/>
              <a:gd name="T30" fmla="*/ 524192585 w 1947"/>
              <a:gd name="T31" fmla="*/ 1270158750 h 1446"/>
              <a:gd name="T32" fmla="*/ 483870078 w 1947"/>
              <a:gd name="T33" fmla="*/ 1330642500 h 1446"/>
              <a:gd name="T34" fmla="*/ 443547572 w 1947"/>
              <a:gd name="T35" fmla="*/ 1451610000 h 1446"/>
              <a:gd name="T36" fmla="*/ 362902559 w 1947"/>
              <a:gd name="T37" fmla="*/ 1794351250 h 1446"/>
              <a:gd name="T38" fmla="*/ 504031332 w 1947"/>
              <a:gd name="T39" fmla="*/ 2147483646 h 1446"/>
              <a:gd name="T40" fmla="*/ 564515091 w 1947"/>
              <a:gd name="T41" fmla="*/ 2147483646 h 1446"/>
              <a:gd name="T42" fmla="*/ 887095144 w 1947"/>
              <a:gd name="T43" fmla="*/ 2147483646 h 1446"/>
              <a:gd name="T44" fmla="*/ 1431448982 w 1947"/>
              <a:gd name="T45" fmla="*/ 2147483646 h 1446"/>
              <a:gd name="T46" fmla="*/ 1552416501 w 1947"/>
              <a:gd name="T47" fmla="*/ 2147483646 h 1446"/>
              <a:gd name="T48" fmla="*/ 1794351540 w 1947"/>
              <a:gd name="T49" fmla="*/ 2147483646 h 1446"/>
              <a:gd name="T50" fmla="*/ 2116931592 w 1947"/>
              <a:gd name="T51" fmla="*/ 2147483646 h 1446"/>
              <a:gd name="T52" fmla="*/ 2147483646 w 1947"/>
              <a:gd name="T53" fmla="*/ 2147483646 h 1446"/>
              <a:gd name="T54" fmla="*/ 2147483646 w 1947"/>
              <a:gd name="T55" fmla="*/ 2147483646 h 1446"/>
              <a:gd name="T56" fmla="*/ 2147483646 w 1947"/>
              <a:gd name="T57" fmla="*/ 2147483646 h 1446"/>
              <a:gd name="T58" fmla="*/ 2147483646 w 1947"/>
              <a:gd name="T59" fmla="*/ 2147483646 h 1446"/>
              <a:gd name="T60" fmla="*/ 2147483646 w 1947"/>
              <a:gd name="T61" fmla="*/ 2147483646 h 1446"/>
              <a:gd name="T62" fmla="*/ 2147483646 w 1947"/>
              <a:gd name="T63" fmla="*/ 2147483646 h 1446"/>
              <a:gd name="T64" fmla="*/ 2147483646 w 1947"/>
              <a:gd name="T65" fmla="*/ 2147483646 h 1446"/>
              <a:gd name="T66" fmla="*/ 2147483646 w 1947"/>
              <a:gd name="T67" fmla="*/ 2147483646 h 144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1947" h="1446">
                <a:moveTo>
                  <a:pt x="1928" y="1256"/>
                </a:moveTo>
                <a:cubicBezTo>
                  <a:pt x="1947" y="1159"/>
                  <a:pt x="1936" y="1057"/>
                  <a:pt x="1920" y="960"/>
                </a:cubicBezTo>
                <a:cubicBezTo>
                  <a:pt x="1914" y="924"/>
                  <a:pt x="1899" y="890"/>
                  <a:pt x="1888" y="856"/>
                </a:cubicBezTo>
                <a:cubicBezTo>
                  <a:pt x="1883" y="840"/>
                  <a:pt x="1872" y="808"/>
                  <a:pt x="1872" y="808"/>
                </a:cubicBezTo>
                <a:cubicBezTo>
                  <a:pt x="1869" y="659"/>
                  <a:pt x="1871" y="509"/>
                  <a:pt x="1864" y="360"/>
                </a:cubicBezTo>
                <a:cubicBezTo>
                  <a:pt x="1863" y="343"/>
                  <a:pt x="1852" y="328"/>
                  <a:pt x="1848" y="312"/>
                </a:cubicBezTo>
                <a:cubicBezTo>
                  <a:pt x="1821" y="203"/>
                  <a:pt x="1730" y="104"/>
                  <a:pt x="1624" y="64"/>
                </a:cubicBezTo>
                <a:cubicBezTo>
                  <a:pt x="1579" y="47"/>
                  <a:pt x="1516" y="44"/>
                  <a:pt x="1472" y="40"/>
                </a:cubicBezTo>
                <a:cubicBezTo>
                  <a:pt x="1387" y="12"/>
                  <a:pt x="1274" y="9"/>
                  <a:pt x="1184" y="0"/>
                </a:cubicBezTo>
                <a:cubicBezTo>
                  <a:pt x="1016" y="3"/>
                  <a:pt x="848" y="3"/>
                  <a:pt x="680" y="8"/>
                </a:cubicBezTo>
                <a:cubicBezTo>
                  <a:pt x="615" y="10"/>
                  <a:pt x="546" y="41"/>
                  <a:pt x="480" y="48"/>
                </a:cubicBezTo>
                <a:cubicBezTo>
                  <a:pt x="472" y="50"/>
                  <a:pt x="433" y="59"/>
                  <a:pt x="424" y="64"/>
                </a:cubicBezTo>
                <a:cubicBezTo>
                  <a:pt x="407" y="73"/>
                  <a:pt x="376" y="96"/>
                  <a:pt x="376" y="96"/>
                </a:cubicBezTo>
                <a:cubicBezTo>
                  <a:pt x="357" y="124"/>
                  <a:pt x="357" y="141"/>
                  <a:pt x="328" y="160"/>
                </a:cubicBezTo>
                <a:cubicBezTo>
                  <a:pt x="286" y="222"/>
                  <a:pt x="257" y="291"/>
                  <a:pt x="216" y="352"/>
                </a:cubicBezTo>
                <a:cubicBezTo>
                  <a:pt x="213" y="403"/>
                  <a:pt x="215" y="454"/>
                  <a:pt x="208" y="504"/>
                </a:cubicBezTo>
                <a:cubicBezTo>
                  <a:pt x="207" y="514"/>
                  <a:pt x="196" y="519"/>
                  <a:pt x="192" y="528"/>
                </a:cubicBezTo>
                <a:cubicBezTo>
                  <a:pt x="185" y="543"/>
                  <a:pt x="181" y="560"/>
                  <a:pt x="176" y="576"/>
                </a:cubicBezTo>
                <a:cubicBezTo>
                  <a:pt x="161" y="620"/>
                  <a:pt x="155" y="667"/>
                  <a:pt x="144" y="712"/>
                </a:cubicBezTo>
                <a:cubicBezTo>
                  <a:pt x="152" y="1209"/>
                  <a:pt x="0" y="1141"/>
                  <a:pt x="200" y="1208"/>
                </a:cubicBezTo>
                <a:cubicBezTo>
                  <a:pt x="209" y="1211"/>
                  <a:pt x="216" y="1219"/>
                  <a:pt x="224" y="1224"/>
                </a:cubicBezTo>
                <a:cubicBezTo>
                  <a:pt x="274" y="1299"/>
                  <a:pt x="247" y="1365"/>
                  <a:pt x="352" y="1400"/>
                </a:cubicBezTo>
                <a:cubicBezTo>
                  <a:pt x="424" y="1397"/>
                  <a:pt x="496" y="1399"/>
                  <a:pt x="568" y="1392"/>
                </a:cubicBezTo>
                <a:cubicBezTo>
                  <a:pt x="585" y="1390"/>
                  <a:pt x="616" y="1376"/>
                  <a:pt x="616" y="1376"/>
                </a:cubicBezTo>
                <a:cubicBezTo>
                  <a:pt x="648" y="1379"/>
                  <a:pt x="680" y="1380"/>
                  <a:pt x="712" y="1384"/>
                </a:cubicBezTo>
                <a:cubicBezTo>
                  <a:pt x="756" y="1390"/>
                  <a:pt x="797" y="1419"/>
                  <a:pt x="840" y="1424"/>
                </a:cubicBezTo>
                <a:cubicBezTo>
                  <a:pt x="1013" y="1446"/>
                  <a:pt x="883" y="1431"/>
                  <a:pt x="1232" y="1440"/>
                </a:cubicBezTo>
                <a:cubicBezTo>
                  <a:pt x="1317" y="1437"/>
                  <a:pt x="1403" y="1443"/>
                  <a:pt x="1488" y="1432"/>
                </a:cubicBezTo>
                <a:cubicBezTo>
                  <a:pt x="1498" y="1431"/>
                  <a:pt x="1564" y="1387"/>
                  <a:pt x="1584" y="1376"/>
                </a:cubicBezTo>
                <a:cubicBezTo>
                  <a:pt x="1601" y="1367"/>
                  <a:pt x="1632" y="1344"/>
                  <a:pt x="1632" y="1344"/>
                </a:cubicBezTo>
                <a:cubicBezTo>
                  <a:pt x="1654" y="1311"/>
                  <a:pt x="1655" y="1278"/>
                  <a:pt x="1696" y="1264"/>
                </a:cubicBezTo>
                <a:cubicBezTo>
                  <a:pt x="1730" y="1275"/>
                  <a:pt x="1739" y="1282"/>
                  <a:pt x="1784" y="1264"/>
                </a:cubicBezTo>
                <a:cubicBezTo>
                  <a:pt x="1793" y="1260"/>
                  <a:pt x="1792" y="1246"/>
                  <a:pt x="1800" y="1240"/>
                </a:cubicBezTo>
                <a:cubicBezTo>
                  <a:pt x="1807" y="1235"/>
                  <a:pt x="1824" y="1232"/>
                  <a:pt x="1824" y="1232"/>
                </a:cubicBezTo>
              </a:path>
            </a:pathLst>
          </a:custGeom>
          <a:noFill/>
          <a:ln w="57150" cap="flat" cmpd="sng">
            <a:solidFill>
              <a:srgbClr val="943634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134" name="Freeform 14">
            <a:extLst>
              <a:ext uri="{FF2B5EF4-FFF2-40B4-BE49-F238E27FC236}">
                <a16:creationId xmlns:a16="http://schemas.microsoft.com/office/drawing/2014/main" id="{3853E734-97B3-428F-A106-D9EE2FDB736C}"/>
              </a:ext>
            </a:extLst>
          </p:cNvPr>
          <p:cNvSpPr>
            <a:spLocks/>
          </p:cNvSpPr>
          <p:nvPr/>
        </p:nvSpPr>
        <p:spPr bwMode="auto">
          <a:xfrm>
            <a:off x="5424488" y="1371600"/>
            <a:ext cx="2747962" cy="2462213"/>
          </a:xfrm>
          <a:custGeom>
            <a:avLst/>
            <a:gdLst>
              <a:gd name="T0" fmla="*/ 2076608372 w 1731"/>
              <a:gd name="T1" fmla="*/ 2147483646 h 1551"/>
              <a:gd name="T2" fmla="*/ 2147483646 w 1731"/>
              <a:gd name="T3" fmla="*/ 1277718166 h 1551"/>
              <a:gd name="T4" fmla="*/ 2147483646 w 1731"/>
              <a:gd name="T5" fmla="*/ 249494624 h 1551"/>
              <a:gd name="T6" fmla="*/ 1960681206 w 1731"/>
              <a:gd name="T7" fmla="*/ 20161246 h 1551"/>
              <a:gd name="T8" fmla="*/ 819049838 w 1731"/>
              <a:gd name="T9" fmla="*/ 365421788 h 1551"/>
              <a:gd name="T10" fmla="*/ 133567463 w 1731"/>
              <a:gd name="T11" fmla="*/ 1393645329 h 1551"/>
              <a:gd name="T12" fmla="*/ 1617940018 w 1731"/>
              <a:gd name="T13" fmla="*/ 2147483646 h 155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731" h="1551">
                <a:moveTo>
                  <a:pt x="824" y="1551"/>
                </a:moveTo>
                <a:cubicBezTo>
                  <a:pt x="1186" y="1150"/>
                  <a:pt x="1549" y="749"/>
                  <a:pt x="1640" y="507"/>
                </a:cubicBezTo>
                <a:cubicBezTo>
                  <a:pt x="1731" y="265"/>
                  <a:pt x="1512" y="182"/>
                  <a:pt x="1368" y="99"/>
                </a:cubicBezTo>
                <a:cubicBezTo>
                  <a:pt x="1224" y="16"/>
                  <a:pt x="952" y="0"/>
                  <a:pt x="778" y="8"/>
                </a:cubicBezTo>
                <a:cubicBezTo>
                  <a:pt x="604" y="16"/>
                  <a:pt x="446" y="54"/>
                  <a:pt x="325" y="145"/>
                </a:cubicBezTo>
                <a:cubicBezTo>
                  <a:pt x="204" y="236"/>
                  <a:pt x="0" y="357"/>
                  <a:pt x="53" y="553"/>
                </a:cubicBezTo>
                <a:cubicBezTo>
                  <a:pt x="106" y="749"/>
                  <a:pt x="374" y="1036"/>
                  <a:pt x="642" y="1324"/>
                </a:cubicBezTo>
              </a:path>
            </a:pathLst>
          </a:custGeom>
          <a:noFill/>
          <a:ln w="38100" cap="flat" cmpd="sng">
            <a:solidFill>
              <a:srgbClr val="0099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6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61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1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61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61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6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8E954DE1-D46D-4198-B502-3A00E1D5C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95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8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82FB0E5D-5C92-4FC3-85BD-3A4FADBA1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697663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本章总结</a:t>
            </a: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6" name="Rectangle 4">
            <a:extLst>
              <a:ext uri="{FF2B5EF4-FFF2-40B4-BE49-F238E27FC236}">
                <a16:creationId xmlns:a16="http://schemas.microsoft.com/office/drawing/2014/main" id="{6639738D-A83F-418B-922D-F2B99CFF0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981075"/>
            <a:ext cx="5256212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 i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CD7DD1AB-5910-4CFA-ACC1-90FB357DD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5175"/>
            <a:ext cx="3492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支路电流法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zh-CN" altLang="en-US" b="1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3175" name="Rectangle 7">
            <a:extLst>
              <a:ext uri="{FF2B5EF4-FFF2-40B4-BE49-F238E27FC236}">
                <a16:creationId xmlns:a16="http://schemas.microsoft.com/office/drawing/2014/main" id="{6B804245-8613-42AE-A47D-443CD2392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68525"/>
            <a:ext cx="3490913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节点分析法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（节点电压法）</a:t>
            </a:r>
          </a:p>
        </p:txBody>
      </p:sp>
      <p:sp>
        <p:nvSpPr>
          <p:cNvPr id="263176" name="Rectangle 8">
            <a:extLst>
              <a:ext uri="{FF2B5EF4-FFF2-40B4-BE49-F238E27FC236}">
                <a16:creationId xmlns:a16="http://schemas.microsoft.com/office/drawing/2014/main" id="{00D4009D-57A6-422D-A692-D9DDA5ECA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3536950"/>
            <a:ext cx="3455987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网孔分析法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（网孔电流法）</a:t>
            </a: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B1A82CD4-EAAD-47DF-AE4B-D0CC008C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41888"/>
            <a:ext cx="3492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回路分析法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（回路电流法）</a:t>
            </a: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177F41C7-8D3D-438A-A2D9-0CA682F12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765175"/>
            <a:ext cx="5651500" cy="12747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条支路电流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0" name="Rectangle 12">
            <a:extLst>
              <a:ext uri="{FF2B5EF4-FFF2-40B4-BE49-F238E27FC236}">
                <a16:creationId xmlns:a16="http://schemas.microsoft.com/office/drawing/2014/main" id="{BC3CEDAC-EE04-499B-99FC-74986BB42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2168525"/>
            <a:ext cx="5795962" cy="1274763"/>
          </a:xfrm>
          <a:prstGeom prst="rect">
            <a:avLst/>
          </a:prstGeom>
          <a:solidFill>
            <a:srgbClr val="00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个节点电压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KCL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1" name="Rectangle 13">
            <a:extLst>
              <a:ext uri="{FF2B5EF4-FFF2-40B4-BE49-F238E27FC236}">
                <a16:creationId xmlns:a16="http://schemas.microsoft.com/office/drawing/2014/main" id="{12B690BF-423E-45F7-B79A-D019E67D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36950"/>
            <a:ext cx="5688013" cy="127476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）个网孔电流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  <p:sp>
        <p:nvSpPr>
          <p:cNvPr id="263182" name="Rectangle 14">
            <a:extLst>
              <a:ext uri="{FF2B5EF4-FFF2-40B4-BE49-F238E27FC236}">
                <a16:creationId xmlns:a16="http://schemas.microsoft.com/office/drawing/2014/main" id="{614920E1-3360-47AC-8D0A-AF2A53652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941888"/>
            <a:ext cx="5651500" cy="1274762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列写以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b-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）个回路电流</a:t>
            </a:r>
            <a:r>
              <a:rPr lang="en-US" altLang="zh-CN" b="1" i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表示的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KVL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63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3" grpId="0" animBg="1"/>
      <p:bldP spid="263175" grpId="0" animBg="1"/>
      <p:bldP spid="263176" grpId="0" animBg="1"/>
      <p:bldP spid="263177" grpId="0" animBg="1"/>
      <p:bldP spid="263178" grpId="0" animBg="1"/>
      <p:bldP spid="263180" grpId="0" animBg="1"/>
      <p:bldP spid="263181" grpId="0" animBg="1"/>
      <p:bldP spid="26318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753DC97C-B30D-43AD-94DD-7228CB8B3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C538613-44A7-4B8F-8ACD-C9C1E8BC3A71}" type="slidenum">
              <a:rPr lang="en-US" altLang="zh-CN" b="1" smtClean="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47</a:t>
            </a:fld>
            <a:endParaRPr lang="en-US" altLang="zh-C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4" name="Text Box 2">
            <a:extLst>
              <a:ext uri="{FF2B5EF4-FFF2-40B4-BE49-F238E27FC236}">
                <a16:creationId xmlns:a16="http://schemas.microsoft.com/office/drawing/2014/main" id="{EB8C52E6-CE30-47C0-867F-BA27A0BF7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343" y="205582"/>
            <a:ext cx="6634163" cy="523875"/>
          </a:xfrm>
          <a:prstGeom prst="rect">
            <a:avLst/>
          </a:prstGeom>
          <a:solidFill>
            <a:srgbClr val="66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支路法、回路法和节点法的小结和比较</a:t>
            </a:r>
          </a:p>
        </p:txBody>
      </p:sp>
      <p:sp>
        <p:nvSpPr>
          <p:cNvPr id="23555" name="Text Box 3">
            <a:extLst>
              <a:ext uri="{FF2B5EF4-FFF2-40B4-BE49-F238E27FC236}">
                <a16:creationId xmlns:a16="http://schemas.microsoft.com/office/drawing/2014/main" id="{F28D30F5-192D-47CD-AA40-3244EF992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3656013"/>
            <a:ext cx="75184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(2)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对于非平面电路，选独立回路不容易，而独立节点较容易。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C9306B8D-0426-446E-AA61-E6AC44334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" y="4656138"/>
            <a:ext cx="7569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(3)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节点法、回路法易于编程。目前用计算机分析网络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电网，集成电路设计等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采用节点法较多。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6BF6D906-23DA-4581-AC33-209E0D28AFD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408113"/>
            <a:ext cx="6438900" cy="2152650"/>
            <a:chOff x="1152" y="840"/>
            <a:chExt cx="4056" cy="1356"/>
          </a:xfrm>
        </p:grpSpPr>
        <p:sp>
          <p:nvSpPr>
            <p:cNvPr id="111625" name="Text Box 6">
              <a:extLst>
                <a:ext uri="{FF2B5EF4-FFF2-40B4-BE49-F238E27FC236}">
                  <a16:creationId xmlns:a16="http://schemas.microsoft.com/office/drawing/2014/main" id="{967ABD3D-062F-4B89-A916-89A11FEE9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186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支路法</a:t>
              </a:r>
            </a:p>
          </p:txBody>
        </p:sp>
        <p:sp>
          <p:nvSpPr>
            <p:cNvPr id="111626" name="Line 7">
              <a:extLst>
                <a:ext uri="{FF2B5EF4-FFF2-40B4-BE49-F238E27FC236}">
                  <a16:creationId xmlns:a16="http://schemas.microsoft.com/office/drawing/2014/main" id="{E25F78BE-CDF7-4A66-9B5C-EEE56B8AB0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176"/>
              <a:ext cx="403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7" name="Line 8">
              <a:extLst>
                <a:ext uri="{FF2B5EF4-FFF2-40B4-BE49-F238E27FC236}">
                  <a16:creationId xmlns:a16="http://schemas.microsoft.com/office/drawing/2014/main" id="{268BC483-679E-44C3-A395-BE56C9EE3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848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8" name="Line 9">
              <a:extLst>
                <a:ext uri="{FF2B5EF4-FFF2-40B4-BE49-F238E27FC236}">
                  <a16:creationId xmlns:a16="http://schemas.microsoft.com/office/drawing/2014/main" id="{5920369B-B9D8-4418-8CE6-4EF79DAD4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524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29" name="Line 10">
              <a:extLst>
                <a:ext uri="{FF2B5EF4-FFF2-40B4-BE49-F238E27FC236}">
                  <a16:creationId xmlns:a16="http://schemas.microsoft.com/office/drawing/2014/main" id="{075DECF8-F47C-480C-A393-C83DB1A1D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0" name="Line 11">
              <a:extLst>
                <a:ext uri="{FF2B5EF4-FFF2-40B4-BE49-F238E27FC236}">
                  <a16:creationId xmlns:a16="http://schemas.microsoft.com/office/drawing/2014/main" id="{28035267-BA17-4956-BCD8-447B96715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0" y="840"/>
              <a:ext cx="0" cy="133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1" name="Line 12">
              <a:extLst>
                <a:ext uri="{FF2B5EF4-FFF2-40B4-BE49-F238E27FC236}">
                  <a16:creationId xmlns:a16="http://schemas.microsoft.com/office/drawing/2014/main" id="{9FECA2F3-C0C7-4EA7-B119-026164E63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2" name="Line 13">
              <a:extLst>
                <a:ext uri="{FF2B5EF4-FFF2-40B4-BE49-F238E27FC236}">
                  <a16:creationId xmlns:a16="http://schemas.microsoft.com/office/drawing/2014/main" id="{37636D3A-B02B-4E11-8B6C-002C647BE7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6" y="840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3" name="Line 14">
              <a:extLst>
                <a:ext uri="{FF2B5EF4-FFF2-40B4-BE49-F238E27FC236}">
                  <a16:creationId xmlns:a16="http://schemas.microsoft.com/office/drawing/2014/main" id="{E6785197-088F-4801-A364-8434AC509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172"/>
              <a:ext cx="405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4" name="Line 15">
              <a:extLst>
                <a:ext uri="{FF2B5EF4-FFF2-40B4-BE49-F238E27FC236}">
                  <a16:creationId xmlns:a16="http://schemas.microsoft.com/office/drawing/2014/main" id="{3FDC54E5-26E2-41FE-BB07-BB4C26B0B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840"/>
              <a:ext cx="40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35" name="Text Box 16">
              <a:extLst>
                <a:ext uri="{FF2B5EF4-FFF2-40B4-BE49-F238E27FC236}">
                  <a16:creationId xmlns:a16="http://schemas.microsoft.com/office/drawing/2014/main" id="{35F13E07-E924-4091-8081-7AAF0034A8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558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回路法</a:t>
              </a:r>
            </a:p>
          </p:txBody>
        </p:sp>
        <p:sp>
          <p:nvSpPr>
            <p:cNvPr id="111636" name="Text Box 17">
              <a:extLst>
                <a:ext uri="{FF2B5EF4-FFF2-40B4-BE49-F238E27FC236}">
                  <a16:creationId xmlns:a16="http://schemas.microsoft.com/office/drawing/2014/main" id="{A3727165-E84B-4C86-B0E3-5E23D3BF4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6" y="1894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节点法</a:t>
              </a:r>
            </a:p>
          </p:txBody>
        </p:sp>
        <p:sp>
          <p:nvSpPr>
            <p:cNvPr id="111637" name="Text Box 18">
              <a:extLst>
                <a:ext uri="{FF2B5EF4-FFF2-40B4-BE49-F238E27FC236}">
                  <a16:creationId xmlns:a16="http://schemas.microsoft.com/office/drawing/2014/main" id="{13A3DAAD-032B-439D-B177-8649C18220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6" y="861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KCL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8" name="Text Box 19">
              <a:extLst>
                <a:ext uri="{FF2B5EF4-FFF2-40B4-BE49-F238E27FC236}">
                  <a16:creationId xmlns:a16="http://schemas.microsoft.com/office/drawing/2014/main" id="{0DD58770-8522-4945-A203-F4CDD1D6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6" y="873"/>
              <a:ext cx="9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KVL</a:t>
              </a: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</a:t>
              </a:r>
            </a:p>
          </p:txBody>
        </p:sp>
        <p:sp>
          <p:nvSpPr>
            <p:cNvPr id="111639" name="Text Box 20">
              <a:extLst>
                <a:ext uri="{FF2B5EF4-FFF2-40B4-BE49-F238E27FC236}">
                  <a16:creationId xmlns:a16="http://schemas.microsoft.com/office/drawing/2014/main" id="{2A836834-BB87-4C3B-A9ED-D894667FA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0" y="1197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0" name="Text Box 21">
              <a:extLst>
                <a:ext uri="{FF2B5EF4-FFF2-40B4-BE49-F238E27FC236}">
                  <a16:creationId xmlns:a16="http://schemas.microsoft.com/office/drawing/2014/main" id="{8B295C5C-1FEB-40C1-A5EA-7F916039D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209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1" name="Text Box 22">
              <a:extLst>
                <a:ext uri="{FF2B5EF4-FFF2-40B4-BE49-F238E27FC236}">
                  <a16:creationId xmlns:a16="http://schemas.microsoft.com/office/drawing/2014/main" id="{59E31DE1-259F-49BD-8510-1DFE98EAF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1545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2" name="Text Box 23">
              <a:extLst>
                <a:ext uri="{FF2B5EF4-FFF2-40B4-BE49-F238E27FC236}">
                  <a16:creationId xmlns:a16="http://schemas.microsoft.com/office/drawing/2014/main" id="{D95BBD4F-5F10-4C0E-9316-E14767D723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2" y="186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0</a:t>
              </a:r>
            </a:p>
          </p:txBody>
        </p:sp>
        <p:sp>
          <p:nvSpPr>
            <p:cNvPr id="111643" name="Text Box 24">
              <a:extLst>
                <a:ext uri="{FF2B5EF4-FFF2-40B4-BE49-F238E27FC236}">
                  <a16:creationId xmlns:a16="http://schemas.microsoft.com/office/drawing/2014/main" id="{4D3BEA11-60F9-4E37-AF0D-9ECD528D7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4" name="Line 25">
              <a:extLst>
                <a:ext uri="{FF2B5EF4-FFF2-40B4-BE49-F238E27FC236}">
                  <a16:creationId xmlns:a16="http://schemas.microsoft.com/office/drawing/2014/main" id="{284BA29F-8C45-48D5-A8F9-7DE1429A33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852"/>
              <a:ext cx="0" cy="134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1645" name="Text Box 26">
              <a:extLst>
                <a:ext uri="{FF2B5EF4-FFF2-40B4-BE49-F238E27FC236}">
                  <a16:creationId xmlns:a16="http://schemas.microsoft.com/office/drawing/2014/main" id="{CC24798E-DA23-45D1-818C-7BE8E6B93C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852"/>
              <a:ext cx="9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zh-CN" altLang="en-US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方程总数</a:t>
              </a:r>
            </a:p>
          </p:txBody>
        </p:sp>
        <p:sp>
          <p:nvSpPr>
            <p:cNvPr id="111646" name="Text Box 27">
              <a:extLst>
                <a:ext uri="{FF2B5EF4-FFF2-40B4-BE49-F238E27FC236}">
                  <a16:creationId xmlns:a16="http://schemas.microsoft.com/office/drawing/2014/main" id="{130EB863-0995-48CC-9611-4A388AEF0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0" y="1533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7" name="Text Box 28">
              <a:extLst>
                <a:ext uri="{FF2B5EF4-FFF2-40B4-BE49-F238E27FC236}">
                  <a16:creationId xmlns:a16="http://schemas.microsoft.com/office/drawing/2014/main" id="{D123FF58-4A71-4B1F-B89E-C91880193E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6" y="1869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1</a:t>
              </a:r>
            </a:p>
          </p:txBody>
        </p:sp>
        <p:sp>
          <p:nvSpPr>
            <p:cNvPr id="111648" name="Text Box 29">
              <a:extLst>
                <a:ext uri="{FF2B5EF4-FFF2-40B4-BE49-F238E27FC236}">
                  <a16:creationId xmlns:a16="http://schemas.microsoft.com/office/drawing/2014/main" id="{E7FB8199-1500-418E-AB0F-A9367E0C7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545"/>
              <a:ext cx="6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r>
                <a:rPr kumimoji="1" lang="en-US" altLang="zh-CN" sz="2400" b="1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n</a:t>
              </a:r>
              <a:r>
                <a:rPr kumimoji="1" lang="en-US" altLang="zh-CN" sz="2400" b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+1</a:t>
              </a:r>
            </a:p>
          </p:txBody>
        </p:sp>
        <p:sp>
          <p:nvSpPr>
            <p:cNvPr id="111649" name="Text Box 30">
              <a:extLst>
                <a:ext uri="{FF2B5EF4-FFF2-40B4-BE49-F238E27FC236}">
                  <a16:creationId xmlns:a16="http://schemas.microsoft.com/office/drawing/2014/main" id="{D482521C-5351-4EAD-87EC-C8941A596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8" y="122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rPr>
                <a:t>b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3583" name="Text Box 31">
            <a:extLst>
              <a:ext uri="{FF2B5EF4-FFF2-40B4-BE49-F238E27FC236}">
                <a16:creationId xmlns:a16="http://schemas.microsoft.com/office/drawing/2014/main" id="{80925AA2-6485-4505-B3E6-538D7C989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83661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(1)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方程数的比较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33C0B2D6-FC7C-4385-B824-8CB8A1CA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5624513"/>
            <a:ext cx="75692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(4)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思考题：节点和回路这两种“基”不完全对称，节点和网孔对称。什么和回路对称？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 autoUpdateAnimBg="0" advAuto="0"/>
      <p:bldP spid="23555" grpId="0" autoUpdateAnimBg="0"/>
      <p:bldP spid="23556" grpId="0" autoUpdateAnimBg="0"/>
      <p:bldP spid="23583" grpId="0" autoUpdateAnimBg="0"/>
      <p:bldP spid="35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866B3012-D37E-4712-BD0F-6839E46C6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14325"/>
            <a:ext cx="76327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2F945B54-1B3C-4BB6-B4A1-4FFC83B926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72561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4" name="Equation" r:id="rId3" imgW="3797300" imgH="1447800" progId="Equation.DSMT4">
                  <p:embed/>
                </p:oleObj>
              </mc:Choice>
              <mc:Fallback>
                <p:oleObj name="Equation" r:id="rId3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72561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45" name="Object 4">
            <a:extLst>
              <a:ext uri="{FF2B5EF4-FFF2-40B4-BE49-F238E27FC236}">
                <a16:creationId xmlns:a16="http://schemas.microsoft.com/office/drawing/2014/main" id="{6228342D-32BD-47B9-8A0B-9638AD4D7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3039836"/>
              </p:ext>
            </p:extLst>
          </p:nvPr>
        </p:nvGraphicFramePr>
        <p:xfrm>
          <a:off x="179388" y="1293813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5" name="Visio" r:id="rId5" imgW="1358890" imgH="854847" progId="Visio.Drawing.11">
                  <p:embed/>
                </p:oleObj>
              </mc:Choice>
              <mc:Fallback>
                <p:oleObj name="Visio" r:id="rId5" imgW="1358890" imgH="85484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293813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5651" name="Object 4">
            <a:extLst>
              <a:ext uri="{FF2B5EF4-FFF2-40B4-BE49-F238E27FC236}">
                <a16:creationId xmlns:a16="http://schemas.microsoft.com/office/drawing/2014/main" id="{A9D90559-00B5-4C00-91C3-C3154FA178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052937"/>
              </p:ext>
            </p:extLst>
          </p:nvPr>
        </p:nvGraphicFramePr>
        <p:xfrm>
          <a:off x="323850" y="3886200"/>
          <a:ext cx="3686175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6" name="Visio" r:id="rId7" imgW="1358890" imgH="854847" progId="Visio.Drawing.11">
                  <p:embed/>
                </p:oleObj>
              </mc:Choice>
              <mc:Fallback>
                <p:oleObj name="Visio" r:id="rId7" imgW="1358890" imgH="85484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886200"/>
                        <a:ext cx="3686175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EF0CA665-55C6-4887-BD28-6BA7FD4F4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4246563"/>
          <a:ext cx="4779963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7" name="Equation" r:id="rId9" imgW="3797300" imgH="1447800" progId="Equation.DSMT4">
                  <p:embed/>
                </p:oleObj>
              </mc:Choice>
              <mc:Fallback>
                <p:oleObj name="Equation" r:id="rId9" imgW="37973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4246563"/>
                        <a:ext cx="4779963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Line 21">
            <a:extLst>
              <a:ext uri="{FF2B5EF4-FFF2-40B4-BE49-F238E27FC236}">
                <a16:creationId xmlns:a16="http://schemas.microsoft.com/office/drawing/2014/main" id="{8F01A45C-1D75-4F61-A3EB-D3F4CB6D6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741738"/>
            <a:ext cx="8675688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7916B5B6-4D93-46E7-B232-923F93736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69950"/>
            <a:ext cx="77771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</p:txBody>
      </p:sp>
      <p:graphicFrame>
        <p:nvGraphicFramePr>
          <p:cNvPr id="326662" name="Object 4">
            <a:extLst>
              <a:ext uri="{FF2B5EF4-FFF2-40B4-BE49-F238E27FC236}">
                <a16:creationId xmlns:a16="http://schemas.microsoft.com/office/drawing/2014/main" id="{B6624A44-88DA-4F3A-A08E-E07479C10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597847"/>
              </p:ext>
            </p:extLst>
          </p:nvPr>
        </p:nvGraphicFramePr>
        <p:xfrm>
          <a:off x="250825" y="1733550"/>
          <a:ext cx="5124450" cy="242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7" name="Visio" r:id="rId3" imgW="1867593" imgH="854847" progId="Visio.Drawing.11">
                  <p:embed/>
                </p:oleObj>
              </mc:Choice>
              <mc:Fallback>
                <p:oleObj name="Visio" r:id="rId3" imgW="1867593" imgH="85484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1733550"/>
                        <a:ext cx="5124450" cy="242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DD258B55-4885-4484-9DF8-C67B16888A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213" y="4110038"/>
          <a:ext cx="5548312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88" name="Equation" r:id="rId5" imgW="4406900" imgH="1447800" progId="Equation.DSMT4">
                  <p:embed/>
                </p:oleObj>
              </mc:Choice>
              <mc:Fallback>
                <p:oleObj name="Equation" r:id="rId5" imgW="44069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110038"/>
                        <a:ext cx="5548312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9">
            <a:extLst>
              <a:ext uri="{FF2B5EF4-FFF2-40B4-BE49-F238E27FC236}">
                <a16:creationId xmlns:a16="http://schemas.microsoft.com/office/drawing/2014/main" id="{6CB4378D-9C97-4545-88E4-78F1230ED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88913"/>
            <a:ext cx="71294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66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补充：元件的伏安关系分别用节点电压和网孔电流表示关系式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solidFill>
                <a:srgbClr val="FF0066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28707" name="Object 4">
            <a:extLst>
              <a:ext uri="{FF2B5EF4-FFF2-40B4-BE49-F238E27FC236}">
                <a16:creationId xmlns:a16="http://schemas.microsoft.com/office/drawing/2014/main" id="{EB2202EB-58FC-43D5-B344-E117BC3FF0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195810"/>
              </p:ext>
            </p:extLst>
          </p:nvPr>
        </p:nvGraphicFramePr>
        <p:xfrm>
          <a:off x="323850" y="1052513"/>
          <a:ext cx="4876800" cy="345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1" name="Visio" r:id="rId3" imgW="1780226" imgH="1225296" progId="Visio.Drawing.11">
                  <p:embed/>
                </p:oleObj>
              </mc:Choice>
              <mc:Fallback>
                <p:oleObj name="Visio" r:id="rId3" imgW="1780226" imgH="122529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4876800" cy="345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:a16="http://schemas.microsoft.com/office/drawing/2014/main" id="{12E25B39-E160-498F-9109-DD74324B90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313" y="4365625"/>
          <a:ext cx="5437187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2" name="Equation" r:id="rId5" imgW="4318000" imgH="1447800" progId="Equation.DSMT4">
                  <p:embed/>
                </p:oleObj>
              </mc:Choice>
              <mc:Fallback>
                <p:oleObj name="Equation" r:id="rId5" imgW="4318000" imgH="1447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4365625"/>
                        <a:ext cx="5437187" cy="169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B283F14-2D8E-49A1-ACA6-E193F25AD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8" y="981075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练习题：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3-5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（图论）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3-7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3-9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3-12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3-13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3-14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（仅列写回路（网口）方程，并整理成标准形式，不需计算）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3-15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3-16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3-18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3-21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（仅列写节点电压方程，并整理成标准形式）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3-24</a:t>
            </a: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8.0"/>
  <p:tag name="PROBLEMVOICEALLOW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TADATA" val="d86c0567524e4c67933327ed590352e7"/>
</p:tagLst>
</file>

<file path=ppt/theme/theme1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 2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自定义设计方案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588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rtlCol="0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楷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第三章 复杂电阻电路分析</Template>
  <TotalTime>7932</TotalTime>
  <Words>3216</Words>
  <Application>Microsoft Office PowerPoint</Application>
  <PresentationFormat>全屏显示(4:3)</PresentationFormat>
  <Paragraphs>504</Paragraphs>
  <Slides>51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51</vt:i4>
      </vt:variant>
    </vt:vector>
  </HeadingPairs>
  <TitlesOfParts>
    <vt:vector size="78" baseType="lpstr">
      <vt:lpstr>Gungsuh</vt:lpstr>
      <vt:lpstr>Microsoft Yahei</vt:lpstr>
      <vt:lpstr>等线</vt:lpstr>
      <vt:lpstr>仿宋_GB2312</vt:lpstr>
      <vt:lpstr>黑体</vt:lpstr>
      <vt:lpstr>华文行楷</vt:lpstr>
      <vt:lpstr>华文楷体</vt:lpstr>
      <vt:lpstr>楷体_GB2312</vt:lpstr>
      <vt:lpstr>宋体</vt:lpstr>
      <vt:lpstr>Arial</vt:lpstr>
      <vt:lpstr>Calibri</vt:lpstr>
      <vt:lpstr>Impact</vt:lpstr>
      <vt:lpstr>MT Extra</vt:lpstr>
      <vt:lpstr>Symbol</vt:lpstr>
      <vt:lpstr>Times New Roman</vt:lpstr>
      <vt:lpstr>Wingdings</vt:lpstr>
      <vt:lpstr>3_Office 主题</vt:lpstr>
      <vt:lpstr>Office 主题</vt:lpstr>
      <vt:lpstr>自定义设计方案</vt:lpstr>
      <vt:lpstr>1_Office 主题</vt:lpstr>
      <vt:lpstr>2_Office 主题</vt:lpstr>
      <vt:lpstr>Network</vt:lpstr>
      <vt:lpstr>Visio</vt:lpstr>
      <vt:lpstr>Equation</vt:lpstr>
      <vt:lpstr>公式</vt:lpstr>
      <vt:lpstr>Microsoft Visio 绘图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jxf</cp:lastModifiedBy>
  <cp:revision>717</cp:revision>
  <dcterms:created xsi:type="dcterms:W3CDTF">1601-01-01T00:00:00Z</dcterms:created>
  <dcterms:modified xsi:type="dcterms:W3CDTF">2018-09-29T12:40:38Z</dcterms:modified>
</cp:coreProperties>
</file>