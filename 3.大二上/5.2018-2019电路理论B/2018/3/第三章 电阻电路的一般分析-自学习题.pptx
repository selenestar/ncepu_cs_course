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0" r:id="rId2"/>
    <p:sldMasterId id="2147483661" r:id="rId3"/>
    <p:sldMasterId id="2147483662" r:id="rId4"/>
    <p:sldMasterId id="2147483663" r:id="rId5"/>
  </p:sldMasterIdLst>
  <p:sldIdLst>
    <p:sldId id="428" r:id="rId6"/>
    <p:sldId id="480" r:id="rId7"/>
    <p:sldId id="481" r:id="rId8"/>
    <p:sldId id="355" r:id="rId9"/>
    <p:sldId id="447" r:id="rId10"/>
    <p:sldId id="483" r:id="rId11"/>
    <p:sldId id="448" r:id="rId12"/>
    <p:sldId id="449" r:id="rId13"/>
    <p:sldId id="472" r:id="rId14"/>
    <p:sldId id="484" r:id="rId15"/>
    <p:sldId id="473" r:id="rId16"/>
    <p:sldId id="474" r:id="rId17"/>
    <p:sldId id="485" r:id="rId18"/>
    <p:sldId id="395" r:id="rId19"/>
    <p:sldId id="396" r:id="rId20"/>
    <p:sldId id="450" r:id="rId21"/>
    <p:sldId id="451" r:id="rId22"/>
    <p:sldId id="452" r:id="rId23"/>
    <p:sldId id="477" r:id="rId24"/>
    <p:sldId id="478" r:id="rId25"/>
    <p:sldId id="479" r:id="rId26"/>
    <p:sldId id="463" r:id="rId27"/>
    <p:sldId id="486" r:id="rId28"/>
    <p:sldId id="487" r:id="rId29"/>
    <p:sldId id="465" r:id="rId30"/>
    <p:sldId id="466" r:id="rId31"/>
    <p:sldId id="488" r:id="rId32"/>
    <p:sldId id="470" r:id="rId33"/>
    <p:sldId id="471" r:id="rId34"/>
    <p:sldId id="467" r:id="rId35"/>
    <p:sldId id="468" r:id="rId36"/>
    <p:sldId id="469" r:id="rId37"/>
    <p:sldId id="490" r:id="rId38"/>
    <p:sldId id="489" r:id="rId39"/>
    <p:sldId id="420" r:id="rId40"/>
    <p:sldId id="436" r:id="rId41"/>
    <p:sldId id="491" r:id="rId42"/>
    <p:sldId id="492" r:id="rId43"/>
    <p:sldId id="493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3634"/>
    <a:srgbClr val="FF0000"/>
    <a:srgbClr val="0000FF"/>
    <a:srgbClr val="FF0066"/>
    <a:srgbClr val="FFFF99"/>
    <a:srgbClr val="FFFFCC"/>
    <a:srgbClr val="33CC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877" autoAdjust="0"/>
  </p:normalViewPr>
  <p:slideViewPr>
    <p:cSldViewPr>
      <p:cViewPr>
        <p:scale>
          <a:sx n="75" d="100"/>
          <a:sy n="75" d="100"/>
        </p:scale>
        <p:origin x="110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emf"/><Relationship Id="rId1" Type="http://schemas.openxmlformats.org/officeDocument/2006/relationships/image" Target="../media/image8.emf"/><Relationship Id="rId4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4.wmf"/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1.emf"/><Relationship Id="rId1" Type="http://schemas.openxmlformats.org/officeDocument/2006/relationships/image" Target="../media/image32.wmf"/><Relationship Id="rId4" Type="http://schemas.openxmlformats.org/officeDocument/2006/relationships/image" Target="../media/image34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wmf"/><Relationship Id="rId6" Type="http://schemas.openxmlformats.org/officeDocument/2006/relationships/image" Target="../media/image44.wmf"/><Relationship Id="rId5" Type="http://schemas.openxmlformats.org/officeDocument/2006/relationships/image" Target="../media/image40.emf"/><Relationship Id="rId4" Type="http://schemas.openxmlformats.org/officeDocument/2006/relationships/image" Target="../media/image36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5.wmf"/><Relationship Id="rId6" Type="http://schemas.openxmlformats.org/officeDocument/2006/relationships/image" Target="../media/image44.wmf"/><Relationship Id="rId5" Type="http://schemas.openxmlformats.org/officeDocument/2006/relationships/image" Target="../media/image40.emf"/><Relationship Id="rId4" Type="http://schemas.openxmlformats.org/officeDocument/2006/relationships/image" Target="../media/image36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emf"/><Relationship Id="rId1" Type="http://schemas.openxmlformats.org/officeDocument/2006/relationships/image" Target="../media/image46.emf"/><Relationship Id="rId4" Type="http://schemas.openxmlformats.org/officeDocument/2006/relationships/image" Target="../media/image4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50.wmf"/><Relationship Id="rId4" Type="http://schemas.openxmlformats.org/officeDocument/2006/relationships/image" Target="../media/image51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52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7.emf"/><Relationship Id="rId1" Type="http://schemas.openxmlformats.org/officeDocument/2006/relationships/image" Target="../media/image57.emf"/><Relationship Id="rId4" Type="http://schemas.openxmlformats.org/officeDocument/2006/relationships/image" Target="../media/image40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60.wmf"/><Relationship Id="rId2" Type="http://schemas.openxmlformats.org/officeDocument/2006/relationships/image" Target="../media/image37.emf"/><Relationship Id="rId1" Type="http://schemas.openxmlformats.org/officeDocument/2006/relationships/image" Target="../media/image57.e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40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61.wmf"/><Relationship Id="rId2" Type="http://schemas.openxmlformats.org/officeDocument/2006/relationships/image" Target="../media/image37.emf"/><Relationship Id="rId1" Type="http://schemas.openxmlformats.org/officeDocument/2006/relationships/image" Target="../media/image57.e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40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wmf"/><Relationship Id="rId1" Type="http://schemas.openxmlformats.org/officeDocument/2006/relationships/image" Target="../media/image62.emf"/><Relationship Id="rId5" Type="http://schemas.openxmlformats.org/officeDocument/2006/relationships/image" Target="../media/image66.wmf"/><Relationship Id="rId4" Type="http://schemas.openxmlformats.org/officeDocument/2006/relationships/image" Target="../media/image65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image" Target="../media/image67.wmf"/><Relationship Id="rId4" Type="http://schemas.openxmlformats.org/officeDocument/2006/relationships/image" Target="../media/image70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227F4-8D72-4576-BF96-F11F6DB02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64F2B0-A148-46EA-B3B7-D9869CF49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AFCCD-1507-47AA-9F4F-9EDC86BF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479A94-0832-4477-997C-DA966AEB4C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13EEE1-D3CB-470F-896D-050AE4C1EE3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7116784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88949-3C75-431C-B725-1E018238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69A885-9F1B-4697-8442-1B28292A7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1B324E-A284-490F-8E3F-10B72B4A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6E1832-F95F-42D9-B5ED-0E7774AAE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752DD1-2D37-463A-B5CC-42268084997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7955616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18BBC-5F94-458D-B52E-98D5EEE30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35800C-BCD8-480A-9AC6-16931E8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BE4807-AB05-49D9-BD62-9401590DB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2C2419-5F36-4100-A611-3868E0BC5E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80AABE-F1E3-4025-9685-31DC284E822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0147105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F91D0-EDB2-4066-A074-4F96E35B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7E7822-C694-4244-97A3-7D550A8F0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DD26B8-B7FF-43C1-8E8F-40DFF418F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F1A3BB-38A4-4F3A-9B04-3394B0473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A7AAEE-6A0C-4125-BEA8-2F80A044EA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837C7E-1C4A-4C23-B900-BCA923AF656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683778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01D0A-FA4B-4C09-A29D-20B54A825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5D9AD0-3963-434F-B914-249BD361D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B01227-D171-4CD0-A0C1-84BA01BDA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D50C9E-B9A6-4401-94AA-3118590314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80D82B-8186-4BFC-B332-3F7EB366F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18BA76-4607-48F1-864F-370DBDFE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F504660-A2DD-415E-B87D-FA47EAB7C8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72F9A5F-FC8E-4807-98D3-0419691D246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11047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A18BD-AD4E-49E7-9797-B7A80287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E05C08-6A9E-4E90-ADB8-3F3368E6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8E7138-8434-4727-A1CA-A9B00C775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3BD2DC9-876F-4301-BCF0-37A98DDC550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223797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873A9E-51DF-4AF5-85F0-97447E55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6EE0A0-A8D1-4C91-9DD4-2B32E50707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ECBA04C-B9C4-4DD6-8353-13F68E8D69F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1453038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8019A-AB6B-4EE0-B8D7-31C1CBC2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47A2F-617B-4C03-AED2-5CC252C27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CCEC6B-6FD2-410C-BF5A-99345AE36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BE0117-AEE5-42B6-AD57-71430874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EA5DF2-EBC0-4CA9-BA7A-C950254BA7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FFA24D-F04E-4F02-A1D0-0388AA510EF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660195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9A819-4B68-4CB9-86F5-589D493B8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3F4130-A47C-41B8-B0CE-01263C753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D074E6-DB8F-480C-9287-DE0B77F30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3C6A7D-0900-42FD-BD07-83B4E2104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4FD533-AF89-40C5-8DA7-1209DB6A85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FB72CF-10A4-4EDC-A72B-71FB5079ED2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9786014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72C67-E48B-4500-9E89-2D878E53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77CAF4-5A3A-4443-A599-383EF26BA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669B35-612D-4E6A-800A-8D016723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1FAC7A-6BAE-49F4-9DD8-3F491787A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C1F89F-F0F9-40F9-9DC4-CE9B9815C47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464739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FFDDAD-54E6-4522-A052-EA4417512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3E7B14-2181-4F60-9FD4-AADA28342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4AA475-503B-49EF-8ED6-F0D7CE118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179331-198B-4936-A84D-8725F39918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625D35-F3C2-4E98-8CA9-5824AB8D36D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639020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8CAB77A-EEF8-40FD-AE1D-3BF3B29AAE9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313E31-6C67-4B2C-BABA-928EDF05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63938" y="6356350"/>
            <a:ext cx="5857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B10A54-9602-4D32-8913-3558DFB1A3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6356350"/>
            <a:ext cx="514350" cy="365125"/>
          </a:xfrm>
        </p:spPr>
        <p:txBody>
          <a:bodyPr/>
          <a:lstStyle>
            <a:lvl1pPr>
              <a:defRPr/>
            </a:lvl1pPr>
          </a:lstStyle>
          <a:p>
            <a:fld id="{7E764091-06FC-4A6D-85F6-DE02EF39F5C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4095442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A5DB2-9BE6-4408-8D84-FD6B95AED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E85870-9108-4587-B47A-C57B178BE06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70542D-32F3-474E-B8CA-929AA14B41EA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A425B94-ED54-4D2E-91B1-AE4943D86E3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022473B9-73E3-49C1-8191-39AD8F33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63938" y="6356350"/>
            <a:ext cx="5857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1D9B98-4BE3-4DFB-AD21-7F144AA0AA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6356350"/>
            <a:ext cx="514350" cy="365125"/>
          </a:xfrm>
        </p:spPr>
        <p:txBody>
          <a:bodyPr/>
          <a:lstStyle>
            <a:lvl1pPr>
              <a:defRPr/>
            </a:lvl1pPr>
          </a:lstStyle>
          <a:p>
            <a:fld id="{C93D8CD9-609F-49F8-894D-9D8B1DDE862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3565157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974C8-8AC3-43A7-AC7C-720BEE7570B4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2F3F4C-A707-4002-B343-302E5521186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DEC5DC-0310-4955-8691-CCEF5852F5D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F957627-EFB0-4820-AB92-0DE3D6F97A3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33E1A3-778A-487D-80E3-97A0244F5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D28715-36CE-430D-9FAB-1F9CDE2E0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63938" y="6356350"/>
            <a:ext cx="5857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BE3461C-9657-49E9-AF37-3B64373B0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6356350"/>
            <a:ext cx="514350" cy="365125"/>
          </a:xfrm>
        </p:spPr>
        <p:txBody>
          <a:bodyPr/>
          <a:lstStyle>
            <a:lvl1pPr>
              <a:defRPr/>
            </a:lvl1pPr>
          </a:lstStyle>
          <a:p>
            <a:fld id="{AD75AD0F-4B58-421C-8A56-BE8FAAB836C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5448206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4C743-CA6B-4D81-A831-8785B7CB5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2017AE-5F93-45A5-9476-A96644CD4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9766EF-9273-40EC-9F6D-341F0362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F54A0F-421D-46CE-9A8C-0608D54B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FA4FC-D1A5-43E7-8E86-33AEEAAE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671980-188C-427A-92CA-ED7459FF6EC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249505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1E8CB-D4DE-4282-921A-2EDD869B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2A0DD-678B-4B42-BEE6-59FFAE700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6F4A53-8277-4BCA-B7BC-1F3E4BEA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02E499-EF30-4642-BA22-B1E41200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C123D8-D93F-4C95-8372-70877157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902731-638B-47D0-A5E0-2529E3F67A3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4344317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4F21B-F456-4F73-831A-4E4D14B19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96B12-4ABC-4530-9423-32C174232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4ECD86-58CB-4E9A-B6CD-5EB6E494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72F727-4C35-4438-9B68-3F737326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06522E-379E-4CD5-BD8B-E85F8F9A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B99584-54AA-4AF7-AA3D-7D112A707E4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357933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A9C5-9CED-4C84-B456-B4EAB529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0C89A5-2DCA-456E-9414-B0961AE0C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C1DE16-8E85-4D25-86DE-16FC41D9E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B7DB91-9225-49E5-A8A2-217B2B4E9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5B34EC-708E-4BC1-B0E8-DDB047F2F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D4CC2E-3FD8-42D1-A5CA-F97CEA63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3B488-773F-4190-BE9B-7D9F383D09B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61341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76638-CF1A-4B0C-B900-054F3FC1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6EE88B-5F6E-481A-93C7-5D3A1E6A7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78FD71-59E1-4B38-99DD-53BA53B4D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DB53FA-9AA7-4699-B4E8-DBE86305B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97F7D3-08DF-4A05-B7AA-AA55C4A19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80EA0B-A508-473F-A1B5-0BD513C62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379B22-8C38-4D5E-8B25-1A56453D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6C32D1-C373-4D0D-AB06-DE8BADE2F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B4CEA1-2565-4188-B9FB-A4C29A85764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072095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F92E6-0F57-4470-A995-C7AA959B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274DBF-FF73-4935-A37A-003E84E3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77D993-30A2-4F4A-A088-078F9280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C24CD7-0534-4CEF-B386-7FE6DB03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0534D-2607-4BF5-B7B4-DDE1D8DDF54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2625298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CC5433-7F88-4BCB-80BE-CB91A91C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71EC66-C39F-43DD-9CAC-E05DBF0F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A2A714-1D61-4C48-A386-C682E802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5B02D4-C159-4F0A-8679-149A8ED441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050450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CB588-EA4C-4042-887B-89A98F692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EAE319-F1F1-4057-BB44-C9E1F9616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979F4-0A4D-4598-A7DB-D4E3DF1A6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9A0CCE-3356-4374-B45C-7703A1D10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EB3ABC-6FE7-436D-89DE-E0B800A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C03731-3680-4BBB-A594-D740EA42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17DE72-A57E-429F-81C5-C70615B7DB5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665060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6B107-B1DD-4553-BB9E-DBB6F6F1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FBE83F-6CBD-4D9F-BA4A-2D25E6390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E5D43F-A247-4BDB-B6EC-5B5D7E119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2B7676-F93B-4D33-B970-41CD8D98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191594-5885-4A5E-BBA2-E10B07A19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98BED2-AE2D-434F-A2AB-8D5E0BC3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10F271-D50D-46A8-820B-C4AC2BAD844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2682647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47EF2-C6EE-40FC-ABDD-DA7F00D4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3670CA-06C8-4DC0-A8EB-F410A4A34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1A8663-BC8D-494D-9C29-3D2EA55A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3D813D-C1E6-48C6-8AD4-BC839505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4054A-F3B5-44E5-8201-C4DACAF7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A6FD26-CB48-4149-83CE-9F5E1259189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130807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98F477-EE4A-4ABC-A4E5-07345D152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87D12C-1274-411B-A854-C758A8C43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5BF504-33D9-43B5-8269-7FF815C0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68AAF6-50B2-4A71-8622-A0D5818B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C63FEE-4EB3-46C4-8A55-3DF00027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8A20A1-FA36-402F-9BBA-EA5FB248E27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935904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F044D-59A0-4F5F-AE55-2B7FD0D08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BA5B81-A993-421D-A04C-09B917714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29E9BD-75B7-4E79-BE3A-6C9ADE243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99B3DA-D906-4678-83FD-57A18E44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7CBF01-F5AB-4F16-815C-66D25779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DD353-5CE1-4CFC-80A7-5069FE5883B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8719650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102F6-04D1-4911-B1C8-E5E4BD20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04C67D-F2C6-4208-8FE2-696DA18A6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6FCBE4-5A29-4519-88F3-42374AA0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FDD3DB-8C37-4E53-ADEC-C5677E0EF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D870E4-E3DD-48E3-98D4-F442CF93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A31946-3E7C-45C2-AE2A-D6C53C4DEB0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5655044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6E0CD-FDF6-4347-B8D8-43B9C311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3DA65C-90CD-4E4A-9AA4-42634F6A6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368F3-FBD7-4CDF-995D-58DE88D3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1149F3-AAAD-4B80-ADB7-6FDCA558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C48792-22F2-4BD7-9C99-281D316C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27199C-8913-41BF-A417-36863ADF4F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026346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E9EAF-C033-44AE-B6AF-92124B8D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5A8FDA-3DB3-4221-9C90-7E6F34BD8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12DE37-E3BA-4CE8-B447-8C7F26214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9D485B-7A57-454B-A9D4-B969A7B5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F36EF4-BDF3-45EA-B9A7-105368103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F1B708-04E1-483E-95CE-480B83E98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2F13A6-4512-42D3-9916-0DCF48A5771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627875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21E35-6EF4-4875-92E6-B2922FE3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8E0DF1-534B-44F7-B3BA-8E3CE1293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49C6FE-689B-46D2-8E2D-F5352122F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1042C3-B822-4C42-8843-A86834F14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BE9C98-C0E9-4ED9-87C9-AACECF449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E06635-DA8D-44F9-8AC2-EA35C156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609E3B-6A03-4E68-B3F6-AAA3B2F0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191189-7BA8-4DAC-B010-731B57B1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33B77-E643-48A1-8096-D7EC6D81881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770855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6AEC9-E2FE-4F17-9B15-816C9546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BEE19D-0495-42E5-87A4-8CC8960D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C52928-ECEC-49FA-809E-686FA1416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134FFA-079B-4AB3-B762-5F02C047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2FE7E-37D3-4F6B-91B4-962AE36C39B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583498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912362-C7FA-48C9-819C-EB68B5E0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A27D26-FA5D-4D25-8E88-E2CD4C689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0CDDA1-C2B7-4096-BE40-587ABAC6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93AA4B-6B5F-4AC4-B3AB-127901EA64D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1134396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AC5A5-394E-4866-94F2-BBE1EFB50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825EFC-2D55-475D-A26E-B26B475D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BE427D-A885-4D6E-9375-5247FFD88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5827BE-74D5-450D-BBA9-78B3ABB1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C00D27-5FFE-4752-BAA1-8BC6372C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5BF360-86F5-456B-AF2D-56101759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C765C-F70E-4F66-B211-5929DCE9544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1020975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BB634-514D-43B9-A433-C907A12A6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ADDCD5-AB00-44EE-9173-C0A1AF2D4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EBE34B-8E66-442E-97DC-FC2A161CC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5353A4-A037-40CF-B8F4-94DB5511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F73A46-C29D-4764-A1B8-623DED1B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F46073-777E-4E4B-BAA1-14C98879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58A5D8-9424-4073-AAA2-D7DB1BF771C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8333109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3C66F-5D99-456E-B55D-A0AF7047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C5B1EE-3815-4BE4-9538-8EFF9214C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3B965D-C20B-46F5-B7ED-A376A440E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F5E9C0-4791-41FD-A259-3D3FF572C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970CBE-22C4-439E-8927-9AEBCA7E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08D57-6E9A-4C9F-AA47-D3D637BA4B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242838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284407-7039-4732-BD63-6B7122EA08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770F40-C93A-48F1-850D-CC93F856F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B3715-B562-47D2-A5D2-391F607F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2EACE6-2AD9-4225-BF0C-B68E1D68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017301-614A-4E15-BA09-6B6C8BAB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6B9679-534D-4CBB-874C-2FECDB20A2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7002891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33B05-D027-48A7-811A-DBDA772A1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C5AAEB-7CA9-400D-B743-6644465B7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F65EFC-73BA-4AFE-BA5A-CEA39C8EC1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DEFC1F09-13F6-431D-A955-C17E7F78657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9743512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CB901-28D3-4E70-B0AE-3A298E08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3C93B-174A-44DB-82FA-5B578AF9F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17EF28-6DB0-4A0D-A96C-58774430CD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D0F317D9-5847-4A40-AEB4-F61C8F2FBCF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577171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005B2-D457-45F6-8338-07AB5123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DF0A32-4DFE-4658-BA41-9BD67F051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2A5513-AF26-43BC-B12A-D725F347E0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1D823708-8610-4F19-9F90-A515FF8B848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9418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449B4-842A-4D25-81B9-9DD42D62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0CF36-1570-4C7C-B02D-876FD5F3E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28117B-8E63-4FEA-B53A-0716986F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40C42-1142-4BD5-9146-B6860CC023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0DE48C42-9981-4D0F-973D-E10DBCB7672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445249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2240D-3471-4EE0-9982-58FA5B889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79123E-514B-4E22-9685-CADFCE26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A2A94D-B3A2-4750-A383-6023911B8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9F0AB3-7024-4DDA-A966-54FE2290A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E37924-0406-4D46-BB15-1033FF04D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0633070-A7A6-45D0-B96B-84DAE59F16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4B682753-B62C-4CC8-8C08-29D499A1A3F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743940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7FCEBD-BA28-4A52-9A4B-B95C06AB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F04F06-350F-4489-92A1-FAA4377863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11E7162C-8B07-4931-81FE-EA3FE5649C3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5785207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A36877E-2548-4E37-A91B-2731CD6460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F56F3061-272F-4AFC-90BE-ACF504711F9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3074369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8C60E-A793-4616-887F-3D1D9AC6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5FF11E-FFB9-4FDC-A20D-D0664105C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74502D-EAB7-47EA-9E05-C402F3ABF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434BB-8B36-4A7D-B348-D6742FDE22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AE2EBF91-84CA-4A8E-85E3-B2BD389B6D1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061902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BE73F-7183-40A6-999F-A0CA8B21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42CCAB-2FE4-401A-8D64-CD5CFD4B7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D81230-F049-45D0-A302-FB4B8DFF3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ACC668-39F8-4020-95FA-1DE2338BA2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123782BE-01F7-4BC5-80F5-739B7910A71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924044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FC70F-F5C6-4C14-965B-126EFFF8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804DA3-2674-43A3-A67C-37AD3DB54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6DD585-EA89-415D-ABAB-E72EE1ED8F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3A5CEF44-6023-46EF-A0DD-CA721B13BCE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933548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A0EE2F-5A58-4DD7-A812-95380D359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C2C3C7-E26F-4649-BF47-3DF44E538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EFD1E8-392E-4E18-9D8E-D19A28E0F8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F7CD8368-D0D2-4782-885A-FE9D0CB450F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232210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A99EB-9A3C-42C7-B729-352B22BCA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F4F5CA-D1CC-4D12-BA2E-B7CDA78D3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F69C33-60DD-4F8B-AF93-51E35BB4FC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9EECE392-A9C3-4D1E-9089-318C6DE65EA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0225325"/>
      </p:ext>
    </p:extLst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8E8C8-FC8F-44EE-9F8F-522D829F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414CCE-DC62-498E-9003-9885D5491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7E23CF-99F8-4998-A2B5-061DE8A316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CB849C1D-B21C-4812-9945-5DA02D46D66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597566"/>
      </p:ext>
    </p:extLst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88811-ADEC-40A7-8E20-D7CFAB1DD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8D5A52-B684-4B1B-A88A-5AA8CE923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A7F5D8-E12C-4BE0-8AA6-9BD3FA34B5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2CA858F9-688A-45C2-AB60-8329F3804A5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506597"/>
      </p:ext>
    </p:extLst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69592-3EC7-41F9-B242-A049EA92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097BC7-343C-40FD-9B46-5173A440D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E7B648-4AD8-4924-BE8B-F8FAFB13A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76BDF-3AA1-4D58-A36B-C013B672D6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881B8DAA-143A-4C2E-B435-A06B9E0607D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185577"/>
      </p:ext>
    </p:extLst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DD8E3-B928-4936-AB40-B85EFDA68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A6E15E-33C3-451D-B7C2-789435FFD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AC4CA1-528C-415D-B318-4B8F9CD17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44CF1E-4F9E-4C4D-81C9-468D4854D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1B6547-1BCE-451C-A8D5-B63EE4892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D265FA17-A8E6-4908-828C-0858D1019E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FD86746E-8BFD-4B66-8E1B-0CB2F6080A6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2080934"/>
      </p:ext>
    </p:extLst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C3920-F905-4599-9787-1CAB00CF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D87252-D863-4A0C-A6D4-3CB91374D4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1AFACAEF-50EA-4FB7-B508-569FF8D478C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65822"/>
      </p:ext>
    </p:extLst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3D241998-CAF6-4C19-927F-45E9DAB52D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94DF7FD6-8061-42C2-86FC-BBBF737892A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6600259"/>
      </p:ext>
    </p:extLst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1A85B-82D9-442F-8CBE-EDD86582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9DFA4F-2EFE-4D5F-B798-B9DF4E7AF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47EDC3-3EDE-419F-8364-18C51A11E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65E313-30C7-4A06-9775-9B18A75AA4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33009314-DC4D-4450-9EC1-2FEDC3722AE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1318130"/>
      </p:ext>
    </p:extLst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D665F-3A29-4253-8B34-6DF5A6FC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FBF722-5615-437B-9B93-0674CC3D0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BC4CA2-91D7-4CC9-8772-4312767DD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E3B2F-5A8E-4B8A-AB6E-938D3CAE2A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2A576E38-02F4-4B89-8D79-A2BEA1E7128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5019594"/>
      </p:ext>
    </p:extLst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BF8A3-630E-4F51-B62C-6DF6ADC1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1A8288-4996-497E-A5B0-9D0A9FC38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3437F9-C314-4818-867E-16759BE138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171A2419-FD93-4CB8-A208-FC5104271C5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2251133"/>
      </p:ext>
    </p:extLst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90DF20-7EDC-4BE6-90EB-EF01A88B9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CD84A2-11BC-45F0-A1F2-0926D8971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0BEA8B-C7E7-4D8D-996F-089D81EBAA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E69083AF-3CAA-4E21-A0E7-9CD2031E29C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3990258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7" descr="ncepu_r2_c1">
            <a:extLst>
              <a:ext uri="{FF2B5EF4-FFF2-40B4-BE49-F238E27FC236}">
                <a16:creationId xmlns:a16="http://schemas.microsoft.com/office/drawing/2014/main" id="{765EECEF-1474-4F5C-828D-EB4A48136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8">
            <a:extLst>
              <a:ext uri="{FF2B5EF4-FFF2-40B4-BE49-F238E27FC236}">
                <a16:creationId xmlns:a16="http://schemas.microsoft.com/office/drawing/2014/main" id="{36B783E0-12A3-4258-922A-126A204C1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u="sng">
                <a:solidFill>
                  <a:srgbClr val="003366"/>
                </a:solidFill>
                <a:latin typeface="华文行楷" pitchFamily="2" charset="-122"/>
                <a:ea typeface="华文行楷" pitchFamily="2" charset="-122"/>
              </a:rPr>
              <a:t>电路理论教学研究组</a:t>
            </a:r>
          </a:p>
          <a:p>
            <a:pPr algn="ctr">
              <a:defRPr/>
            </a:pPr>
            <a:r>
              <a:rPr lang="en-US" altLang="zh-CN" sz="1000">
                <a:solidFill>
                  <a:srgbClr val="003366"/>
                </a:solidFill>
                <a:latin typeface="Impact" pitchFamily="34" charset="0"/>
                <a:ea typeface="Gungsuh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1FF41EF0-6CBB-44AF-8500-EB1ADB018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56677" name="标题占位符 1">
            <a:extLst>
              <a:ext uri="{FF2B5EF4-FFF2-40B4-BE49-F238E27FC236}">
                <a16:creationId xmlns:a16="http://schemas.microsoft.com/office/drawing/2014/main" id="{B1B527B1-120C-499A-89DB-E16872BEDCF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56678" name="文本占位符 2">
            <a:extLst>
              <a:ext uri="{FF2B5EF4-FFF2-40B4-BE49-F238E27FC236}">
                <a16:creationId xmlns:a16="http://schemas.microsoft.com/office/drawing/2014/main" id="{159E823F-8BF0-4C24-A2B4-36B7E556B5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2">
            <a:extLst>
              <a:ext uri="{FF2B5EF4-FFF2-40B4-BE49-F238E27FC236}">
                <a16:creationId xmlns:a16="http://schemas.microsoft.com/office/drawing/2014/main" id="{0BCDB399-DCE4-427D-ABDD-A0BECFD40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63938" y="6356350"/>
            <a:ext cx="585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1F356E60-B2B3-416D-A0C0-A81D46986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65713" y="6356350"/>
            <a:ext cx="5143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fld id="{CB7D211C-A3FC-4B37-84C8-4E21029D1B1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719" r:id="rId12"/>
    <p:sldLayoutId id="2147483720" r:id="rId13"/>
    <p:sldLayoutId id="2147483721" r:id="rId14"/>
  </p:sldLayoutIdLst>
  <p:transition spd="slow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标题占位符 1">
            <a:extLst>
              <a:ext uri="{FF2B5EF4-FFF2-40B4-BE49-F238E27FC236}">
                <a16:creationId xmlns:a16="http://schemas.microsoft.com/office/drawing/2014/main" id="{CE85691D-A3B0-464C-9DFD-BB93DF163FA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58723" name="文本占位符 2">
            <a:extLst>
              <a:ext uri="{FF2B5EF4-FFF2-40B4-BE49-F238E27FC236}">
                <a16:creationId xmlns:a16="http://schemas.microsoft.com/office/drawing/2014/main" id="{FFA3C5EC-0DFD-4EE6-8464-1941D3DD30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0577E-9960-4A3F-942B-D3E81C1BAD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4559E8-DEA9-483F-95E5-999CE9F30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05E1C3-3C77-4A59-884C-9FC0A7AB3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fld id="{9434D5B9-DD25-4C06-908D-2FAD6AA3949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标题占位符 1">
            <a:extLst>
              <a:ext uri="{FF2B5EF4-FFF2-40B4-BE49-F238E27FC236}">
                <a16:creationId xmlns:a16="http://schemas.microsoft.com/office/drawing/2014/main" id="{705C11F8-06F8-4AB3-B33A-BA6A4583A2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59747" name="文本占位符 2">
            <a:extLst>
              <a:ext uri="{FF2B5EF4-FFF2-40B4-BE49-F238E27FC236}">
                <a16:creationId xmlns:a16="http://schemas.microsoft.com/office/drawing/2014/main" id="{ED2556A9-6624-4546-83BF-ACF4E5D96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42A3F-0126-4C0E-A36B-F18143347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6400054-67C4-42D5-882B-B3CE4AD73E36}" type="datetimeFigureOut">
              <a:rPr lang="zh-CN" altLang="en-US"/>
              <a:pPr>
                <a:defRPr/>
              </a:pPr>
              <a:t>2017/9/2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F8CAC-4AC7-4F2F-8D30-3A404AE46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454516-47CA-48A4-B656-4464AEDD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fld id="{FC6AC8C8-CD55-4156-931A-FEA93F766DC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 spd="slow"/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7" descr="ncepu_r2_c1">
            <a:extLst>
              <a:ext uri="{FF2B5EF4-FFF2-40B4-BE49-F238E27FC236}">
                <a16:creationId xmlns:a16="http://schemas.microsoft.com/office/drawing/2014/main" id="{1F1C4204-6BBA-4714-95DD-CF03DFF03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8">
            <a:extLst>
              <a:ext uri="{FF2B5EF4-FFF2-40B4-BE49-F238E27FC236}">
                <a16:creationId xmlns:a16="http://schemas.microsoft.com/office/drawing/2014/main" id="{EBB1C520-BA25-409A-8B3D-E045C346D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u="sng">
                <a:solidFill>
                  <a:srgbClr val="003366"/>
                </a:solidFill>
                <a:latin typeface="华文行楷" pitchFamily="2" charset="-122"/>
                <a:ea typeface="华文行楷" pitchFamily="2" charset="-122"/>
              </a:rPr>
              <a:t>电路理论教学研究组</a:t>
            </a:r>
          </a:p>
          <a:p>
            <a:pPr algn="ctr">
              <a:defRPr/>
            </a:pPr>
            <a:r>
              <a:rPr lang="en-US" altLang="zh-CN" sz="1000">
                <a:solidFill>
                  <a:srgbClr val="003366"/>
                </a:solidFill>
                <a:latin typeface="Impact" pitchFamily="34" charset="0"/>
                <a:ea typeface="Gungsuh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D39738BC-AC3E-4472-836F-46B7E3D47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60773" name="标题占位符 1">
            <a:extLst>
              <a:ext uri="{FF2B5EF4-FFF2-40B4-BE49-F238E27FC236}">
                <a16:creationId xmlns:a16="http://schemas.microsoft.com/office/drawing/2014/main" id="{46266EAA-3830-4347-825E-8B84D137C42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60774" name="文本占位符 2">
            <a:extLst>
              <a:ext uri="{FF2B5EF4-FFF2-40B4-BE49-F238E27FC236}">
                <a16:creationId xmlns:a16="http://schemas.microsoft.com/office/drawing/2014/main" id="{58EB51E6-BC71-4898-82BA-5D19A03389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4A2012D8-2646-4449-9E27-F99B1AB88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fld id="{BECB4A08-0761-4299-944A-36E3185B49D6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64F6FDCB-A949-4870-9D02-EDE899E58C8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slow"/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4" name="Picture 7" descr="ncepu_r2_c1">
            <a:extLst>
              <a:ext uri="{FF2B5EF4-FFF2-40B4-BE49-F238E27FC236}">
                <a16:creationId xmlns:a16="http://schemas.microsoft.com/office/drawing/2014/main" id="{C77F306F-7997-4551-8332-1B990E978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8">
            <a:extLst>
              <a:ext uri="{FF2B5EF4-FFF2-40B4-BE49-F238E27FC236}">
                <a16:creationId xmlns:a16="http://schemas.microsoft.com/office/drawing/2014/main" id="{423ECE74-2110-46FE-B33A-4C43EA4C2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u="sng">
                <a:solidFill>
                  <a:srgbClr val="003366"/>
                </a:solidFill>
                <a:latin typeface="华文行楷" pitchFamily="2" charset="-122"/>
                <a:ea typeface="华文行楷" pitchFamily="2" charset="-122"/>
              </a:rPr>
              <a:t>电路理论教学研究组</a:t>
            </a:r>
          </a:p>
          <a:p>
            <a:pPr algn="ctr">
              <a:defRPr/>
            </a:pPr>
            <a:r>
              <a:rPr lang="en-US" altLang="zh-CN" sz="1000">
                <a:solidFill>
                  <a:srgbClr val="003366"/>
                </a:solidFill>
                <a:latin typeface="Impact" pitchFamily="34" charset="0"/>
                <a:ea typeface="Gungsuh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58EC9642-0706-42C2-9845-1D516D3FC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61797" name="标题占位符 1">
            <a:extLst>
              <a:ext uri="{FF2B5EF4-FFF2-40B4-BE49-F238E27FC236}">
                <a16:creationId xmlns:a16="http://schemas.microsoft.com/office/drawing/2014/main" id="{2EF0E564-F343-404D-82CB-FB8E3F9D69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61798" name="文本占位符 2">
            <a:extLst>
              <a:ext uri="{FF2B5EF4-FFF2-40B4-BE49-F238E27FC236}">
                <a16:creationId xmlns:a16="http://schemas.microsoft.com/office/drawing/2014/main" id="{D66E2CA1-29B8-428D-95A4-4312A41854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B4AC23BA-8E6A-48A1-A97C-7186CF00F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fld id="{5C967900-820B-413F-8449-4853BC5426FD}" type="datetime10">
              <a:rPr lang="zh-CN" altLang="en-US"/>
              <a:pPr/>
              <a:t>18:13</a:t>
            </a:fld>
            <a:r>
              <a:rPr lang="en-US" altLang="zh-CN"/>
              <a:t>	</a:t>
            </a:r>
            <a:fld id="{1CC985E0-3553-4258-855A-6DD64227294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ransition spd="slow"/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3.w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34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4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39.emf"/><Relationship Id="rId4" Type="http://schemas.openxmlformats.org/officeDocument/2006/relationships/image" Target="../media/image36.emf"/><Relationship Id="rId9" Type="http://schemas.openxmlformats.org/officeDocument/2006/relationships/oleObject" Target="../embeddings/oleObject4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36.e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4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36.e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44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4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49.wmf"/><Relationship Id="rId4" Type="http://schemas.openxmlformats.org/officeDocument/2006/relationships/image" Target="../media/image46.emf"/><Relationship Id="rId9" Type="http://schemas.openxmlformats.org/officeDocument/2006/relationships/oleObject" Target="../embeddings/oleObject6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51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6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5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5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55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40.e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79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85.bin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10" Type="http://schemas.openxmlformats.org/officeDocument/2006/relationships/image" Target="../media/image40.e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59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92.bin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40.e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59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65.emf"/><Relationship Id="rId4" Type="http://schemas.openxmlformats.org/officeDocument/2006/relationships/image" Target="../media/image62.emf"/><Relationship Id="rId9" Type="http://schemas.openxmlformats.org/officeDocument/2006/relationships/oleObject" Target="../embeddings/oleObject97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102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7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7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>
            <a:extLst>
              <a:ext uri="{FF2B5EF4-FFF2-40B4-BE49-F238E27FC236}">
                <a16:creationId xmlns:a16="http://schemas.microsoft.com/office/drawing/2014/main" id="{9D39865C-107F-45FF-9467-6AA4C1FE9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366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3-1</a:t>
            </a:r>
          </a:p>
        </p:txBody>
      </p:sp>
      <p:grpSp>
        <p:nvGrpSpPr>
          <p:cNvPr id="251907" name="Group 3">
            <a:extLst>
              <a:ext uri="{FF2B5EF4-FFF2-40B4-BE49-F238E27FC236}">
                <a16:creationId xmlns:a16="http://schemas.microsoft.com/office/drawing/2014/main" id="{A9CBD13F-5336-49A3-AEAB-E3F2904F10A5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484313"/>
            <a:ext cx="1944688" cy="2232025"/>
            <a:chOff x="657" y="564"/>
            <a:chExt cx="1316" cy="1558"/>
          </a:xfrm>
        </p:grpSpPr>
        <p:sp>
          <p:nvSpPr>
            <p:cNvPr id="251908" name="Line 4">
              <a:extLst>
                <a:ext uri="{FF2B5EF4-FFF2-40B4-BE49-F238E27FC236}">
                  <a16:creationId xmlns:a16="http://schemas.microsoft.com/office/drawing/2014/main" id="{3E21107C-F035-4308-B69F-C46518169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" y="138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09" name="Line 5">
              <a:extLst>
                <a:ext uri="{FF2B5EF4-FFF2-40B4-BE49-F238E27FC236}">
                  <a16:creationId xmlns:a16="http://schemas.microsoft.com/office/drawing/2014/main" id="{03A286BD-7D2F-4101-ADC0-A35062C5C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57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0" name="Freeform 6">
              <a:extLst>
                <a:ext uri="{FF2B5EF4-FFF2-40B4-BE49-F238E27FC236}">
                  <a16:creationId xmlns:a16="http://schemas.microsoft.com/office/drawing/2014/main" id="{EC573808-DB37-4ADF-8C41-93C4BC043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564"/>
              <a:ext cx="1316" cy="1558"/>
            </a:xfrm>
            <a:custGeom>
              <a:avLst/>
              <a:gdLst>
                <a:gd name="T0" fmla="*/ 681 w 1316"/>
                <a:gd name="T1" fmla="*/ 8 h 1558"/>
                <a:gd name="T2" fmla="*/ 1316 w 1316"/>
                <a:gd name="T3" fmla="*/ 825 h 1558"/>
                <a:gd name="T4" fmla="*/ 681 w 1316"/>
                <a:gd name="T5" fmla="*/ 1551 h 1558"/>
                <a:gd name="T6" fmla="*/ 0 w 1316"/>
                <a:gd name="T7" fmla="*/ 780 h 1558"/>
                <a:gd name="T8" fmla="*/ 681 w 1316"/>
                <a:gd name="T9" fmla="*/ 8 h 1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6" h="1558">
                  <a:moveTo>
                    <a:pt x="681" y="8"/>
                  </a:moveTo>
                  <a:cubicBezTo>
                    <a:pt x="900" y="16"/>
                    <a:pt x="1316" y="568"/>
                    <a:pt x="1316" y="825"/>
                  </a:cubicBezTo>
                  <a:cubicBezTo>
                    <a:pt x="1316" y="1082"/>
                    <a:pt x="900" y="1558"/>
                    <a:pt x="681" y="1551"/>
                  </a:cubicBezTo>
                  <a:cubicBezTo>
                    <a:pt x="462" y="1544"/>
                    <a:pt x="0" y="1037"/>
                    <a:pt x="0" y="780"/>
                  </a:cubicBezTo>
                  <a:cubicBezTo>
                    <a:pt x="0" y="523"/>
                    <a:pt x="462" y="0"/>
                    <a:pt x="681" y="8"/>
                  </a:cubicBez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1" name="Oval 7">
              <a:extLst>
                <a:ext uri="{FF2B5EF4-FFF2-40B4-BE49-F238E27FC236}">
                  <a16:creationId xmlns:a16="http://schemas.microsoft.com/office/drawing/2014/main" id="{51F92AF0-7D35-4912-BB62-28FDC07D1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1344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912" name="Line 8">
              <a:extLst>
                <a:ext uri="{FF2B5EF4-FFF2-40B4-BE49-F238E27FC236}">
                  <a16:creationId xmlns:a16="http://schemas.microsoft.com/office/drawing/2014/main" id="{9349E7D3-5C3D-457C-B0D2-A02A531A0A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" y="980"/>
              <a:ext cx="91" cy="9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3" name="Line 9">
              <a:extLst>
                <a:ext uri="{FF2B5EF4-FFF2-40B4-BE49-F238E27FC236}">
                  <a16:creationId xmlns:a16="http://schemas.microsoft.com/office/drawing/2014/main" id="{072B07A7-99A8-4C12-A7FD-7801128411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9" y="1389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4" name="Line 10">
              <a:extLst>
                <a:ext uri="{FF2B5EF4-FFF2-40B4-BE49-F238E27FC236}">
                  <a16:creationId xmlns:a16="http://schemas.microsoft.com/office/drawing/2014/main" id="{A0DB2E4B-7671-4435-867E-18EA97892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389"/>
              <a:ext cx="22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5" name="Line 11">
              <a:extLst>
                <a:ext uri="{FF2B5EF4-FFF2-40B4-BE49-F238E27FC236}">
                  <a16:creationId xmlns:a16="http://schemas.microsoft.com/office/drawing/2014/main" id="{24828CEE-EF5A-4353-8454-4EF755CD96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8" y="935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6" name="Line 12">
              <a:extLst>
                <a:ext uri="{FF2B5EF4-FFF2-40B4-BE49-F238E27FC236}">
                  <a16:creationId xmlns:a16="http://schemas.microsoft.com/office/drawing/2014/main" id="{A1E78040-80E2-4780-9C1C-B2AC9BB65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1616"/>
              <a:ext cx="0" cy="2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7" name="Line 13">
              <a:extLst>
                <a:ext uri="{FF2B5EF4-FFF2-40B4-BE49-F238E27FC236}">
                  <a16:creationId xmlns:a16="http://schemas.microsoft.com/office/drawing/2014/main" id="{5C66C138-6E52-41A2-B0BB-97561892F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706"/>
              <a:ext cx="182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8" name="Line 14">
              <a:extLst>
                <a:ext uri="{FF2B5EF4-FFF2-40B4-BE49-F238E27FC236}">
                  <a16:creationId xmlns:a16="http://schemas.microsoft.com/office/drawing/2014/main" id="{473A55E6-E781-40A5-A47B-7F454A779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6" y="1706"/>
              <a:ext cx="91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19" name="Line 15">
              <a:extLst>
                <a:ext uri="{FF2B5EF4-FFF2-40B4-BE49-F238E27FC236}">
                  <a16:creationId xmlns:a16="http://schemas.microsoft.com/office/drawing/2014/main" id="{21E28D6B-77D6-4191-AE0B-7F1C432AF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799"/>
              <a:ext cx="136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20" name="Text Box 16">
              <a:extLst>
                <a:ext uri="{FF2B5EF4-FFF2-40B4-BE49-F238E27FC236}">
                  <a16:creationId xmlns:a16="http://schemas.microsoft.com/office/drawing/2014/main" id="{499A8893-C4DC-403A-8F6F-D0303DDF3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</a:p>
          </p:txBody>
        </p:sp>
        <p:sp>
          <p:nvSpPr>
            <p:cNvPr id="251921" name="Text Box 17">
              <a:extLst>
                <a:ext uri="{FF2B5EF4-FFF2-40B4-BE49-F238E27FC236}">
                  <a16:creationId xmlns:a16="http://schemas.microsoft.com/office/drawing/2014/main" id="{E5170B05-EC05-4BA5-AAE1-B35216AE8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616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</a:p>
          </p:txBody>
        </p:sp>
        <p:sp>
          <p:nvSpPr>
            <p:cNvPr id="251922" name="Text Box 18">
              <a:extLst>
                <a:ext uri="{FF2B5EF4-FFF2-40B4-BE49-F238E27FC236}">
                  <a16:creationId xmlns:a16="http://schemas.microsoft.com/office/drawing/2014/main" id="{C113A5DF-2F7D-404E-A562-2514BE4D8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</a:p>
          </p:txBody>
        </p:sp>
        <p:sp>
          <p:nvSpPr>
            <p:cNvPr id="251923" name="Text Box 19">
              <a:extLst>
                <a:ext uri="{FF2B5EF4-FFF2-40B4-BE49-F238E27FC236}">
                  <a16:creationId xmlns:a16="http://schemas.microsoft.com/office/drawing/2014/main" id="{EE8E437F-84BA-4344-A420-42553A673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</a:p>
          </p:txBody>
        </p:sp>
        <p:sp>
          <p:nvSpPr>
            <p:cNvPr id="251924" name="Text Box 20">
              <a:extLst>
                <a:ext uri="{FF2B5EF4-FFF2-40B4-BE49-F238E27FC236}">
                  <a16:creationId xmlns:a16="http://schemas.microsoft.com/office/drawing/2014/main" id="{8E25193B-28CA-450B-9785-655CBA833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</a:p>
          </p:txBody>
        </p:sp>
        <p:sp>
          <p:nvSpPr>
            <p:cNvPr id="251925" name="Text Box 21">
              <a:extLst>
                <a:ext uri="{FF2B5EF4-FFF2-40B4-BE49-F238E27FC236}">
                  <a16:creationId xmlns:a16="http://schemas.microsoft.com/office/drawing/2014/main" id="{B811B46B-196F-46C0-96A5-628820F4B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570"/>
              <a:ext cx="226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</a:p>
          </p:txBody>
        </p:sp>
        <p:sp>
          <p:nvSpPr>
            <p:cNvPr id="251926" name="Text Box 22">
              <a:extLst>
                <a:ext uri="{FF2B5EF4-FFF2-40B4-BE49-F238E27FC236}">
                  <a16:creationId xmlns:a16="http://schemas.microsoft.com/office/drawing/2014/main" id="{C93DDD97-8E2C-4FA9-A6DA-4358AF6BB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570"/>
              <a:ext cx="225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251927" name="Text Box 23">
              <a:extLst>
                <a:ext uri="{FF2B5EF4-FFF2-40B4-BE49-F238E27FC236}">
                  <a16:creationId xmlns:a16="http://schemas.microsoft.com/office/drawing/2014/main" id="{4218F32F-7F4B-45A6-8F1A-0F8B6B842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663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</p:grpSp>
      <p:sp>
        <p:nvSpPr>
          <p:cNvPr id="251928" name="Text Box 24">
            <a:extLst>
              <a:ext uri="{FF2B5EF4-FFF2-40B4-BE49-F238E27FC236}">
                <a16:creationId xmlns:a16="http://schemas.microsoft.com/office/drawing/2014/main" id="{12E2E380-7056-4205-B135-940C7FF81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15888"/>
            <a:ext cx="70580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图示为电路的图，画出三种可能的树及其对应的基本回路。</a:t>
            </a:r>
          </a:p>
        </p:txBody>
      </p:sp>
      <p:grpSp>
        <p:nvGrpSpPr>
          <p:cNvPr id="251929" name="Group 25">
            <a:extLst>
              <a:ext uri="{FF2B5EF4-FFF2-40B4-BE49-F238E27FC236}">
                <a16:creationId xmlns:a16="http://schemas.microsoft.com/office/drawing/2014/main" id="{76D3A05B-7F16-45EA-9FEC-E847920FFF68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68413"/>
            <a:ext cx="2089150" cy="2449512"/>
            <a:chOff x="2290" y="762"/>
            <a:chExt cx="1316" cy="1543"/>
          </a:xfrm>
        </p:grpSpPr>
        <p:sp>
          <p:nvSpPr>
            <p:cNvPr id="251930" name="Line 26">
              <a:extLst>
                <a:ext uri="{FF2B5EF4-FFF2-40B4-BE49-F238E27FC236}">
                  <a16:creationId xmlns:a16="http://schemas.microsoft.com/office/drawing/2014/main" id="{D8E1E68E-3BF5-430F-8E63-4553A7975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57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31" name="Line 27">
              <a:extLst>
                <a:ext uri="{FF2B5EF4-FFF2-40B4-BE49-F238E27FC236}">
                  <a16:creationId xmlns:a16="http://schemas.microsoft.com/office/drawing/2014/main" id="{FF1410E4-A0C6-4896-8A36-0EB66B3DB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76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32" name="Oval 28">
              <a:extLst>
                <a:ext uri="{FF2B5EF4-FFF2-40B4-BE49-F238E27FC236}">
                  <a16:creationId xmlns:a16="http://schemas.microsoft.com/office/drawing/2014/main" id="{6AAFD713-4560-4810-A134-B83FB7C7F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534"/>
              <a:ext cx="91" cy="9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51933" name="Text Box 29">
              <a:extLst>
                <a:ext uri="{FF2B5EF4-FFF2-40B4-BE49-F238E27FC236}">
                  <a16:creationId xmlns:a16="http://schemas.microsoft.com/office/drawing/2014/main" id="{D308798E-F85C-4F2C-B404-A645C8C69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</a:p>
          </p:txBody>
        </p:sp>
        <p:sp>
          <p:nvSpPr>
            <p:cNvPr id="251934" name="Text Box 30">
              <a:extLst>
                <a:ext uri="{FF2B5EF4-FFF2-40B4-BE49-F238E27FC236}">
                  <a16:creationId xmlns:a16="http://schemas.microsoft.com/office/drawing/2014/main" id="{5111C04C-C0DC-4F48-A1C1-B90D504EF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80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</a:p>
          </p:txBody>
        </p:sp>
        <p:sp>
          <p:nvSpPr>
            <p:cNvPr id="251935" name="Text Box 31">
              <a:extLst>
                <a:ext uri="{FF2B5EF4-FFF2-40B4-BE49-F238E27FC236}">
                  <a16:creationId xmlns:a16="http://schemas.microsoft.com/office/drawing/2014/main" id="{1EB21622-E485-46E3-ACAA-291129E66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2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</a:p>
          </p:txBody>
        </p:sp>
        <p:sp>
          <p:nvSpPr>
            <p:cNvPr id="251936" name="Text Box 32">
              <a:extLst>
                <a:ext uri="{FF2B5EF4-FFF2-40B4-BE49-F238E27FC236}">
                  <a16:creationId xmlns:a16="http://schemas.microsoft.com/office/drawing/2014/main" id="{B8839A76-F334-42E6-B8F3-48A31FB59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080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</a:p>
          </p:txBody>
        </p:sp>
      </p:grpSp>
      <p:grpSp>
        <p:nvGrpSpPr>
          <p:cNvPr id="251937" name="Group 33">
            <a:extLst>
              <a:ext uri="{FF2B5EF4-FFF2-40B4-BE49-F238E27FC236}">
                <a16:creationId xmlns:a16="http://schemas.microsoft.com/office/drawing/2014/main" id="{AD6C879D-0D02-4AA8-B152-2BFCAD2AA26D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1268413"/>
            <a:ext cx="2089150" cy="2376487"/>
            <a:chOff x="4105" y="799"/>
            <a:chExt cx="1316" cy="1497"/>
          </a:xfrm>
        </p:grpSpPr>
        <p:sp>
          <p:nvSpPr>
            <p:cNvPr id="251938" name="Line 34">
              <a:extLst>
                <a:ext uri="{FF2B5EF4-FFF2-40B4-BE49-F238E27FC236}">
                  <a16:creationId xmlns:a16="http://schemas.microsoft.com/office/drawing/2014/main" id="{D67D3415-D445-41B0-8089-B37D853B2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1534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39" name="Oval 35">
              <a:extLst>
                <a:ext uri="{FF2B5EF4-FFF2-40B4-BE49-F238E27FC236}">
                  <a16:creationId xmlns:a16="http://schemas.microsoft.com/office/drawing/2014/main" id="{E4DF4FB3-1D58-41C5-9ABA-26E640BC1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489"/>
              <a:ext cx="91" cy="90"/>
            </a:xfrm>
            <a:prstGeom prst="ellipse">
              <a:avLst/>
            </a:prstGeom>
            <a:solidFill>
              <a:srgbClr val="FFCC00"/>
            </a:solidFill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940" name="Text Box 36">
              <a:extLst>
                <a:ext uri="{FF2B5EF4-FFF2-40B4-BE49-F238E27FC236}">
                  <a16:creationId xmlns:a16="http://schemas.microsoft.com/office/drawing/2014/main" id="{D0F4F654-BAC0-4FF6-AC98-5B8EF7C09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</a:p>
          </p:txBody>
        </p:sp>
        <p:sp>
          <p:nvSpPr>
            <p:cNvPr id="251941" name="Text Box 37">
              <a:extLst>
                <a:ext uri="{FF2B5EF4-FFF2-40B4-BE49-F238E27FC236}">
                  <a16:creationId xmlns:a16="http://schemas.microsoft.com/office/drawing/2014/main" id="{52C5FFE9-0E79-4DF8-BB92-FEAD3C828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</a:p>
          </p:txBody>
        </p:sp>
        <p:sp>
          <p:nvSpPr>
            <p:cNvPr id="251942" name="Text Box 38">
              <a:extLst>
                <a:ext uri="{FF2B5EF4-FFF2-40B4-BE49-F238E27FC236}">
                  <a16:creationId xmlns:a16="http://schemas.microsoft.com/office/drawing/2014/main" id="{929EA327-9BAC-4C12-B8AD-CBE1FD48E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02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</a:p>
          </p:txBody>
        </p:sp>
        <p:sp>
          <p:nvSpPr>
            <p:cNvPr id="251943" name="Text Box 39">
              <a:extLst>
                <a:ext uri="{FF2B5EF4-FFF2-40B4-BE49-F238E27FC236}">
                  <a16:creationId xmlns:a16="http://schemas.microsoft.com/office/drawing/2014/main" id="{E4954EB2-0697-4324-BE96-ADD83BB99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93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</a:p>
          </p:txBody>
        </p:sp>
        <p:sp>
          <p:nvSpPr>
            <p:cNvPr id="251944" name="Freeform 40">
              <a:extLst>
                <a:ext uri="{FF2B5EF4-FFF2-40B4-BE49-F238E27FC236}">
                  <a16:creationId xmlns:a16="http://schemas.microsoft.com/office/drawing/2014/main" id="{D46EDF65-C8E7-470F-B56C-643902B77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799"/>
              <a:ext cx="589" cy="1497"/>
            </a:xfrm>
            <a:custGeom>
              <a:avLst/>
              <a:gdLst>
                <a:gd name="T0" fmla="*/ 589 w 589"/>
                <a:gd name="T1" fmla="*/ 0 h 1497"/>
                <a:gd name="T2" fmla="*/ 0 w 589"/>
                <a:gd name="T3" fmla="*/ 726 h 1497"/>
                <a:gd name="T4" fmla="*/ 589 w 589"/>
                <a:gd name="T5" fmla="*/ 1497 h 1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9" h="1497">
                  <a:moveTo>
                    <a:pt x="589" y="0"/>
                  </a:moveTo>
                  <a:cubicBezTo>
                    <a:pt x="294" y="238"/>
                    <a:pt x="0" y="477"/>
                    <a:pt x="0" y="726"/>
                  </a:cubicBezTo>
                  <a:cubicBezTo>
                    <a:pt x="0" y="975"/>
                    <a:pt x="483" y="1369"/>
                    <a:pt x="589" y="1497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45" name="Group 41">
            <a:extLst>
              <a:ext uri="{FF2B5EF4-FFF2-40B4-BE49-F238E27FC236}">
                <a16:creationId xmlns:a16="http://schemas.microsoft.com/office/drawing/2014/main" id="{DBD67CB4-DD23-4640-A475-8F3C44C0042E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933825"/>
            <a:ext cx="2160587" cy="2376488"/>
            <a:chOff x="2971" y="2523"/>
            <a:chExt cx="1361" cy="1497"/>
          </a:xfrm>
        </p:grpSpPr>
        <p:grpSp>
          <p:nvGrpSpPr>
            <p:cNvPr id="251946" name="Group 42">
              <a:extLst>
                <a:ext uri="{FF2B5EF4-FFF2-40B4-BE49-F238E27FC236}">
                  <a16:creationId xmlns:a16="http://schemas.microsoft.com/office/drawing/2014/main" id="{737C26E4-063B-42A7-B372-597F872E93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" y="2523"/>
              <a:ext cx="1133" cy="1497"/>
              <a:chOff x="2971" y="2523"/>
              <a:chExt cx="1133" cy="1497"/>
            </a:xfrm>
          </p:grpSpPr>
          <p:sp>
            <p:nvSpPr>
              <p:cNvPr id="251947" name="Text Box 43">
                <a:extLst>
                  <a:ext uri="{FF2B5EF4-FFF2-40B4-BE49-F238E27FC236}">
                    <a16:creationId xmlns:a16="http://schemas.microsoft.com/office/drawing/2014/main" id="{FB51FC0F-87DB-46B2-BC38-E5E9FA9C4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3213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  <a:ea typeface="楷体_GB2312" pitchFamily="49" charset="-122"/>
                  </a:rPr>
                  <a:t>8</a:t>
                </a:r>
              </a:p>
            </p:txBody>
          </p:sp>
          <p:sp>
            <p:nvSpPr>
              <p:cNvPr id="251948" name="Text Box 44">
                <a:extLst>
                  <a:ext uri="{FF2B5EF4-FFF2-40B4-BE49-F238E27FC236}">
                    <a16:creationId xmlns:a16="http://schemas.microsoft.com/office/drawing/2014/main" id="{9FD30E1B-C344-4CA6-AA43-7DCD6082C4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3475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251949" name="Text Box 45">
                <a:extLst>
                  <a:ext uri="{FF2B5EF4-FFF2-40B4-BE49-F238E27FC236}">
                    <a16:creationId xmlns:a16="http://schemas.microsoft.com/office/drawing/2014/main" id="{59521E49-1D0F-432F-8C66-07F39FB26A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" y="2750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</a:p>
            </p:txBody>
          </p:sp>
          <p:sp>
            <p:nvSpPr>
              <p:cNvPr id="251950" name="Text Box 46">
                <a:extLst>
                  <a:ext uri="{FF2B5EF4-FFF2-40B4-BE49-F238E27FC236}">
                    <a16:creationId xmlns:a16="http://schemas.microsoft.com/office/drawing/2014/main" id="{FFCE3AD1-D1ED-4183-8ADA-8F17EB1B3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1" y="3657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251951" name="Freeform 47">
                <a:extLst>
                  <a:ext uri="{FF2B5EF4-FFF2-40B4-BE49-F238E27FC236}">
                    <a16:creationId xmlns:a16="http://schemas.microsoft.com/office/drawing/2014/main" id="{ABF34DF3-BF54-4968-96F0-731C72411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2523"/>
                <a:ext cx="589" cy="1497"/>
              </a:xfrm>
              <a:custGeom>
                <a:avLst/>
                <a:gdLst>
                  <a:gd name="T0" fmla="*/ 589 w 589"/>
                  <a:gd name="T1" fmla="*/ 0 h 1497"/>
                  <a:gd name="T2" fmla="*/ 0 w 589"/>
                  <a:gd name="T3" fmla="*/ 726 h 1497"/>
                  <a:gd name="T4" fmla="*/ 589 w 589"/>
                  <a:gd name="T5" fmla="*/ 1497 h 1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89" h="1497">
                    <a:moveTo>
                      <a:pt x="589" y="0"/>
                    </a:moveTo>
                    <a:cubicBezTo>
                      <a:pt x="294" y="238"/>
                      <a:pt x="0" y="477"/>
                      <a:pt x="0" y="726"/>
                    </a:cubicBezTo>
                    <a:cubicBezTo>
                      <a:pt x="0" y="975"/>
                      <a:pt x="483" y="1369"/>
                      <a:pt x="589" y="1497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1952" name="Line 48">
              <a:extLst>
                <a:ext uri="{FF2B5EF4-FFF2-40B4-BE49-F238E27FC236}">
                  <a16:creationId xmlns:a16="http://schemas.microsoft.com/office/drawing/2014/main" id="{F5BBF501-E8BA-4058-916D-4E6CB1B0FC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249"/>
              <a:ext cx="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53" name="Freeform 49">
              <a:extLst>
                <a:ext uri="{FF2B5EF4-FFF2-40B4-BE49-F238E27FC236}">
                  <a16:creationId xmlns:a16="http://schemas.microsoft.com/office/drawing/2014/main" id="{6DD05951-7B39-4DEA-BDFC-EA8FB93A0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3249"/>
              <a:ext cx="772" cy="771"/>
            </a:xfrm>
            <a:custGeom>
              <a:avLst/>
              <a:gdLst>
                <a:gd name="T0" fmla="*/ 0 w 772"/>
                <a:gd name="T1" fmla="*/ 771 h 771"/>
                <a:gd name="T2" fmla="*/ 499 w 772"/>
                <a:gd name="T3" fmla="*/ 499 h 771"/>
                <a:gd name="T4" fmla="*/ 772 w 772"/>
                <a:gd name="T5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2" h="771">
                  <a:moveTo>
                    <a:pt x="0" y="771"/>
                  </a:moveTo>
                  <a:cubicBezTo>
                    <a:pt x="185" y="699"/>
                    <a:pt x="370" y="627"/>
                    <a:pt x="499" y="499"/>
                  </a:cubicBezTo>
                  <a:cubicBezTo>
                    <a:pt x="628" y="371"/>
                    <a:pt x="727" y="83"/>
                    <a:pt x="772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54" name="Group 50">
            <a:extLst>
              <a:ext uri="{FF2B5EF4-FFF2-40B4-BE49-F238E27FC236}">
                <a16:creationId xmlns:a16="http://schemas.microsoft.com/office/drawing/2014/main" id="{39AD646C-A9C2-449B-A7C8-94FCAFBD22B0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55713"/>
            <a:ext cx="1081087" cy="1295400"/>
            <a:chOff x="2290" y="754"/>
            <a:chExt cx="681" cy="816"/>
          </a:xfrm>
        </p:grpSpPr>
        <p:sp>
          <p:nvSpPr>
            <p:cNvPr id="251955" name="Freeform 51">
              <a:extLst>
                <a:ext uri="{FF2B5EF4-FFF2-40B4-BE49-F238E27FC236}">
                  <a16:creationId xmlns:a16="http://schemas.microsoft.com/office/drawing/2014/main" id="{C1D840C2-8E30-4286-9E38-1AE473B09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754"/>
              <a:ext cx="681" cy="816"/>
            </a:xfrm>
            <a:custGeom>
              <a:avLst/>
              <a:gdLst>
                <a:gd name="T0" fmla="*/ 681 w 681"/>
                <a:gd name="T1" fmla="*/ 0 h 816"/>
                <a:gd name="T2" fmla="*/ 227 w 681"/>
                <a:gd name="T3" fmla="*/ 181 h 816"/>
                <a:gd name="T4" fmla="*/ 0 w 681"/>
                <a:gd name="T5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1" h="816">
                  <a:moveTo>
                    <a:pt x="681" y="0"/>
                  </a:moveTo>
                  <a:cubicBezTo>
                    <a:pt x="510" y="22"/>
                    <a:pt x="340" y="45"/>
                    <a:pt x="227" y="181"/>
                  </a:cubicBezTo>
                  <a:cubicBezTo>
                    <a:pt x="114" y="317"/>
                    <a:pt x="38" y="710"/>
                    <a:pt x="0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56" name="Oval 52">
              <a:extLst>
                <a:ext uri="{FF2B5EF4-FFF2-40B4-BE49-F238E27FC236}">
                  <a16:creationId xmlns:a16="http://schemas.microsoft.com/office/drawing/2014/main" id="{9F414CEA-9E2C-4856-B9E9-F922FB2F0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026"/>
              <a:ext cx="227" cy="36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57" name="Group 53">
            <a:extLst>
              <a:ext uri="{FF2B5EF4-FFF2-40B4-BE49-F238E27FC236}">
                <a16:creationId xmlns:a16="http://schemas.microsoft.com/office/drawing/2014/main" id="{77F5C357-A5BB-495A-A5F4-021F45F8AF45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255713"/>
            <a:ext cx="1008063" cy="1295400"/>
            <a:chOff x="2971" y="754"/>
            <a:chExt cx="635" cy="816"/>
          </a:xfrm>
        </p:grpSpPr>
        <p:sp>
          <p:nvSpPr>
            <p:cNvPr id="251958" name="Freeform 54">
              <a:extLst>
                <a:ext uri="{FF2B5EF4-FFF2-40B4-BE49-F238E27FC236}">
                  <a16:creationId xmlns:a16="http://schemas.microsoft.com/office/drawing/2014/main" id="{C57B8CCD-5578-493C-8D99-F659C6538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754"/>
              <a:ext cx="635" cy="816"/>
            </a:xfrm>
            <a:custGeom>
              <a:avLst/>
              <a:gdLst>
                <a:gd name="T0" fmla="*/ 0 w 635"/>
                <a:gd name="T1" fmla="*/ 0 h 816"/>
                <a:gd name="T2" fmla="*/ 408 w 635"/>
                <a:gd name="T3" fmla="*/ 181 h 816"/>
                <a:gd name="T4" fmla="*/ 499 w 635"/>
                <a:gd name="T5" fmla="*/ 317 h 816"/>
                <a:gd name="T6" fmla="*/ 635 w 635"/>
                <a:gd name="T7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5" h="816">
                  <a:moveTo>
                    <a:pt x="0" y="0"/>
                  </a:moveTo>
                  <a:cubicBezTo>
                    <a:pt x="162" y="64"/>
                    <a:pt x="325" y="128"/>
                    <a:pt x="408" y="181"/>
                  </a:cubicBezTo>
                  <a:cubicBezTo>
                    <a:pt x="491" y="234"/>
                    <a:pt x="461" y="211"/>
                    <a:pt x="499" y="317"/>
                  </a:cubicBezTo>
                  <a:cubicBezTo>
                    <a:pt x="537" y="423"/>
                    <a:pt x="586" y="619"/>
                    <a:pt x="635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59" name="Oval 55">
              <a:extLst>
                <a:ext uri="{FF2B5EF4-FFF2-40B4-BE49-F238E27FC236}">
                  <a16:creationId xmlns:a16="http://schemas.microsoft.com/office/drawing/2014/main" id="{104C05F5-D9A7-4C99-9809-90A1EBEA5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026"/>
              <a:ext cx="226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60" name="Group 56">
            <a:extLst>
              <a:ext uri="{FF2B5EF4-FFF2-40B4-BE49-F238E27FC236}">
                <a16:creationId xmlns:a16="http://schemas.microsoft.com/office/drawing/2014/main" id="{BC6B5C09-43DB-4AD2-B796-0E7AE8996CCD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2565400"/>
            <a:ext cx="1081087" cy="1152525"/>
            <a:chOff x="2290" y="1570"/>
            <a:chExt cx="681" cy="726"/>
          </a:xfrm>
        </p:grpSpPr>
        <p:sp>
          <p:nvSpPr>
            <p:cNvPr id="251961" name="Freeform 57">
              <a:extLst>
                <a:ext uri="{FF2B5EF4-FFF2-40B4-BE49-F238E27FC236}">
                  <a16:creationId xmlns:a16="http://schemas.microsoft.com/office/drawing/2014/main" id="{45C5B06D-4A76-471D-B40E-03B278559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570"/>
              <a:ext cx="681" cy="726"/>
            </a:xfrm>
            <a:custGeom>
              <a:avLst/>
              <a:gdLst>
                <a:gd name="T0" fmla="*/ 0 w 681"/>
                <a:gd name="T1" fmla="*/ 0 h 726"/>
                <a:gd name="T2" fmla="*/ 136 w 681"/>
                <a:gd name="T3" fmla="*/ 590 h 726"/>
                <a:gd name="T4" fmla="*/ 681 w 681"/>
                <a:gd name="T5" fmla="*/ 72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1" h="726">
                  <a:moveTo>
                    <a:pt x="0" y="0"/>
                  </a:moveTo>
                  <a:cubicBezTo>
                    <a:pt x="11" y="234"/>
                    <a:pt x="22" y="469"/>
                    <a:pt x="136" y="590"/>
                  </a:cubicBezTo>
                  <a:cubicBezTo>
                    <a:pt x="250" y="711"/>
                    <a:pt x="465" y="718"/>
                    <a:pt x="681" y="72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62" name="Oval 58">
              <a:extLst>
                <a:ext uri="{FF2B5EF4-FFF2-40B4-BE49-F238E27FC236}">
                  <a16:creationId xmlns:a16="http://schemas.microsoft.com/office/drawing/2014/main" id="{D2246953-3227-4D2B-A897-1210898FF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1797"/>
              <a:ext cx="227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63" name="Group 59">
            <a:extLst>
              <a:ext uri="{FF2B5EF4-FFF2-40B4-BE49-F238E27FC236}">
                <a16:creationId xmlns:a16="http://schemas.microsoft.com/office/drawing/2014/main" id="{F4DF55F5-F660-4A71-A073-AF899422C504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2624138"/>
            <a:ext cx="1103313" cy="1079500"/>
            <a:chOff x="2971" y="1616"/>
            <a:chExt cx="695" cy="680"/>
          </a:xfrm>
        </p:grpSpPr>
        <p:sp>
          <p:nvSpPr>
            <p:cNvPr id="251964" name="Freeform 60">
              <a:extLst>
                <a:ext uri="{FF2B5EF4-FFF2-40B4-BE49-F238E27FC236}">
                  <a16:creationId xmlns:a16="http://schemas.microsoft.com/office/drawing/2014/main" id="{16530834-1721-4A4D-95C2-CB9A13626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616"/>
              <a:ext cx="695" cy="680"/>
            </a:xfrm>
            <a:custGeom>
              <a:avLst/>
              <a:gdLst>
                <a:gd name="T0" fmla="*/ 635 w 695"/>
                <a:gd name="T1" fmla="*/ 0 h 680"/>
                <a:gd name="T2" fmla="*/ 589 w 695"/>
                <a:gd name="T3" fmla="*/ 408 h 680"/>
                <a:gd name="T4" fmla="*/ 0 w 695"/>
                <a:gd name="T5" fmla="*/ 68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5" h="680">
                  <a:moveTo>
                    <a:pt x="635" y="0"/>
                  </a:moveTo>
                  <a:cubicBezTo>
                    <a:pt x="665" y="147"/>
                    <a:pt x="695" y="295"/>
                    <a:pt x="589" y="408"/>
                  </a:cubicBezTo>
                  <a:cubicBezTo>
                    <a:pt x="483" y="521"/>
                    <a:pt x="241" y="600"/>
                    <a:pt x="0" y="68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65" name="Oval 61">
              <a:extLst>
                <a:ext uri="{FF2B5EF4-FFF2-40B4-BE49-F238E27FC236}">
                  <a16:creationId xmlns:a16="http://schemas.microsoft.com/office/drawing/2014/main" id="{11124654-C55B-4B52-980B-9A1FE2148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752"/>
              <a:ext cx="272" cy="31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66" name="Group 62">
            <a:extLst>
              <a:ext uri="{FF2B5EF4-FFF2-40B4-BE49-F238E27FC236}">
                <a16:creationId xmlns:a16="http://schemas.microsoft.com/office/drawing/2014/main" id="{8497BF72-DD9A-4F31-9C7D-88BCF22539BA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1268413"/>
            <a:ext cx="1368425" cy="1223962"/>
            <a:chOff x="4558" y="799"/>
            <a:chExt cx="862" cy="771"/>
          </a:xfrm>
        </p:grpSpPr>
        <p:sp>
          <p:nvSpPr>
            <p:cNvPr id="251967" name="Freeform 63">
              <a:extLst>
                <a:ext uri="{FF2B5EF4-FFF2-40B4-BE49-F238E27FC236}">
                  <a16:creationId xmlns:a16="http://schemas.microsoft.com/office/drawing/2014/main" id="{770F2A09-82A2-482E-8383-C23094071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799"/>
              <a:ext cx="726" cy="771"/>
            </a:xfrm>
            <a:custGeom>
              <a:avLst/>
              <a:gdLst>
                <a:gd name="T0" fmla="*/ 0 w 726"/>
                <a:gd name="T1" fmla="*/ 0 h 771"/>
                <a:gd name="T2" fmla="*/ 545 w 726"/>
                <a:gd name="T3" fmla="*/ 136 h 771"/>
                <a:gd name="T4" fmla="*/ 726 w 726"/>
                <a:gd name="T5" fmla="*/ 771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6" h="771">
                  <a:moveTo>
                    <a:pt x="0" y="0"/>
                  </a:moveTo>
                  <a:cubicBezTo>
                    <a:pt x="212" y="3"/>
                    <a:pt x="424" y="7"/>
                    <a:pt x="545" y="136"/>
                  </a:cubicBezTo>
                  <a:cubicBezTo>
                    <a:pt x="666" y="265"/>
                    <a:pt x="696" y="665"/>
                    <a:pt x="726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68" name="Oval 64">
              <a:extLst>
                <a:ext uri="{FF2B5EF4-FFF2-40B4-BE49-F238E27FC236}">
                  <a16:creationId xmlns:a16="http://schemas.microsoft.com/office/drawing/2014/main" id="{033152DB-2D38-4427-91C4-DD0F514B6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071"/>
              <a:ext cx="590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69" name="Group 65">
            <a:extLst>
              <a:ext uri="{FF2B5EF4-FFF2-40B4-BE49-F238E27FC236}">
                <a16:creationId xmlns:a16="http://schemas.microsoft.com/office/drawing/2014/main" id="{1B4FBEE5-F2AE-4A04-AC90-B5FB249E4D95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2420938"/>
            <a:ext cx="1368425" cy="1223962"/>
            <a:chOff x="4558" y="1525"/>
            <a:chExt cx="862" cy="771"/>
          </a:xfrm>
        </p:grpSpPr>
        <p:sp>
          <p:nvSpPr>
            <p:cNvPr id="251970" name="Freeform 66">
              <a:extLst>
                <a:ext uri="{FF2B5EF4-FFF2-40B4-BE49-F238E27FC236}">
                  <a16:creationId xmlns:a16="http://schemas.microsoft.com/office/drawing/2014/main" id="{DDD6A92A-0B56-4235-A03F-F84846B73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1525"/>
              <a:ext cx="726" cy="771"/>
            </a:xfrm>
            <a:custGeom>
              <a:avLst/>
              <a:gdLst>
                <a:gd name="T0" fmla="*/ 726 w 726"/>
                <a:gd name="T1" fmla="*/ 0 h 771"/>
                <a:gd name="T2" fmla="*/ 545 w 726"/>
                <a:gd name="T3" fmla="*/ 590 h 771"/>
                <a:gd name="T4" fmla="*/ 0 w 726"/>
                <a:gd name="T5" fmla="*/ 771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6" h="771">
                  <a:moveTo>
                    <a:pt x="726" y="0"/>
                  </a:moveTo>
                  <a:cubicBezTo>
                    <a:pt x="696" y="230"/>
                    <a:pt x="666" y="461"/>
                    <a:pt x="545" y="590"/>
                  </a:cubicBezTo>
                  <a:cubicBezTo>
                    <a:pt x="424" y="719"/>
                    <a:pt x="91" y="741"/>
                    <a:pt x="0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71" name="Oval 67">
              <a:extLst>
                <a:ext uri="{FF2B5EF4-FFF2-40B4-BE49-F238E27FC236}">
                  <a16:creationId xmlns:a16="http://schemas.microsoft.com/office/drawing/2014/main" id="{D2F8D5BC-1B09-4D0A-AF89-6D2432FA9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797"/>
              <a:ext cx="454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72" name="Group 68">
            <a:extLst>
              <a:ext uri="{FF2B5EF4-FFF2-40B4-BE49-F238E27FC236}">
                <a16:creationId xmlns:a16="http://schemas.microsoft.com/office/drawing/2014/main" id="{8FD0AAD9-2809-4506-A2D0-0439E7ACEC4D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1268413"/>
            <a:ext cx="719137" cy="1223962"/>
            <a:chOff x="4332" y="799"/>
            <a:chExt cx="453" cy="771"/>
          </a:xfrm>
        </p:grpSpPr>
        <p:sp>
          <p:nvSpPr>
            <p:cNvPr id="251973" name="Line 69">
              <a:extLst>
                <a:ext uri="{FF2B5EF4-FFF2-40B4-BE49-F238E27FC236}">
                  <a16:creationId xmlns:a16="http://schemas.microsoft.com/office/drawing/2014/main" id="{60BF7967-5038-43B5-93C1-8D55527FA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799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74" name="Oval 70">
              <a:extLst>
                <a:ext uri="{FF2B5EF4-FFF2-40B4-BE49-F238E27FC236}">
                  <a16:creationId xmlns:a16="http://schemas.microsoft.com/office/drawing/2014/main" id="{E7C87E85-77E5-4FDF-8758-1402C59EF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253"/>
              <a:ext cx="226" cy="1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75" name="Group 71">
            <a:extLst>
              <a:ext uri="{FF2B5EF4-FFF2-40B4-BE49-F238E27FC236}">
                <a16:creationId xmlns:a16="http://schemas.microsoft.com/office/drawing/2014/main" id="{77120D30-95D2-427B-AF14-D0EC8C23B47B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2420938"/>
            <a:ext cx="719137" cy="1223962"/>
            <a:chOff x="4332" y="1525"/>
            <a:chExt cx="453" cy="771"/>
          </a:xfrm>
        </p:grpSpPr>
        <p:sp>
          <p:nvSpPr>
            <p:cNvPr id="251976" name="Line 72">
              <a:extLst>
                <a:ext uri="{FF2B5EF4-FFF2-40B4-BE49-F238E27FC236}">
                  <a16:creationId xmlns:a16="http://schemas.microsoft.com/office/drawing/2014/main" id="{C5909A8D-1C61-47D6-BE3D-78798C359D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25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77" name="Oval 73">
              <a:extLst>
                <a:ext uri="{FF2B5EF4-FFF2-40B4-BE49-F238E27FC236}">
                  <a16:creationId xmlns:a16="http://schemas.microsoft.com/office/drawing/2014/main" id="{6A6ECC7E-9F74-4D95-9984-A28CB64F0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616"/>
              <a:ext cx="181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78" name="Group 74">
            <a:extLst>
              <a:ext uri="{FF2B5EF4-FFF2-40B4-BE49-F238E27FC236}">
                <a16:creationId xmlns:a16="http://schemas.microsoft.com/office/drawing/2014/main" id="{221D26D1-79A3-4A54-86D7-D6CBB1D7A3E6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933825"/>
            <a:ext cx="647700" cy="1223963"/>
            <a:chOff x="1973" y="2478"/>
            <a:chExt cx="408" cy="771"/>
          </a:xfrm>
        </p:grpSpPr>
        <p:sp>
          <p:nvSpPr>
            <p:cNvPr id="251979" name="Line 75">
              <a:extLst>
                <a:ext uri="{FF2B5EF4-FFF2-40B4-BE49-F238E27FC236}">
                  <a16:creationId xmlns:a16="http://schemas.microsoft.com/office/drawing/2014/main" id="{E25021AF-5196-424B-9F13-B0830084D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478"/>
              <a:ext cx="136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80" name="Oval 76">
              <a:extLst>
                <a:ext uri="{FF2B5EF4-FFF2-40B4-BE49-F238E27FC236}">
                  <a16:creationId xmlns:a16="http://schemas.microsoft.com/office/drawing/2014/main" id="{E8059B46-AB43-4911-9295-75E9BB2BE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840"/>
              <a:ext cx="272" cy="22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81" name="Group 77">
            <a:extLst>
              <a:ext uri="{FF2B5EF4-FFF2-40B4-BE49-F238E27FC236}">
                <a16:creationId xmlns:a16="http://schemas.microsoft.com/office/drawing/2014/main" id="{2239E8EA-A407-4E7F-9E90-18318BA81034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13325"/>
            <a:ext cx="647700" cy="1296988"/>
            <a:chOff x="1973" y="3203"/>
            <a:chExt cx="408" cy="817"/>
          </a:xfrm>
        </p:grpSpPr>
        <p:sp>
          <p:nvSpPr>
            <p:cNvPr id="251982" name="Line 78">
              <a:extLst>
                <a:ext uri="{FF2B5EF4-FFF2-40B4-BE49-F238E27FC236}">
                  <a16:creationId xmlns:a16="http://schemas.microsoft.com/office/drawing/2014/main" id="{C545099F-D62E-4F5F-977F-0B1AC3380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5" y="3203"/>
              <a:ext cx="136" cy="8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83" name="Oval 79">
              <a:extLst>
                <a:ext uri="{FF2B5EF4-FFF2-40B4-BE49-F238E27FC236}">
                  <a16:creationId xmlns:a16="http://schemas.microsoft.com/office/drawing/2014/main" id="{81EA585C-235B-4142-BE27-E2DAE0A7E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339"/>
              <a:ext cx="227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1984" name="Group 80">
            <a:extLst>
              <a:ext uri="{FF2B5EF4-FFF2-40B4-BE49-F238E27FC236}">
                <a16:creationId xmlns:a16="http://schemas.microsoft.com/office/drawing/2014/main" id="{D3FD41C0-FB92-4268-9CBD-4D1F5AF59DE7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84763"/>
            <a:ext cx="1655762" cy="720725"/>
            <a:chOff x="1973" y="3203"/>
            <a:chExt cx="1043" cy="454"/>
          </a:xfrm>
        </p:grpSpPr>
        <p:sp>
          <p:nvSpPr>
            <p:cNvPr id="251985" name="Line 81">
              <a:extLst>
                <a:ext uri="{FF2B5EF4-FFF2-40B4-BE49-F238E27FC236}">
                  <a16:creationId xmlns:a16="http://schemas.microsoft.com/office/drawing/2014/main" id="{D75F9482-B6B6-49FE-AAF5-3773AD649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3203"/>
              <a:ext cx="63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986" name="Oval 82">
              <a:extLst>
                <a:ext uri="{FF2B5EF4-FFF2-40B4-BE49-F238E27FC236}">
                  <a16:creationId xmlns:a16="http://schemas.microsoft.com/office/drawing/2014/main" id="{207FDE73-E1C1-4497-92A7-A2FA53FC5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294"/>
              <a:ext cx="771" cy="363"/>
            </a:xfrm>
            <a:prstGeom prst="ellipse">
              <a:avLst/>
            </a:prstGeom>
            <a:noFill/>
            <a:ln w="28575">
              <a:solidFill>
                <a:srgbClr val="943634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1987" name="Freeform 83">
            <a:extLst>
              <a:ext uri="{FF2B5EF4-FFF2-40B4-BE49-F238E27FC236}">
                <a16:creationId xmlns:a16="http://schemas.microsoft.com/office/drawing/2014/main" id="{FB7F73A6-4C2E-445B-90B8-8142D1A2F70E}"/>
              </a:ext>
            </a:extLst>
          </p:cNvPr>
          <p:cNvSpPr>
            <a:spLocks/>
          </p:cNvSpPr>
          <p:nvPr/>
        </p:nvSpPr>
        <p:spPr bwMode="auto">
          <a:xfrm>
            <a:off x="1765300" y="3860800"/>
            <a:ext cx="1223963" cy="1200150"/>
          </a:xfrm>
          <a:custGeom>
            <a:avLst/>
            <a:gdLst>
              <a:gd name="T0" fmla="*/ 0 w 771"/>
              <a:gd name="T1" fmla="*/ 31 h 756"/>
              <a:gd name="T2" fmla="*/ 590 w 771"/>
              <a:gd name="T3" fmla="*/ 121 h 756"/>
              <a:gd name="T4" fmla="*/ 771 w 771"/>
              <a:gd name="T5" fmla="*/ 756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71" h="756">
                <a:moveTo>
                  <a:pt x="0" y="31"/>
                </a:moveTo>
                <a:cubicBezTo>
                  <a:pt x="231" y="15"/>
                  <a:pt x="462" y="0"/>
                  <a:pt x="590" y="121"/>
                </a:cubicBezTo>
                <a:cubicBezTo>
                  <a:pt x="718" y="242"/>
                  <a:pt x="741" y="650"/>
                  <a:pt x="771" y="756"/>
                </a:cubicBezTo>
              </a:path>
            </a:pathLst>
          </a:custGeom>
          <a:noFill/>
          <a:ln w="28575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1988" name="Freeform 84">
            <a:extLst>
              <a:ext uri="{FF2B5EF4-FFF2-40B4-BE49-F238E27FC236}">
                <a16:creationId xmlns:a16="http://schemas.microsoft.com/office/drawing/2014/main" id="{41A141E8-6AC2-45E8-8FEE-9880991AC6CA}"/>
              </a:ext>
            </a:extLst>
          </p:cNvPr>
          <p:cNvSpPr>
            <a:spLocks/>
          </p:cNvSpPr>
          <p:nvPr/>
        </p:nvSpPr>
        <p:spPr bwMode="auto">
          <a:xfrm>
            <a:off x="539750" y="3933825"/>
            <a:ext cx="2471738" cy="2771775"/>
          </a:xfrm>
          <a:custGeom>
            <a:avLst/>
            <a:gdLst>
              <a:gd name="T0" fmla="*/ 604 w 1557"/>
              <a:gd name="T1" fmla="*/ 0 h 1746"/>
              <a:gd name="T2" fmla="*/ 15 w 1557"/>
              <a:gd name="T3" fmla="*/ 635 h 1746"/>
              <a:gd name="T4" fmla="*/ 513 w 1557"/>
              <a:gd name="T5" fmla="*/ 1633 h 1746"/>
              <a:gd name="T6" fmla="*/ 1557 w 1557"/>
              <a:gd name="T7" fmla="*/ 1316 h 17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57" h="1746">
                <a:moveTo>
                  <a:pt x="604" y="0"/>
                </a:moveTo>
                <a:cubicBezTo>
                  <a:pt x="317" y="181"/>
                  <a:pt x="30" y="363"/>
                  <a:pt x="15" y="635"/>
                </a:cubicBezTo>
                <a:cubicBezTo>
                  <a:pt x="0" y="907"/>
                  <a:pt x="256" y="1520"/>
                  <a:pt x="513" y="1633"/>
                </a:cubicBezTo>
                <a:cubicBezTo>
                  <a:pt x="770" y="1746"/>
                  <a:pt x="1391" y="1369"/>
                  <a:pt x="1557" y="1316"/>
                </a:cubicBezTo>
              </a:path>
            </a:pathLst>
          </a:custGeom>
          <a:noFill/>
          <a:ln w="28575" cap="flat" cmpd="sng">
            <a:solidFill>
              <a:schemeClr val="hlink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51995" name="Group 91">
            <a:extLst>
              <a:ext uri="{FF2B5EF4-FFF2-40B4-BE49-F238E27FC236}">
                <a16:creationId xmlns:a16="http://schemas.microsoft.com/office/drawing/2014/main" id="{59301123-C470-4460-BE64-A4DE6256C162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4076700"/>
            <a:ext cx="2016125" cy="850900"/>
            <a:chOff x="385" y="3022"/>
            <a:chExt cx="1038" cy="536"/>
          </a:xfrm>
        </p:grpSpPr>
        <p:pic>
          <p:nvPicPr>
            <p:cNvPr id="251996" name="Picture 92" descr="123">
              <a:extLst>
                <a:ext uri="{FF2B5EF4-FFF2-40B4-BE49-F238E27FC236}">
                  <a16:creationId xmlns:a16="http://schemas.microsoft.com/office/drawing/2014/main" id="{7343C4E4-3551-4842-8EC4-24AE394016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1997" name="Text Box 93">
              <a:extLst>
                <a:ext uri="{FF2B5EF4-FFF2-40B4-BE49-F238E27FC236}">
                  <a16:creationId xmlns:a16="http://schemas.microsoft.com/office/drawing/2014/main" id="{9724742D-23C7-49E4-A97A-94D22529F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084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3200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注意</a:t>
              </a:r>
            </a:p>
          </p:txBody>
        </p:sp>
      </p:grpSp>
      <p:sp>
        <p:nvSpPr>
          <p:cNvPr id="251998" name="Text Box 94">
            <a:extLst>
              <a:ext uri="{FF2B5EF4-FFF2-40B4-BE49-F238E27FC236}">
                <a16:creationId xmlns:a16="http://schemas.microsoft.com/office/drawing/2014/main" id="{1C9FD2EB-AA6D-484F-8614-7B87AF090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4652963"/>
            <a:ext cx="388937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网孔数为基本回路数。</a:t>
            </a:r>
          </a:p>
        </p:txBody>
      </p:sp>
      <p:sp>
        <p:nvSpPr>
          <p:cNvPr id="252002" name="Text Box 98">
            <a:extLst>
              <a:ext uri="{FF2B5EF4-FFF2-40B4-BE49-F238E27FC236}">
                <a16:creationId xmlns:a16="http://schemas.microsoft.com/office/drawing/2014/main" id="{ECDEC2FA-9E8E-4D5D-9383-D92A3890D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55733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】</a:t>
            </a:r>
          </a:p>
        </p:txBody>
      </p:sp>
      <p:sp>
        <p:nvSpPr>
          <p:cNvPr id="252003" name="Text Box 99">
            <a:extLst>
              <a:ext uri="{FF2B5EF4-FFF2-40B4-BE49-F238E27FC236}">
                <a16:creationId xmlns:a16="http://schemas.microsoft.com/office/drawing/2014/main" id="{9504F96C-D084-430C-9F56-34D607AC6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5229225"/>
            <a:ext cx="345598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回路的绕向与连支支路方向一致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2004" name="AutoShape 100">
            <a:extLst>
              <a:ext uri="{FF2B5EF4-FFF2-40B4-BE49-F238E27FC236}">
                <a16:creationId xmlns:a16="http://schemas.microsoft.com/office/drawing/2014/main" id="{EE2DD1A3-81AF-4DB9-BC5D-BB5E12EB8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8713" y="6381750"/>
            <a:ext cx="395287" cy="476250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20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252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5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5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5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5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25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25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2000"/>
                                        <p:tgtEl>
                                          <p:spTgt spid="2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000"/>
                                        <p:tgtEl>
                                          <p:spTgt spid="25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2000"/>
                                        <p:tgtEl>
                                          <p:spTgt spid="25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2000"/>
                                        <p:tgtEl>
                                          <p:spTgt spid="25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2000"/>
                                        <p:tgtEl>
                                          <p:spTgt spid="25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2000"/>
                                        <p:tgtEl>
                                          <p:spTgt spid="25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2000"/>
                                        <p:tgtEl>
                                          <p:spTgt spid="25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2000"/>
                                        <p:tgtEl>
                                          <p:spTgt spid="25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25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2000"/>
                                        <p:tgtEl>
                                          <p:spTgt spid="25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2000"/>
                                        <p:tgtEl>
                                          <p:spTgt spid="25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/>
      <p:bldP spid="251928" grpId="0"/>
      <p:bldP spid="251998" grpId="0"/>
      <p:bldP spid="252002" grpId="0"/>
      <p:bldP spid="25200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Text Box 2">
            <a:extLst>
              <a:ext uri="{FF2B5EF4-FFF2-40B4-BE49-F238E27FC236}">
                <a16:creationId xmlns:a16="http://schemas.microsoft.com/office/drawing/2014/main" id="{8D4794D8-FB9A-41A3-B8B4-932A5DFAF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175"/>
            <a:ext cx="8748713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52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支路法列写的是</a:t>
            </a:r>
            <a:r>
              <a:rPr lang="zh-CN" altLang="en-US" b="1">
                <a:ea typeface="楷体_GB2312" pitchFamily="49" charset="-122"/>
              </a:rPr>
              <a:t> </a:t>
            </a:r>
            <a:r>
              <a:rPr lang="en-US" altLang="zh-CN" b="1">
                <a:ea typeface="楷体_GB2312" pitchFamily="49" charset="-122"/>
              </a:rPr>
              <a:t>KCL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b="1">
                <a:ea typeface="楷体_GB2312" pitchFamily="49" charset="-122"/>
              </a:rPr>
              <a:t>KVL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方程， 所以方程列写方便、直观，但方程数较多，宜于在支路数不多的情况下使用。</a:t>
            </a:r>
          </a:p>
        </p:txBody>
      </p:sp>
      <p:sp>
        <p:nvSpPr>
          <p:cNvPr id="314371" name="Text Box 3">
            <a:extLst>
              <a:ext uri="{FF2B5EF4-FFF2-40B4-BE49-F238E27FC236}">
                <a16:creationId xmlns:a16="http://schemas.microsoft.com/office/drawing/2014/main" id="{71D4D084-7989-4DF4-BD75-96D09F97D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16113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</a:rPr>
              <a:t>3-1</a:t>
            </a:r>
          </a:p>
        </p:txBody>
      </p:sp>
      <p:sp>
        <p:nvSpPr>
          <p:cNvPr id="314372" name="Text Box 4">
            <a:extLst>
              <a:ext uri="{FF2B5EF4-FFF2-40B4-BE49-F238E27FC236}">
                <a16:creationId xmlns:a16="http://schemas.microsoft.com/office/drawing/2014/main" id="{6AE8A494-9F00-4C32-8C08-1D3912083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916113"/>
            <a:ext cx="7273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求各支路电流及各电压源发出的功率。</a:t>
            </a:r>
          </a:p>
        </p:txBody>
      </p:sp>
      <p:grpSp>
        <p:nvGrpSpPr>
          <p:cNvPr id="314373" name="Group 5">
            <a:extLst>
              <a:ext uri="{FF2B5EF4-FFF2-40B4-BE49-F238E27FC236}">
                <a16:creationId xmlns:a16="http://schemas.microsoft.com/office/drawing/2014/main" id="{9182DB6F-A4A3-4B13-A8AC-CB673C8E56E7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284538"/>
            <a:ext cx="360363" cy="936625"/>
            <a:chOff x="2952" y="2232"/>
            <a:chExt cx="384" cy="996"/>
          </a:xfrm>
        </p:grpSpPr>
        <p:sp>
          <p:nvSpPr>
            <p:cNvPr id="314374" name="Oval 6">
              <a:extLst>
                <a:ext uri="{FF2B5EF4-FFF2-40B4-BE49-F238E27FC236}">
                  <a16:creationId xmlns:a16="http://schemas.microsoft.com/office/drawing/2014/main" id="{6DA2E9D3-4337-4770-900B-AC983CE27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375" name="Text Box 7">
              <a:extLst>
                <a:ext uri="{FF2B5EF4-FFF2-40B4-BE49-F238E27FC236}">
                  <a16:creationId xmlns:a16="http://schemas.microsoft.com/office/drawing/2014/main" id="{8F0DA894-5D66-4557-BD9B-B1598ACF6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4376" name="Line 8">
              <a:extLst>
                <a:ext uri="{FF2B5EF4-FFF2-40B4-BE49-F238E27FC236}">
                  <a16:creationId xmlns:a16="http://schemas.microsoft.com/office/drawing/2014/main" id="{6496A2B0-F6D8-4285-AC2D-71BA62314C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4377" name="Group 9">
            <a:extLst>
              <a:ext uri="{FF2B5EF4-FFF2-40B4-BE49-F238E27FC236}">
                <a16:creationId xmlns:a16="http://schemas.microsoft.com/office/drawing/2014/main" id="{26E227D4-B166-4F79-9381-316853C5342F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3355975"/>
            <a:ext cx="431800" cy="792163"/>
            <a:chOff x="2952" y="2232"/>
            <a:chExt cx="384" cy="996"/>
          </a:xfrm>
        </p:grpSpPr>
        <p:sp>
          <p:nvSpPr>
            <p:cNvPr id="314378" name="Oval 10">
              <a:extLst>
                <a:ext uri="{FF2B5EF4-FFF2-40B4-BE49-F238E27FC236}">
                  <a16:creationId xmlns:a16="http://schemas.microsoft.com/office/drawing/2014/main" id="{3E648D7A-DBC0-4BDC-8F0D-28D51FAC7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379" name="Text Box 11">
              <a:extLst>
                <a:ext uri="{FF2B5EF4-FFF2-40B4-BE49-F238E27FC236}">
                  <a16:creationId xmlns:a16="http://schemas.microsoft.com/office/drawing/2014/main" id="{E41E6ED6-E7C5-4CC0-947F-3AD40AB44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14380" name="Line 12">
              <a:extLst>
                <a:ext uri="{FF2B5EF4-FFF2-40B4-BE49-F238E27FC236}">
                  <a16:creationId xmlns:a16="http://schemas.microsoft.com/office/drawing/2014/main" id="{CD7BD37B-03EC-4804-B30E-4A736C73A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4381" name="Text Box 13">
            <a:extLst>
              <a:ext uri="{FF2B5EF4-FFF2-40B4-BE49-F238E27FC236}">
                <a16:creationId xmlns:a16="http://schemas.microsoft.com/office/drawing/2014/main" id="{4FE1AC1E-AF42-4311-BC8D-03EFFF2B9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2563813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</a:rPr>
              <a:t>】</a:t>
            </a:r>
          </a:p>
        </p:txBody>
      </p:sp>
      <p:sp>
        <p:nvSpPr>
          <p:cNvPr id="314382" name="Text Box 14">
            <a:extLst>
              <a:ext uri="{FF2B5EF4-FFF2-40B4-BE49-F238E27FC236}">
                <a16:creationId xmlns:a16="http://schemas.microsoft.com/office/drawing/2014/main" id="{627506A1-3282-4BC1-A9F1-58E7A0BFF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563813"/>
            <a:ext cx="3960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/>
            </a:pP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>
                <a:ea typeface="楷体_GB2312" pitchFamily="49" charset="-122"/>
              </a:rPr>
              <a:t>n–1=1</a:t>
            </a:r>
            <a:r>
              <a:rPr lang="zh-CN" altLang="en-US" sz="2800" b="1">
                <a:ea typeface="楷体_GB2312" pitchFamily="49" charset="-122"/>
              </a:rPr>
              <a:t>个</a:t>
            </a:r>
            <a:r>
              <a:rPr lang="en-US" altLang="zh-CN" sz="2800" b="1">
                <a:ea typeface="楷体_GB2312" pitchFamily="49" charset="-122"/>
              </a:rPr>
              <a:t>KCL</a:t>
            </a:r>
            <a:r>
              <a:rPr lang="zh-CN" altLang="en-US" sz="2800" b="1">
                <a:ea typeface="楷体_GB2312" pitchFamily="49" charset="-122"/>
              </a:rPr>
              <a:t>方程：</a:t>
            </a:r>
          </a:p>
        </p:txBody>
      </p:sp>
      <p:sp>
        <p:nvSpPr>
          <p:cNvPr id="314383" name="Text Box 15">
            <a:extLst>
              <a:ext uri="{FF2B5EF4-FFF2-40B4-BE49-F238E27FC236}">
                <a16:creationId xmlns:a16="http://schemas.microsoft.com/office/drawing/2014/main" id="{A5E25519-6476-40D8-AD91-8B7ECC772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068638"/>
            <a:ext cx="4032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节点</a:t>
            </a:r>
            <a:r>
              <a:rPr kumimoji="1" lang="en-US" altLang="zh-CN" sz="2800"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：</a:t>
            </a:r>
            <a:r>
              <a:rPr kumimoji="1" lang="zh-CN" altLang="en-US" sz="2800">
                <a:latin typeface="Times New Roman" panose="02020603050405020304" pitchFamily="18" charset="0"/>
              </a:rPr>
              <a:t>  </a:t>
            </a:r>
            <a:r>
              <a:rPr kumimoji="1" lang="en-US" altLang="zh-CN" sz="3200" i="1">
                <a:latin typeface="Times New Roman" panose="02020603050405020304" pitchFamily="18" charset="0"/>
              </a:rPr>
              <a:t>–I</a:t>
            </a:r>
            <a:r>
              <a:rPr kumimoji="1" lang="en-US" altLang="zh-CN" sz="32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3200">
                <a:latin typeface="Times New Roman" panose="02020603050405020304" pitchFamily="18" charset="0"/>
              </a:rPr>
              <a:t>–</a:t>
            </a:r>
            <a:r>
              <a:rPr kumimoji="1" lang="en-US" altLang="zh-CN" sz="3200" i="1">
                <a:latin typeface="Times New Roman" panose="02020603050405020304" pitchFamily="18" charset="0"/>
              </a:rPr>
              <a:t>I</a:t>
            </a:r>
            <a:r>
              <a:rPr kumimoji="1" lang="en-US" altLang="zh-CN" sz="32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3200" i="1">
                <a:latin typeface="Times New Roman" panose="02020603050405020304" pitchFamily="18" charset="0"/>
              </a:rPr>
              <a:t>+I</a:t>
            </a:r>
            <a:r>
              <a:rPr kumimoji="1" lang="en-US" altLang="zh-CN" sz="3200" baseline="-25000">
                <a:latin typeface="Times New Roman" panose="02020603050405020304" pitchFamily="18" charset="0"/>
              </a:rPr>
              <a:t>3</a:t>
            </a:r>
            <a:r>
              <a:rPr kumimoji="1" lang="en-US" altLang="zh-CN" sz="3200">
                <a:latin typeface="Times New Roman" panose="02020603050405020304" pitchFamily="18" charset="0"/>
              </a:rPr>
              <a:t>=0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14384" name="Text Box 16">
            <a:extLst>
              <a:ext uri="{FF2B5EF4-FFF2-40B4-BE49-F238E27FC236}">
                <a16:creationId xmlns:a16="http://schemas.microsoft.com/office/drawing/2014/main" id="{AAA6E406-A6B9-48F7-80DE-DE15FBDC8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44900"/>
            <a:ext cx="4643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AutoNum type="circleNumDbPlain" startAt="2"/>
            </a:pP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b</a:t>
            </a:r>
            <a:r>
              <a:rPr lang="en-US" altLang="zh-CN" sz="2800" b="1">
                <a:ea typeface="楷体_GB2312" pitchFamily="49" charset="-122"/>
              </a:rPr>
              <a:t>–( </a:t>
            </a:r>
            <a:r>
              <a:rPr lang="en-US" altLang="zh-CN" sz="2800" b="1" i="1">
                <a:ea typeface="楷体_GB2312" pitchFamily="49" charset="-122"/>
              </a:rPr>
              <a:t>n</a:t>
            </a:r>
            <a:r>
              <a:rPr lang="en-US" altLang="zh-CN" sz="2800" b="1">
                <a:ea typeface="楷体_GB2312" pitchFamily="49" charset="-122"/>
              </a:rPr>
              <a:t>–1)=2</a:t>
            </a:r>
            <a:r>
              <a:rPr lang="zh-CN" altLang="en-US" sz="2800" b="1">
                <a:ea typeface="楷体_GB2312" pitchFamily="49" charset="-122"/>
              </a:rPr>
              <a:t>个</a:t>
            </a:r>
            <a:r>
              <a:rPr lang="en-US" altLang="zh-CN" sz="2800" b="1">
                <a:ea typeface="楷体_GB2312" pitchFamily="49" charset="-122"/>
              </a:rPr>
              <a:t>KVL</a:t>
            </a:r>
            <a:r>
              <a:rPr lang="zh-CN" altLang="en-US" sz="2800" b="1">
                <a:ea typeface="楷体_GB2312" pitchFamily="49" charset="-122"/>
              </a:rPr>
              <a:t>方程：</a:t>
            </a:r>
          </a:p>
        </p:txBody>
      </p:sp>
      <p:sp>
        <p:nvSpPr>
          <p:cNvPr id="314385" name="Text Box 17">
            <a:extLst>
              <a:ext uri="{FF2B5EF4-FFF2-40B4-BE49-F238E27FC236}">
                <a16:creationId xmlns:a16="http://schemas.microsoft.com/office/drawing/2014/main" id="{B5AE8AFE-3688-4489-AB42-5E52F93AA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724400"/>
            <a:ext cx="252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>
                <a:latin typeface="Times New Roman" panose="02020603050405020304" pitchFamily="18" charset="0"/>
              </a:rPr>
              <a:t>11</a:t>
            </a:r>
            <a:r>
              <a:rPr kumimoji="1" lang="en-US" altLang="zh-CN" sz="3200" i="1">
                <a:latin typeface="Times New Roman" panose="02020603050405020304" pitchFamily="18" charset="0"/>
              </a:rPr>
              <a:t>I</a:t>
            </a:r>
            <a:r>
              <a:rPr kumimoji="1" lang="en-US" altLang="zh-CN" sz="32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3200" i="1">
                <a:latin typeface="Times New Roman" panose="02020603050405020304" pitchFamily="18" charset="0"/>
              </a:rPr>
              <a:t>+</a:t>
            </a:r>
            <a:r>
              <a:rPr kumimoji="1" lang="en-US" altLang="zh-CN" sz="3200">
                <a:latin typeface="Times New Roman" panose="02020603050405020304" pitchFamily="18" charset="0"/>
              </a:rPr>
              <a:t>7</a:t>
            </a:r>
            <a:r>
              <a:rPr kumimoji="1" lang="en-US" altLang="zh-CN" sz="3200" i="1">
                <a:latin typeface="Times New Roman" panose="02020603050405020304" pitchFamily="18" charset="0"/>
              </a:rPr>
              <a:t>I</a:t>
            </a:r>
            <a:r>
              <a:rPr kumimoji="1" lang="en-US" altLang="zh-CN" sz="3200" baseline="-25000">
                <a:latin typeface="Times New Roman" panose="02020603050405020304" pitchFamily="18" charset="0"/>
              </a:rPr>
              <a:t>3</a:t>
            </a:r>
            <a:r>
              <a:rPr kumimoji="1" lang="en-US" altLang="zh-CN" sz="3200">
                <a:latin typeface="Times New Roman" panose="02020603050405020304" pitchFamily="18" charset="0"/>
              </a:rPr>
              <a:t>=</a:t>
            </a:r>
            <a:r>
              <a:rPr kumimoji="1" lang="en-US" altLang="zh-CN" sz="3200" i="1">
                <a:latin typeface="Times New Roman" panose="02020603050405020304" pitchFamily="18" charset="0"/>
              </a:rPr>
              <a:t> </a:t>
            </a:r>
            <a:r>
              <a:rPr kumimoji="1" lang="en-US" altLang="zh-CN" sz="3200">
                <a:latin typeface="Times New Roman" panose="02020603050405020304" pitchFamily="18" charset="0"/>
              </a:rPr>
              <a:t>6</a:t>
            </a:r>
            <a:endParaRPr kumimoji="1" lang="en-US" altLang="zh-CN" sz="3200" baseline="-25000">
              <a:latin typeface="Times New Roman" panose="02020603050405020304" pitchFamily="18" charset="0"/>
            </a:endParaRPr>
          </a:p>
        </p:txBody>
      </p:sp>
      <p:sp>
        <p:nvSpPr>
          <p:cNvPr id="314386" name="Text Box 18">
            <a:extLst>
              <a:ext uri="{FF2B5EF4-FFF2-40B4-BE49-F238E27FC236}">
                <a16:creationId xmlns:a16="http://schemas.microsoft.com/office/drawing/2014/main" id="{5763B2AD-AA12-4D1A-9BBF-45595786F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4149725"/>
            <a:ext cx="338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>
                <a:latin typeface="Times New Roman" panose="02020603050405020304" pitchFamily="18" charset="0"/>
              </a:rPr>
              <a:t>7</a:t>
            </a:r>
            <a:r>
              <a:rPr kumimoji="1" lang="en-US" altLang="zh-CN" sz="3200" i="1">
                <a:latin typeface="Times New Roman" panose="02020603050405020304" pitchFamily="18" charset="0"/>
              </a:rPr>
              <a:t>I</a:t>
            </a:r>
            <a:r>
              <a:rPr kumimoji="1" lang="en-US" altLang="zh-CN" sz="32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3200" i="1">
                <a:latin typeface="Times New Roman" panose="02020603050405020304" pitchFamily="18" charset="0"/>
              </a:rPr>
              <a:t>–</a:t>
            </a:r>
            <a:r>
              <a:rPr kumimoji="1" lang="en-US" altLang="zh-CN" sz="3200">
                <a:latin typeface="Times New Roman" panose="02020603050405020304" pitchFamily="18" charset="0"/>
              </a:rPr>
              <a:t>11</a:t>
            </a:r>
            <a:r>
              <a:rPr kumimoji="1" lang="en-US" altLang="zh-CN" sz="3200" i="1">
                <a:latin typeface="Times New Roman" panose="02020603050405020304" pitchFamily="18" charset="0"/>
              </a:rPr>
              <a:t>I</a:t>
            </a:r>
            <a:r>
              <a:rPr kumimoji="1" lang="en-US" altLang="zh-CN" sz="32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3200">
                <a:latin typeface="Times New Roman" panose="02020603050405020304" pitchFamily="18" charset="0"/>
              </a:rPr>
              <a:t>=70</a:t>
            </a:r>
            <a:r>
              <a:rPr kumimoji="1" lang="en-US" altLang="zh-CN" sz="3200">
                <a:latin typeface="宋体" panose="02010600030101010101" pitchFamily="2" charset="-122"/>
              </a:rPr>
              <a:t>-</a:t>
            </a:r>
            <a:r>
              <a:rPr kumimoji="1" lang="en-US" altLang="zh-CN" sz="3200">
                <a:latin typeface="Times New Roman" panose="02020603050405020304" pitchFamily="18" charset="0"/>
              </a:rPr>
              <a:t>6=64</a:t>
            </a:r>
            <a:endParaRPr kumimoji="1" lang="en-US" altLang="zh-CN" sz="3200" baseline="-25000">
              <a:latin typeface="Times New Roman" panose="02020603050405020304" pitchFamily="18" charset="0"/>
            </a:endParaRPr>
          </a:p>
        </p:txBody>
      </p:sp>
      <p:sp>
        <p:nvSpPr>
          <p:cNvPr id="314387" name="AutoShape 19">
            <a:extLst>
              <a:ext uri="{FF2B5EF4-FFF2-40B4-BE49-F238E27FC236}">
                <a16:creationId xmlns:a16="http://schemas.microsoft.com/office/drawing/2014/main" id="{DED64FFA-7E69-4812-804F-0DAF4F44B4F0}"/>
              </a:ext>
            </a:extLst>
          </p:cNvPr>
          <p:cNvSpPr>
            <a:spLocks/>
          </p:cNvSpPr>
          <p:nvPr/>
        </p:nvSpPr>
        <p:spPr bwMode="auto">
          <a:xfrm>
            <a:off x="4572000" y="4219575"/>
            <a:ext cx="287338" cy="1079500"/>
          </a:xfrm>
          <a:prstGeom prst="leftBrace">
            <a:avLst>
              <a:gd name="adj1" fmla="val 31307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4388" name="Text Box 20">
            <a:extLst>
              <a:ext uri="{FF2B5EF4-FFF2-40B4-BE49-F238E27FC236}">
                <a16:creationId xmlns:a16="http://schemas.microsoft.com/office/drawing/2014/main" id="{8D3AD645-8F62-4B11-ABB2-A926577A9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45125"/>
            <a:ext cx="3024188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kumimoji="1" lang="en-US" altLang="zh-CN" sz="3200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sz="3200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=</a:t>
            </a:r>
            <a:r>
              <a:rPr kumimoji="1" lang="en-US" altLang="zh-CN" sz="3200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sz="32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endParaRPr kumimoji="1" lang="en-US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314389" name="Group 21">
            <a:extLst>
              <a:ext uri="{FF2B5EF4-FFF2-40B4-BE49-F238E27FC236}">
                <a16:creationId xmlns:a16="http://schemas.microsoft.com/office/drawing/2014/main" id="{D0970BA1-AF26-414B-AB72-4C72FF9929B7}"/>
              </a:ext>
            </a:extLst>
          </p:cNvPr>
          <p:cNvGrpSpPr>
            <a:grpSpLocks/>
          </p:cNvGrpSpPr>
          <p:nvPr/>
        </p:nvGrpSpPr>
        <p:grpSpPr bwMode="auto">
          <a:xfrm>
            <a:off x="39688" y="2563813"/>
            <a:ext cx="4819650" cy="2952750"/>
            <a:chOff x="385" y="2568"/>
            <a:chExt cx="3036" cy="1860"/>
          </a:xfrm>
        </p:grpSpPr>
        <p:sp>
          <p:nvSpPr>
            <p:cNvPr id="314390" name="Oval 22">
              <a:extLst>
                <a:ext uri="{FF2B5EF4-FFF2-40B4-BE49-F238E27FC236}">
                  <a16:creationId xmlns:a16="http://schemas.microsoft.com/office/drawing/2014/main" id="{F0E72FC9-F969-4E5A-A5C1-F8E42C4D1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ea typeface="仿宋_GB2312" pitchFamily="49" charset="-122"/>
              </a:endParaRPr>
            </a:p>
          </p:txBody>
        </p:sp>
        <p:sp>
          <p:nvSpPr>
            <p:cNvPr id="314391" name="Oval 23">
              <a:extLst>
                <a:ext uri="{FF2B5EF4-FFF2-40B4-BE49-F238E27FC236}">
                  <a16:creationId xmlns:a16="http://schemas.microsoft.com/office/drawing/2014/main" id="{A6DD4EA4-B410-4DAB-9E05-F51432BA5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ea typeface="仿宋_GB2312" pitchFamily="49" charset="-122"/>
              </a:endParaRPr>
            </a:p>
          </p:txBody>
        </p:sp>
        <p:sp>
          <p:nvSpPr>
            <p:cNvPr id="314392" name="Text Box 24">
              <a:extLst>
                <a:ext uri="{FF2B5EF4-FFF2-40B4-BE49-F238E27FC236}">
                  <a16:creationId xmlns:a16="http://schemas.microsoft.com/office/drawing/2014/main" id="{782E33E4-373C-4F89-8743-B2058C8CD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14393" name="Text Box 25">
              <a:extLst>
                <a:ext uri="{FF2B5EF4-FFF2-40B4-BE49-F238E27FC236}">
                  <a16:creationId xmlns:a16="http://schemas.microsoft.com/office/drawing/2014/main" id="{45EA9DA7-1BC0-4D35-B49F-AE8EB89B9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>
                  <a:latin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14394" name="Text Box 26">
              <a:extLst>
                <a:ext uri="{FF2B5EF4-FFF2-40B4-BE49-F238E27FC236}">
                  <a16:creationId xmlns:a16="http://schemas.microsoft.com/office/drawing/2014/main" id="{DB828569-AA18-4DDC-BB8D-58B5D90A6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14395" name="Text Box 27">
              <a:extLst>
                <a:ext uri="{FF2B5EF4-FFF2-40B4-BE49-F238E27FC236}">
                  <a16:creationId xmlns:a16="http://schemas.microsoft.com/office/drawing/2014/main" id="{66AEC474-763C-475B-A028-1E912A460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4396" name="Text Box 28">
              <a:extLst>
                <a:ext uri="{FF2B5EF4-FFF2-40B4-BE49-F238E27FC236}">
                  <a16:creationId xmlns:a16="http://schemas.microsoft.com/office/drawing/2014/main" id="{DDB4C8BD-07DC-4247-9D43-2C6CF996E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14397" name="Text Box 29">
              <a:extLst>
                <a:ext uri="{FF2B5EF4-FFF2-40B4-BE49-F238E27FC236}">
                  <a16:creationId xmlns:a16="http://schemas.microsoft.com/office/drawing/2014/main" id="{5073BF43-8C85-4C57-8AE7-DE65BF7ED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4398" name="Text Box 30">
              <a:extLst>
                <a:ext uri="{FF2B5EF4-FFF2-40B4-BE49-F238E27FC236}">
                  <a16:creationId xmlns:a16="http://schemas.microsoft.com/office/drawing/2014/main" id="{076AB55F-4D16-44D9-8ABD-897906075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14399" name="Text Box 31">
              <a:extLst>
                <a:ext uri="{FF2B5EF4-FFF2-40B4-BE49-F238E27FC236}">
                  <a16:creationId xmlns:a16="http://schemas.microsoft.com/office/drawing/2014/main" id="{F5FFF5A9-A248-4EC7-A0B1-0B21484DD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4400" name="Text Box 32">
              <a:extLst>
                <a:ext uri="{FF2B5EF4-FFF2-40B4-BE49-F238E27FC236}">
                  <a16:creationId xmlns:a16="http://schemas.microsoft.com/office/drawing/2014/main" id="{DB838CCF-E024-4423-895B-22834235B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14401" name="Group 33">
              <a:extLst>
                <a:ext uri="{FF2B5EF4-FFF2-40B4-BE49-F238E27FC236}">
                  <a16:creationId xmlns:a16="http://schemas.microsoft.com/office/drawing/2014/main" id="{482D3894-CEFB-4DC8-9074-A6F00D9960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14402" name="Line 34">
                <a:extLst>
                  <a:ext uri="{FF2B5EF4-FFF2-40B4-BE49-F238E27FC236}">
                    <a16:creationId xmlns:a16="http://schemas.microsoft.com/office/drawing/2014/main" id="{1C4BF270-A9F0-4DA5-BC19-4BB79D6F4E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4403" name="Text Box 35">
                <a:extLst>
                  <a:ext uri="{FF2B5EF4-FFF2-40B4-BE49-F238E27FC236}">
                    <a16:creationId xmlns:a16="http://schemas.microsoft.com/office/drawing/2014/main" id="{B7FE9ED4-0D42-445D-9BC5-97E71470E3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4404" name="Group 36">
              <a:extLst>
                <a:ext uri="{FF2B5EF4-FFF2-40B4-BE49-F238E27FC236}">
                  <a16:creationId xmlns:a16="http://schemas.microsoft.com/office/drawing/2014/main" id="{7C43987F-F634-4E03-B7E4-464D755DD0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14405" name="Line 37">
                <a:extLst>
                  <a:ext uri="{FF2B5EF4-FFF2-40B4-BE49-F238E27FC236}">
                    <a16:creationId xmlns:a16="http://schemas.microsoft.com/office/drawing/2014/main" id="{0A878D17-2304-41F5-8054-4B03F32B9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4406" name="Text Box 38">
                <a:extLst>
                  <a:ext uri="{FF2B5EF4-FFF2-40B4-BE49-F238E27FC236}">
                    <a16:creationId xmlns:a16="http://schemas.microsoft.com/office/drawing/2014/main" id="{E92960FD-EF57-420A-A9BD-450C6AF89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4407" name="Group 39">
              <a:extLst>
                <a:ext uri="{FF2B5EF4-FFF2-40B4-BE49-F238E27FC236}">
                  <a16:creationId xmlns:a16="http://schemas.microsoft.com/office/drawing/2014/main" id="{1E46DCBC-00A0-44C5-9044-49E7D7FA9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14408" name="Line 40">
                <a:extLst>
                  <a:ext uri="{FF2B5EF4-FFF2-40B4-BE49-F238E27FC236}">
                    <a16:creationId xmlns:a16="http://schemas.microsoft.com/office/drawing/2014/main" id="{94F967ED-9DC7-4357-9B04-31470AD24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4409" name="Text Box 41">
                <a:extLst>
                  <a:ext uri="{FF2B5EF4-FFF2-40B4-BE49-F238E27FC236}">
                    <a16:creationId xmlns:a16="http://schemas.microsoft.com/office/drawing/2014/main" id="{0CC559C6-DF2B-4AFF-B942-F3C2A4630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4410" name="Text Box 42">
              <a:extLst>
                <a:ext uri="{FF2B5EF4-FFF2-40B4-BE49-F238E27FC236}">
                  <a16:creationId xmlns:a16="http://schemas.microsoft.com/office/drawing/2014/main" id="{281D6E8D-38C4-4533-A032-BD5334962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14411" name="Text Box 43">
              <a:extLst>
                <a:ext uri="{FF2B5EF4-FFF2-40B4-BE49-F238E27FC236}">
                  <a16:creationId xmlns:a16="http://schemas.microsoft.com/office/drawing/2014/main" id="{51278AA7-2645-4847-B544-DB7DAFA7F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14412" name="Rectangle 44">
              <a:extLst>
                <a:ext uri="{FF2B5EF4-FFF2-40B4-BE49-F238E27FC236}">
                  <a16:creationId xmlns:a16="http://schemas.microsoft.com/office/drawing/2014/main" id="{03338A5F-B137-43D2-9618-316894169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413" name="Line 45">
              <a:extLst>
                <a:ext uri="{FF2B5EF4-FFF2-40B4-BE49-F238E27FC236}">
                  <a16:creationId xmlns:a16="http://schemas.microsoft.com/office/drawing/2014/main" id="{F66091AE-A270-456A-BA6F-63EBD27CA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414" name="Rectangle 46">
              <a:extLst>
                <a:ext uri="{FF2B5EF4-FFF2-40B4-BE49-F238E27FC236}">
                  <a16:creationId xmlns:a16="http://schemas.microsoft.com/office/drawing/2014/main" id="{3C127E66-880D-47DA-8F0F-DD0801DB5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415" name="Rectangle 47">
              <a:extLst>
                <a:ext uri="{FF2B5EF4-FFF2-40B4-BE49-F238E27FC236}">
                  <a16:creationId xmlns:a16="http://schemas.microsoft.com/office/drawing/2014/main" id="{09609094-1621-47F5-942B-9596C824D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416" name="Rectangle 48">
              <a:extLst>
                <a:ext uri="{FF2B5EF4-FFF2-40B4-BE49-F238E27FC236}">
                  <a16:creationId xmlns:a16="http://schemas.microsoft.com/office/drawing/2014/main" id="{1EE518CC-48F0-41EB-8C27-155D3E9FE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4417" name="Rectangle 49">
            <a:extLst>
              <a:ext uri="{FF2B5EF4-FFF2-40B4-BE49-F238E27FC236}">
                <a16:creationId xmlns:a16="http://schemas.microsoft.com/office/drawing/2014/main" id="{F590D36A-A3FD-4A97-9642-BBD32F156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0"/>
            <a:ext cx="1517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3-3</a:t>
            </a:r>
            <a:r>
              <a:rPr lang="zh-CN" altLang="en-US" sz="1600" b="1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支路电流法</a:t>
            </a:r>
          </a:p>
        </p:txBody>
      </p:sp>
      <p:sp>
        <p:nvSpPr>
          <p:cNvPr id="314418" name="AutoShape 50">
            <a:extLst>
              <a:ext uri="{FF2B5EF4-FFF2-40B4-BE49-F238E27FC236}">
                <a16:creationId xmlns:a16="http://schemas.microsoft.com/office/drawing/2014/main" id="{4B9F764C-129E-4572-BEED-EB9601452800}"/>
              </a:ext>
            </a:extLst>
          </p:cNvPr>
          <p:cNvSpPr>
            <a:spLocks/>
          </p:cNvSpPr>
          <p:nvPr/>
        </p:nvSpPr>
        <p:spPr bwMode="auto">
          <a:xfrm>
            <a:off x="8101013" y="4292600"/>
            <a:ext cx="287337" cy="936625"/>
          </a:xfrm>
          <a:prstGeom prst="rightBrace">
            <a:avLst>
              <a:gd name="adj1" fmla="val 2716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 decel="100000"/>
                                        <p:tgtEl>
                                          <p:spTgt spid="314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7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9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7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9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31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31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0" grpId="0" autoUpdateAnimBg="0"/>
      <p:bldP spid="314371" grpId="0"/>
      <p:bldP spid="314372" grpId="0" autoUpdateAnimBg="0"/>
      <p:bldP spid="314381" grpId="0"/>
      <p:bldP spid="314382" grpId="0" autoUpdateAnimBg="0"/>
      <p:bldP spid="314383" grpId="0" autoUpdateAnimBg="0"/>
      <p:bldP spid="314384" grpId="0" autoUpdateAnimBg="0"/>
      <p:bldP spid="314385" grpId="0" autoUpdateAnimBg="0"/>
      <p:bldP spid="314386" grpId="0" autoUpdateAnimBg="0"/>
      <p:bldP spid="314388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394" name="Object 2">
            <a:extLst>
              <a:ext uri="{FF2B5EF4-FFF2-40B4-BE49-F238E27FC236}">
                <a16:creationId xmlns:a16="http://schemas.microsoft.com/office/drawing/2014/main" id="{66E8F837-6DC9-4564-9946-91541DD5E0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1052513"/>
          <a:ext cx="29527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36" name="公式" r:id="rId3" imgW="1206360" imgH="215640" progId="Equation.3">
                  <p:embed/>
                </p:oleObj>
              </mc:Choice>
              <mc:Fallback>
                <p:oleObj name="公式" r:id="rId3" imgW="120636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052513"/>
                        <a:ext cx="29527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5" name="Object 3">
            <a:extLst>
              <a:ext uri="{FF2B5EF4-FFF2-40B4-BE49-F238E27FC236}">
                <a16:creationId xmlns:a16="http://schemas.microsoft.com/office/drawing/2014/main" id="{F5265754-220B-4042-8875-D44E04674D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1693863"/>
          <a:ext cx="36576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37" name="公式" r:id="rId5" imgW="1612800" imgH="241200" progId="Equation.3">
                  <p:embed/>
                </p:oleObj>
              </mc:Choice>
              <mc:Fallback>
                <p:oleObj name="公式" r:id="rId5" imgW="161280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1693863"/>
                        <a:ext cx="36576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6" name="Object 4">
            <a:extLst>
              <a:ext uri="{FF2B5EF4-FFF2-40B4-BE49-F238E27FC236}">
                <a16:creationId xmlns:a16="http://schemas.microsoft.com/office/drawing/2014/main" id="{20516299-8913-48BF-B021-D4EF293703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341563"/>
          <a:ext cx="38322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38" name="公式" r:id="rId7" imgW="1688760" imgH="241200" progId="Equation.3">
                  <p:embed/>
                </p:oleObj>
              </mc:Choice>
              <mc:Fallback>
                <p:oleObj name="公式" r:id="rId7" imgW="168876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341563"/>
                        <a:ext cx="38322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7" name="Object 5">
            <a:extLst>
              <a:ext uri="{FF2B5EF4-FFF2-40B4-BE49-F238E27FC236}">
                <a16:creationId xmlns:a16="http://schemas.microsoft.com/office/drawing/2014/main" id="{1C60AEED-2952-4F3D-8310-2A856F5E9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989263"/>
          <a:ext cx="31686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39" name="公式" r:id="rId9" imgW="1434960" imgH="241200" progId="Equation.3">
                  <p:embed/>
                </p:oleObj>
              </mc:Choice>
              <mc:Fallback>
                <p:oleObj name="公式" r:id="rId9" imgW="14349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989263"/>
                        <a:ext cx="31686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8" name="Object 6">
            <a:extLst>
              <a:ext uri="{FF2B5EF4-FFF2-40B4-BE49-F238E27FC236}">
                <a16:creationId xmlns:a16="http://schemas.microsoft.com/office/drawing/2014/main" id="{5591B7BC-DE9C-43D0-B45F-8D13C1DE99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789363"/>
          <a:ext cx="30257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40" name="公式" r:id="rId11" imgW="1409400" imgH="241200" progId="Equation.3">
                  <p:embed/>
                </p:oleObj>
              </mc:Choice>
              <mc:Fallback>
                <p:oleObj name="公式" r:id="rId11" imgW="140940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89363"/>
                        <a:ext cx="30257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5399" name="Group 7">
            <a:extLst>
              <a:ext uri="{FF2B5EF4-FFF2-40B4-BE49-F238E27FC236}">
                <a16:creationId xmlns:a16="http://schemas.microsoft.com/office/drawing/2014/main" id="{BA08B245-B569-4F48-81B4-0E222910E4BA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2205038"/>
            <a:ext cx="4819650" cy="2952750"/>
            <a:chOff x="385" y="2568"/>
            <a:chExt cx="3036" cy="1860"/>
          </a:xfrm>
        </p:grpSpPr>
        <p:sp>
          <p:nvSpPr>
            <p:cNvPr id="315400" name="Oval 8">
              <a:extLst>
                <a:ext uri="{FF2B5EF4-FFF2-40B4-BE49-F238E27FC236}">
                  <a16:creationId xmlns:a16="http://schemas.microsoft.com/office/drawing/2014/main" id="{EEC34B90-5D99-4BCF-BFCF-9DED3467B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ea typeface="仿宋_GB2312" pitchFamily="49" charset="-122"/>
              </a:endParaRPr>
            </a:p>
          </p:txBody>
        </p:sp>
        <p:sp>
          <p:nvSpPr>
            <p:cNvPr id="315401" name="Oval 9">
              <a:extLst>
                <a:ext uri="{FF2B5EF4-FFF2-40B4-BE49-F238E27FC236}">
                  <a16:creationId xmlns:a16="http://schemas.microsoft.com/office/drawing/2014/main" id="{2FE340AB-95DB-4051-A614-581ABAEA8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ea typeface="仿宋_GB2312" pitchFamily="49" charset="-122"/>
              </a:endParaRPr>
            </a:p>
          </p:txBody>
        </p:sp>
        <p:sp>
          <p:nvSpPr>
            <p:cNvPr id="315402" name="Text Box 10">
              <a:extLst>
                <a:ext uri="{FF2B5EF4-FFF2-40B4-BE49-F238E27FC236}">
                  <a16:creationId xmlns:a16="http://schemas.microsoft.com/office/drawing/2014/main" id="{6D6A1123-831F-4FD6-8057-FA37C5C56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15403" name="Text Box 11">
              <a:extLst>
                <a:ext uri="{FF2B5EF4-FFF2-40B4-BE49-F238E27FC236}">
                  <a16:creationId xmlns:a16="http://schemas.microsoft.com/office/drawing/2014/main" id="{5BF5D5E5-BD9A-4293-907D-24521507F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kumimoji="1" lang="en-US" altLang="zh-CN" sz="2800">
                  <a:latin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15404" name="Text Box 12">
              <a:extLst>
                <a:ext uri="{FF2B5EF4-FFF2-40B4-BE49-F238E27FC236}">
                  <a16:creationId xmlns:a16="http://schemas.microsoft.com/office/drawing/2014/main" id="{6E99E6EE-C682-4289-8704-3C7AF886E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15405" name="Text Box 13">
              <a:extLst>
                <a:ext uri="{FF2B5EF4-FFF2-40B4-BE49-F238E27FC236}">
                  <a16:creationId xmlns:a16="http://schemas.microsoft.com/office/drawing/2014/main" id="{9C11623B-CD74-4122-94BC-0C3080C23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5406" name="Text Box 14">
              <a:extLst>
                <a:ext uri="{FF2B5EF4-FFF2-40B4-BE49-F238E27FC236}">
                  <a16:creationId xmlns:a16="http://schemas.microsoft.com/office/drawing/2014/main" id="{13FBAF2B-200D-43DD-8FC4-FBE032197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15407" name="Text Box 15">
              <a:extLst>
                <a:ext uri="{FF2B5EF4-FFF2-40B4-BE49-F238E27FC236}">
                  <a16:creationId xmlns:a16="http://schemas.microsoft.com/office/drawing/2014/main" id="{2D5C0B04-9409-4A4C-9FF2-21877926A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5408" name="Text Box 16">
              <a:extLst>
                <a:ext uri="{FF2B5EF4-FFF2-40B4-BE49-F238E27FC236}">
                  <a16:creationId xmlns:a16="http://schemas.microsoft.com/office/drawing/2014/main" id="{AE751C6B-ABDF-4BB1-9D58-47260FE70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15409" name="Text Box 17">
              <a:extLst>
                <a:ext uri="{FF2B5EF4-FFF2-40B4-BE49-F238E27FC236}">
                  <a16:creationId xmlns:a16="http://schemas.microsoft.com/office/drawing/2014/main" id="{ECB90CF2-C19E-4850-88D0-D8260AEA2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15410" name="Text Box 18">
              <a:extLst>
                <a:ext uri="{FF2B5EF4-FFF2-40B4-BE49-F238E27FC236}">
                  <a16:creationId xmlns:a16="http://schemas.microsoft.com/office/drawing/2014/main" id="{6047C835-1C8C-4B49-8978-D42773108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15411" name="Group 19">
              <a:extLst>
                <a:ext uri="{FF2B5EF4-FFF2-40B4-BE49-F238E27FC236}">
                  <a16:creationId xmlns:a16="http://schemas.microsoft.com/office/drawing/2014/main" id="{02437A46-F47C-4F7A-B0EA-2A966C702D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15412" name="Line 20">
                <a:extLst>
                  <a:ext uri="{FF2B5EF4-FFF2-40B4-BE49-F238E27FC236}">
                    <a16:creationId xmlns:a16="http://schemas.microsoft.com/office/drawing/2014/main" id="{ECB72FBF-96A8-4F23-BF0F-156AA253C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5413" name="Text Box 21">
                <a:extLst>
                  <a:ext uri="{FF2B5EF4-FFF2-40B4-BE49-F238E27FC236}">
                    <a16:creationId xmlns:a16="http://schemas.microsoft.com/office/drawing/2014/main" id="{387B2AE6-3DCB-4A5F-B1E8-06D8114C22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5414" name="Group 22">
              <a:extLst>
                <a:ext uri="{FF2B5EF4-FFF2-40B4-BE49-F238E27FC236}">
                  <a16:creationId xmlns:a16="http://schemas.microsoft.com/office/drawing/2014/main" id="{8B1CF80A-65D5-4135-8909-E54E1470A2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15415" name="Line 23">
                <a:extLst>
                  <a:ext uri="{FF2B5EF4-FFF2-40B4-BE49-F238E27FC236}">
                    <a16:creationId xmlns:a16="http://schemas.microsoft.com/office/drawing/2014/main" id="{AB14CBEA-DC2C-4B11-9B3D-FB46D9D07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5416" name="Text Box 24">
                <a:extLst>
                  <a:ext uri="{FF2B5EF4-FFF2-40B4-BE49-F238E27FC236}">
                    <a16:creationId xmlns:a16="http://schemas.microsoft.com/office/drawing/2014/main" id="{297F539B-429B-495C-8A0E-F88C2FDF62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5417" name="Group 25">
              <a:extLst>
                <a:ext uri="{FF2B5EF4-FFF2-40B4-BE49-F238E27FC236}">
                  <a16:creationId xmlns:a16="http://schemas.microsoft.com/office/drawing/2014/main" id="{37E2380D-B7D8-4E6F-AA74-02D08203A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15418" name="Line 26">
                <a:extLst>
                  <a:ext uri="{FF2B5EF4-FFF2-40B4-BE49-F238E27FC236}">
                    <a16:creationId xmlns:a16="http://schemas.microsoft.com/office/drawing/2014/main" id="{A305FAAC-6AAB-4938-B307-E370B8873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5419" name="Text Box 27">
                <a:extLst>
                  <a:ext uri="{FF2B5EF4-FFF2-40B4-BE49-F238E27FC236}">
                    <a16:creationId xmlns:a16="http://schemas.microsoft.com/office/drawing/2014/main" id="{61995052-3ABD-4E33-9A0F-D21B3A94E3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5420" name="Text Box 28">
              <a:extLst>
                <a:ext uri="{FF2B5EF4-FFF2-40B4-BE49-F238E27FC236}">
                  <a16:creationId xmlns:a16="http://schemas.microsoft.com/office/drawing/2014/main" id="{30BC2E18-6153-4434-9302-9FACDAD41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15421" name="Text Box 29">
              <a:extLst>
                <a:ext uri="{FF2B5EF4-FFF2-40B4-BE49-F238E27FC236}">
                  <a16:creationId xmlns:a16="http://schemas.microsoft.com/office/drawing/2014/main" id="{2C163723-C106-45E8-A330-54EC8943C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15422" name="Rectangle 30">
              <a:extLst>
                <a:ext uri="{FF2B5EF4-FFF2-40B4-BE49-F238E27FC236}">
                  <a16:creationId xmlns:a16="http://schemas.microsoft.com/office/drawing/2014/main" id="{141F6E93-6589-4355-8854-FC1CA6200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3" name="Line 31">
              <a:extLst>
                <a:ext uri="{FF2B5EF4-FFF2-40B4-BE49-F238E27FC236}">
                  <a16:creationId xmlns:a16="http://schemas.microsoft.com/office/drawing/2014/main" id="{4BDAD53F-66A8-44FD-8BE3-93F9ACAFE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424" name="Rectangle 32">
              <a:extLst>
                <a:ext uri="{FF2B5EF4-FFF2-40B4-BE49-F238E27FC236}">
                  <a16:creationId xmlns:a16="http://schemas.microsoft.com/office/drawing/2014/main" id="{F2A8504F-31BE-44D6-907A-E8152A413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5" name="Rectangle 33">
              <a:extLst>
                <a:ext uri="{FF2B5EF4-FFF2-40B4-BE49-F238E27FC236}">
                  <a16:creationId xmlns:a16="http://schemas.microsoft.com/office/drawing/2014/main" id="{AD7ACD53-568E-4D5C-8225-E259FF42E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6" name="Rectangle 34">
              <a:extLst>
                <a:ext uri="{FF2B5EF4-FFF2-40B4-BE49-F238E27FC236}">
                  <a16:creationId xmlns:a16="http://schemas.microsoft.com/office/drawing/2014/main" id="{748716B0-B274-4869-897A-89E3E78C5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5427" name="Group 35">
            <a:extLst>
              <a:ext uri="{FF2B5EF4-FFF2-40B4-BE49-F238E27FC236}">
                <a16:creationId xmlns:a16="http://schemas.microsoft.com/office/drawing/2014/main" id="{BDD6C1B4-22BD-439A-8922-B1DA197E528B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3644900"/>
            <a:ext cx="431800" cy="792163"/>
            <a:chOff x="2952" y="2232"/>
            <a:chExt cx="384" cy="996"/>
          </a:xfrm>
        </p:grpSpPr>
        <p:sp>
          <p:nvSpPr>
            <p:cNvPr id="315428" name="Oval 36">
              <a:extLst>
                <a:ext uri="{FF2B5EF4-FFF2-40B4-BE49-F238E27FC236}">
                  <a16:creationId xmlns:a16="http://schemas.microsoft.com/office/drawing/2014/main" id="{F31C2873-CEBF-4061-B760-5BDB296AD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29" name="Text Box 37">
              <a:extLst>
                <a:ext uri="{FF2B5EF4-FFF2-40B4-BE49-F238E27FC236}">
                  <a16:creationId xmlns:a16="http://schemas.microsoft.com/office/drawing/2014/main" id="{1FBDD1D8-D0D9-4B20-BCCD-890BA7A23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15430" name="Line 38">
              <a:extLst>
                <a:ext uri="{FF2B5EF4-FFF2-40B4-BE49-F238E27FC236}">
                  <a16:creationId xmlns:a16="http://schemas.microsoft.com/office/drawing/2014/main" id="{A77ECDA9-7F32-48B1-AAA5-0830DBB99C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5431" name="Group 39">
            <a:extLst>
              <a:ext uri="{FF2B5EF4-FFF2-40B4-BE49-F238E27FC236}">
                <a16:creationId xmlns:a16="http://schemas.microsoft.com/office/drawing/2014/main" id="{58CAEF7F-1D4A-463D-B4E9-68F5A9C93562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997200"/>
            <a:ext cx="360363" cy="936625"/>
            <a:chOff x="2952" y="2232"/>
            <a:chExt cx="384" cy="996"/>
          </a:xfrm>
        </p:grpSpPr>
        <p:sp>
          <p:nvSpPr>
            <p:cNvPr id="315432" name="Oval 40">
              <a:extLst>
                <a:ext uri="{FF2B5EF4-FFF2-40B4-BE49-F238E27FC236}">
                  <a16:creationId xmlns:a16="http://schemas.microsoft.com/office/drawing/2014/main" id="{ABF15278-2908-4872-9697-509BCE769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433" name="Text Box 41">
              <a:extLst>
                <a:ext uri="{FF2B5EF4-FFF2-40B4-BE49-F238E27FC236}">
                  <a16:creationId xmlns:a16="http://schemas.microsoft.com/office/drawing/2014/main" id="{C632F325-89BE-4637-AF00-DBD49704F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5434" name="Line 42">
              <a:extLst>
                <a:ext uri="{FF2B5EF4-FFF2-40B4-BE49-F238E27FC236}">
                  <a16:creationId xmlns:a16="http://schemas.microsoft.com/office/drawing/2014/main" id="{77CCDDAF-FB84-4E7E-A81B-FC6480F3EE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5435" name="Rectangle 43">
            <a:extLst>
              <a:ext uri="{FF2B5EF4-FFF2-40B4-BE49-F238E27FC236}">
                <a16:creationId xmlns:a16="http://schemas.microsoft.com/office/drawing/2014/main" id="{96A3A36A-B366-4E43-8B86-62FB2589C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0"/>
            <a:ext cx="1517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3-3</a:t>
            </a:r>
            <a:r>
              <a:rPr lang="zh-CN" altLang="en-US" sz="1600" b="1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支路电流法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Text Box 3">
            <a:extLst>
              <a:ext uri="{FF2B5EF4-FFF2-40B4-BE49-F238E27FC236}">
                <a16:creationId xmlns:a16="http://schemas.microsoft.com/office/drawing/2014/main" id="{0B21F4C9-48D5-4886-ACC4-C5C349128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1296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</a:rPr>
              <a:t>3-2</a:t>
            </a:r>
          </a:p>
        </p:txBody>
      </p:sp>
      <p:sp>
        <p:nvSpPr>
          <p:cNvPr id="169988" name="Text Box 4">
            <a:extLst>
              <a:ext uri="{FF2B5EF4-FFF2-40B4-BE49-F238E27FC236}">
                <a16:creationId xmlns:a16="http://schemas.microsoft.com/office/drawing/2014/main" id="{0D7E8210-C42C-4B1C-A89A-9F46A5E60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628775"/>
            <a:ext cx="3168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KCL: –</a:t>
            </a:r>
            <a:r>
              <a:rPr lang="en-US" altLang="zh-CN" sz="3200" b="1" i="1">
                <a:latin typeface="Times New Roman" panose="02020603050405020304" pitchFamily="18" charset="0"/>
              </a:rPr>
              <a:t>I</a:t>
            </a:r>
            <a:r>
              <a:rPr lang="en-US" altLang="zh-CN" sz="32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3200" b="1">
                <a:latin typeface="Times New Roman" panose="02020603050405020304" pitchFamily="18" charset="0"/>
              </a:rPr>
              <a:t>–</a:t>
            </a:r>
            <a:r>
              <a:rPr lang="en-US" altLang="zh-CN" sz="3200" b="1" i="1">
                <a:latin typeface="Times New Roman" panose="02020603050405020304" pitchFamily="18" charset="0"/>
              </a:rPr>
              <a:t>I</a:t>
            </a:r>
            <a:r>
              <a:rPr lang="en-US" altLang="zh-CN" sz="32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3200" b="1" i="1">
                <a:latin typeface="Times New Roman" panose="02020603050405020304" pitchFamily="18" charset="0"/>
              </a:rPr>
              <a:t>+I</a:t>
            </a:r>
            <a:r>
              <a:rPr lang="en-US" altLang="zh-CN" sz="32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3200" b="1">
                <a:latin typeface="Times New Roman" panose="02020603050405020304" pitchFamily="18" charset="0"/>
              </a:rPr>
              <a:t>=0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69989" name="Text Box 5">
            <a:extLst>
              <a:ext uri="{FF2B5EF4-FFF2-40B4-BE49-F238E27FC236}">
                <a16:creationId xmlns:a16="http://schemas.microsoft.com/office/drawing/2014/main" id="{89F1D0C4-DB0A-4FFC-AC90-EC60589E5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836613"/>
            <a:ext cx="727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列写支路电流方程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.(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电路中含有受控源）</a:t>
            </a:r>
          </a:p>
        </p:txBody>
      </p:sp>
      <p:sp>
        <p:nvSpPr>
          <p:cNvPr id="169990" name="Text Box 6">
            <a:extLst>
              <a:ext uri="{FF2B5EF4-FFF2-40B4-BE49-F238E27FC236}">
                <a16:creationId xmlns:a16="http://schemas.microsoft.com/office/drawing/2014/main" id="{86671A06-37A3-430B-AAEC-EF357D092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28428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</a:rPr>
              <a:t>】</a:t>
            </a:r>
          </a:p>
        </p:txBody>
      </p:sp>
      <p:sp>
        <p:nvSpPr>
          <p:cNvPr id="169991" name="Text Box 7">
            <a:extLst>
              <a:ext uri="{FF2B5EF4-FFF2-40B4-BE49-F238E27FC236}">
                <a16:creationId xmlns:a16="http://schemas.microsoft.com/office/drawing/2014/main" id="{39FA8A09-FA90-4BFA-8EBF-4BFC7F50A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852738"/>
            <a:ext cx="3743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KVL: 11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</a:rPr>
              <a:t>+</a:t>
            </a:r>
            <a:r>
              <a:rPr lang="en-US" altLang="zh-CN" sz="2800" b="1">
                <a:latin typeface="Times New Roman" panose="02020603050405020304" pitchFamily="18" charset="0"/>
              </a:rPr>
              <a:t>7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5</a:t>
            </a:r>
            <a:r>
              <a:rPr lang="en-US" altLang="zh-CN" sz="2800" b="1" i="1">
                <a:latin typeface="Times New Roman" panose="02020603050405020304" pitchFamily="18" charset="0"/>
              </a:rPr>
              <a:t>U</a:t>
            </a:r>
            <a:endParaRPr lang="en-US" altLang="zh-CN" sz="2800" b="1" i="1">
              <a:ea typeface="楷体_GB2312" pitchFamily="49" charset="-122"/>
            </a:endParaRPr>
          </a:p>
        </p:txBody>
      </p:sp>
      <p:sp>
        <p:nvSpPr>
          <p:cNvPr id="169992" name="Text Box 8">
            <a:extLst>
              <a:ext uri="{FF2B5EF4-FFF2-40B4-BE49-F238E27FC236}">
                <a16:creationId xmlns:a16="http://schemas.microsoft.com/office/drawing/2014/main" id="{9E7B04C7-4F80-4906-9D40-9E37245B5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2205038"/>
            <a:ext cx="3887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</a:rPr>
              <a:t>KVL: 7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</a:rPr>
              <a:t>–</a:t>
            </a:r>
            <a:r>
              <a:rPr lang="en-US" altLang="zh-CN" sz="2800" b="1">
                <a:latin typeface="Times New Roman" panose="02020603050405020304" pitchFamily="18" charset="0"/>
              </a:rPr>
              <a:t>11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=70</a:t>
            </a:r>
            <a:r>
              <a:rPr lang="en-US" altLang="zh-CN" sz="2800" b="1">
                <a:latin typeface="宋体" panose="02010600030101010101" pitchFamily="2" charset="-122"/>
              </a:rPr>
              <a:t>-</a:t>
            </a:r>
            <a:r>
              <a:rPr lang="en-US" altLang="zh-CN" sz="2800" b="1">
                <a:latin typeface="Times New Roman" panose="02020603050405020304" pitchFamily="18" charset="0"/>
              </a:rPr>
              <a:t>5</a:t>
            </a:r>
            <a:r>
              <a:rPr lang="en-US" altLang="zh-CN" sz="2800" b="1" i="1">
                <a:latin typeface="Times New Roman" panose="02020603050405020304" pitchFamily="18" charset="0"/>
              </a:rPr>
              <a:t>U</a:t>
            </a:r>
            <a:endParaRPr lang="en-US" altLang="zh-CN" sz="2800" b="1" i="1">
              <a:ea typeface="楷体_GB2312" pitchFamily="49" charset="-122"/>
            </a:endParaRPr>
          </a:p>
        </p:txBody>
      </p:sp>
      <p:sp>
        <p:nvSpPr>
          <p:cNvPr id="169993" name="AutoShape 9">
            <a:extLst>
              <a:ext uri="{FF2B5EF4-FFF2-40B4-BE49-F238E27FC236}">
                <a16:creationId xmlns:a16="http://schemas.microsoft.com/office/drawing/2014/main" id="{2888431C-D9A4-40A2-BB83-04D9D241CAC4}"/>
              </a:ext>
            </a:extLst>
          </p:cNvPr>
          <p:cNvSpPr>
            <a:spLocks/>
          </p:cNvSpPr>
          <p:nvPr/>
        </p:nvSpPr>
        <p:spPr bwMode="auto">
          <a:xfrm rot="10800000">
            <a:off x="5292725" y="2003425"/>
            <a:ext cx="288925" cy="1441450"/>
          </a:xfrm>
          <a:prstGeom prst="rightBrace">
            <a:avLst>
              <a:gd name="adj1" fmla="val 41575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zh-CN" altLang="en-US" sz="2400" b="1">
              <a:ea typeface="楷体_GB2312" pitchFamily="49" charset="-122"/>
            </a:endParaRPr>
          </a:p>
        </p:txBody>
      </p:sp>
      <p:sp>
        <p:nvSpPr>
          <p:cNvPr id="169994" name="Text Box 10">
            <a:extLst>
              <a:ext uri="{FF2B5EF4-FFF2-40B4-BE49-F238E27FC236}">
                <a16:creationId xmlns:a16="http://schemas.microsoft.com/office/drawing/2014/main" id="{E4EC989C-4D2E-4824-9728-821F8C838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500438"/>
            <a:ext cx="3097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增补方程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U</a:t>
            </a:r>
            <a:r>
              <a:rPr lang="en-US" altLang="zh-CN" sz="2800" b="1">
                <a:latin typeface="Times New Roman" panose="02020603050405020304" pitchFamily="18" charset="0"/>
              </a:rPr>
              <a:t>=7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3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169995" name="Text Box 11">
            <a:extLst>
              <a:ext uri="{FF2B5EF4-FFF2-40B4-BE49-F238E27FC236}">
                <a16:creationId xmlns:a16="http://schemas.microsoft.com/office/drawing/2014/main" id="{A7EF4D9A-0CB0-43B1-A637-FA611AC4F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235450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受控源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的电路，方程列写分两步：</a:t>
            </a:r>
          </a:p>
        </p:txBody>
      </p:sp>
      <p:sp>
        <p:nvSpPr>
          <p:cNvPr id="169996" name="Text Box 12">
            <a:extLst>
              <a:ext uri="{FF2B5EF4-FFF2-40B4-BE49-F238E27FC236}">
                <a16:creationId xmlns:a16="http://schemas.microsoft.com/office/drawing/2014/main" id="{F1DD88A1-8E6F-4B1C-85D7-4D2BD173A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52963"/>
            <a:ext cx="8064500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  <a:buFontTx/>
              <a:buAutoNum type="circleNumDbPlain"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先将受控源看作独立源列方程；</a:t>
            </a:r>
          </a:p>
          <a:p>
            <a:pPr algn="just">
              <a:spcBef>
                <a:spcPct val="20000"/>
              </a:spcBef>
              <a:buFontTx/>
              <a:buAutoNum type="circleNumDbPlain"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将控制量用未知量表示，并代入①中所列的方程，消去中间变量。</a:t>
            </a:r>
          </a:p>
        </p:txBody>
      </p:sp>
      <p:grpSp>
        <p:nvGrpSpPr>
          <p:cNvPr id="169997" name="Group 13">
            <a:extLst>
              <a:ext uri="{FF2B5EF4-FFF2-40B4-BE49-F238E27FC236}">
                <a16:creationId xmlns:a16="http://schemas.microsoft.com/office/drawing/2014/main" id="{C358B0E8-5D1B-45BC-A4B3-C951DE6EEFC8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948113"/>
            <a:ext cx="1644650" cy="850900"/>
            <a:chOff x="385" y="3022"/>
            <a:chExt cx="1036" cy="536"/>
          </a:xfrm>
        </p:grpSpPr>
        <p:pic>
          <p:nvPicPr>
            <p:cNvPr id="169998" name="Picture 14" descr="123">
              <a:extLst>
                <a:ext uri="{FF2B5EF4-FFF2-40B4-BE49-F238E27FC236}">
                  <a16:creationId xmlns:a16="http://schemas.microsoft.com/office/drawing/2014/main" id="{29C9F03B-AADC-48F7-A2CC-0ED4DDB0D5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9999" name="Text Box 15">
              <a:extLst>
                <a:ext uri="{FF2B5EF4-FFF2-40B4-BE49-F238E27FC236}">
                  <a16:creationId xmlns:a16="http://schemas.microsoft.com/office/drawing/2014/main" id="{15049347-0B86-4C50-AF37-BFE4808AB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3200">
                  <a:solidFill>
                    <a:srgbClr val="FF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</a:p>
          </p:txBody>
        </p:sp>
      </p:grpSp>
      <p:grpSp>
        <p:nvGrpSpPr>
          <p:cNvPr id="170000" name="Group 16">
            <a:extLst>
              <a:ext uri="{FF2B5EF4-FFF2-40B4-BE49-F238E27FC236}">
                <a16:creationId xmlns:a16="http://schemas.microsoft.com/office/drawing/2014/main" id="{14CDB735-21D3-4877-A488-2C8629565515}"/>
              </a:ext>
            </a:extLst>
          </p:cNvPr>
          <p:cNvGrpSpPr>
            <a:grpSpLocks/>
          </p:cNvGrpSpPr>
          <p:nvPr/>
        </p:nvGrpSpPr>
        <p:grpSpPr bwMode="auto">
          <a:xfrm>
            <a:off x="0" y="1284288"/>
            <a:ext cx="4826000" cy="2952750"/>
            <a:chOff x="2018" y="391"/>
            <a:chExt cx="3040" cy="1860"/>
          </a:xfrm>
        </p:grpSpPr>
        <p:sp>
          <p:nvSpPr>
            <p:cNvPr id="170001" name="AutoShape 17">
              <a:extLst>
                <a:ext uri="{FF2B5EF4-FFF2-40B4-BE49-F238E27FC236}">
                  <a16:creationId xmlns:a16="http://schemas.microsoft.com/office/drawing/2014/main" id="{D835F0B3-A893-4657-8C8B-E08BF2FC4E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21" y="1275"/>
              <a:ext cx="453" cy="409"/>
            </a:xfrm>
            <a:prstGeom prst="flowChartSor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0002" name="Text Box 18">
              <a:extLst>
                <a:ext uri="{FF2B5EF4-FFF2-40B4-BE49-F238E27FC236}">
                  <a16:creationId xmlns:a16="http://schemas.microsoft.com/office/drawing/2014/main" id="{1AD21E86-9C6C-4972-B3AC-4B4FBDA33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389"/>
              <a:ext cx="7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sz="2800" i="1"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sz="2800">
                <a:ea typeface="楷体_GB2312" pitchFamily="49" charset="-122"/>
              </a:endParaRPr>
            </a:p>
          </p:txBody>
        </p:sp>
        <p:sp>
          <p:nvSpPr>
            <p:cNvPr id="170003" name="Text Box 19">
              <a:extLst>
                <a:ext uri="{FF2B5EF4-FFF2-40B4-BE49-F238E27FC236}">
                  <a16:creationId xmlns:a16="http://schemas.microsoft.com/office/drawing/2014/main" id="{FC018DAC-B4A1-4AF0-B184-6868F6F1A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6" y="844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宋体" panose="02010600030101010101" pitchFamily="2" charset="-122"/>
                </a:rPr>
                <a:t>+</a:t>
              </a:r>
            </a:p>
          </p:txBody>
        </p:sp>
        <p:sp>
          <p:nvSpPr>
            <p:cNvPr id="170004" name="Text Box 20">
              <a:extLst>
                <a:ext uri="{FF2B5EF4-FFF2-40B4-BE49-F238E27FC236}">
                  <a16:creationId xmlns:a16="http://schemas.microsoft.com/office/drawing/2014/main" id="{B647E1A3-7303-45E2-8926-8877888DE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117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</a:p>
          </p:txBody>
        </p:sp>
        <p:sp>
          <p:nvSpPr>
            <p:cNvPr id="170005" name="Text Box 21">
              <a:extLst>
                <a:ext uri="{FF2B5EF4-FFF2-40B4-BE49-F238E27FC236}">
                  <a16:creationId xmlns:a16="http://schemas.microsoft.com/office/drawing/2014/main" id="{A5A569BA-5D64-41E1-8276-3E72B755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" y="1389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宋体" panose="02010600030101010101" pitchFamily="2" charset="-122"/>
                </a:rPr>
                <a:t>_</a:t>
              </a:r>
            </a:p>
          </p:txBody>
        </p:sp>
        <p:sp>
          <p:nvSpPr>
            <p:cNvPr id="170006" name="Oval 22">
              <a:extLst>
                <a:ext uri="{FF2B5EF4-FFF2-40B4-BE49-F238E27FC236}">
                  <a16:creationId xmlns:a16="http://schemas.microsoft.com/office/drawing/2014/main" id="{6961C7B1-098D-443F-9FA5-B9B3A8BA5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344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ea typeface="仿宋_GB2312" pitchFamily="49" charset="-122"/>
              </a:endParaRPr>
            </a:p>
          </p:txBody>
        </p:sp>
        <p:sp>
          <p:nvSpPr>
            <p:cNvPr id="170007" name="Text Box 23">
              <a:extLst>
                <a:ext uri="{FF2B5EF4-FFF2-40B4-BE49-F238E27FC236}">
                  <a16:creationId xmlns:a16="http://schemas.microsoft.com/office/drawing/2014/main" id="{95EE79E4-E484-405F-B4CD-AB8B4399B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1389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170008" name="Text Box 24">
              <a:extLst>
                <a:ext uri="{FF2B5EF4-FFF2-40B4-BE49-F238E27FC236}">
                  <a16:creationId xmlns:a16="http://schemas.microsoft.com/office/drawing/2014/main" id="{DB05FA7F-B320-4102-8B6E-09EE400C9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117"/>
              <a:ext cx="5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0009" name="Text Box 25">
              <a:extLst>
                <a:ext uri="{FF2B5EF4-FFF2-40B4-BE49-F238E27FC236}">
                  <a16:creationId xmlns:a16="http://schemas.microsoft.com/office/drawing/2014/main" id="{CEAA059C-6054-4558-AE79-288866205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92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0010" name="Text Box 26">
              <a:extLst>
                <a:ext uri="{FF2B5EF4-FFF2-40B4-BE49-F238E27FC236}">
                  <a16:creationId xmlns:a16="http://schemas.microsoft.com/office/drawing/2014/main" id="{FC96FC6D-8005-4A81-A3E2-B9B1AE991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391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0011" name="Text Box 27">
              <a:extLst>
                <a:ext uri="{FF2B5EF4-FFF2-40B4-BE49-F238E27FC236}">
                  <a16:creationId xmlns:a16="http://schemas.microsoft.com/office/drawing/2014/main" id="{1FC2C639-3556-4F32-9997-CF0D1116F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72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70012" name="Text Box 28">
              <a:extLst>
                <a:ext uri="{FF2B5EF4-FFF2-40B4-BE49-F238E27FC236}">
                  <a16:creationId xmlns:a16="http://schemas.microsoft.com/office/drawing/2014/main" id="{D3D5E3DB-2400-4342-9BC1-C25526C4F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616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170013" name="Line 29">
              <a:extLst>
                <a:ext uri="{FF2B5EF4-FFF2-40B4-BE49-F238E27FC236}">
                  <a16:creationId xmlns:a16="http://schemas.microsoft.com/office/drawing/2014/main" id="{CD6A7EF0-7764-4224-9FC7-D9DFD49DF2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75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014" name="Text Box 30">
              <a:extLst>
                <a:ext uri="{FF2B5EF4-FFF2-40B4-BE49-F238E27FC236}">
                  <a16:creationId xmlns:a16="http://schemas.microsoft.com/office/drawing/2014/main" id="{C58CA1B3-53FF-40DB-AF9C-F1F86F221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709"/>
              <a:ext cx="2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800" i="1">
                <a:latin typeface="Times New Roman" panose="02020603050405020304" pitchFamily="18" charset="0"/>
              </a:endParaRPr>
            </a:p>
          </p:txBody>
        </p:sp>
        <p:grpSp>
          <p:nvGrpSpPr>
            <p:cNvPr id="170015" name="Group 31">
              <a:extLst>
                <a:ext uri="{FF2B5EF4-FFF2-40B4-BE49-F238E27FC236}">
                  <a16:creationId xmlns:a16="http://schemas.microsoft.com/office/drawing/2014/main" id="{926ED682-F64E-401D-A59B-BF05193249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9" y="708"/>
              <a:ext cx="377" cy="327"/>
              <a:chOff x="2839" y="174"/>
              <a:chExt cx="377" cy="327"/>
            </a:xfrm>
          </p:grpSpPr>
          <p:sp>
            <p:nvSpPr>
              <p:cNvPr id="170016" name="Line 32">
                <a:extLst>
                  <a:ext uri="{FF2B5EF4-FFF2-40B4-BE49-F238E27FC236}">
                    <a16:creationId xmlns:a16="http://schemas.microsoft.com/office/drawing/2014/main" id="{CD38CCF6-3950-468A-9974-94ADF52DD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17" name="Text Box 33">
                <a:extLst>
                  <a:ext uri="{FF2B5EF4-FFF2-40B4-BE49-F238E27FC236}">
                    <a16:creationId xmlns:a16="http://schemas.microsoft.com/office/drawing/2014/main" id="{7037679C-C931-4B20-A33E-E62C47607E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0018" name="Group 34">
              <a:extLst>
                <a:ext uri="{FF2B5EF4-FFF2-40B4-BE49-F238E27FC236}">
                  <a16:creationId xmlns:a16="http://schemas.microsoft.com/office/drawing/2014/main" id="{81A0DA3B-E218-4D70-AAA8-648D3E36F9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799"/>
              <a:ext cx="280" cy="327"/>
              <a:chOff x="612" y="588"/>
              <a:chExt cx="280" cy="327"/>
            </a:xfrm>
          </p:grpSpPr>
          <p:sp>
            <p:nvSpPr>
              <p:cNvPr id="170019" name="Line 35">
                <a:extLst>
                  <a:ext uri="{FF2B5EF4-FFF2-40B4-BE49-F238E27FC236}">
                    <a16:creationId xmlns:a16="http://schemas.microsoft.com/office/drawing/2014/main" id="{66E5173F-B8CC-46AA-98A3-94AE7E83F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20" name="Text Box 36">
                <a:extLst>
                  <a:ext uri="{FF2B5EF4-FFF2-40B4-BE49-F238E27FC236}">
                    <a16:creationId xmlns:a16="http://schemas.microsoft.com/office/drawing/2014/main" id="{5749D61E-D0C1-4887-9F49-9D17B5DA63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0021" name="Text Box 37">
              <a:extLst>
                <a:ext uri="{FF2B5EF4-FFF2-40B4-BE49-F238E27FC236}">
                  <a16:creationId xmlns:a16="http://schemas.microsoft.com/office/drawing/2014/main" id="{825D9076-3A30-4B31-8C9A-7888D5CBE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799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0022" name="Text Box 38">
              <a:extLst>
                <a:ext uri="{FF2B5EF4-FFF2-40B4-BE49-F238E27FC236}">
                  <a16:creationId xmlns:a16="http://schemas.microsoft.com/office/drawing/2014/main" id="{658FB472-041B-4EB9-BCC0-E9F31318E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799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170023" name="Rectangle 39">
              <a:extLst>
                <a:ext uri="{FF2B5EF4-FFF2-40B4-BE49-F238E27FC236}">
                  <a16:creationId xmlns:a16="http://schemas.microsoft.com/office/drawing/2014/main" id="{65107F06-B917-4E2E-BBF9-610DBF917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709"/>
              <a:ext cx="1814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024" name="Line 40">
              <a:extLst>
                <a:ext uri="{FF2B5EF4-FFF2-40B4-BE49-F238E27FC236}">
                  <a16:creationId xmlns:a16="http://schemas.microsoft.com/office/drawing/2014/main" id="{9E28AB5B-0D6A-4AA1-A812-F8929A134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709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25" name="Rectangle 41">
              <a:extLst>
                <a:ext uri="{FF2B5EF4-FFF2-40B4-BE49-F238E27FC236}">
                  <a16:creationId xmlns:a16="http://schemas.microsoft.com/office/drawing/2014/main" id="{81F3772F-F028-4976-A6E0-E91FF9B3B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890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026" name="Rectangle 42">
              <a:extLst>
                <a:ext uri="{FF2B5EF4-FFF2-40B4-BE49-F238E27FC236}">
                  <a16:creationId xmlns:a16="http://schemas.microsoft.com/office/drawing/2014/main" id="{4D6733B6-8535-4381-BC23-352A85FD6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" y="845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027" name="Rectangle 43">
              <a:extLst>
                <a:ext uri="{FF2B5EF4-FFF2-40B4-BE49-F238E27FC236}">
                  <a16:creationId xmlns:a16="http://schemas.microsoft.com/office/drawing/2014/main" id="{F3C1509B-74E0-4274-8874-37C14BC5F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111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0028" name="Group 44">
              <a:extLst>
                <a:ext uri="{FF2B5EF4-FFF2-40B4-BE49-F238E27FC236}">
                  <a16:creationId xmlns:a16="http://schemas.microsoft.com/office/drawing/2014/main" id="{FF0F8C32-1007-4632-966D-8CB826B88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" y="1207"/>
              <a:ext cx="272" cy="499"/>
              <a:chOff x="2952" y="2232"/>
              <a:chExt cx="384" cy="996"/>
            </a:xfrm>
          </p:grpSpPr>
          <p:sp>
            <p:nvSpPr>
              <p:cNvPr id="170029" name="Oval 45">
                <a:extLst>
                  <a:ext uri="{FF2B5EF4-FFF2-40B4-BE49-F238E27FC236}">
                    <a16:creationId xmlns:a16="http://schemas.microsoft.com/office/drawing/2014/main" id="{0D366DCF-9070-44BB-83BF-B2E0C27DA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30" name="Text Box 46">
                <a:extLst>
                  <a:ext uri="{FF2B5EF4-FFF2-40B4-BE49-F238E27FC236}">
                    <a16:creationId xmlns:a16="http://schemas.microsoft.com/office/drawing/2014/main" id="{A4A4B56E-28C1-4A73-9E73-55A243AD47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7"/>
                <a:ext cx="264" cy="6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70031" name="Line 47">
                <a:extLst>
                  <a:ext uri="{FF2B5EF4-FFF2-40B4-BE49-F238E27FC236}">
                    <a16:creationId xmlns:a16="http://schemas.microsoft.com/office/drawing/2014/main" id="{871ABEF4-F992-43D3-BDBB-AB71C4BF0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0032" name="Group 48">
              <a:extLst>
                <a:ext uri="{FF2B5EF4-FFF2-40B4-BE49-F238E27FC236}">
                  <a16:creationId xmlns:a16="http://schemas.microsoft.com/office/drawing/2014/main" id="{AEFD2556-37B6-444F-AE22-E53F59A5F7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799"/>
              <a:ext cx="227" cy="590"/>
              <a:chOff x="2952" y="2232"/>
              <a:chExt cx="384" cy="996"/>
            </a:xfrm>
          </p:grpSpPr>
          <p:sp>
            <p:nvSpPr>
              <p:cNvPr id="170033" name="Oval 49">
                <a:extLst>
                  <a:ext uri="{FF2B5EF4-FFF2-40B4-BE49-F238E27FC236}">
                    <a16:creationId xmlns:a16="http://schemas.microsoft.com/office/drawing/2014/main" id="{8BFCB13C-EE83-4E9B-A08C-F68C6863C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034" name="Text Box 50">
                <a:extLst>
                  <a:ext uri="{FF2B5EF4-FFF2-40B4-BE49-F238E27FC236}">
                    <a16:creationId xmlns:a16="http://schemas.microsoft.com/office/drawing/2014/main" id="{59784D53-F814-4490-9385-69070997B0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6"/>
                <a:ext cx="264" cy="5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70035" name="Line 51">
                <a:extLst>
                  <a:ext uri="{FF2B5EF4-FFF2-40B4-BE49-F238E27FC236}">
                    <a16:creationId xmlns:a16="http://schemas.microsoft.com/office/drawing/2014/main" id="{3C4E8498-048A-4D12-9220-AD30F4D3D1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0036" name="Text Box 52">
              <a:extLst>
                <a:ext uri="{FF2B5EF4-FFF2-40B4-BE49-F238E27FC236}">
                  <a16:creationId xmlns:a16="http://schemas.microsoft.com/office/drawing/2014/main" id="{884BD353-9D08-46AC-8DBC-239FA3BFD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7" y="1117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宋体" panose="02010600030101010101" pitchFamily="2" charset="-122"/>
                </a:rPr>
                <a:t>+</a:t>
              </a:r>
            </a:p>
          </p:txBody>
        </p:sp>
        <p:sp>
          <p:nvSpPr>
            <p:cNvPr id="170037" name="Text Box 53">
              <a:extLst>
                <a:ext uri="{FF2B5EF4-FFF2-40B4-BE49-F238E27FC236}">
                  <a16:creationId xmlns:a16="http://schemas.microsoft.com/office/drawing/2014/main" id="{73D9FE29-F074-4465-84D4-C5FC8C7E4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1525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宋体" panose="02010600030101010101" pitchFamily="2" charset="-122"/>
                </a:rPr>
                <a:t>_</a:t>
              </a:r>
            </a:p>
          </p:txBody>
        </p:sp>
      </p:grpSp>
      <p:sp>
        <p:nvSpPr>
          <p:cNvPr id="170038" name="Text Box 54">
            <a:extLst>
              <a:ext uri="{FF2B5EF4-FFF2-40B4-BE49-F238E27FC236}">
                <a16:creationId xmlns:a16="http://schemas.microsoft.com/office/drawing/2014/main" id="{5787885C-D84F-46FD-BA04-333FA0EEA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268413"/>
            <a:ext cx="2160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节点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170040" name="Rectangle 56">
            <a:extLst>
              <a:ext uri="{FF2B5EF4-FFF2-40B4-BE49-F238E27FC236}">
                <a16:creationId xmlns:a16="http://schemas.microsoft.com/office/drawing/2014/main" id="{AD8A853E-530F-478E-9875-C51D3DE3B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0"/>
            <a:ext cx="1517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3-3</a:t>
            </a:r>
            <a:r>
              <a:rPr lang="zh-CN" altLang="en-US" sz="1600" b="1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支路电流法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0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/>
      <p:bldP spid="169988" grpId="0"/>
      <p:bldP spid="169989" grpId="0"/>
      <p:bldP spid="169990" grpId="0"/>
      <p:bldP spid="169992" grpId="0"/>
      <p:bldP spid="169993" grpId="0" animBg="1"/>
      <p:bldP spid="169994" grpId="0"/>
      <p:bldP spid="169995" grpId="0"/>
      <p:bldP spid="1700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5147BF4A-B8FC-499F-94EA-72AEFA50ED9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95288" y="2060575"/>
            <a:ext cx="5545137" cy="604838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3-3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列写节点电压方程</a:t>
            </a:r>
          </a:p>
        </p:txBody>
      </p:sp>
      <p:sp>
        <p:nvSpPr>
          <p:cNvPr id="274437" name="Text Box 5">
            <a:extLst>
              <a:ext uri="{FF2B5EF4-FFF2-40B4-BE49-F238E27FC236}">
                <a16:creationId xmlns:a16="http://schemas.microsoft.com/office/drawing/2014/main" id="{D14F9DEE-6977-4C4F-8CB3-832423CE3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80645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kumimoji="1" lang="zh-CN" altLang="en-US" sz="3200" b="1">
                <a:solidFill>
                  <a:srgbClr val="000066"/>
                </a:solidFill>
                <a:ea typeface="楷体_GB2312" pitchFamily="49" charset="-122"/>
              </a:rPr>
              <a:t>三种电路元件情况下结点电压方程的列写规律（</a:t>
            </a:r>
            <a:r>
              <a:rPr kumimoji="1" lang="zh-CN" altLang="en-US" sz="3200" b="1">
                <a:solidFill>
                  <a:srgbClr val="FF0000"/>
                </a:solidFill>
                <a:ea typeface="楷体_GB2312" pitchFamily="49" charset="-122"/>
              </a:rPr>
              <a:t>直接列写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kumimoji="1" lang="zh-CN" altLang="en-US" sz="3200" b="1">
                <a:solidFill>
                  <a:srgbClr val="FF0000"/>
                </a:solidFill>
                <a:ea typeface="楷体_GB2312" pitchFamily="49" charset="-122"/>
              </a:rPr>
              <a:t>或观察法列写</a:t>
            </a:r>
            <a:r>
              <a:rPr kumimoji="1" lang="zh-CN" altLang="en-US" sz="3200" b="1">
                <a:solidFill>
                  <a:srgbClr val="000066"/>
                </a:solidFill>
                <a:ea typeface="楷体_GB2312" pitchFamily="49" charset="-122"/>
              </a:rPr>
              <a:t>）</a:t>
            </a:r>
          </a:p>
        </p:txBody>
      </p:sp>
      <p:sp>
        <p:nvSpPr>
          <p:cNvPr id="274439" name="Rectangle 7">
            <a:extLst>
              <a:ext uri="{FF2B5EF4-FFF2-40B4-BE49-F238E27FC236}">
                <a16:creationId xmlns:a16="http://schemas.microsoft.com/office/drawing/2014/main" id="{2AC9F9F4-5D4A-4EC2-A9FF-E3BEC55B1A6A}"/>
              </a:ext>
            </a:extLst>
          </p:cNvPr>
          <p:cNvSpPr>
            <a:spLocks/>
          </p:cNvSpPr>
          <p:nvPr/>
        </p:nvSpPr>
        <p:spPr bwMode="auto">
          <a:xfrm>
            <a:off x="611188" y="1341438"/>
            <a:ext cx="72009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）仅含电阻、电流源、有伴电压源电路</a:t>
            </a:r>
          </a:p>
        </p:txBody>
      </p:sp>
      <p:graphicFrame>
        <p:nvGraphicFramePr>
          <p:cNvPr id="274440" name="Object 8">
            <a:extLst>
              <a:ext uri="{FF2B5EF4-FFF2-40B4-BE49-F238E27FC236}">
                <a16:creationId xmlns:a16="http://schemas.microsoft.com/office/drawing/2014/main" id="{C04485D3-9A95-4F5B-A78E-1F3C523A77C5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1331913" y="2708275"/>
          <a:ext cx="5711825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441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08275"/>
                        <a:ext cx="5711825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44" name="Object 4">
            <a:extLst>
              <a:ext uri="{FF2B5EF4-FFF2-40B4-BE49-F238E27FC236}">
                <a16:creationId xmlns:a16="http://schemas.microsoft.com/office/drawing/2014/main" id="{1551FB8B-9ECA-4DB0-BA11-423DC34DAC54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47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45" name="Object 5">
            <a:extLst>
              <a:ext uri="{FF2B5EF4-FFF2-40B4-BE49-F238E27FC236}">
                <a16:creationId xmlns:a16="http://schemas.microsoft.com/office/drawing/2014/main" id="{B0DF4AB6-7EBA-49A2-AE84-5310E90DD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725" y="2636838"/>
          <a:ext cx="7310438" cy="362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48" name="Equation" r:id="rId5" imgW="2565360" imgH="1269720" progId="Equation.DSMT4">
                  <p:embed/>
                </p:oleObj>
              </mc:Choice>
              <mc:Fallback>
                <p:oleObj name="Equation" r:id="rId5" imgW="2565360" imgH="12697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2636838"/>
                        <a:ext cx="7310438" cy="3624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6" name="Rectangle 6">
            <a:extLst>
              <a:ext uri="{FF2B5EF4-FFF2-40B4-BE49-F238E27FC236}">
                <a16:creationId xmlns:a16="http://schemas.microsoft.com/office/drawing/2014/main" id="{8DC57162-3C03-4108-84C3-F2C363CF7732}"/>
              </a:ext>
            </a:extLst>
          </p:cNvPr>
          <p:cNvSpPr>
            <a:spLocks/>
          </p:cNvSpPr>
          <p:nvPr/>
        </p:nvSpPr>
        <p:spPr bwMode="auto">
          <a:xfrm>
            <a:off x="179388" y="836613"/>
            <a:ext cx="360045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方法一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直接法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列写以节点电压表示的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2" name="Rectangle 6">
            <a:extLst>
              <a:ext uri="{FF2B5EF4-FFF2-40B4-BE49-F238E27FC236}">
                <a16:creationId xmlns:a16="http://schemas.microsoft.com/office/drawing/2014/main" id="{9D11BB65-4D6C-48FA-80BF-93ACC5124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860800"/>
            <a:ext cx="792163" cy="108108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5461" name="AutoShape 5">
            <a:extLst>
              <a:ext uri="{FF2B5EF4-FFF2-40B4-BE49-F238E27FC236}">
                <a16:creationId xmlns:a16="http://schemas.microsoft.com/office/drawing/2014/main" id="{971E7EC9-6049-4914-8755-EE1EA5078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0"/>
            <a:ext cx="2520950" cy="936625"/>
          </a:xfrm>
          <a:prstGeom prst="wedgeRectCallout">
            <a:avLst>
              <a:gd name="adj1" fmla="val 172986"/>
              <a:gd name="adj2" fmla="val 7084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 b="1">
                <a:ea typeface="楷体_GB2312" pitchFamily="49" charset="-122"/>
              </a:rPr>
              <a:t>等效成电流源与电阻并联</a:t>
            </a:r>
          </a:p>
        </p:txBody>
      </p:sp>
      <p:graphicFrame>
        <p:nvGraphicFramePr>
          <p:cNvPr id="275458" name="Object 2">
            <a:extLst>
              <a:ext uri="{FF2B5EF4-FFF2-40B4-BE49-F238E27FC236}">
                <a16:creationId xmlns:a16="http://schemas.microsoft.com/office/drawing/2014/main" id="{713EAB59-8238-492B-B60F-C76D005F1A63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65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59" name="Object 3">
            <a:extLst>
              <a:ext uri="{FF2B5EF4-FFF2-40B4-BE49-F238E27FC236}">
                <a16:creationId xmlns:a16="http://schemas.microsoft.com/office/drawing/2014/main" id="{98EC3317-7062-4336-BD6B-34B014774C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492375"/>
          <a:ext cx="7239000" cy="391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66" name="Equation" r:id="rId5" imgW="2539800" imgH="1371600" progId="Equation.DSMT4">
                  <p:embed/>
                </p:oleObj>
              </mc:Choice>
              <mc:Fallback>
                <p:oleObj name="Equation" r:id="rId5" imgW="25398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492375"/>
                        <a:ext cx="7239000" cy="3913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0" name="Rectangle 4">
            <a:extLst>
              <a:ext uri="{FF2B5EF4-FFF2-40B4-BE49-F238E27FC236}">
                <a16:creationId xmlns:a16="http://schemas.microsoft.com/office/drawing/2014/main" id="{DB61B7E6-9F32-4C27-8B56-A53AFFADEFE9}"/>
              </a:ext>
            </a:extLst>
          </p:cNvPr>
          <p:cNvSpPr>
            <a:spLocks/>
          </p:cNvSpPr>
          <p:nvPr/>
        </p:nvSpPr>
        <p:spPr bwMode="auto">
          <a:xfrm>
            <a:off x="34925" y="1052513"/>
            <a:ext cx="38893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方法二：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观察法</a:t>
            </a:r>
          </a:p>
        </p:txBody>
      </p:sp>
      <p:sp>
        <p:nvSpPr>
          <p:cNvPr id="275463" name="AutoShape 7">
            <a:extLst>
              <a:ext uri="{FF2B5EF4-FFF2-40B4-BE49-F238E27FC236}">
                <a16:creationId xmlns:a16="http://schemas.microsoft.com/office/drawing/2014/main" id="{876D1E64-8A54-4E00-BBAE-3122EC2E2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2781300"/>
            <a:ext cx="1258887" cy="3024188"/>
          </a:xfrm>
          <a:prstGeom prst="wedgeRectCallout">
            <a:avLst>
              <a:gd name="adj1" fmla="val -124273"/>
              <a:gd name="adj2" fmla="val -34514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>
                <a:ea typeface="楷体_GB2312" pitchFamily="49" charset="-122"/>
              </a:rPr>
              <a:t>观察法是由直接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zh-CN" altLang="en-US" sz="2400" b="1">
                <a:ea typeface="楷体_GB2312" pitchFamily="49" charset="-122"/>
              </a:rPr>
              <a:t>法例出的方程推导整理出来的。</a:t>
            </a:r>
          </a:p>
        </p:txBody>
      </p:sp>
      <p:sp>
        <p:nvSpPr>
          <p:cNvPr id="275464" name="Text Box 8">
            <a:extLst>
              <a:ext uri="{FF2B5EF4-FFF2-40B4-BE49-F238E27FC236}">
                <a16:creationId xmlns:a16="http://schemas.microsoft.com/office/drawing/2014/main" id="{8D72E8F0-5BCE-45EA-8E01-0464A5DE8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46069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）观察列写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27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7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1" grpId="0" animBg="1"/>
      <p:bldP spid="275460" grpId="0"/>
      <p:bldP spid="275463" grpId="0" animBg="1"/>
      <p:bldP spid="2754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482" name="Object 2">
            <a:extLst>
              <a:ext uri="{FF2B5EF4-FFF2-40B4-BE49-F238E27FC236}">
                <a16:creationId xmlns:a16="http://schemas.microsoft.com/office/drawing/2014/main" id="{63D60855-0688-48F2-BC41-57BE653A5CF9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4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3" name="Object 3">
            <a:extLst>
              <a:ext uri="{FF2B5EF4-FFF2-40B4-BE49-F238E27FC236}">
                <a16:creationId xmlns:a16="http://schemas.microsoft.com/office/drawing/2014/main" id="{C94AD54B-2E1E-4529-A4EE-813EF349D998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932363" y="2133600"/>
          <a:ext cx="7524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5" name="Visio" r:id="rId5" imgW="374447" imgH="287889" progId="Visio.Drawing.11">
                  <p:embed/>
                </p:oleObj>
              </mc:Choice>
              <mc:Fallback>
                <p:oleObj name="Visio" r:id="rId5" imgW="374447" imgH="287889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133600"/>
                        <a:ext cx="7524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4" name="AutoShape 4">
            <a:extLst>
              <a:ext uri="{FF2B5EF4-FFF2-40B4-BE49-F238E27FC236}">
                <a16:creationId xmlns:a16="http://schemas.microsoft.com/office/drawing/2014/main" id="{9516FD4E-F317-4966-9D69-A81185597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3357563"/>
            <a:ext cx="1655763" cy="504825"/>
          </a:xfrm>
          <a:prstGeom prst="wedgeRectCallout">
            <a:avLst>
              <a:gd name="adj1" fmla="val -128426"/>
              <a:gd name="adj2" fmla="val -202829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 b="1">
                <a:ea typeface="楷体_GB2312" pitchFamily="49" charset="-122"/>
              </a:rPr>
              <a:t>虚元件</a:t>
            </a:r>
          </a:p>
        </p:txBody>
      </p:sp>
      <p:graphicFrame>
        <p:nvGraphicFramePr>
          <p:cNvPr id="276485" name="Object 5">
            <a:extLst>
              <a:ext uri="{FF2B5EF4-FFF2-40B4-BE49-F238E27FC236}">
                <a16:creationId xmlns:a16="http://schemas.microsoft.com/office/drawing/2014/main" id="{FD1F223C-3E4D-4ED9-B9C9-E6332FB336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" y="2492375"/>
          <a:ext cx="8666163" cy="335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6" name="Equation" r:id="rId7" imgW="1841400" imgH="711000" progId="Equation.DSMT4">
                  <p:embed/>
                </p:oleObj>
              </mc:Choice>
              <mc:Fallback>
                <p:oleObj name="Equation" r:id="rId7" imgW="1841400" imgH="71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2492375"/>
                        <a:ext cx="8666163" cy="335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6" name="Rectangle 6">
            <a:extLst>
              <a:ext uri="{FF2B5EF4-FFF2-40B4-BE49-F238E27FC236}">
                <a16:creationId xmlns:a16="http://schemas.microsoft.com/office/drawing/2014/main" id="{914E09ED-21D4-48E6-BEB8-371A14A68A36}"/>
              </a:ext>
            </a:extLst>
          </p:cNvPr>
          <p:cNvSpPr>
            <a:spLocks/>
          </p:cNvSpPr>
          <p:nvPr/>
        </p:nvSpPr>
        <p:spPr bwMode="auto">
          <a:xfrm>
            <a:off x="179388" y="1052513"/>
            <a:ext cx="39608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）整理得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节点电压方程的一般形式</a:t>
            </a:r>
          </a:p>
        </p:txBody>
      </p:sp>
      <p:sp>
        <p:nvSpPr>
          <p:cNvPr id="276487" name="Oval 7">
            <a:extLst>
              <a:ext uri="{FF2B5EF4-FFF2-40B4-BE49-F238E27FC236}">
                <a16:creationId xmlns:a16="http://schemas.microsoft.com/office/drawing/2014/main" id="{971459C4-E882-4C2A-A4E8-5B20DCA86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16338"/>
            <a:ext cx="790575" cy="865187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88" name="Oval 8">
            <a:extLst>
              <a:ext uri="{FF2B5EF4-FFF2-40B4-BE49-F238E27FC236}">
                <a16:creationId xmlns:a16="http://schemas.microsoft.com/office/drawing/2014/main" id="{AF6E7620-A2B5-403C-9DFA-494E67EA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492375"/>
            <a:ext cx="1150937" cy="936625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89" name="Oval 9">
            <a:extLst>
              <a:ext uri="{FF2B5EF4-FFF2-40B4-BE49-F238E27FC236}">
                <a16:creationId xmlns:a16="http://schemas.microsoft.com/office/drawing/2014/main" id="{1192F78C-2E88-41AB-8915-6D5CBF875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797425"/>
            <a:ext cx="790575" cy="719138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90" name="Oval 10">
            <a:extLst>
              <a:ext uri="{FF2B5EF4-FFF2-40B4-BE49-F238E27FC236}">
                <a16:creationId xmlns:a16="http://schemas.microsoft.com/office/drawing/2014/main" id="{44AC2590-95AB-4A2B-81B7-92351C838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644900"/>
            <a:ext cx="1008063" cy="863600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91" name="Oval 11">
            <a:extLst>
              <a:ext uri="{FF2B5EF4-FFF2-40B4-BE49-F238E27FC236}">
                <a16:creationId xmlns:a16="http://schemas.microsoft.com/office/drawing/2014/main" id="{7F028F51-F1C5-4FFC-B37E-89EEC9514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565400"/>
            <a:ext cx="1008062" cy="935038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492" name="Oval 12">
            <a:extLst>
              <a:ext uri="{FF2B5EF4-FFF2-40B4-BE49-F238E27FC236}">
                <a16:creationId xmlns:a16="http://schemas.microsoft.com/office/drawing/2014/main" id="{761351E4-C859-4250-9CFD-6FC0596F9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868863"/>
            <a:ext cx="790575" cy="792162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493" name="Object 13">
            <a:extLst>
              <a:ext uri="{FF2B5EF4-FFF2-40B4-BE49-F238E27FC236}">
                <a16:creationId xmlns:a16="http://schemas.microsoft.com/office/drawing/2014/main" id="{4D6251C5-1E7B-4FE5-9901-1ACA1A6C18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865813"/>
          <a:ext cx="25431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7" name="Equation" r:id="rId9" imgW="1206360" imgH="469800" progId="Equation.DSMT4">
                  <p:embed/>
                </p:oleObj>
              </mc:Choice>
              <mc:Fallback>
                <p:oleObj name="Equation" r:id="rId9" imgW="1206360" imgH="469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865813"/>
                        <a:ext cx="2543175" cy="992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7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 animBg="1"/>
      <p:bldP spid="2764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AutoShape 2">
            <a:extLst>
              <a:ext uri="{FF2B5EF4-FFF2-40B4-BE49-F238E27FC236}">
                <a16:creationId xmlns:a16="http://schemas.microsoft.com/office/drawing/2014/main" id="{5E3ABE3B-9CBF-437F-A4DE-17FBB7CD9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0"/>
            <a:ext cx="3816350" cy="2205038"/>
          </a:xfrm>
          <a:prstGeom prst="wedgeRectCallout">
            <a:avLst>
              <a:gd name="adj1" fmla="val -19343"/>
              <a:gd name="adj2" fmla="val 8772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ea typeface="楷体_GB2312" pitchFamily="49" charset="-122"/>
              </a:rPr>
              <a:t>先假设无伴电压源的电流未知变量</a:t>
            </a:r>
            <a:r>
              <a:rPr kumimoji="1" lang="zh-CN" altLang="en-US" sz="2800" b="1">
                <a:ea typeface="楷体_GB2312" pitchFamily="49" charset="-122"/>
              </a:rPr>
              <a:t>，增补结点电压与电压源电压间的关系。</a:t>
            </a:r>
          </a:p>
        </p:txBody>
      </p:sp>
      <p:graphicFrame>
        <p:nvGraphicFramePr>
          <p:cNvPr id="305155" name="Object 3">
            <a:extLst>
              <a:ext uri="{FF2B5EF4-FFF2-40B4-BE49-F238E27FC236}">
                <a16:creationId xmlns:a16="http://schemas.microsoft.com/office/drawing/2014/main" id="{19A34387-1E5E-4B3A-B4CE-B5DF9D39CBDC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179388" y="1258888"/>
          <a:ext cx="8275637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61" name="Visio" r:id="rId3" imgW="4635094" imgH="3030631" progId="Visio.Drawing.11">
                  <p:embed/>
                </p:oleObj>
              </mc:Choice>
              <mc:Fallback>
                <p:oleObj name="Visio" r:id="rId3" imgW="4635094" imgH="303063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58888"/>
                        <a:ext cx="8275637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6" name="Rectangle 4">
            <a:extLst>
              <a:ext uri="{FF2B5EF4-FFF2-40B4-BE49-F238E27FC236}">
                <a16:creationId xmlns:a16="http://schemas.microsoft.com/office/drawing/2014/main" id="{CC31A58E-6BF5-4F15-93DD-99445432B111}"/>
              </a:ext>
            </a:extLst>
          </p:cNvPr>
          <p:cNvSpPr>
            <a:spLocks/>
          </p:cNvSpPr>
          <p:nvPr/>
        </p:nvSpPr>
        <p:spPr bwMode="auto">
          <a:xfrm>
            <a:off x="250825" y="765175"/>
            <a:ext cx="46815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3-4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列写节点电压方程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05157" name="Group 5">
            <a:extLst>
              <a:ext uri="{FF2B5EF4-FFF2-40B4-BE49-F238E27FC236}">
                <a16:creationId xmlns:a16="http://schemas.microsoft.com/office/drawing/2014/main" id="{C0318145-0A33-4453-92A1-7A74F786B63E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3213100"/>
            <a:ext cx="720725" cy="642938"/>
            <a:chOff x="2699" y="3656"/>
            <a:chExt cx="454" cy="405"/>
          </a:xfrm>
        </p:grpSpPr>
        <p:sp>
          <p:nvSpPr>
            <p:cNvPr id="305158" name="Line 6">
              <a:extLst>
                <a:ext uri="{FF2B5EF4-FFF2-40B4-BE49-F238E27FC236}">
                  <a16:creationId xmlns:a16="http://schemas.microsoft.com/office/drawing/2014/main" id="{71553E84-BC34-4932-B125-77CCD543C2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9" y="3656"/>
              <a:ext cx="453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159" name="Text Box 7">
              <a:extLst>
                <a:ext uri="{FF2B5EF4-FFF2-40B4-BE49-F238E27FC236}">
                  <a16:creationId xmlns:a16="http://schemas.microsoft.com/office/drawing/2014/main" id="{2B778439-7804-4A6A-8775-14B1C9684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657"/>
              <a:ext cx="2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05160" name="Text Box 8">
            <a:extLst>
              <a:ext uri="{FF2B5EF4-FFF2-40B4-BE49-F238E27FC236}">
                <a16:creationId xmlns:a16="http://schemas.microsoft.com/office/drawing/2014/main" id="{2CA6916F-26DA-4293-8E71-86E790440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56880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32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1" lang="zh-CN" altLang="en-US" sz="3200" b="1">
                <a:solidFill>
                  <a:srgbClr val="000066"/>
                </a:solidFill>
                <a:ea typeface="楷体_GB2312" pitchFamily="49" charset="-122"/>
              </a:rPr>
              <a:t>无伴电压源支路的处理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4" grpId="0" animBg="1"/>
      <p:bldP spid="305156" grpId="0"/>
      <p:bldP spid="3051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75" name="Rectangle 11">
            <a:extLst>
              <a:ext uri="{FF2B5EF4-FFF2-40B4-BE49-F238E27FC236}">
                <a16:creationId xmlns:a16="http://schemas.microsoft.com/office/drawing/2014/main" id="{CDE9BC7D-CB99-4AA2-BBC4-861E5723F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013325"/>
            <a:ext cx="503237" cy="5032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74" name="Rectangle 10">
            <a:extLst>
              <a:ext uri="{FF2B5EF4-FFF2-40B4-BE49-F238E27FC236}">
                <a16:creationId xmlns:a16="http://schemas.microsoft.com/office/drawing/2014/main" id="{91192C82-A239-47CD-8DC4-841F10549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789363"/>
            <a:ext cx="647700" cy="57626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8469" name="AutoShape 5">
            <a:extLst>
              <a:ext uri="{FF2B5EF4-FFF2-40B4-BE49-F238E27FC236}">
                <a16:creationId xmlns:a16="http://schemas.microsoft.com/office/drawing/2014/main" id="{0607006D-5B0F-46FE-B08B-086F39EC2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924175"/>
            <a:ext cx="3563937" cy="2089150"/>
          </a:xfrm>
          <a:prstGeom prst="wedgeRoundRectCallout">
            <a:avLst>
              <a:gd name="adj1" fmla="val -15032"/>
              <a:gd name="adj2" fmla="val -12598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>
                <a:ea typeface="楷体_GB2312" pitchFamily="49" charset="-122"/>
              </a:rPr>
              <a:t>①先设定电流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b="1" i="1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然后</a:t>
            </a:r>
            <a:r>
              <a:rPr lang="zh-CN" altLang="en-US" sz="2400" b="1">
                <a:ea typeface="楷体_GB2312" pitchFamily="49" charset="-122"/>
              </a:rPr>
              <a:t>看作电流为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b="1">
                <a:ea typeface="楷体_GB2312" pitchFamily="49" charset="-122"/>
              </a:rPr>
              <a:t>的电流源。②增加节点电压与无伴电压源电压关系③最终整理方程一般形式</a:t>
            </a:r>
          </a:p>
          <a:p>
            <a:pPr algn="ctr"/>
            <a:endParaRPr lang="zh-CN" altLang="en-US" sz="2400" b="1">
              <a:ea typeface="楷体_GB2312" pitchFamily="49" charset="-122"/>
            </a:endParaRPr>
          </a:p>
        </p:txBody>
      </p:sp>
      <p:graphicFrame>
        <p:nvGraphicFramePr>
          <p:cNvPr id="318466" name="Object 2">
            <a:extLst>
              <a:ext uri="{FF2B5EF4-FFF2-40B4-BE49-F238E27FC236}">
                <a16:creationId xmlns:a16="http://schemas.microsoft.com/office/drawing/2014/main" id="{9A4F3E08-16E8-494F-800D-CD0EDF6E53CE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067175" y="-122238"/>
          <a:ext cx="5138738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76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-122238"/>
                        <a:ext cx="5138738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8" name="Rectangle 4">
            <a:extLst>
              <a:ext uri="{FF2B5EF4-FFF2-40B4-BE49-F238E27FC236}">
                <a16:creationId xmlns:a16="http://schemas.microsoft.com/office/drawing/2014/main" id="{46953DC3-58E1-469E-B442-1C9613B4F8B2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424973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方法一：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直接列写以节点电压表示的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318470" name="Object 6">
            <a:extLst>
              <a:ext uri="{FF2B5EF4-FFF2-40B4-BE49-F238E27FC236}">
                <a16:creationId xmlns:a16="http://schemas.microsoft.com/office/drawing/2014/main" id="{85A6CB51-AB39-46F3-BAFD-1DFAE2506B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276475"/>
          <a:ext cx="5429250" cy="362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77" name="Equation" r:id="rId5" imgW="1904760" imgH="1269720" progId="Equation.DSMT4">
                  <p:embed/>
                </p:oleObj>
              </mc:Choice>
              <mc:Fallback>
                <p:oleObj name="Equation" r:id="rId5" imgW="1904760" imgH="1269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276475"/>
                        <a:ext cx="5429250" cy="3624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1" name="Rectangle 7">
            <a:extLst>
              <a:ext uri="{FF2B5EF4-FFF2-40B4-BE49-F238E27FC236}">
                <a16:creationId xmlns:a16="http://schemas.microsoft.com/office/drawing/2014/main" id="{70BCCFFF-0626-4531-8DDA-C9FF72E49022}"/>
              </a:ext>
            </a:extLst>
          </p:cNvPr>
          <p:cNvSpPr>
            <a:spLocks/>
          </p:cNvSpPr>
          <p:nvPr/>
        </p:nvSpPr>
        <p:spPr bwMode="auto">
          <a:xfrm>
            <a:off x="2124075" y="5876925"/>
            <a:ext cx="2160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增加方程：</a:t>
            </a:r>
          </a:p>
        </p:txBody>
      </p:sp>
      <p:graphicFrame>
        <p:nvGraphicFramePr>
          <p:cNvPr id="318472" name="Object 8">
            <a:extLst>
              <a:ext uri="{FF2B5EF4-FFF2-40B4-BE49-F238E27FC236}">
                <a16:creationId xmlns:a16="http://schemas.microsoft.com/office/drawing/2014/main" id="{B863E62C-BED5-4D44-A223-BE1BE949AA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5876925"/>
          <a:ext cx="194468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78" name="Equation" r:id="rId7" imgW="1193760" imgH="291960" progId="Equation.DSMT4">
                  <p:embed/>
                </p:oleObj>
              </mc:Choice>
              <mc:Fallback>
                <p:oleObj name="Equation" r:id="rId7" imgW="1193760" imgH="291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876925"/>
                        <a:ext cx="1944687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3" name="Rectangle 9">
            <a:extLst>
              <a:ext uri="{FF2B5EF4-FFF2-40B4-BE49-F238E27FC236}">
                <a16:creationId xmlns:a16="http://schemas.microsoft.com/office/drawing/2014/main" id="{731A082C-C1F6-47FF-BAB5-3430BC84F802}"/>
              </a:ext>
            </a:extLst>
          </p:cNvPr>
          <p:cNvSpPr>
            <a:spLocks/>
          </p:cNvSpPr>
          <p:nvPr/>
        </p:nvSpPr>
        <p:spPr bwMode="auto">
          <a:xfrm>
            <a:off x="6443663" y="5876925"/>
            <a:ext cx="27003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整理方程（略）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3000"/>
                                        <p:tgtEl>
                                          <p:spTgt spid="3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9" grpId="0" animBg="1"/>
      <p:bldP spid="318468" grpId="0"/>
      <p:bldP spid="318471" grpId="0"/>
      <p:bldP spid="3184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178" name="Object 2">
            <a:extLst>
              <a:ext uri="{FF2B5EF4-FFF2-40B4-BE49-F238E27FC236}">
                <a16:creationId xmlns:a16="http://schemas.microsoft.com/office/drawing/2014/main" id="{526A67B1-A6D0-45D6-A2B5-4F29F5815F4A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182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79" name="Object 3">
            <a:extLst>
              <a:ext uri="{FF2B5EF4-FFF2-40B4-BE49-F238E27FC236}">
                <a16:creationId xmlns:a16="http://schemas.microsoft.com/office/drawing/2014/main" id="{CFED7F1B-D56D-44D0-9D55-B136F2C925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608263"/>
          <a:ext cx="5616575" cy="377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183" name="Equation" r:id="rId5" imgW="2044440" imgH="1371600" progId="Equation.DSMT4">
                  <p:embed/>
                </p:oleObj>
              </mc:Choice>
              <mc:Fallback>
                <p:oleObj name="Equation" r:id="rId5" imgW="204444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608263"/>
                        <a:ext cx="5616575" cy="3773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180" name="Rectangle 4">
            <a:extLst>
              <a:ext uri="{FF2B5EF4-FFF2-40B4-BE49-F238E27FC236}">
                <a16:creationId xmlns:a16="http://schemas.microsoft.com/office/drawing/2014/main" id="{69658F04-619B-417F-8ACA-90A9B1328FBE}"/>
              </a:ext>
            </a:extLst>
          </p:cNvPr>
          <p:cNvSpPr>
            <a:spLocks/>
          </p:cNvSpPr>
          <p:nvPr/>
        </p:nvSpPr>
        <p:spPr bwMode="auto">
          <a:xfrm>
            <a:off x="0" y="836613"/>
            <a:ext cx="42116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方法二：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观察法</a:t>
            </a:r>
          </a:p>
        </p:txBody>
      </p:sp>
      <p:sp>
        <p:nvSpPr>
          <p:cNvPr id="306181" name="Text Box 5">
            <a:extLst>
              <a:ext uri="{FF2B5EF4-FFF2-40B4-BE49-F238E27FC236}">
                <a16:creationId xmlns:a16="http://schemas.microsoft.com/office/drawing/2014/main" id="{E5443929-1BA1-4BE7-A6D9-06D235BF9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00213"/>
            <a:ext cx="46069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）观察列写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0" grpId="0"/>
      <p:bldP spid="3061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02" name="Object 2">
            <a:extLst>
              <a:ext uri="{FF2B5EF4-FFF2-40B4-BE49-F238E27FC236}">
                <a16:creationId xmlns:a16="http://schemas.microsoft.com/office/drawing/2014/main" id="{C093A861-5161-4001-AF4B-E324E2CECF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484313"/>
          <a:ext cx="33845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06" name="Equation" r:id="rId3" imgW="863280" imgH="228600" progId="Equation.DSMT4">
                  <p:embed/>
                </p:oleObj>
              </mc:Choice>
              <mc:Fallback>
                <p:oleObj name="Equation" r:id="rId3" imgW="86328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484313"/>
                        <a:ext cx="3384550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3" name="Rectangle 3">
            <a:extLst>
              <a:ext uri="{FF2B5EF4-FFF2-40B4-BE49-F238E27FC236}">
                <a16:creationId xmlns:a16="http://schemas.microsoft.com/office/drawing/2014/main" id="{42704615-DA06-43F2-BB08-010E11EFE1BE}"/>
              </a:ext>
            </a:extLst>
          </p:cNvPr>
          <p:cNvSpPr>
            <a:spLocks/>
          </p:cNvSpPr>
          <p:nvPr/>
        </p:nvSpPr>
        <p:spPr bwMode="auto">
          <a:xfrm>
            <a:off x="250825" y="8366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）增加方程</a:t>
            </a:r>
          </a:p>
        </p:txBody>
      </p:sp>
      <p:sp>
        <p:nvSpPr>
          <p:cNvPr id="307204" name="Rectangle 4">
            <a:extLst>
              <a:ext uri="{FF2B5EF4-FFF2-40B4-BE49-F238E27FC236}">
                <a16:creationId xmlns:a16="http://schemas.microsoft.com/office/drawing/2014/main" id="{9F316CBA-86AC-4EFB-B497-EF712A698753}"/>
              </a:ext>
            </a:extLst>
          </p:cNvPr>
          <p:cNvSpPr>
            <a:spLocks/>
          </p:cNvSpPr>
          <p:nvPr/>
        </p:nvSpPr>
        <p:spPr bwMode="auto">
          <a:xfrm>
            <a:off x="539750" y="2276475"/>
            <a:ext cx="51133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）整理得节点电压方程为</a:t>
            </a:r>
          </a:p>
        </p:txBody>
      </p:sp>
      <p:graphicFrame>
        <p:nvGraphicFramePr>
          <p:cNvPr id="307205" name="Object 5">
            <a:extLst>
              <a:ext uri="{FF2B5EF4-FFF2-40B4-BE49-F238E27FC236}">
                <a16:creationId xmlns:a16="http://schemas.microsoft.com/office/drawing/2014/main" id="{6572540F-2145-48C2-9596-738D6A79CA4B}"/>
              </a:ext>
            </a:extLst>
          </p:cNvPr>
          <p:cNvGraphicFramePr>
            <a:graphicFrameLocks noChangeAspect="1"/>
          </p:cNvGraphicFramePr>
          <p:nvPr>
            <p:ph/>
          </p:nvPr>
        </p:nvGraphicFramePr>
        <p:xfrm>
          <a:off x="827088" y="3068638"/>
          <a:ext cx="5940425" cy="248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07" name="Equation" r:id="rId5" imgW="1701720" imgH="711000" progId="Equation.DSMT4">
                  <p:embed/>
                </p:oleObj>
              </mc:Choice>
              <mc:Fallback>
                <p:oleObj name="Equation" r:id="rId5" imgW="1701720" imgH="71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068638"/>
                        <a:ext cx="5940425" cy="248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/>
      <p:bldP spid="30720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01" name="AutoShape 13">
            <a:extLst>
              <a:ext uri="{FF2B5EF4-FFF2-40B4-BE49-F238E27FC236}">
                <a16:creationId xmlns:a16="http://schemas.microsoft.com/office/drawing/2014/main" id="{5AD9A68A-6163-4D35-9E81-2CEDD1EC8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0"/>
            <a:ext cx="4319587" cy="792163"/>
          </a:xfrm>
          <a:prstGeom prst="wedgeRectCallout">
            <a:avLst>
              <a:gd name="adj1" fmla="val -113287"/>
              <a:gd name="adj2" fmla="val 429958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8V</a:t>
            </a:r>
            <a:r>
              <a:rPr lang="zh-CN" altLang="en-US" sz="2400" b="1">
                <a:ea typeface="楷体_GB2312" pitchFamily="49" charset="-122"/>
              </a:rPr>
              <a:t>电压源接在节点和参考点之间。节点电压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就等于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8V</a:t>
            </a:r>
          </a:p>
        </p:txBody>
      </p:sp>
      <p:sp>
        <p:nvSpPr>
          <p:cNvPr id="319490" name="AutoShape 2">
            <a:extLst>
              <a:ext uri="{FF2B5EF4-FFF2-40B4-BE49-F238E27FC236}">
                <a16:creationId xmlns:a16="http://schemas.microsoft.com/office/drawing/2014/main" id="{08AA8858-3BD9-4E60-9A5C-79720BE90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797425"/>
            <a:ext cx="3240088" cy="1008063"/>
          </a:xfrm>
          <a:prstGeom prst="wedgeRectCallout">
            <a:avLst>
              <a:gd name="adj1" fmla="val 39856"/>
              <a:gd name="adj2" fmla="val -22055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 b="1">
                <a:ea typeface="楷体_GB2312" pitchFamily="49" charset="-122"/>
              </a:rPr>
              <a:t>受控电流源当作独立电流源看待</a:t>
            </a:r>
          </a:p>
        </p:txBody>
      </p:sp>
      <p:sp>
        <p:nvSpPr>
          <p:cNvPr id="319491" name="Text Box 3">
            <a:extLst>
              <a:ext uri="{FF2B5EF4-FFF2-40B4-BE49-F238E27FC236}">
                <a16:creationId xmlns:a16="http://schemas.microsoft.com/office/drawing/2014/main" id="{CEA66D55-0D0B-4592-8F46-9CC4A12A1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57338"/>
            <a:ext cx="532923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方法一：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直接列节点电压</a:t>
            </a:r>
            <a:r>
              <a:rPr lang="en-US" altLang="zh-CN" sz="2800" b="1">
                <a:ea typeface="楷体_GB2312" pitchFamily="49" charset="-122"/>
              </a:rPr>
              <a:t>KCL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方程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9492" name="Text Box 4">
            <a:extLst>
              <a:ext uri="{FF2B5EF4-FFF2-40B4-BE49-F238E27FC236}">
                <a16:creationId xmlns:a16="http://schemas.microsoft.com/office/drawing/2014/main" id="{1912DD64-C09D-42B9-A913-CAA84A1D6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836613"/>
            <a:ext cx="429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列写电路的结点电压方程 </a:t>
            </a:r>
          </a:p>
        </p:txBody>
      </p:sp>
      <p:sp>
        <p:nvSpPr>
          <p:cNvPr id="319493" name="Text Box 5">
            <a:extLst>
              <a:ext uri="{FF2B5EF4-FFF2-40B4-BE49-F238E27FC236}">
                <a16:creationId xmlns:a16="http://schemas.microsoft.com/office/drawing/2014/main" id="{1B3F7F77-611E-4912-B66C-259A04E12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36613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</a:rPr>
              <a:t>3-6】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graphicFrame>
        <p:nvGraphicFramePr>
          <p:cNvPr id="319494" name="Object 6">
            <a:extLst>
              <a:ext uri="{FF2B5EF4-FFF2-40B4-BE49-F238E27FC236}">
                <a16:creationId xmlns:a16="http://schemas.microsoft.com/office/drawing/2014/main" id="{A7AF1A5A-7B6D-43A9-81C7-EE4807ED75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877888"/>
          <a:ext cx="3960812" cy="319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02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877888"/>
                        <a:ext cx="3960812" cy="319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5" name="Rectangle 7">
            <a:extLst>
              <a:ext uri="{FF2B5EF4-FFF2-40B4-BE49-F238E27FC236}">
                <a16:creationId xmlns:a16="http://schemas.microsoft.com/office/drawing/2014/main" id="{68C40704-DDD7-4D7A-80CD-0295C8ED4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9496" name="Object 8">
            <a:extLst>
              <a:ext uri="{FF2B5EF4-FFF2-40B4-BE49-F238E27FC236}">
                <a16:creationId xmlns:a16="http://schemas.microsoft.com/office/drawing/2014/main" id="{7AF71C92-60AC-4676-84E3-EB5B16BEBF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" y="2716213"/>
          <a:ext cx="4895850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03" name="Equation" r:id="rId5" imgW="2323800" imgH="1066680" progId="Equation.DSMT4">
                  <p:embed/>
                </p:oleObj>
              </mc:Choice>
              <mc:Fallback>
                <p:oleObj name="Equation" r:id="rId5" imgW="2323800" imgH="10666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2716213"/>
                        <a:ext cx="4895850" cy="225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8" name="Object 10">
            <a:extLst>
              <a:ext uri="{FF2B5EF4-FFF2-40B4-BE49-F238E27FC236}">
                <a16:creationId xmlns:a16="http://schemas.microsoft.com/office/drawing/2014/main" id="{86184EE2-FD04-426A-9629-C78449C6F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445125"/>
          <a:ext cx="34559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04" name="Equation" r:id="rId7" imgW="1447172" imgH="393529" progId="Equation.DSMT4">
                  <p:embed/>
                </p:oleObj>
              </mc:Choice>
              <mc:Fallback>
                <p:oleObj name="Equation" r:id="rId7" imgW="1447172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445125"/>
                        <a:ext cx="3455987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9" name="Text Box 11">
            <a:extLst>
              <a:ext uri="{FF2B5EF4-FFF2-40B4-BE49-F238E27FC236}">
                <a16:creationId xmlns:a16="http://schemas.microsoft.com/office/drawing/2014/main" id="{B1D2ADC0-8C85-4DFB-AEDA-B473470CA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013325"/>
            <a:ext cx="33845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）增补方程</a:t>
            </a:r>
          </a:p>
        </p:txBody>
      </p:sp>
      <p:sp>
        <p:nvSpPr>
          <p:cNvPr id="319500" name="Rectangle 12">
            <a:extLst>
              <a:ext uri="{FF2B5EF4-FFF2-40B4-BE49-F238E27FC236}">
                <a16:creationId xmlns:a16="http://schemas.microsoft.com/office/drawing/2014/main" id="{6116E3A7-149A-45FE-936B-1339145C57C8}"/>
              </a:ext>
            </a:extLst>
          </p:cNvPr>
          <p:cNvSpPr>
            <a:spLocks/>
          </p:cNvSpPr>
          <p:nvPr/>
        </p:nvSpPr>
        <p:spPr bwMode="auto">
          <a:xfrm>
            <a:off x="6011863" y="5876925"/>
            <a:ext cx="27003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整理方程（略）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3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501" grpId="0" animBg="1"/>
      <p:bldP spid="319490" grpId="0" animBg="1"/>
      <p:bldP spid="319491" grpId="0"/>
      <p:bldP spid="319492" grpId="0" autoUpdateAnimBg="0"/>
      <p:bldP spid="319493" grpId="0"/>
      <p:bldP spid="319499" grpId="0"/>
      <p:bldP spid="31950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27" name="AutoShape 15">
            <a:extLst>
              <a:ext uri="{FF2B5EF4-FFF2-40B4-BE49-F238E27FC236}">
                <a16:creationId xmlns:a16="http://schemas.microsoft.com/office/drawing/2014/main" id="{F76B041E-B224-469A-B0EF-7515F1070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797425"/>
            <a:ext cx="3240088" cy="1008063"/>
          </a:xfrm>
          <a:prstGeom prst="wedgeRectCallout">
            <a:avLst>
              <a:gd name="adj1" fmla="val 39856"/>
              <a:gd name="adj2" fmla="val -22055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 b="1">
                <a:ea typeface="楷体_GB2312" pitchFamily="49" charset="-122"/>
              </a:rPr>
              <a:t>受控电流源当作独立电流源看待</a:t>
            </a:r>
          </a:p>
        </p:txBody>
      </p:sp>
      <p:sp>
        <p:nvSpPr>
          <p:cNvPr id="218115" name="Text Box 3">
            <a:extLst>
              <a:ext uri="{FF2B5EF4-FFF2-40B4-BE49-F238E27FC236}">
                <a16:creationId xmlns:a16="http://schemas.microsoft.com/office/drawing/2014/main" id="{4C6CA57C-64E8-4830-8E92-D7716FC8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46069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方法二：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观察法列节点电压方程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8119" name="Object 7">
            <a:extLst>
              <a:ext uri="{FF2B5EF4-FFF2-40B4-BE49-F238E27FC236}">
                <a16:creationId xmlns:a16="http://schemas.microsoft.com/office/drawing/2014/main" id="{317B77FD-A638-40BA-B9C0-6D11CBA75B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877888"/>
          <a:ext cx="3960812" cy="319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9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877888"/>
                        <a:ext cx="3960812" cy="319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0" name="Rectangle 8">
            <a:extLst>
              <a:ext uri="{FF2B5EF4-FFF2-40B4-BE49-F238E27FC236}">
                <a16:creationId xmlns:a16="http://schemas.microsoft.com/office/drawing/2014/main" id="{52E0E1FA-E83D-47B6-AF1C-D695439A7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8121" name="Object 9">
            <a:extLst>
              <a:ext uri="{FF2B5EF4-FFF2-40B4-BE49-F238E27FC236}">
                <a16:creationId xmlns:a16="http://schemas.microsoft.com/office/drawing/2014/main" id="{0B024C17-0D83-4EB0-A396-25B8327C3F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163" y="2636838"/>
          <a:ext cx="4681537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30" name="Equation" r:id="rId5" imgW="2222500" imgH="1143000" progId="Equation.DSMT4">
                  <p:embed/>
                </p:oleObj>
              </mc:Choice>
              <mc:Fallback>
                <p:oleObj name="Equation" r:id="rId5" imgW="2222500" imgH="1143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2636838"/>
                        <a:ext cx="4681537" cy="2411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8FCAB575-5213-40EF-A9FD-C5ECB6B8CF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445125"/>
          <a:ext cx="34559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31" name="Equation" r:id="rId7" imgW="1447172" imgH="393529" progId="Equation.DSMT4">
                  <p:embed/>
                </p:oleObj>
              </mc:Choice>
              <mc:Fallback>
                <p:oleObj name="Equation" r:id="rId7" imgW="1447172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445125"/>
                        <a:ext cx="3455987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4" name="Text Box 12">
            <a:extLst>
              <a:ext uri="{FF2B5EF4-FFF2-40B4-BE49-F238E27FC236}">
                <a16:creationId xmlns:a16="http://schemas.microsoft.com/office/drawing/2014/main" id="{A00BE731-2606-48E4-B218-92F33CA2D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013325"/>
            <a:ext cx="33845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）增补方程</a:t>
            </a:r>
          </a:p>
        </p:txBody>
      </p:sp>
      <p:sp>
        <p:nvSpPr>
          <p:cNvPr id="218128" name="Text Box 16">
            <a:extLst>
              <a:ext uri="{FF2B5EF4-FFF2-40B4-BE49-F238E27FC236}">
                <a16:creationId xmlns:a16="http://schemas.microsoft.com/office/drawing/2014/main" id="{6344C810-D206-401B-8005-04509601E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46069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）观察列写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7" grpId="0" animBg="1"/>
      <p:bldP spid="218115" grpId="0"/>
      <p:bldP spid="218124" grpId="0"/>
      <p:bldP spid="2181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0" name="Text Box 4">
            <a:extLst>
              <a:ext uri="{FF2B5EF4-FFF2-40B4-BE49-F238E27FC236}">
                <a16:creationId xmlns:a16="http://schemas.microsoft.com/office/drawing/2014/main" id="{D929EBE9-67CF-43E2-9A14-52DCB90DA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467995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）消除非结点电压未知量，整理成结点电压方程 一般形式</a:t>
            </a:r>
          </a:p>
        </p:txBody>
      </p:sp>
      <p:graphicFrame>
        <p:nvGraphicFramePr>
          <p:cNvPr id="219143" name="Object 7">
            <a:extLst>
              <a:ext uri="{FF2B5EF4-FFF2-40B4-BE49-F238E27FC236}">
                <a16:creationId xmlns:a16="http://schemas.microsoft.com/office/drawing/2014/main" id="{17C01C64-D9C8-4A03-B1E9-904FAF483D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268413"/>
          <a:ext cx="4608513" cy="372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50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268413"/>
                        <a:ext cx="4608513" cy="3722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4" name="Rectangle 8">
            <a:extLst>
              <a:ext uri="{FF2B5EF4-FFF2-40B4-BE49-F238E27FC236}">
                <a16:creationId xmlns:a16="http://schemas.microsoft.com/office/drawing/2014/main" id="{DEAB3861-B39C-45F0-AED5-3368898B9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9145" name="Object 9">
            <a:extLst>
              <a:ext uri="{FF2B5EF4-FFF2-40B4-BE49-F238E27FC236}">
                <a16:creationId xmlns:a16="http://schemas.microsoft.com/office/drawing/2014/main" id="{E909DF29-297E-4DAB-82D0-6A0714BDAD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852738"/>
          <a:ext cx="4146550" cy="193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51" name="Equation" r:id="rId5" imgW="1523880" imgH="711000" progId="Equation.DSMT4">
                  <p:embed/>
                </p:oleObj>
              </mc:Choice>
              <mc:Fallback>
                <p:oleObj name="Equation" r:id="rId5" imgW="1523880" imgH="71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852738"/>
                        <a:ext cx="4146550" cy="1938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6" name="Rectangle 10">
            <a:extLst>
              <a:ext uri="{FF2B5EF4-FFF2-40B4-BE49-F238E27FC236}">
                <a16:creationId xmlns:a16="http://schemas.microsoft.com/office/drawing/2014/main" id="{148ADE40-EB4B-466C-A829-EDCC28D4B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AutoShape 4">
            <a:extLst>
              <a:ext uri="{FF2B5EF4-FFF2-40B4-BE49-F238E27FC236}">
                <a16:creationId xmlns:a16="http://schemas.microsoft.com/office/drawing/2014/main" id="{5C718099-5185-49C8-8C5D-74D99F116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88913"/>
            <a:ext cx="3059112" cy="1368425"/>
          </a:xfrm>
          <a:prstGeom prst="wedgeRectCallout">
            <a:avLst>
              <a:gd name="adj1" fmla="val -44810"/>
              <a:gd name="adj2" fmla="val 214153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ea typeface="楷体_GB2312" pitchFamily="49" charset="-122"/>
              </a:rPr>
              <a:t>含受控源电路情况，受控电压源当作独立电压源看待</a:t>
            </a:r>
          </a:p>
        </p:txBody>
      </p:sp>
      <p:graphicFrame>
        <p:nvGraphicFramePr>
          <p:cNvPr id="277506" name="Object 2">
            <a:extLst>
              <a:ext uri="{FF2B5EF4-FFF2-40B4-BE49-F238E27FC236}">
                <a16:creationId xmlns:a16="http://schemas.microsoft.com/office/drawing/2014/main" id="{A00DF407-10CB-4769-90F4-399CBD2E6A18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50825" y="1628775"/>
          <a:ext cx="7993063" cy="522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09" name="Visio" r:id="rId3" imgW="4635094" imgH="3030631" progId="Visio.Drawing.11">
                  <p:embed/>
                </p:oleObj>
              </mc:Choice>
              <mc:Fallback>
                <p:oleObj name="Visio" r:id="rId3" imgW="4635094" imgH="3030631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628775"/>
                        <a:ext cx="7993063" cy="522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07" name="Rectangle 3">
            <a:extLst>
              <a:ext uri="{FF2B5EF4-FFF2-40B4-BE49-F238E27FC236}">
                <a16:creationId xmlns:a16="http://schemas.microsoft.com/office/drawing/2014/main" id="{CE957A19-A070-4DC6-8B25-637F5D1205B6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684212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3-7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列写节点电压方程（</a:t>
            </a: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自学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（自学）采用直接列写以节点电压表示的</a:t>
            </a:r>
            <a:r>
              <a:rPr lang="en-US" altLang="zh-CN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KCL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方程，与观察法结果比对）</a:t>
            </a:r>
          </a:p>
          <a:p>
            <a:pPr>
              <a:buFont typeface="Arial" panose="020B0604020202020204" pitchFamily="34" charset="0"/>
              <a:buNone/>
            </a:pP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4" name="Rectangle 6">
            <a:extLst>
              <a:ext uri="{FF2B5EF4-FFF2-40B4-BE49-F238E27FC236}">
                <a16:creationId xmlns:a16="http://schemas.microsoft.com/office/drawing/2014/main" id="{8D260180-D758-4243-BF56-9B0144232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005263"/>
            <a:ext cx="1008062" cy="11525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8533" name="AutoShape 5">
            <a:extLst>
              <a:ext uri="{FF2B5EF4-FFF2-40B4-BE49-F238E27FC236}">
                <a16:creationId xmlns:a16="http://schemas.microsoft.com/office/drawing/2014/main" id="{4334A0FF-2FB0-4A9D-B4C5-A688459FD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852738"/>
            <a:ext cx="2449512" cy="1081087"/>
          </a:xfrm>
          <a:prstGeom prst="wedgeRectCallout">
            <a:avLst>
              <a:gd name="adj1" fmla="val -12477"/>
              <a:gd name="adj2" fmla="val -21549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ea typeface="楷体_GB2312" pitchFamily="49" charset="-122"/>
              </a:rPr>
              <a:t>有伴受控电压源等效成路受控电流源与电阻并联</a:t>
            </a:r>
          </a:p>
        </p:txBody>
      </p:sp>
      <p:graphicFrame>
        <p:nvGraphicFramePr>
          <p:cNvPr id="278530" name="Object 2">
            <a:extLst>
              <a:ext uri="{FF2B5EF4-FFF2-40B4-BE49-F238E27FC236}">
                <a16:creationId xmlns:a16="http://schemas.microsoft.com/office/drawing/2014/main" id="{DA6DC8E6-FBF8-4FE3-A3C9-E1ED091EF928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35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1" name="Object 3">
            <a:extLst>
              <a:ext uri="{FF2B5EF4-FFF2-40B4-BE49-F238E27FC236}">
                <a16:creationId xmlns:a16="http://schemas.microsoft.com/office/drawing/2014/main" id="{D1E24798-06C0-44F8-A345-9023F111AF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636838"/>
          <a:ext cx="7632700" cy="378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36" name="Equation" r:id="rId5" imgW="2768400" imgH="1371600" progId="Equation.DSMT4">
                  <p:embed/>
                </p:oleObj>
              </mc:Choice>
              <mc:Fallback>
                <p:oleObj name="Equation" r:id="rId5" imgW="27684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36838"/>
                        <a:ext cx="7632700" cy="3786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2" name="Rectangle 4">
            <a:extLst>
              <a:ext uri="{FF2B5EF4-FFF2-40B4-BE49-F238E27FC236}">
                <a16:creationId xmlns:a16="http://schemas.microsoft.com/office/drawing/2014/main" id="{B91335A9-2771-452C-ACA1-37D5570E11EF}"/>
              </a:ext>
            </a:extLst>
          </p:cNvPr>
          <p:cNvSpPr>
            <a:spLocks/>
          </p:cNvSpPr>
          <p:nvPr/>
        </p:nvSpPr>
        <p:spPr bwMode="auto">
          <a:xfrm>
            <a:off x="250825" y="17002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/>
              <a:t>【</a:t>
            </a:r>
            <a:r>
              <a:rPr lang="zh-CN" altLang="en-US" b="1">
                <a:ea typeface="楷体_GB2312" pitchFamily="49" charset="-122"/>
              </a:rPr>
              <a:t>解</a:t>
            </a:r>
            <a:r>
              <a:rPr lang="en-US" altLang="zh-CN" b="1"/>
              <a:t>】1</a:t>
            </a:r>
            <a:r>
              <a:rPr lang="zh-CN" altLang="en-US" b="1"/>
              <a:t>）</a:t>
            </a:r>
            <a:r>
              <a:rPr lang="zh-CN" altLang="en-US" b="1">
                <a:ea typeface="楷体_GB2312" pitchFamily="49" charset="-122"/>
              </a:rPr>
              <a:t>观察列写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 animBg="1"/>
      <p:bldP spid="2785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554" name="Object 2">
            <a:extLst>
              <a:ext uri="{FF2B5EF4-FFF2-40B4-BE49-F238E27FC236}">
                <a16:creationId xmlns:a16="http://schemas.microsoft.com/office/drawing/2014/main" id="{EF8237E3-1AC9-4DF9-BAAE-A7A68FB4BB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341438"/>
          <a:ext cx="27686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58" name="Equation" r:id="rId3" imgW="888840" imgH="228600" progId="Equation.DSMT4">
                  <p:embed/>
                </p:oleObj>
              </mc:Choice>
              <mc:Fallback>
                <p:oleObj name="Equation" r:id="rId3" imgW="88884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341438"/>
                        <a:ext cx="2768600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5" name="Rectangle 3">
            <a:extLst>
              <a:ext uri="{FF2B5EF4-FFF2-40B4-BE49-F238E27FC236}">
                <a16:creationId xmlns:a16="http://schemas.microsoft.com/office/drawing/2014/main" id="{48814E19-6872-4C68-9759-50A692B90D4A}"/>
              </a:ext>
            </a:extLst>
          </p:cNvPr>
          <p:cNvSpPr>
            <a:spLocks/>
          </p:cNvSpPr>
          <p:nvPr/>
        </p:nvSpPr>
        <p:spPr bwMode="auto">
          <a:xfrm>
            <a:off x="682625" y="8366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/>
              <a:t>2</a:t>
            </a:r>
            <a:r>
              <a:rPr lang="zh-CN" altLang="en-US" b="1"/>
              <a:t>）</a:t>
            </a:r>
            <a:r>
              <a:rPr lang="zh-CN" altLang="en-US" b="1">
                <a:ea typeface="楷体_GB2312" pitchFamily="49" charset="-122"/>
              </a:rPr>
              <a:t>增加方程</a:t>
            </a:r>
          </a:p>
        </p:txBody>
      </p:sp>
      <p:sp>
        <p:nvSpPr>
          <p:cNvPr id="279556" name="Rectangle 4">
            <a:extLst>
              <a:ext uri="{FF2B5EF4-FFF2-40B4-BE49-F238E27FC236}">
                <a16:creationId xmlns:a16="http://schemas.microsoft.com/office/drawing/2014/main" id="{C7E97266-98A8-4C5A-8CB6-C25D6D966236}"/>
              </a:ext>
            </a:extLst>
          </p:cNvPr>
          <p:cNvSpPr>
            <a:spLocks/>
          </p:cNvSpPr>
          <p:nvPr/>
        </p:nvSpPr>
        <p:spPr bwMode="auto">
          <a:xfrm>
            <a:off x="611188" y="2060575"/>
            <a:ext cx="51133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/>
              <a:t>3</a:t>
            </a:r>
            <a:r>
              <a:rPr lang="zh-CN" altLang="en-US" b="1"/>
              <a:t>）</a:t>
            </a:r>
            <a:r>
              <a:rPr lang="zh-CN" altLang="en-US" b="1">
                <a:ea typeface="楷体_GB2312" pitchFamily="49" charset="-122"/>
              </a:rPr>
              <a:t>整理得节点电压方程为</a:t>
            </a:r>
          </a:p>
        </p:txBody>
      </p:sp>
      <p:graphicFrame>
        <p:nvGraphicFramePr>
          <p:cNvPr id="279557" name="Object 5">
            <a:extLst>
              <a:ext uri="{FF2B5EF4-FFF2-40B4-BE49-F238E27FC236}">
                <a16:creationId xmlns:a16="http://schemas.microsoft.com/office/drawing/2014/main" id="{EEDBB2BB-941C-4E8B-A69D-0E90EB36FCB3}"/>
              </a:ext>
            </a:extLst>
          </p:cNvPr>
          <p:cNvGraphicFramePr>
            <a:graphicFrameLocks noChangeAspect="1"/>
          </p:cNvGraphicFramePr>
          <p:nvPr>
            <p:ph/>
          </p:nvPr>
        </p:nvGraphicFramePr>
        <p:xfrm>
          <a:off x="684213" y="2708275"/>
          <a:ext cx="5903912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59" name="Equation" r:id="rId5" imgW="1676160" imgH="711000" progId="Equation.DSMT4">
                  <p:embed/>
                </p:oleObj>
              </mc:Choice>
              <mc:Fallback>
                <p:oleObj name="Equation" r:id="rId5" imgW="1676160" imgH="71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08275"/>
                        <a:ext cx="5903912" cy="2503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/>
      <p:bldP spid="2795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AutoShape 2">
            <a:extLst>
              <a:ext uri="{FF2B5EF4-FFF2-40B4-BE49-F238E27FC236}">
                <a16:creationId xmlns:a16="http://schemas.microsoft.com/office/drawing/2014/main" id="{5B7DD907-83E1-4E9A-A9F5-9FBE86CB7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88913"/>
            <a:ext cx="2162175" cy="2519362"/>
          </a:xfrm>
          <a:prstGeom prst="wedgeRectCallout">
            <a:avLst>
              <a:gd name="adj1" fmla="val -71292"/>
              <a:gd name="adj2" fmla="val 76148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ea typeface="楷体_GB2312" pitchFamily="49" charset="-122"/>
              </a:rPr>
              <a:t>含无伴受控源电路情况，受控电压源当作独立电压源看待</a:t>
            </a:r>
          </a:p>
        </p:txBody>
      </p:sp>
      <p:graphicFrame>
        <p:nvGraphicFramePr>
          <p:cNvPr id="311299" name="Object 3">
            <a:extLst>
              <a:ext uri="{FF2B5EF4-FFF2-40B4-BE49-F238E27FC236}">
                <a16:creationId xmlns:a16="http://schemas.microsoft.com/office/drawing/2014/main" id="{A455098F-081F-4C35-B8BD-432DD8BFB535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50825" y="1803400"/>
          <a:ext cx="7993063" cy="522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01" name="Visio" r:id="rId3" imgW="4635094" imgH="3030626" progId="Visio.Drawing.11">
                  <p:embed/>
                </p:oleObj>
              </mc:Choice>
              <mc:Fallback>
                <p:oleObj name="Visio" r:id="rId3" imgW="4635094" imgH="303062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803400"/>
                        <a:ext cx="7993063" cy="522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0" name="Rectangle 4">
            <a:extLst>
              <a:ext uri="{FF2B5EF4-FFF2-40B4-BE49-F238E27FC236}">
                <a16:creationId xmlns:a16="http://schemas.microsoft.com/office/drawing/2014/main" id="{D9E445CC-AD40-4E16-8ED2-7E280128E4AB}"/>
              </a:ext>
            </a:extLst>
          </p:cNvPr>
          <p:cNvSpPr>
            <a:spLocks/>
          </p:cNvSpPr>
          <p:nvPr/>
        </p:nvSpPr>
        <p:spPr bwMode="auto">
          <a:xfrm>
            <a:off x="0" y="333375"/>
            <a:ext cx="684212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3-8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列写节点电压方程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（自学）采用直接列写以节点电压表示的</a:t>
            </a:r>
            <a:r>
              <a:rPr lang="en-US" altLang="zh-CN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KCL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方程，与观察法结果比对）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3" name="AutoShape 3">
            <a:extLst>
              <a:ext uri="{FF2B5EF4-FFF2-40B4-BE49-F238E27FC236}">
                <a16:creationId xmlns:a16="http://schemas.microsoft.com/office/drawing/2014/main" id="{06AD918D-0EA3-44A8-A90A-090595A46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852738"/>
            <a:ext cx="2449512" cy="1152525"/>
          </a:xfrm>
          <a:prstGeom prst="wedgeRectCallout">
            <a:avLst>
              <a:gd name="adj1" fmla="val -12477"/>
              <a:gd name="adj2" fmla="val -20523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ea typeface="楷体_GB2312" pitchFamily="49" charset="-122"/>
              </a:rPr>
              <a:t>设无伴受控电压源的电流为</a:t>
            </a:r>
            <a:r>
              <a:rPr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I,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增加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两个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312325" name="Object 5">
            <a:extLst>
              <a:ext uri="{FF2B5EF4-FFF2-40B4-BE49-F238E27FC236}">
                <a16:creationId xmlns:a16="http://schemas.microsoft.com/office/drawing/2014/main" id="{48871810-9C9F-4503-9107-6F0441A3BA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773238"/>
          <a:ext cx="4248150" cy="285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37" name="Equation" r:id="rId3" imgW="2044440" imgH="1371600" progId="Equation.DSMT4">
                  <p:embed/>
                </p:oleObj>
              </mc:Choice>
              <mc:Fallback>
                <p:oleObj name="Equation" r:id="rId3" imgW="2044440" imgH="1371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73238"/>
                        <a:ext cx="4248150" cy="285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6" name="Rectangle 6">
            <a:extLst>
              <a:ext uri="{FF2B5EF4-FFF2-40B4-BE49-F238E27FC236}">
                <a16:creationId xmlns:a16="http://schemas.microsoft.com/office/drawing/2014/main" id="{86D14C87-D47D-4490-AB72-2F6B7701AD1B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42497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】1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）观察列写</a:t>
            </a:r>
          </a:p>
        </p:txBody>
      </p:sp>
      <p:graphicFrame>
        <p:nvGraphicFramePr>
          <p:cNvPr id="312328" name="Object 8">
            <a:extLst>
              <a:ext uri="{FF2B5EF4-FFF2-40B4-BE49-F238E27FC236}">
                <a16:creationId xmlns:a16="http://schemas.microsoft.com/office/drawing/2014/main" id="{D4351B81-7EBE-45C8-B676-850EC439A498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3995738" y="-200025"/>
          <a:ext cx="5329237" cy="348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38" name="Visio" r:id="rId5" imgW="4635094" imgH="3030626" progId="Visio.Drawing.11">
                  <p:embed/>
                </p:oleObj>
              </mc:Choice>
              <mc:Fallback>
                <p:oleObj name="Visio" r:id="rId5" imgW="4635094" imgH="303062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-200025"/>
                        <a:ext cx="5329237" cy="348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2331" name="Group 11">
            <a:extLst>
              <a:ext uri="{FF2B5EF4-FFF2-40B4-BE49-F238E27FC236}">
                <a16:creationId xmlns:a16="http://schemas.microsoft.com/office/drawing/2014/main" id="{B675BF62-CDE6-4E13-9AA2-7CC2E23DB616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677863"/>
            <a:ext cx="322262" cy="519112"/>
            <a:chOff x="3606" y="2478"/>
            <a:chExt cx="203" cy="327"/>
          </a:xfrm>
        </p:grpSpPr>
        <p:sp>
          <p:nvSpPr>
            <p:cNvPr id="312329" name="Line 9">
              <a:extLst>
                <a:ext uri="{FF2B5EF4-FFF2-40B4-BE49-F238E27FC236}">
                  <a16:creationId xmlns:a16="http://schemas.microsoft.com/office/drawing/2014/main" id="{748EBAD8-F952-437A-8138-4236354CC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795"/>
              <a:ext cx="18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330" name="Text Box 10">
              <a:extLst>
                <a:ext uri="{FF2B5EF4-FFF2-40B4-BE49-F238E27FC236}">
                  <a16:creationId xmlns:a16="http://schemas.microsoft.com/office/drawing/2014/main" id="{D70F5595-EAA5-4530-97C5-2326356A2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478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12332" name="Rectangle 12">
            <a:extLst>
              <a:ext uri="{FF2B5EF4-FFF2-40B4-BE49-F238E27FC236}">
                <a16:creationId xmlns:a16="http://schemas.microsoft.com/office/drawing/2014/main" id="{4A58090E-092A-41C1-AC67-1E645587615C}"/>
              </a:ext>
            </a:extLst>
          </p:cNvPr>
          <p:cNvSpPr>
            <a:spLocks/>
          </p:cNvSpPr>
          <p:nvPr/>
        </p:nvSpPr>
        <p:spPr bwMode="auto">
          <a:xfrm>
            <a:off x="323850" y="5157788"/>
            <a:ext cx="30956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）增加两个方程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12333" name="Object 13">
            <a:extLst>
              <a:ext uri="{FF2B5EF4-FFF2-40B4-BE49-F238E27FC236}">
                <a16:creationId xmlns:a16="http://schemas.microsoft.com/office/drawing/2014/main" id="{ED86B8BE-CD40-46D3-A3C8-555506778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013325"/>
          <a:ext cx="2200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39" name="Equation" r:id="rId7" imgW="888840" imgH="228600" progId="Equation.DSMT4">
                  <p:embed/>
                </p:oleObj>
              </mc:Choice>
              <mc:Fallback>
                <p:oleObj name="Equation" r:id="rId7" imgW="88884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13325"/>
                        <a:ext cx="2200275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34" name="Object 14">
            <a:extLst>
              <a:ext uri="{FF2B5EF4-FFF2-40B4-BE49-F238E27FC236}">
                <a16:creationId xmlns:a16="http://schemas.microsoft.com/office/drawing/2014/main" id="{8BF5A347-9F7E-48F6-8938-FD66FDE0B7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6021388"/>
          <a:ext cx="2381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40" name="Equation" r:id="rId9" imgW="1079280" imgH="228600" progId="Equation.DSMT4">
                  <p:embed/>
                </p:oleObj>
              </mc:Choice>
              <mc:Fallback>
                <p:oleObj name="Equation" r:id="rId9" imgW="107928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6021388"/>
                        <a:ext cx="238125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35" name="AutoShape 15">
            <a:extLst>
              <a:ext uri="{FF2B5EF4-FFF2-40B4-BE49-F238E27FC236}">
                <a16:creationId xmlns:a16="http://schemas.microsoft.com/office/drawing/2014/main" id="{931BE537-4A1E-48BC-B36E-52EF53A15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37063"/>
            <a:ext cx="3889375" cy="504825"/>
          </a:xfrm>
          <a:prstGeom prst="wedgeRectCallout">
            <a:avLst>
              <a:gd name="adj1" fmla="val -35185"/>
              <a:gd name="adj2" fmla="val 9905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ea typeface="楷体_GB2312" pitchFamily="49" charset="-122"/>
              </a:rPr>
              <a:t>控制量与节点电压关系。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2336" name="AutoShape 16">
            <a:extLst>
              <a:ext uri="{FF2B5EF4-FFF2-40B4-BE49-F238E27FC236}">
                <a16:creationId xmlns:a16="http://schemas.microsoft.com/office/drawing/2014/main" id="{F321BD56-40B3-4510-807C-AB21A7026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516563"/>
            <a:ext cx="4356100" cy="504825"/>
          </a:xfrm>
          <a:prstGeom prst="wedgeRectCallout">
            <a:avLst>
              <a:gd name="adj1" fmla="val -33454"/>
              <a:gd name="adj2" fmla="val 93083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ea typeface="楷体_GB2312" pitchFamily="49" charset="-122"/>
              </a:rPr>
              <a:t>受控电压源与节点电压关系。</a:t>
            </a:r>
            <a:endParaRPr lang="zh-CN" altLang="en-US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animBg="1"/>
      <p:bldP spid="312326" grpId="0"/>
      <p:bldP spid="312332" grpId="0"/>
      <p:bldP spid="312335" grpId="0" animBg="1"/>
      <p:bldP spid="3123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347" name="Object 3">
            <a:extLst>
              <a:ext uri="{FF2B5EF4-FFF2-40B4-BE49-F238E27FC236}">
                <a16:creationId xmlns:a16="http://schemas.microsoft.com/office/drawing/2014/main" id="{67F769B1-F6A8-49EE-AAEC-49D9C9F7C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484313"/>
          <a:ext cx="353536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60" name="Equation" r:id="rId3" imgW="1701720" imgH="711000" progId="Equation.DSMT4">
                  <p:embed/>
                </p:oleObj>
              </mc:Choice>
              <mc:Fallback>
                <p:oleObj name="Equation" r:id="rId3" imgW="1701720" imgH="711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484313"/>
                        <a:ext cx="3535363" cy="1479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8" name="Rectangle 4">
            <a:extLst>
              <a:ext uri="{FF2B5EF4-FFF2-40B4-BE49-F238E27FC236}">
                <a16:creationId xmlns:a16="http://schemas.microsoft.com/office/drawing/2014/main" id="{9580CA8B-E554-4EBF-B810-3FCA3190FEE8}"/>
              </a:ext>
            </a:extLst>
          </p:cNvPr>
          <p:cNvSpPr>
            <a:spLocks/>
          </p:cNvSpPr>
          <p:nvPr/>
        </p:nvSpPr>
        <p:spPr bwMode="auto">
          <a:xfrm>
            <a:off x="395288" y="908050"/>
            <a:ext cx="42497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）整理得节点电压方程</a:t>
            </a:r>
          </a:p>
        </p:txBody>
      </p:sp>
      <p:sp>
        <p:nvSpPr>
          <p:cNvPr id="313359" name="Rectangle 15">
            <a:extLst>
              <a:ext uri="{FF2B5EF4-FFF2-40B4-BE49-F238E27FC236}">
                <a16:creationId xmlns:a16="http://schemas.microsoft.com/office/drawing/2014/main" id="{963ABDB7-B258-4D9A-B25D-BEB5C88AE323}"/>
              </a:ext>
            </a:extLst>
          </p:cNvPr>
          <p:cNvSpPr>
            <a:spLocks/>
          </p:cNvSpPr>
          <p:nvPr/>
        </p:nvSpPr>
        <p:spPr bwMode="auto">
          <a:xfrm>
            <a:off x="395288" y="3357563"/>
            <a:ext cx="8280400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观察法列写的节点电压方程的优势是：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当电路增加支路（元件）或减少支路（或元件）时，仅需要修改连接支路的节点对应的节点电压方程系数即可。而不需要列写所有节点的节点电压方程。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8" grpId="0"/>
      <p:bldP spid="31335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938" name="Object 2">
            <a:extLst>
              <a:ext uri="{FF2B5EF4-FFF2-40B4-BE49-F238E27FC236}">
                <a16:creationId xmlns:a16="http://schemas.microsoft.com/office/drawing/2014/main" id="{FA414C89-582F-470D-A4CD-3A0AF73F01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500438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48" name="Visio" r:id="rId3" imgW="832104" imgH="1595310" progId="Visio.Drawing.11">
                  <p:embed/>
                </p:oleObj>
              </mc:Choice>
              <mc:Fallback>
                <p:oleObj name="Visio" r:id="rId3" imgW="832104" imgH="159531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500438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39" name="Object 3">
            <a:extLst>
              <a:ext uri="{FF2B5EF4-FFF2-40B4-BE49-F238E27FC236}">
                <a16:creationId xmlns:a16="http://schemas.microsoft.com/office/drawing/2014/main" id="{9E21F478-4DEC-4919-B0D8-90CAD025E2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573463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49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0" name="Object 4">
            <a:extLst>
              <a:ext uri="{FF2B5EF4-FFF2-40B4-BE49-F238E27FC236}">
                <a16:creationId xmlns:a16="http://schemas.microsoft.com/office/drawing/2014/main" id="{770EB041-3485-454A-B4F3-538A0F0957D5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827088" y="1482725"/>
          <a:ext cx="7126287" cy="446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50" name="Visio" r:id="rId7" imgW="4748784" imgH="2976982" progId="Visio.Drawing.11">
                  <p:embed/>
                </p:oleObj>
              </mc:Choice>
              <mc:Fallback>
                <p:oleObj name="Visio" r:id="rId7" imgW="4748784" imgH="297698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82725"/>
                        <a:ext cx="7126287" cy="446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1" name="Object 5">
            <a:extLst>
              <a:ext uri="{FF2B5EF4-FFF2-40B4-BE49-F238E27FC236}">
                <a16:creationId xmlns:a16="http://schemas.microsoft.com/office/drawing/2014/main" id="{DFFE7DD3-8E12-461F-AE88-03F36BADA9FD}"/>
              </a:ext>
            </a:extLst>
          </p:cNvPr>
          <p:cNvGraphicFramePr>
            <a:graphicFrameLocks noChangeAspect="1"/>
          </p:cNvGraphicFramePr>
          <p:nvPr>
            <p:ph sz="quarter" idx="4"/>
          </p:nvPr>
        </p:nvGraphicFramePr>
        <p:xfrm>
          <a:off x="1979613" y="4292600"/>
          <a:ext cx="1296987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51" name="Visio" r:id="rId9" imgW="1948129" imgH="2378754" progId="Visio.Drawing.11">
                  <p:embed/>
                </p:oleObj>
              </mc:Choice>
              <mc:Fallback>
                <p:oleObj name="Visio" r:id="rId9" imgW="1948129" imgH="237875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92600"/>
                        <a:ext cx="1296987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2" name="Object 6">
            <a:extLst>
              <a:ext uri="{FF2B5EF4-FFF2-40B4-BE49-F238E27FC236}">
                <a16:creationId xmlns:a16="http://schemas.microsoft.com/office/drawing/2014/main" id="{6718FBA1-291C-46D8-961F-0091E06BD5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363788"/>
          <a:ext cx="15843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52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363788"/>
                        <a:ext cx="15843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3" name="Text Box 7">
            <a:extLst>
              <a:ext uri="{FF2B5EF4-FFF2-40B4-BE49-F238E27FC236}">
                <a16:creationId xmlns:a16="http://schemas.microsoft.com/office/drawing/2014/main" id="{8D938A55-1C4C-410A-8511-EC6456633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25538"/>
            <a:ext cx="4679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3-9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列写网孔电流方程</a:t>
            </a:r>
          </a:p>
        </p:txBody>
      </p:sp>
      <p:sp>
        <p:nvSpPr>
          <p:cNvPr id="295944" name="AutoShape 8">
            <a:extLst>
              <a:ext uri="{FF2B5EF4-FFF2-40B4-BE49-F238E27FC236}">
                <a16:creationId xmlns:a16="http://schemas.microsoft.com/office/drawing/2014/main" id="{FD1C3B52-AF38-4F81-88FB-6B1E9E1F6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6021388"/>
            <a:ext cx="1476375" cy="431800"/>
          </a:xfrm>
          <a:prstGeom prst="wedgeRoundRectCallout">
            <a:avLst>
              <a:gd name="adj1" fmla="val -62903"/>
              <a:gd name="adj2" fmla="val -163602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 b="1">
                <a:ea typeface="楷体_GB2312" pitchFamily="49" charset="-122"/>
              </a:rPr>
              <a:t>虚元件</a:t>
            </a:r>
          </a:p>
        </p:txBody>
      </p:sp>
      <p:sp>
        <p:nvSpPr>
          <p:cNvPr id="295945" name="AutoShape 9">
            <a:extLst>
              <a:ext uri="{FF2B5EF4-FFF2-40B4-BE49-F238E27FC236}">
                <a16:creationId xmlns:a16="http://schemas.microsoft.com/office/drawing/2014/main" id="{A3FFAF38-F38C-47E5-B836-EA55EDDD2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4365625"/>
            <a:ext cx="2232025" cy="1800225"/>
          </a:xfrm>
          <a:prstGeom prst="wedgeRoundRectCallout">
            <a:avLst>
              <a:gd name="adj1" fmla="val -83356"/>
              <a:gd name="adj2" fmla="val -20634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 b="1">
                <a:ea typeface="楷体_GB2312" pitchFamily="49" charset="-122"/>
              </a:rPr>
              <a:t>有伴电流源等效成电压源与电阻串联列写</a:t>
            </a:r>
          </a:p>
        </p:txBody>
      </p:sp>
      <p:sp>
        <p:nvSpPr>
          <p:cNvPr id="295947" name="Text Box 11">
            <a:extLst>
              <a:ext uri="{FF2B5EF4-FFF2-40B4-BE49-F238E27FC236}">
                <a16:creationId xmlns:a16="http://schemas.microsoft.com/office/drawing/2014/main" id="{21447E65-B136-475D-AC9D-EDE07BFC2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7850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1) </a:t>
            </a:r>
            <a:r>
              <a:rPr lang="zh-CN" altLang="en-US" sz="2800" b="1">
                <a:ea typeface="楷体_GB2312" pitchFamily="49" charset="-122"/>
              </a:rPr>
              <a:t>仅含电阻、电压源、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有伴</a:t>
            </a:r>
            <a:r>
              <a:rPr lang="zh-CN" altLang="en-US" sz="2800" b="1">
                <a:ea typeface="楷体_GB2312" pitchFamily="49" charset="-122"/>
              </a:rPr>
              <a:t>电流源情况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4" grpId="0" animBg="1"/>
      <p:bldP spid="29594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515" name="Object 3">
            <a:extLst>
              <a:ext uri="{FF2B5EF4-FFF2-40B4-BE49-F238E27FC236}">
                <a16:creationId xmlns:a16="http://schemas.microsoft.com/office/drawing/2014/main" id="{19C1670D-56B6-4479-BEA8-4B1BEDBDF2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141663"/>
          <a:ext cx="5997575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26" name="Equation" r:id="rId3" imgW="2057400" imgH="596880" progId="Equation.DSMT4">
                  <p:embed/>
                </p:oleObj>
              </mc:Choice>
              <mc:Fallback>
                <p:oleObj name="Equation" r:id="rId3" imgW="2057400" imgH="596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141663"/>
                        <a:ext cx="5997575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16" name="Rectangle 4">
            <a:extLst>
              <a:ext uri="{FF2B5EF4-FFF2-40B4-BE49-F238E27FC236}">
                <a16:creationId xmlns:a16="http://schemas.microsoft.com/office/drawing/2014/main" id="{2F9CBE67-4AE7-4673-9BF0-FCFDDADE23B1}"/>
              </a:ext>
            </a:extLst>
          </p:cNvPr>
          <p:cNvSpPr>
            <a:spLocks/>
          </p:cNvSpPr>
          <p:nvPr/>
        </p:nvSpPr>
        <p:spPr bwMode="auto">
          <a:xfrm>
            <a:off x="6985000" y="0"/>
            <a:ext cx="226695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3-5 </a:t>
            </a:r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网孔电流法</a:t>
            </a:r>
          </a:p>
        </p:txBody>
      </p:sp>
      <p:graphicFrame>
        <p:nvGraphicFramePr>
          <p:cNvPr id="320518" name="Object 6">
            <a:extLst>
              <a:ext uri="{FF2B5EF4-FFF2-40B4-BE49-F238E27FC236}">
                <a16:creationId xmlns:a16="http://schemas.microsoft.com/office/drawing/2014/main" id="{45632E64-1BF5-4230-ACCD-85BF3EDB99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0313" y="260350"/>
          <a:ext cx="40132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27" name="Visio" r:id="rId5" imgW="4013911" imgH="3038856" progId="Visio.Drawing.11">
                  <p:embed/>
                </p:oleObj>
              </mc:Choice>
              <mc:Fallback>
                <p:oleObj name="Visio" r:id="rId5" imgW="4013911" imgH="303885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260350"/>
                        <a:ext cx="4013200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9" name="Object 7">
            <a:extLst>
              <a:ext uri="{FF2B5EF4-FFF2-40B4-BE49-F238E27FC236}">
                <a16:creationId xmlns:a16="http://schemas.microsoft.com/office/drawing/2014/main" id="{B6EDA01F-21DF-426D-81EC-FB75E3C0D7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1628775"/>
          <a:ext cx="8636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28" name="Visio" r:id="rId7" imgW="832104" imgH="1595323" progId="Visio.Drawing.11">
                  <p:embed/>
                </p:oleObj>
              </mc:Choice>
              <mc:Fallback>
                <p:oleObj name="Visio" r:id="rId7" imgW="832104" imgH="15953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1628775"/>
                        <a:ext cx="8636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0" name="Object 8">
            <a:extLst>
              <a:ext uri="{FF2B5EF4-FFF2-40B4-BE49-F238E27FC236}">
                <a16:creationId xmlns:a16="http://schemas.microsoft.com/office/drawing/2014/main" id="{6A34A065-AF23-4381-BE75-C38A51501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1414463"/>
          <a:ext cx="8636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29" name="Visio" r:id="rId9" imgW="832104" imgH="1595310" progId="Visio.Drawing.11">
                  <p:embed/>
                </p:oleObj>
              </mc:Choice>
              <mc:Fallback>
                <p:oleObj name="Visio" r:id="rId9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1414463"/>
                        <a:ext cx="8636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1" name="Object 9">
            <a:extLst>
              <a:ext uri="{FF2B5EF4-FFF2-40B4-BE49-F238E27FC236}">
                <a16:creationId xmlns:a16="http://schemas.microsoft.com/office/drawing/2014/main" id="{84B3956E-9905-4245-BFB0-08A0F3FF38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908050"/>
          <a:ext cx="1800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30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908050"/>
                        <a:ext cx="18002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23" name="Rectangle 11">
            <a:extLst>
              <a:ext uri="{FF2B5EF4-FFF2-40B4-BE49-F238E27FC236}">
                <a16:creationId xmlns:a16="http://schemas.microsoft.com/office/drawing/2014/main" id="{CF633543-48F7-435D-9E1A-93D3193CD27D}"/>
              </a:ext>
            </a:extLst>
          </p:cNvPr>
          <p:cNvSpPr>
            <a:spLocks/>
          </p:cNvSpPr>
          <p:nvPr/>
        </p:nvSpPr>
        <p:spPr bwMode="auto">
          <a:xfrm>
            <a:off x="1835150" y="5300663"/>
            <a:ext cx="2266950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整理得：</a:t>
            </a:r>
          </a:p>
        </p:txBody>
      </p:sp>
      <p:sp>
        <p:nvSpPr>
          <p:cNvPr id="320524" name="Text Box 12">
            <a:extLst>
              <a:ext uri="{FF2B5EF4-FFF2-40B4-BE49-F238E27FC236}">
                <a16:creationId xmlns:a16="http://schemas.microsoft.com/office/drawing/2014/main" id="{130FBD6A-C399-492B-9E39-2055AF163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12813"/>
            <a:ext cx="46799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方法一：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直接列写以网孔电流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im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表示的</a:t>
            </a:r>
            <a:r>
              <a:rPr kumimoji="0" lang="en-US" altLang="zh-CN" sz="2800" b="1">
                <a:ea typeface="楷体_GB2312" pitchFamily="49" charset="-122"/>
              </a:rPr>
              <a:t>KVL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320525" name="Object 13">
            <a:extLst>
              <a:ext uri="{FF2B5EF4-FFF2-40B4-BE49-F238E27FC236}">
                <a16:creationId xmlns:a16="http://schemas.microsoft.com/office/drawing/2014/main" id="{B23F0D10-259B-4A20-B414-B6A7C1326C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4868863"/>
          <a:ext cx="41084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31" name="Equation" r:id="rId13" imgW="1409400" imgH="596880" progId="Equation.DSMT4">
                  <p:embed/>
                </p:oleObj>
              </mc:Choice>
              <mc:Fallback>
                <p:oleObj name="Equation" r:id="rId13" imgW="1409400" imgH="5968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868863"/>
                        <a:ext cx="4108450" cy="173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>
            <a:extLst>
              <a:ext uri="{FF2B5EF4-FFF2-40B4-BE49-F238E27FC236}">
                <a16:creationId xmlns:a16="http://schemas.microsoft.com/office/drawing/2014/main" id="{EFFD273F-2C2F-4687-B000-89B433423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284538"/>
            <a:ext cx="1079500" cy="36036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1539" name="Object 3">
            <a:extLst>
              <a:ext uri="{FF2B5EF4-FFF2-40B4-BE49-F238E27FC236}">
                <a16:creationId xmlns:a16="http://schemas.microsoft.com/office/drawing/2014/main" id="{616E182F-0912-445B-82F0-2AC7A17976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625725"/>
          <a:ext cx="5405438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50" name="Equation" r:id="rId3" imgW="1854000" imgH="596880" progId="Equation.DSMT4">
                  <p:embed/>
                </p:oleObj>
              </mc:Choice>
              <mc:Fallback>
                <p:oleObj name="Equation" r:id="rId3" imgW="1854000" imgH="596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625725"/>
                        <a:ext cx="5405438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0" name="Rectangle 4">
            <a:extLst>
              <a:ext uri="{FF2B5EF4-FFF2-40B4-BE49-F238E27FC236}">
                <a16:creationId xmlns:a16="http://schemas.microsoft.com/office/drawing/2014/main" id="{E9EF8F4B-B221-4BD8-A590-1DA2CB188F55}"/>
              </a:ext>
            </a:extLst>
          </p:cNvPr>
          <p:cNvSpPr>
            <a:spLocks/>
          </p:cNvSpPr>
          <p:nvPr/>
        </p:nvSpPr>
        <p:spPr bwMode="auto">
          <a:xfrm>
            <a:off x="6985000" y="0"/>
            <a:ext cx="226695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3-5 </a:t>
            </a:r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网孔电流法</a:t>
            </a:r>
          </a:p>
        </p:txBody>
      </p:sp>
      <p:sp>
        <p:nvSpPr>
          <p:cNvPr id="321541" name="AutoShape 5">
            <a:extLst>
              <a:ext uri="{FF2B5EF4-FFF2-40B4-BE49-F238E27FC236}">
                <a16:creationId xmlns:a16="http://schemas.microsoft.com/office/drawing/2014/main" id="{96BC36B5-8FB1-4622-AAFC-A9A55FC86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4149725"/>
            <a:ext cx="2663825" cy="1079500"/>
          </a:xfrm>
          <a:prstGeom prst="wedgeRoundRectCallout">
            <a:avLst>
              <a:gd name="adj1" fmla="val 37606"/>
              <a:gd name="adj2" fmla="val -182648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 b="1">
                <a:ea typeface="楷体_GB2312" pitchFamily="49" charset="-122"/>
              </a:rPr>
              <a:t>等效成电压源与电阻串联</a:t>
            </a:r>
          </a:p>
        </p:txBody>
      </p:sp>
      <p:graphicFrame>
        <p:nvGraphicFramePr>
          <p:cNvPr id="321542" name="Object 6">
            <a:extLst>
              <a:ext uri="{FF2B5EF4-FFF2-40B4-BE49-F238E27FC236}">
                <a16:creationId xmlns:a16="http://schemas.microsoft.com/office/drawing/2014/main" id="{A643968B-78A8-4BA0-9B55-59ECD7BD95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0313" y="260350"/>
          <a:ext cx="40132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51" name="Visio" r:id="rId5" imgW="4013911" imgH="3038856" progId="Visio.Drawing.11">
                  <p:embed/>
                </p:oleObj>
              </mc:Choice>
              <mc:Fallback>
                <p:oleObj name="Visio" r:id="rId5" imgW="4013911" imgH="303885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260350"/>
                        <a:ext cx="4013200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3" name="Object 7">
            <a:extLst>
              <a:ext uri="{FF2B5EF4-FFF2-40B4-BE49-F238E27FC236}">
                <a16:creationId xmlns:a16="http://schemas.microsoft.com/office/drawing/2014/main" id="{BFC94B67-1C80-4726-951A-15C7370E4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1628775"/>
          <a:ext cx="8636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52" name="Visio" r:id="rId7" imgW="832104" imgH="1595323" progId="Visio.Drawing.11">
                  <p:embed/>
                </p:oleObj>
              </mc:Choice>
              <mc:Fallback>
                <p:oleObj name="Visio" r:id="rId7" imgW="832104" imgH="15953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1628775"/>
                        <a:ext cx="8636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4" name="Object 8">
            <a:extLst>
              <a:ext uri="{FF2B5EF4-FFF2-40B4-BE49-F238E27FC236}">
                <a16:creationId xmlns:a16="http://schemas.microsoft.com/office/drawing/2014/main" id="{E5AB5C22-F6E8-4E11-B6F1-7A720C73C7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1414463"/>
          <a:ext cx="8636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53" name="Visio" r:id="rId9" imgW="832104" imgH="1595310" progId="Visio.Drawing.11">
                  <p:embed/>
                </p:oleObj>
              </mc:Choice>
              <mc:Fallback>
                <p:oleObj name="Visio" r:id="rId9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1414463"/>
                        <a:ext cx="8636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5" name="Object 9">
            <a:extLst>
              <a:ext uri="{FF2B5EF4-FFF2-40B4-BE49-F238E27FC236}">
                <a16:creationId xmlns:a16="http://schemas.microsoft.com/office/drawing/2014/main" id="{F14AF22A-FA7F-4521-8C6D-A9DFCA8D1B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908050"/>
          <a:ext cx="1800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54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908050"/>
                        <a:ext cx="18002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6" name="Object 10">
            <a:extLst>
              <a:ext uri="{FF2B5EF4-FFF2-40B4-BE49-F238E27FC236}">
                <a16:creationId xmlns:a16="http://schemas.microsoft.com/office/drawing/2014/main" id="{B1954B18-1216-436F-9EF5-9A3D6ABBE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4941888"/>
          <a:ext cx="41084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55" name="Equation" r:id="rId13" imgW="1409400" imgH="596880" progId="Equation.DSMT4">
                  <p:embed/>
                </p:oleObj>
              </mc:Choice>
              <mc:Fallback>
                <p:oleObj name="Equation" r:id="rId13" imgW="1409400" imgH="5968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941888"/>
                        <a:ext cx="4108450" cy="173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7" name="Rectangle 11">
            <a:extLst>
              <a:ext uri="{FF2B5EF4-FFF2-40B4-BE49-F238E27FC236}">
                <a16:creationId xmlns:a16="http://schemas.microsoft.com/office/drawing/2014/main" id="{86F3CD68-0724-41E5-9837-A1BE34BE3E07}"/>
              </a:ext>
            </a:extLst>
          </p:cNvPr>
          <p:cNvSpPr>
            <a:spLocks/>
          </p:cNvSpPr>
          <p:nvPr/>
        </p:nvSpPr>
        <p:spPr bwMode="auto">
          <a:xfrm>
            <a:off x="395288" y="4437063"/>
            <a:ext cx="2266950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）整理得：</a:t>
            </a:r>
          </a:p>
        </p:txBody>
      </p:sp>
      <p:sp>
        <p:nvSpPr>
          <p:cNvPr id="321548" name="Text Box 12">
            <a:extLst>
              <a:ext uri="{FF2B5EF4-FFF2-40B4-BE49-F238E27FC236}">
                <a16:creationId xmlns:a16="http://schemas.microsoft.com/office/drawing/2014/main" id="{4753D647-13ED-4B42-BA57-D80A56194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25538"/>
            <a:ext cx="4679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方法二：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观察法列写</a:t>
            </a:r>
          </a:p>
        </p:txBody>
      </p:sp>
      <p:sp>
        <p:nvSpPr>
          <p:cNvPr id="321549" name="Text Box 13">
            <a:extLst>
              <a:ext uri="{FF2B5EF4-FFF2-40B4-BE49-F238E27FC236}">
                <a16:creationId xmlns:a16="http://schemas.microsoft.com/office/drawing/2014/main" id="{2EC95C9A-12E2-4090-8443-375ECB927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16113"/>
            <a:ext cx="4679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）观察法列写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animBg="1"/>
      <p:bldP spid="321547" grpId="0"/>
      <p:bldP spid="3215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>
            <a:extLst>
              <a:ext uri="{FF2B5EF4-FFF2-40B4-BE49-F238E27FC236}">
                <a16:creationId xmlns:a16="http://schemas.microsoft.com/office/drawing/2014/main" id="{74C5D58B-B89D-4264-BDA4-B84C7E0D8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5508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3200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1" lang="en-US" altLang="zh-CN" sz="3200" b="1">
                <a:ea typeface="楷体_GB2312" pitchFamily="49" charset="-122"/>
              </a:rPr>
              <a:t> </a:t>
            </a:r>
            <a:r>
              <a:rPr kumimoji="1" lang="zh-CN" altLang="en-US" sz="3200" b="1">
                <a:ea typeface="楷体_GB2312" pitchFamily="49" charset="-122"/>
              </a:rPr>
              <a:t>含无伴电流源支路的处理</a:t>
            </a:r>
          </a:p>
        </p:txBody>
      </p:sp>
      <p:sp>
        <p:nvSpPr>
          <p:cNvPr id="297987" name="Text Box 3">
            <a:extLst>
              <a:ext uri="{FF2B5EF4-FFF2-40B4-BE49-F238E27FC236}">
                <a16:creationId xmlns:a16="http://schemas.microsoft.com/office/drawing/2014/main" id="{BC25A849-7DE6-4C0D-8DA9-69E84E1D8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133600"/>
            <a:ext cx="7920037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因无伴电流源支路的电压无法用电阻表示出来，所以先假设电流源两端电压为未知变量，增补网孔电流与电流源关系方程。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/>
      <p:bldP spid="29798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3" name="AutoShape 5">
            <a:extLst>
              <a:ext uri="{FF2B5EF4-FFF2-40B4-BE49-F238E27FC236}">
                <a16:creationId xmlns:a16="http://schemas.microsoft.com/office/drawing/2014/main" id="{60F288EB-54B7-4353-90BC-B3D749322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0"/>
            <a:ext cx="2411412" cy="3933825"/>
          </a:xfrm>
          <a:prstGeom prst="wedgeRoundRectCallout">
            <a:avLst>
              <a:gd name="adj1" fmla="val -173306"/>
              <a:gd name="adj2" fmla="val 5629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含无伴电流源电路情况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。设无伴电流源的电压为未知量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，增加无伴电流源的电流与网孔电流关系。</a:t>
            </a:r>
          </a:p>
        </p:txBody>
      </p:sp>
      <p:graphicFrame>
        <p:nvGraphicFramePr>
          <p:cNvPr id="299010" name="Object 2">
            <a:extLst>
              <a:ext uri="{FF2B5EF4-FFF2-40B4-BE49-F238E27FC236}">
                <a16:creationId xmlns:a16="http://schemas.microsoft.com/office/drawing/2014/main" id="{7CEC1777-63D0-4535-BF1B-99590302E8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403350"/>
          <a:ext cx="6551613" cy="418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14" name="Visio" r:id="rId3" imgW="3177845" imgH="2001622" progId="Visio.Drawing.11">
                  <p:embed/>
                </p:oleObj>
              </mc:Choice>
              <mc:Fallback>
                <p:oleObj name="Visio" r:id="rId3" imgW="3177845" imgH="200162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403350"/>
                        <a:ext cx="6551613" cy="418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1" name="Text Box 3">
            <a:extLst>
              <a:ext uri="{FF2B5EF4-FFF2-40B4-BE49-F238E27FC236}">
                <a16:creationId xmlns:a16="http://schemas.microsoft.com/office/drawing/2014/main" id="{7A99AC44-331C-4CA2-8356-5B4808224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3-10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列写网孔电流方程</a:t>
            </a:r>
          </a:p>
        </p:txBody>
      </p:sp>
      <p:graphicFrame>
        <p:nvGraphicFramePr>
          <p:cNvPr id="299012" name="Object 4">
            <a:extLst>
              <a:ext uri="{FF2B5EF4-FFF2-40B4-BE49-F238E27FC236}">
                <a16:creationId xmlns:a16="http://schemas.microsoft.com/office/drawing/2014/main" id="{37D74271-CC27-4BA9-9C07-738455165F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4288" y="3348038"/>
          <a:ext cx="1439862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15" name="Visio" r:id="rId5" imgW="498348" imgH="905561" progId="Visio.Drawing.11">
                  <p:embed/>
                </p:oleObj>
              </mc:Choice>
              <mc:Fallback>
                <p:oleObj name="Visio" r:id="rId5" imgW="498348" imgH="90556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3348038"/>
                        <a:ext cx="1439862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72" name="Rectangle 12">
            <a:extLst>
              <a:ext uri="{FF2B5EF4-FFF2-40B4-BE49-F238E27FC236}">
                <a16:creationId xmlns:a16="http://schemas.microsoft.com/office/drawing/2014/main" id="{671E5AA2-2426-4411-8514-BFB595CD8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221163"/>
            <a:ext cx="431800" cy="36036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2571" name="Rectangle 11">
            <a:extLst>
              <a:ext uri="{FF2B5EF4-FFF2-40B4-BE49-F238E27FC236}">
                <a16:creationId xmlns:a16="http://schemas.microsoft.com/office/drawing/2014/main" id="{3EAE2512-93B9-481D-9EA6-C37CCFD31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716338"/>
            <a:ext cx="287337" cy="4333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2562" name="Text Box 2">
            <a:extLst>
              <a:ext uri="{FF2B5EF4-FFF2-40B4-BE49-F238E27FC236}">
                <a16:creationId xmlns:a16="http://schemas.microsoft.com/office/drawing/2014/main" id="{47DD2DAE-79D8-4C63-8CE4-8F013C899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36734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sz="2800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方法一：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直接列写以网孔电流表示的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KVL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322564" name="Object 4">
            <a:extLst>
              <a:ext uri="{FF2B5EF4-FFF2-40B4-BE49-F238E27FC236}">
                <a16:creationId xmlns:a16="http://schemas.microsoft.com/office/drawing/2014/main" id="{AEEF1AD5-9B3F-4353-8F05-119A956C1D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73" name="Visio" r:id="rId3" imgW="3177845" imgH="2001622" progId="Visio.Drawing.11">
                  <p:embed/>
                </p:oleObj>
              </mc:Choice>
              <mc:Fallback>
                <p:oleObj name="Visio" r:id="rId3" imgW="3177845" imgH="200162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5" name="Object 5">
            <a:extLst>
              <a:ext uri="{FF2B5EF4-FFF2-40B4-BE49-F238E27FC236}">
                <a16:creationId xmlns:a16="http://schemas.microsoft.com/office/drawing/2014/main" id="{7D0FDACF-7FCB-4BA7-9755-71BB7EF626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74" name="Visio" r:id="rId5" imgW="498348" imgH="905561" progId="Visio.Drawing.11">
                  <p:embed/>
                </p:oleObj>
              </mc:Choice>
              <mc:Fallback>
                <p:oleObj name="Visio" r:id="rId5" imgW="498348" imgH="90556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6" name="Text Box 6">
            <a:extLst>
              <a:ext uri="{FF2B5EF4-FFF2-40B4-BE49-F238E27FC236}">
                <a16:creationId xmlns:a16="http://schemas.microsoft.com/office/drawing/2014/main" id="{2FBC73BC-144F-4C8E-8E7B-AF2B2D150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45125"/>
            <a:ext cx="2160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增加方程：</a:t>
            </a:r>
          </a:p>
        </p:txBody>
      </p:sp>
      <p:graphicFrame>
        <p:nvGraphicFramePr>
          <p:cNvPr id="322567" name="Object 7">
            <a:extLst>
              <a:ext uri="{FF2B5EF4-FFF2-40B4-BE49-F238E27FC236}">
                <a16:creationId xmlns:a16="http://schemas.microsoft.com/office/drawing/2014/main" id="{5AEEF600-F4F0-4AA6-8D53-E4A5D65221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9563" y="5397500"/>
          <a:ext cx="19383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75" name="Equation" r:id="rId7" imgW="812520" imgH="291960" progId="Equation.DSMT4">
                  <p:embed/>
                </p:oleObj>
              </mc:Choice>
              <mc:Fallback>
                <p:oleObj name="Equation" r:id="rId7" imgW="812520" imgH="291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5397500"/>
                        <a:ext cx="193833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8" name="Object 8">
            <a:extLst>
              <a:ext uri="{FF2B5EF4-FFF2-40B4-BE49-F238E27FC236}">
                <a16:creationId xmlns:a16="http://schemas.microsoft.com/office/drawing/2014/main" id="{E6DF3C39-1092-427D-809B-14819251BF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573463"/>
          <a:ext cx="5776912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76" name="Equation" r:id="rId9" imgW="1981080" imgH="596880" progId="Equation.DSMT4">
                  <p:embed/>
                </p:oleObj>
              </mc:Choice>
              <mc:Fallback>
                <p:oleObj name="Equation" r:id="rId9" imgW="1981080" imgH="5968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573463"/>
                        <a:ext cx="5776912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>
            <a:extLst>
              <a:ext uri="{FF2B5EF4-FFF2-40B4-BE49-F238E27FC236}">
                <a16:creationId xmlns:a16="http://schemas.microsoft.com/office/drawing/2014/main" id="{9C8AC47B-D731-4ACE-9F80-56173CC72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516563"/>
            <a:ext cx="3384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整理方程为一般形式（略）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2" grpId="0"/>
      <p:bldP spid="322566" grpId="0"/>
      <p:bldP spid="32256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7" name="Text Box 3">
            <a:extLst>
              <a:ext uri="{FF2B5EF4-FFF2-40B4-BE49-F238E27FC236}">
                <a16:creationId xmlns:a16="http://schemas.microsoft.com/office/drawing/2014/main" id="{E5DC8BAA-CBEB-4F92-885E-84BACF5D3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36734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方法二：观察列写</a:t>
            </a:r>
          </a:p>
        </p:txBody>
      </p:sp>
      <p:graphicFrame>
        <p:nvGraphicFramePr>
          <p:cNvPr id="303109" name="Object 5">
            <a:extLst>
              <a:ext uri="{FF2B5EF4-FFF2-40B4-BE49-F238E27FC236}">
                <a16:creationId xmlns:a16="http://schemas.microsoft.com/office/drawing/2014/main" id="{ED0B4BE7-081C-41FE-B786-E615E09FAE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573463"/>
          <a:ext cx="5699125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16" name="Equation" r:id="rId3" imgW="2450880" imgH="850680" progId="Equation.DSMT4">
                  <p:embed/>
                </p:oleObj>
              </mc:Choice>
              <mc:Fallback>
                <p:oleObj name="Equation" r:id="rId3" imgW="2450880" imgH="850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573463"/>
                        <a:ext cx="5699125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1" name="Object 7">
            <a:extLst>
              <a:ext uri="{FF2B5EF4-FFF2-40B4-BE49-F238E27FC236}">
                <a16:creationId xmlns:a16="http://schemas.microsoft.com/office/drawing/2014/main" id="{427CF5C9-13CB-41BC-8567-0DBC2A4B3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17" name="Visio" r:id="rId5" imgW="3177845" imgH="2001622" progId="Visio.Drawing.11">
                  <p:embed/>
                </p:oleObj>
              </mc:Choice>
              <mc:Fallback>
                <p:oleObj name="Visio" r:id="rId5" imgW="3177845" imgH="200162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2" name="Object 8">
            <a:extLst>
              <a:ext uri="{FF2B5EF4-FFF2-40B4-BE49-F238E27FC236}">
                <a16:creationId xmlns:a16="http://schemas.microsoft.com/office/drawing/2014/main" id="{33DE41E9-F3BF-40BD-9E54-20B04ED305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18" name="Visio" r:id="rId7" imgW="498348" imgH="905561" progId="Visio.Drawing.11">
                  <p:embed/>
                </p:oleObj>
              </mc:Choice>
              <mc:Fallback>
                <p:oleObj name="Visio" r:id="rId7" imgW="498348" imgH="905561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3" name="Text Box 9">
            <a:extLst>
              <a:ext uri="{FF2B5EF4-FFF2-40B4-BE49-F238E27FC236}">
                <a16:creationId xmlns:a16="http://schemas.microsoft.com/office/drawing/2014/main" id="{072630DA-BA8A-43DC-8D82-FE177E31C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661025"/>
            <a:ext cx="2160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增加方程：</a:t>
            </a:r>
          </a:p>
        </p:txBody>
      </p:sp>
      <p:graphicFrame>
        <p:nvGraphicFramePr>
          <p:cNvPr id="303114" name="Object 10">
            <a:extLst>
              <a:ext uri="{FF2B5EF4-FFF2-40B4-BE49-F238E27FC236}">
                <a16:creationId xmlns:a16="http://schemas.microsoft.com/office/drawing/2014/main" id="{5F997BB8-F0C6-4559-B265-BAA0957D4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5100" y="5661025"/>
          <a:ext cx="20034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19" name="Equation" r:id="rId9" imgW="812520" imgH="291960" progId="Equation.DSMT4">
                  <p:embed/>
                </p:oleObj>
              </mc:Choice>
              <mc:Fallback>
                <p:oleObj name="Equation" r:id="rId9" imgW="812520" imgH="2919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5661025"/>
                        <a:ext cx="200342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/>
      <p:bldP spid="3031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131" name="Object 3">
            <a:extLst>
              <a:ext uri="{FF2B5EF4-FFF2-40B4-BE49-F238E27FC236}">
                <a16:creationId xmlns:a16="http://schemas.microsoft.com/office/drawing/2014/main" id="{E13AD5BE-CCF3-4140-AB5B-16E8BF2E28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573463"/>
          <a:ext cx="4489450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141" name="Equation" r:id="rId3" imgW="1930320" imgH="850680" progId="Equation.DSMT4">
                  <p:embed/>
                </p:oleObj>
              </mc:Choice>
              <mc:Fallback>
                <p:oleObj name="Equation" r:id="rId3" imgW="1930320" imgH="8506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573463"/>
                        <a:ext cx="4489450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2" name="Object 4">
            <a:extLst>
              <a:ext uri="{FF2B5EF4-FFF2-40B4-BE49-F238E27FC236}">
                <a16:creationId xmlns:a16="http://schemas.microsoft.com/office/drawing/2014/main" id="{560EA6E7-AB17-452B-A04D-6D32B6ABDC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142" name="Visio" r:id="rId5" imgW="3177845" imgH="2001622" progId="Visio.Drawing.11">
                  <p:embed/>
                </p:oleObj>
              </mc:Choice>
              <mc:Fallback>
                <p:oleObj name="Visio" r:id="rId5" imgW="3177845" imgH="200162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3" name="Object 5">
            <a:extLst>
              <a:ext uri="{FF2B5EF4-FFF2-40B4-BE49-F238E27FC236}">
                <a16:creationId xmlns:a16="http://schemas.microsoft.com/office/drawing/2014/main" id="{8EFC7D21-6F2F-4C2F-8EF2-6A7787F487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143" name="Visio" r:id="rId7" imgW="498348" imgH="905561" progId="Visio.Drawing.11">
                  <p:embed/>
                </p:oleObj>
              </mc:Choice>
              <mc:Fallback>
                <p:oleObj name="Visio" r:id="rId7" imgW="498348" imgH="90556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6" name="Text Box 8">
            <a:extLst>
              <a:ext uri="{FF2B5EF4-FFF2-40B4-BE49-F238E27FC236}">
                <a16:creationId xmlns:a16="http://schemas.microsoft.com/office/drawing/2014/main" id="{476761C9-2817-42A6-87C7-C6D6024A9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403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整理得网孔电流方程为</a:t>
            </a:r>
          </a:p>
        </p:txBody>
      </p:sp>
      <p:sp>
        <p:nvSpPr>
          <p:cNvPr id="304139" name="AutoShape 11">
            <a:extLst>
              <a:ext uri="{FF2B5EF4-FFF2-40B4-BE49-F238E27FC236}">
                <a16:creationId xmlns:a16="http://schemas.microsoft.com/office/drawing/2014/main" id="{74C6142A-895F-4A06-81A3-D008E7E4F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73238"/>
            <a:ext cx="2411413" cy="1368425"/>
          </a:xfrm>
          <a:prstGeom prst="wedgeRoundRectCallout">
            <a:avLst>
              <a:gd name="adj1" fmla="val 50528"/>
              <a:gd name="adj2" fmla="val 89907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是网口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和网口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合并成一个新的回路</a:t>
            </a:r>
          </a:p>
        </p:txBody>
      </p:sp>
      <p:sp>
        <p:nvSpPr>
          <p:cNvPr id="304140" name="Oval 12">
            <a:extLst>
              <a:ext uri="{FF2B5EF4-FFF2-40B4-BE49-F238E27FC236}">
                <a16:creationId xmlns:a16="http://schemas.microsoft.com/office/drawing/2014/main" id="{D517095C-361B-42AC-A1B4-3F22D7C34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916113"/>
            <a:ext cx="3311525" cy="1584325"/>
          </a:xfrm>
          <a:prstGeom prst="ellipse">
            <a:avLst/>
          </a:prstGeom>
          <a:noFill/>
          <a:ln w="38100" algn="ctr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6" grpId="0"/>
      <p:bldP spid="3041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034" name="Object 2">
            <a:extLst>
              <a:ext uri="{FF2B5EF4-FFF2-40B4-BE49-F238E27FC236}">
                <a16:creationId xmlns:a16="http://schemas.microsoft.com/office/drawing/2014/main" id="{04EA9C22-3B51-4CE0-A893-B096A5C117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-61913"/>
          <a:ext cx="4610100" cy="4067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41" name="Visio" r:id="rId3" imgW="1640434" imgH="1443533" progId="Visio.Drawing.11">
                  <p:embed/>
                </p:oleObj>
              </mc:Choice>
              <mc:Fallback>
                <p:oleObj name="Visio" r:id="rId3" imgW="1640434" imgH="14435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-61913"/>
                        <a:ext cx="4610100" cy="4067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5" name="Text Box 3">
            <a:extLst>
              <a:ext uri="{FF2B5EF4-FFF2-40B4-BE49-F238E27FC236}">
                <a16:creationId xmlns:a16="http://schemas.microsoft.com/office/drawing/2014/main" id="{9E916846-FDCA-4E4C-B91F-E289F6338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367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】1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）观察列写</a:t>
            </a:r>
          </a:p>
        </p:txBody>
      </p:sp>
      <p:sp>
        <p:nvSpPr>
          <p:cNvPr id="300036" name="Text Box 4">
            <a:extLst>
              <a:ext uri="{FF2B5EF4-FFF2-40B4-BE49-F238E27FC236}">
                <a16:creationId xmlns:a16="http://schemas.microsoft.com/office/drawing/2014/main" id="{1AFE94EA-24A4-4C6D-A6D2-BD15356E9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08050"/>
            <a:ext cx="45370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注意：当无伴电流源仅仅属于一个网孔，则该网孔电流为该电流源电流。</a:t>
            </a:r>
            <a:endParaRPr kumimoji="0"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00037" name="Object 5">
            <a:extLst>
              <a:ext uri="{FF2B5EF4-FFF2-40B4-BE49-F238E27FC236}">
                <a16:creationId xmlns:a16="http://schemas.microsoft.com/office/drawing/2014/main" id="{7C4D5673-3279-4001-95FC-2FD6CEFC78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429000"/>
          <a:ext cx="5699125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42" name="Equation" r:id="rId5" imgW="2450880" imgH="850680" progId="Equation.DSMT4">
                  <p:embed/>
                </p:oleObj>
              </mc:Choice>
              <mc:Fallback>
                <p:oleObj name="Equation" r:id="rId5" imgW="2450880" imgH="850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429000"/>
                        <a:ext cx="5699125" cy="197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9" name="Text Box 7">
            <a:extLst>
              <a:ext uri="{FF2B5EF4-FFF2-40B4-BE49-F238E27FC236}">
                <a16:creationId xmlns:a16="http://schemas.microsoft.com/office/drawing/2014/main" id="{DF2B51B9-AA98-445D-8690-B378E2249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603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3-11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列写网孔电流方程</a:t>
            </a:r>
          </a:p>
        </p:txBody>
      </p:sp>
      <p:sp>
        <p:nvSpPr>
          <p:cNvPr id="300040" name="Rectangle 8">
            <a:extLst>
              <a:ext uri="{FF2B5EF4-FFF2-40B4-BE49-F238E27FC236}">
                <a16:creationId xmlns:a16="http://schemas.microsoft.com/office/drawing/2014/main" id="{BC61BF7D-E3BD-4BE1-B307-A8D6E9161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516563"/>
            <a:ext cx="59769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请同学对此题采用直接列写以以网孔电流表示的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KVL</a:t>
            </a:r>
            <a:r>
              <a:rPr lang="zh-CN" altLang="en-US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方程，与观察法结果比对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/>
      <p:bldP spid="300036" grpId="0"/>
      <p:bldP spid="30004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1058" name="Object 2">
            <a:extLst>
              <a:ext uri="{FF2B5EF4-FFF2-40B4-BE49-F238E27FC236}">
                <a16:creationId xmlns:a16="http://schemas.microsoft.com/office/drawing/2014/main" id="{F4319F0E-2339-436E-935D-C6B82E95A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3900" y="0"/>
          <a:ext cx="46101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62" name="Visio" r:id="rId3" imgW="1640434" imgH="1443533" progId="Visio.Drawing.11">
                  <p:embed/>
                </p:oleObj>
              </mc:Choice>
              <mc:Fallback>
                <p:oleObj name="Visio" r:id="rId3" imgW="1640434" imgH="14435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0"/>
                        <a:ext cx="46101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59" name="Text Box 3">
            <a:extLst>
              <a:ext uri="{FF2B5EF4-FFF2-40B4-BE49-F238E27FC236}">
                <a16:creationId xmlns:a16="http://schemas.microsoft.com/office/drawing/2014/main" id="{66385094-FDC1-4AAF-A2F2-B58B103E3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341438"/>
            <a:ext cx="36734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）整理得网孔电流方程为</a:t>
            </a:r>
          </a:p>
        </p:txBody>
      </p:sp>
      <p:graphicFrame>
        <p:nvGraphicFramePr>
          <p:cNvPr id="301060" name="Object 4">
            <a:extLst>
              <a:ext uri="{FF2B5EF4-FFF2-40B4-BE49-F238E27FC236}">
                <a16:creationId xmlns:a16="http://schemas.microsoft.com/office/drawing/2014/main" id="{35C13E30-351C-45FE-9D31-AE95AB9E7D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500438"/>
          <a:ext cx="5238750" cy="230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63" name="Equation" r:id="rId5" imgW="1930320" imgH="850680" progId="Equation.DSMT4">
                  <p:embed/>
                </p:oleObj>
              </mc:Choice>
              <mc:Fallback>
                <p:oleObj name="Equation" r:id="rId5" imgW="1930320" imgH="850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00438"/>
                        <a:ext cx="5238750" cy="230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1" name="Rectangle 5">
            <a:extLst>
              <a:ext uri="{FF2B5EF4-FFF2-40B4-BE49-F238E27FC236}">
                <a16:creationId xmlns:a16="http://schemas.microsoft.com/office/drawing/2014/main" id="{229AE822-BF50-4362-83AE-85B72ED0658A}"/>
              </a:ext>
            </a:extLst>
          </p:cNvPr>
          <p:cNvSpPr>
            <a:spLocks/>
          </p:cNvSpPr>
          <p:nvPr/>
        </p:nvSpPr>
        <p:spPr bwMode="auto">
          <a:xfrm>
            <a:off x="107950" y="0"/>
            <a:ext cx="277177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2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3-5 </a:t>
            </a:r>
            <a:r>
              <a:rPr lang="zh-CN" altLang="en-US" sz="2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网孔电流法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082" name="Object 2">
            <a:extLst>
              <a:ext uri="{FF2B5EF4-FFF2-40B4-BE49-F238E27FC236}">
                <a16:creationId xmlns:a16="http://schemas.microsoft.com/office/drawing/2014/main" id="{DAC5F5D7-8F69-4DC9-AA91-213D86E63B63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987675" y="1844675"/>
          <a:ext cx="6048375" cy="430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91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844675"/>
                        <a:ext cx="6048375" cy="430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3" name="Object 3">
            <a:extLst>
              <a:ext uri="{FF2B5EF4-FFF2-40B4-BE49-F238E27FC236}">
                <a16:creationId xmlns:a16="http://schemas.microsoft.com/office/drawing/2014/main" id="{6D535F55-FE21-4DE2-9B6B-50EA2024F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7250" y="4076700"/>
          <a:ext cx="91281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92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4076700"/>
                        <a:ext cx="91281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4" name="Object 4">
            <a:extLst>
              <a:ext uri="{FF2B5EF4-FFF2-40B4-BE49-F238E27FC236}">
                <a16:creationId xmlns:a16="http://schemas.microsoft.com/office/drawing/2014/main" id="{CCFEF305-7942-43C8-BE49-68518FC56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292600"/>
          <a:ext cx="91281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93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292600"/>
                        <a:ext cx="912812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5" name="Object 5">
            <a:extLst>
              <a:ext uri="{FF2B5EF4-FFF2-40B4-BE49-F238E27FC236}">
                <a16:creationId xmlns:a16="http://schemas.microsoft.com/office/drawing/2014/main" id="{E616D0C7-E2A2-40D7-B13A-A67E40D269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2781300"/>
          <a:ext cx="19145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94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781300"/>
                        <a:ext cx="19145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6" name="Text Box 6">
            <a:extLst>
              <a:ext uri="{FF2B5EF4-FFF2-40B4-BE49-F238E27FC236}">
                <a16:creationId xmlns:a16="http://schemas.microsoft.com/office/drawing/2014/main" id="{09627C29-0785-4250-84F7-E32D2776E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87788"/>
            <a:ext cx="30972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32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sz="3200" b="1">
                <a:latin typeface="楷体_GB2312" pitchFamily="49" charset="-122"/>
                <a:ea typeface="楷体_GB2312" pitchFamily="49" charset="-122"/>
              </a:rPr>
              <a:t>3-12 </a:t>
            </a:r>
            <a:r>
              <a:rPr kumimoji="0" lang="zh-CN" altLang="en-US" sz="3200" b="1">
                <a:latin typeface="楷体_GB2312" pitchFamily="49" charset="-122"/>
                <a:ea typeface="楷体_GB2312" pitchFamily="49" charset="-122"/>
              </a:rPr>
              <a:t>列写网口电流方程</a:t>
            </a:r>
          </a:p>
        </p:txBody>
      </p:sp>
      <p:sp>
        <p:nvSpPr>
          <p:cNvPr id="302089" name="Text Box 9">
            <a:extLst>
              <a:ext uri="{FF2B5EF4-FFF2-40B4-BE49-F238E27FC236}">
                <a16:creationId xmlns:a16="http://schemas.microsoft.com/office/drawing/2014/main" id="{EF967D89-7A49-4680-9491-2AD4C0B00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08050"/>
            <a:ext cx="74898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对含有受控电源支路的电路，可先把受控源看作独立电源按上述方法列方程，再将控制量用网孔电流表示。</a:t>
            </a:r>
          </a:p>
        </p:txBody>
      </p:sp>
      <p:sp>
        <p:nvSpPr>
          <p:cNvPr id="302090" name="Text Box 10">
            <a:extLst>
              <a:ext uri="{FF2B5EF4-FFF2-40B4-BE49-F238E27FC236}">
                <a16:creationId xmlns:a16="http://schemas.microsoft.com/office/drawing/2014/main" id="{F688EBFC-6E35-46E4-AE14-B8B1B1F52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113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3200" b="1">
                <a:solidFill>
                  <a:srgbClr val="000066"/>
                </a:solidFill>
                <a:ea typeface="楷体_GB2312" pitchFamily="49" charset="-122"/>
              </a:rPr>
              <a:t>）含受控电源支路的处理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6" grpId="0"/>
      <p:bldP spid="30208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24" name="Rectangle 16">
            <a:extLst>
              <a:ext uri="{FF2B5EF4-FFF2-40B4-BE49-F238E27FC236}">
                <a16:creationId xmlns:a16="http://schemas.microsoft.com/office/drawing/2014/main" id="{E928D8DA-CB75-4E6A-91CF-B8C0C010C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805488"/>
            <a:ext cx="431800" cy="431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23" name="Rectangle 15">
            <a:extLst>
              <a:ext uri="{FF2B5EF4-FFF2-40B4-BE49-F238E27FC236}">
                <a16:creationId xmlns:a16="http://schemas.microsoft.com/office/drawing/2014/main" id="{AF2158AE-BB78-4EEB-9BD6-A6A9A1C39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005263"/>
            <a:ext cx="720725" cy="431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0" name="AutoShape 2">
            <a:extLst>
              <a:ext uri="{FF2B5EF4-FFF2-40B4-BE49-F238E27FC236}">
                <a16:creationId xmlns:a16="http://schemas.microsoft.com/office/drawing/2014/main" id="{BD182325-75BF-4DC1-80DA-F63C856D4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0"/>
            <a:ext cx="3240087" cy="1441450"/>
          </a:xfrm>
          <a:prstGeom prst="wedgeRoundRectCallout">
            <a:avLst>
              <a:gd name="adj1" fmla="val 155583"/>
              <a:gd name="adj2" fmla="val 107269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 b="1">
                <a:ea typeface="楷体_GB2312" pitchFamily="49" charset="-122"/>
              </a:rPr>
              <a:t>有伴受控电流源等效成受控电压源与电阻串联</a:t>
            </a:r>
          </a:p>
        </p:txBody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6CA73389-D3BB-463B-8637-B452DC614E88}"/>
              </a:ext>
            </a:extLst>
          </p:cNvPr>
          <p:cNvSpPr>
            <a:spLocks/>
          </p:cNvSpPr>
          <p:nvPr/>
        </p:nvSpPr>
        <p:spPr bwMode="auto">
          <a:xfrm>
            <a:off x="6877050" y="0"/>
            <a:ext cx="226695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3-5 </a:t>
            </a:r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网孔电流法</a:t>
            </a:r>
          </a:p>
        </p:txBody>
      </p:sp>
      <p:sp>
        <p:nvSpPr>
          <p:cNvPr id="324612" name="Text Box 4">
            <a:extLst>
              <a:ext uri="{FF2B5EF4-FFF2-40B4-BE49-F238E27FC236}">
                <a16:creationId xmlns:a16="http://schemas.microsoft.com/office/drawing/2014/main" id="{E27F5848-59E1-424F-BB90-3E7E8EDA8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573463"/>
            <a:ext cx="21605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kumimoji="1"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代入最后整理成一般形式即可</a:t>
            </a:r>
          </a:p>
        </p:txBody>
      </p:sp>
      <p:graphicFrame>
        <p:nvGraphicFramePr>
          <p:cNvPr id="324613" name="Object 5">
            <a:extLst>
              <a:ext uri="{FF2B5EF4-FFF2-40B4-BE49-F238E27FC236}">
                <a16:creationId xmlns:a16="http://schemas.microsoft.com/office/drawing/2014/main" id="{D0852520-E577-443B-8130-B3DD2BF20D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0"/>
          <a:ext cx="4897438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25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0"/>
                        <a:ext cx="4897438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4" name="Object 6">
            <a:extLst>
              <a:ext uri="{FF2B5EF4-FFF2-40B4-BE49-F238E27FC236}">
                <a16:creationId xmlns:a16="http://schemas.microsoft.com/office/drawing/2014/main" id="{C97DAA1C-6179-4504-8396-0A65B579A3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773238"/>
          <a:ext cx="738188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26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773238"/>
                        <a:ext cx="738188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5" name="Object 7">
            <a:extLst>
              <a:ext uri="{FF2B5EF4-FFF2-40B4-BE49-F238E27FC236}">
                <a16:creationId xmlns:a16="http://schemas.microsoft.com/office/drawing/2014/main" id="{B0C0BD5F-870F-47AD-84A6-DDA8D68D71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7397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27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7397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6" name="Object 8">
            <a:extLst>
              <a:ext uri="{FF2B5EF4-FFF2-40B4-BE49-F238E27FC236}">
                <a16:creationId xmlns:a16="http://schemas.microsoft.com/office/drawing/2014/main" id="{A9DEA671-FCDE-4F89-A79E-8AF33E348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765175"/>
          <a:ext cx="15525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28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765175"/>
                        <a:ext cx="15525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7" name="Object 9">
            <a:extLst>
              <a:ext uri="{FF2B5EF4-FFF2-40B4-BE49-F238E27FC236}">
                <a16:creationId xmlns:a16="http://schemas.microsoft.com/office/drawing/2014/main" id="{CC58AACE-09FF-4A47-BA0E-5EF3570907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5661025"/>
          <a:ext cx="2117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29" name="Equation" r:id="rId11" imgW="622080" imgH="190440" progId="Equation.DSMT4">
                  <p:embed/>
                </p:oleObj>
              </mc:Choice>
              <mc:Fallback>
                <p:oleObj name="Equation" r:id="rId11" imgW="622080" imgH="1904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5661025"/>
                        <a:ext cx="21177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8" name="Text Box 10">
            <a:extLst>
              <a:ext uri="{FF2B5EF4-FFF2-40B4-BE49-F238E27FC236}">
                <a16:creationId xmlns:a16="http://schemas.microsoft.com/office/drawing/2014/main" id="{AB6A7CC9-7519-4FA1-848B-B86BE84B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157788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增加方程：</a:t>
            </a:r>
          </a:p>
        </p:txBody>
      </p:sp>
      <p:graphicFrame>
        <p:nvGraphicFramePr>
          <p:cNvPr id="324619" name="Object 11">
            <a:extLst>
              <a:ext uri="{FF2B5EF4-FFF2-40B4-BE49-F238E27FC236}">
                <a16:creationId xmlns:a16="http://schemas.microsoft.com/office/drawing/2014/main" id="{F20AED1A-D330-4F7B-91C4-076C214EAB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1263" y="5013325"/>
          <a:ext cx="41227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30" name="Equation" r:id="rId13" imgW="1333440" imgH="596880" progId="Equation.DSMT4">
                  <p:embed/>
                </p:oleObj>
              </mc:Choice>
              <mc:Fallback>
                <p:oleObj name="Equation" r:id="rId13" imgW="1333440" imgH="5968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5013325"/>
                        <a:ext cx="4122737" cy="18446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0" name="Object 12">
            <a:extLst>
              <a:ext uri="{FF2B5EF4-FFF2-40B4-BE49-F238E27FC236}">
                <a16:creationId xmlns:a16="http://schemas.microsoft.com/office/drawing/2014/main" id="{F381FE8C-36D6-479F-B617-08E8703F03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357563"/>
          <a:ext cx="6589713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31" name="Equation" r:id="rId15" imgW="2260440" imgH="596880" progId="Equation.DSMT4">
                  <p:embed/>
                </p:oleObj>
              </mc:Choice>
              <mc:Fallback>
                <p:oleObj name="Equation" r:id="rId15" imgW="2260440" imgH="5968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357563"/>
                        <a:ext cx="6589713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1" name="Text Box 13">
            <a:extLst>
              <a:ext uri="{FF2B5EF4-FFF2-40B4-BE49-F238E27FC236}">
                <a16:creationId xmlns:a16="http://schemas.microsoft.com/office/drawing/2014/main" id="{E0326969-1B7D-493E-B431-B8B9A0561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628775"/>
            <a:ext cx="36734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【</a:t>
            </a:r>
            <a:r>
              <a:rPr lang="zh-CN" altLang="en-US" sz="2800" b="1">
                <a:ea typeface="楷体_GB2312" pitchFamily="49" charset="-122"/>
              </a:rPr>
              <a:t>解</a:t>
            </a:r>
            <a:r>
              <a:rPr lang="en-US" altLang="zh-CN" sz="2800" b="1">
                <a:ea typeface="楷体_GB2312" pitchFamily="49" charset="-122"/>
              </a:rPr>
              <a:t>】</a:t>
            </a:r>
            <a:r>
              <a:rPr lang="zh-CN" altLang="en-US" sz="2800" b="1">
                <a:solidFill>
                  <a:srgbClr val="FF0066"/>
                </a:solidFill>
                <a:ea typeface="楷体_GB2312" pitchFamily="49" charset="-122"/>
              </a:rPr>
              <a:t>方法一：</a:t>
            </a:r>
            <a:r>
              <a:rPr lang="zh-CN" altLang="en-US" sz="2800" b="1">
                <a:ea typeface="楷体_GB2312" pitchFamily="49" charset="-122"/>
              </a:rPr>
              <a:t>列写网孔电流表示的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KVL</a:t>
            </a:r>
            <a:r>
              <a:rPr lang="zh-CN" altLang="en-US" sz="2800" b="1">
                <a:ea typeface="楷体_GB2312" pitchFamily="49" charset="-122"/>
              </a:rPr>
              <a:t>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3" dur="20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32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2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animBg="1"/>
      <p:bldP spid="324612" grpId="0"/>
      <p:bldP spid="324618" grpId="0"/>
      <p:bldP spid="3246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AutoShape 2">
            <a:extLst>
              <a:ext uri="{FF2B5EF4-FFF2-40B4-BE49-F238E27FC236}">
                <a16:creationId xmlns:a16="http://schemas.microsoft.com/office/drawing/2014/main" id="{49A56ADA-F486-40FC-BB6E-6B7B8134C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0"/>
            <a:ext cx="3240087" cy="1441450"/>
          </a:xfrm>
          <a:prstGeom prst="wedgeRoundRectCallout">
            <a:avLst>
              <a:gd name="adj1" fmla="val 164505"/>
              <a:gd name="adj2" fmla="val 107269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 b="1">
                <a:ea typeface="楷体_GB2312" pitchFamily="49" charset="-122"/>
              </a:rPr>
              <a:t>有伴受控电流源等效成受控电压源与电阻串联</a:t>
            </a:r>
          </a:p>
        </p:txBody>
      </p:sp>
      <p:sp>
        <p:nvSpPr>
          <p:cNvPr id="323588" name="Text Box 4">
            <a:extLst>
              <a:ext uri="{FF2B5EF4-FFF2-40B4-BE49-F238E27FC236}">
                <a16:creationId xmlns:a16="http://schemas.microsoft.com/office/drawing/2014/main" id="{2EDCBE4D-D6DF-4545-83BA-A3AA3F2A2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84313"/>
            <a:ext cx="36734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【</a:t>
            </a:r>
            <a:r>
              <a:rPr lang="zh-CN" altLang="en-US" sz="2800" b="1">
                <a:ea typeface="楷体_GB2312" pitchFamily="49" charset="-122"/>
              </a:rPr>
              <a:t>解</a:t>
            </a:r>
            <a:r>
              <a:rPr lang="en-US" altLang="zh-CN" sz="2800" b="1">
                <a:ea typeface="楷体_GB2312" pitchFamily="49" charset="-122"/>
              </a:rPr>
              <a:t>】</a:t>
            </a:r>
            <a:r>
              <a:rPr lang="zh-CN" altLang="en-US" sz="2800" b="1">
                <a:solidFill>
                  <a:srgbClr val="FF0066"/>
                </a:solidFill>
                <a:ea typeface="楷体_GB2312" pitchFamily="49" charset="-122"/>
              </a:rPr>
              <a:t>方法二：</a:t>
            </a:r>
            <a:r>
              <a:rPr lang="zh-CN" altLang="en-US" sz="2800" b="1">
                <a:ea typeface="楷体_GB2312" pitchFamily="49" charset="-122"/>
              </a:rPr>
              <a:t>观察法</a:t>
            </a:r>
          </a:p>
        </p:txBody>
      </p:sp>
      <p:sp>
        <p:nvSpPr>
          <p:cNvPr id="323589" name="Rectangle 5">
            <a:extLst>
              <a:ext uri="{FF2B5EF4-FFF2-40B4-BE49-F238E27FC236}">
                <a16:creationId xmlns:a16="http://schemas.microsoft.com/office/drawing/2014/main" id="{B0461680-CBCD-42A5-86D0-E6B34CC04CA8}"/>
              </a:ext>
            </a:extLst>
          </p:cNvPr>
          <p:cNvSpPr>
            <a:spLocks/>
          </p:cNvSpPr>
          <p:nvPr/>
        </p:nvSpPr>
        <p:spPr bwMode="auto">
          <a:xfrm>
            <a:off x="6877050" y="0"/>
            <a:ext cx="226695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3-5 </a:t>
            </a:r>
            <a:r>
              <a:rPr lang="zh-CN" altLang="en-US" sz="1600">
                <a:solidFill>
                  <a:srgbClr val="B2B2B2"/>
                </a:solidFill>
                <a:latin typeface="楷体_GB2312" pitchFamily="49" charset="-122"/>
                <a:ea typeface="楷体_GB2312" pitchFamily="49" charset="-122"/>
              </a:rPr>
              <a:t>网孔电流法</a:t>
            </a:r>
          </a:p>
        </p:txBody>
      </p:sp>
      <p:sp>
        <p:nvSpPr>
          <p:cNvPr id="323590" name="Text Box 6">
            <a:extLst>
              <a:ext uri="{FF2B5EF4-FFF2-40B4-BE49-F238E27FC236}">
                <a16:creationId xmlns:a16="http://schemas.microsoft.com/office/drawing/2014/main" id="{44B98D91-87AC-465B-80E4-2374BD9EA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3573463"/>
            <a:ext cx="30972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kumimoji="1"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代入最后整理成一般形式即可</a:t>
            </a:r>
          </a:p>
        </p:txBody>
      </p:sp>
      <p:graphicFrame>
        <p:nvGraphicFramePr>
          <p:cNvPr id="323591" name="Object 7">
            <a:extLst>
              <a:ext uri="{FF2B5EF4-FFF2-40B4-BE49-F238E27FC236}">
                <a16:creationId xmlns:a16="http://schemas.microsoft.com/office/drawing/2014/main" id="{3A4FD9AB-06A6-44B8-AF51-E1F20409C1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0"/>
          <a:ext cx="4897438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01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0"/>
                        <a:ext cx="4897438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2" name="Object 8">
            <a:extLst>
              <a:ext uri="{FF2B5EF4-FFF2-40B4-BE49-F238E27FC236}">
                <a16:creationId xmlns:a16="http://schemas.microsoft.com/office/drawing/2014/main" id="{E1031731-9B02-49B1-BC54-DC2938EB46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773238"/>
          <a:ext cx="738188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02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773238"/>
                        <a:ext cx="738188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9">
            <a:extLst>
              <a:ext uri="{FF2B5EF4-FFF2-40B4-BE49-F238E27FC236}">
                <a16:creationId xmlns:a16="http://schemas.microsoft.com/office/drawing/2014/main" id="{7BEB91AC-5C88-4F96-8443-44E3E829E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7397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03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7397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4" name="Object 10">
            <a:extLst>
              <a:ext uri="{FF2B5EF4-FFF2-40B4-BE49-F238E27FC236}">
                <a16:creationId xmlns:a16="http://schemas.microsoft.com/office/drawing/2014/main" id="{56F169A8-BF5C-4208-B2F3-15A7A7F3E8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765175"/>
          <a:ext cx="15525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04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765175"/>
                        <a:ext cx="15525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5" name="Object 11">
            <a:extLst>
              <a:ext uri="{FF2B5EF4-FFF2-40B4-BE49-F238E27FC236}">
                <a16:creationId xmlns:a16="http://schemas.microsoft.com/office/drawing/2014/main" id="{81FEC3C8-65D5-482F-AA96-D68E864983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5661025"/>
          <a:ext cx="2117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05" name="Equation" r:id="rId11" imgW="622080" imgH="190440" progId="Equation.DSMT4">
                  <p:embed/>
                </p:oleObj>
              </mc:Choice>
              <mc:Fallback>
                <p:oleObj name="Equation" r:id="rId11" imgW="622080" imgH="1904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5661025"/>
                        <a:ext cx="21177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6" name="Text Box 12">
            <a:extLst>
              <a:ext uri="{FF2B5EF4-FFF2-40B4-BE49-F238E27FC236}">
                <a16:creationId xmlns:a16="http://schemas.microsoft.com/office/drawing/2014/main" id="{5360A1E0-93CD-4558-B8CC-03EF207F5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157788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增加方程：</a:t>
            </a:r>
          </a:p>
        </p:txBody>
      </p:sp>
      <p:graphicFrame>
        <p:nvGraphicFramePr>
          <p:cNvPr id="323597" name="Object 13">
            <a:extLst>
              <a:ext uri="{FF2B5EF4-FFF2-40B4-BE49-F238E27FC236}">
                <a16:creationId xmlns:a16="http://schemas.microsoft.com/office/drawing/2014/main" id="{FA57C03A-F8B6-4E8B-A3B5-055FC22892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4581525"/>
          <a:ext cx="41227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06" name="Equation" r:id="rId13" imgW="1333440" imgH="596880" progId="Equation.DSMT4">
                  <p:embed/>
                </p:oleObj>
              </mc:Choice>
              <mc:Fallback>
                <p:oleObj name="Equation" r:id="rId13" imgW="1333440" imgH="5968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581525"/>
                        <a:ext cx="4122737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0" name="Object 16">
            <a:extLst>
              <a:ext uri="{FF2B5EF4-FFF2-40B4-BE49-F238E27FC236}">
                <a16:creationId xmlns:a16="http://schemas.microsoft.com/office/drawing/2014/main" id="{DEA0AD0A-2EE6-42C9-86E7-E3A2FF3363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068638"/>
          <a:ext cx="4984750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07" name="Equation" r:id="rId15" imgW="1612800" imgH="596880" progId="Equation.DSMT4">
                  <p:embed/>
                </p:oleObj>
              </mc:Choice>
              <mc:Fallback>
                <p:oleObj name="Equation" r:id="rId15" imgW="1612800" imgH="5968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068638"/>
                        <a:ext cx="4984750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 animBg="1"/>
      <p:bldP spid="323588" grpId="0"/>
      <p:bldP spid="323590" grpId="0"/>
      <p:bldP spid="32359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Text Box 2" descr="绿色大理石">
            <a:extLst>
              <a:ext uri="{FF2B5EF4-FFF2-40B4-BE49-F238E27FC236}">
                <a16:creationId xmlns:a16="http://schemas.microsoft.com/office/drawing/2014/main" id="{69E31380-BF8C-4782-862E-122D66300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36613"/>
            <a:ext cx="5400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网孔分析法的一般步骤</a:t>
            </a:r>
            <a:r>
              <a:rPr kumimoji="1" lang="zh-CN" altLang="en-US" sz="2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sp>
        <p:nvSpPr>
          <p:cNvPr id="243715" name="Text Box 3">
            <a:extLst>
              <a:ext uri="{FF2B5EF4-FFF2-40B4-BE49-F238E27FC236}">
                <a16:creationId xmlns:a16="http://schemas.microsoft.com/office/drawing/2014/main" id="{C7D8192E-00C4-4E28-9039-64BC732F4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5"/>
            <a:ext cx="7777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选定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b-(n-1)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个独立网孔，标出网孔电流绕向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3716" name="Text Box 4">
            <a:extLst>
              <a:ext uri="{FF2B5EF4-FFF2-40B4-BE49-F238E27FC236}">
                <a16:creationId xmlns:a16="http://schemas.microsoft.com/office/drawing/2014/main" id="{000FDB5A-76D7-42FF-AD59-B925DD2E6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(2)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 断开与电压源并联的电阻，先将受控源看作独立源，列写以网孔电流表示的</a:t>
            </a:r>
            <a:r>
              <a:rPr kumimoji="0" lang="en-US" altLang="zh-CN" sz="2800" b="1">
                <a:ea typeface="楷体_GB2312" pitchFamily="49" charset="-122"/>
              </a:rPr>
              <a:t>KVL</a:t>
            </a:r>
            <a:r>
              <a:rPr kumimoji="0" lang="zh-CN" altLang="zh-CN" sz="2800" b="1">
                <a:latin typeface="楷体_GB2312" pitchFamily="49" charset="-122"/>
                <a:ea typeface="楷体_GB2312" pitchFamily="49" charset="-122"/>
              </a:rPr>
              <a:t>方程；</a:t>
            </a:r>
            <a:endParaRPr kumimoji="0"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3717" name="Text Box 5">
            <a:extLst>
              <a:ext uri="{FF2B5EF4-FFF2-40B4-BE49-F238E27FC236}">
                <a16:creationId xmlns:a16="http://schemas.microsoft.com/office/drawing/2014/main" id="{CF551699-0730-485C-B1DE-7CC2B1C74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4370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</a:rPr>
              <a:t>(4)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求解上述方程，得到网孔电流；</a:t>
            </a:r>
          </a:p>
        </p:txBody>
      </p:sp>
      <p:sp>
        <p:nvSpPr>
          <p:cNvPr id="243718" name="Text Box 6">
            <a:extLst>
              <a:ext uri="{FF2B5EF4-FFF2-40B4-BE49-F238E27FC236}">
                <a16:creationId xmlns:a16="http://schemas.microsoft.com/office/drawing/2014/main" id="{2EC9FEF4-878C-4842-8528-4E55673DA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229225"/>
            <a:ext cx="6481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</a:rPr>
              <a:t>(5)</a:t>
            </a:r>
            <a:r>
              <a:rPr lang="zh-CN" altLang="zh-CN" sz="2800" b="1">
                <a:latin typeface="楷体_GB2312" pitchFamily="49" charset="-122"/>
                <a:ea typeface="楷体_GB2312" pitchFamily="49" charset="-122"/>
              </a:rPr>
              <a:t>通过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网孔电流求各支路电压及其他量</a:t>
            </a:r>
          </a:p>
        </p:txBody>
      </p:sp>
      <p:sp>
        <p:nvSpPr>
          <p:cNvPr id="243719" name="Text Box 7">
            <a:extLst>
              <a:ext uri="{FF2B5EF4-FFF2-40B4-BE49-F238E27FC236}">
                <a16:creationId xmlns:a16="http://schemas.microsoft.com/office/drawing/2014/main" id="{BE86C93B-6E48-47BE-ABE6-1DF22D8E3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068638"/>
            <a:ext cx="7848600" cy="1117600"/>
          </a:xfrm>
          <a:prstGeom prst="rect">
            <a:avLst/>
          </a:prstGeom>
          <a:solidFill>
            <a:srgbClr val="99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(3)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增加受控源的控制量与网孔电流关系；增加无伴电流源电流与网孔电流关系</a:t>
            </a:r>
          </a:p>
        </p:txBody>
      </p:sp>
      <p:sp>
        <p:nvSpPr>
          <p:cNvPr id="243720" name="Rectangle 8">
            <a:extLst>
              <a:ext uri="{FF2B5EF4-FFF2-40B4-BE49-F238E27FC236}">
                <a16:creationId xmlns:a16="http://schemas.microsoft.com/office/drawing/2014/main" id="{1EE6CB6E-B891-41A0-B9D8-11110F9E2E6E}"/>
              </a:ext>
            </a:extLst>
          </p:cNvPr>
          <p:cNvSpPr>
            <a:spLocks/>
          </p:cNvSpPr>
          <p:nvPr/>
        </p:nvSpPr>
        <p:spPr bwMode="auto">
          <a:xfrm>
            <a:off x="107950" y="0"/>
            <a:ext cx="277177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2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3-5 </a:t>
            </a:r>
            <a:r>
              <a:rPr lang="zh-CN" altLang="en-US" sz="2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网孔电流法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4" grpId="0"/>
      <p:bldP spid="243715" grpId="0"/>
      <p:bldP spid="243716" grpId="0"/>
      <p:bldP spid="243717" grpId="0"/>
      <p:bldP spid="243718" grpId="0"/>
      <p:bldP spid="2437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1122" name="Object 2">
            <a:extLst>
              <a:ext uri="{FF2B5EF4-FFF2-40B4-BE49-F238E27FC236}">
                <a16:creationId xmlns:a16="http://schemas.microsoft.com/office/drawing/2014/main" id="{C63F54EF-4FB6-4BB1-866C-E354C5C809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792163"/>
          <a:ext cx="5753100" cy="425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35" name="Visio" r:id="rId3" imgW="2393442" imgH="1815811" progId="Visio.Drawing.11">
                  <p:embed/>
                </p:oleObj>
              </mc:Choice>
              <mc:Fallback>
                <p:oleObj name="Visio" r:id="rId3" imgW="2393442" imgH="1815811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92163"/>
                        <a:ext cx="5753100" cy="425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3" name="Object 3">
            <a:extLst>
              <a:ext uri="{FF2B5EF4-FFF2-40B4-BE49-F238E27FC236}">
                <a16:creationId xmlns:a16="http://schemas.microsoft.com/office/drawing/2014/main" id="{EE7E4B53-313E-4FB9-BCE0-0F608EAA93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113" y="5084763"/>
          <a:ext cx="7893050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36" name="Equation" r:id="rId5" imgW="3390840" imgH="342720" progId="Equation.DSMT4">
                  <p:embed/>
                </p:oleObj>
              </mc:Choice>
              <mc:Fallback>
                <p:oleObj name="Equation" r:id="rId5" imgW="3390840" imgH="3427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5084763"/>
                        <a:ext cx="7893050" cy="80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4" name="Rectangle 4">
            <a:extLst>
              <a:ext uri="{FF2B5EF4-FFF2-40B4-BE49-F238E27FC236}">
                <a16:creationId xmlns:a16="http://schemas.microsoft.com/office/drawing/2014/main" id="{A74218B4-3C6B-423C-A16B-1DE58FC89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765175"/>
            <a:ext cx="49688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3-13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求电流</a:t>
            </a:r>
            <a:r>
              <a:rPr lang="en-US" altLang="zh-CN" sz="3200" b="1" i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（自学）</a:t>
            </a:r>
          </a:p>
        </p:txBody>
      </p:sp>
      <p:graphicFrame>
        <p:nvGraphicFramePr>
          <p:cNvPr id="261125" name="Object 5">
            <a:extLst>
              <a:ext uri="{FF2B5EF4-FFF2-40B4-BE49-F238E27FC236}">
                <a16:creationId xmlns:a16="http://schemas.microsoft.com/office/drawing/2014/main" id="{4034FC47-82C1-42AE-8B76-0D3A7D6A6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1443038"/>
          <a:ext cx="3490913" cy="344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37" name="Visio" r:id="rId7" imgW="1697126" imgH="1644820" progId="Visio.Drawing.11">
                  <p:embed/>
                </p:oleObj>
              </mc:Choice>
              <mc:Fallback>
                <p:oleObj name="Visio" r:id="rId7" imgW="1697126" imgH="164482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443038"/>
                        <a:ext cx="3490913" cy="344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6" name="Object 6">
            <a:extLst>
              <a:ext uri="{FF2B5EF4-FFF2-40B4-BE49-F238E27FC236}">
                <a16:creationId xmlns:a16="http://schemas.microsoft.com/office/drawing/2014/main" id="{1DAB3B64-08EE-41D1-BFC7-1810351B8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2235200"/>
          <a:ext cx="3744912" cy="309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38" name="Visio" r:id="rId9" imgW="1844802" imgH="1552677" progId="Visio.Drawing.11">
                  <p:embed/>
                </p:oleObj>
              </mc:Choice>
              <mc:Fallback>
                <p:oleObj name="Visio" r:id="rId9" imgW="1844802" imgH="1552677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235200"/>
                        <a:ext cx="3744912" cy="309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7" name="Object 7">
            <a:extLst>
              <a:ext uri="{FF2B5EF4-FFF2-40B4-BE49-F238E27FC236}">
                <a16:creationId xmlns:a16="http://schemas.microsoft.com/office/drawing/2014/main" id="{A2F9B537-962E-4AAF-A207-02A00D595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7988" y="5900738"/>
          <a:ext cx="218757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39" name="Equation" r:id="rId11" imgW="939600" imgH="266400" progId="Equation.DSMT4">
                  <p:embed/>
                </p:oleObj>
              </mc:Choice>
              <mc:Fallback>
                <p:oleObj name="Equation" r:id="rId11" imgW="939600" imgH="26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5900738"/>
                        <a:ext cx="2187575" cy="623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8" name="Freeform 8">
            <a:extLst>
              <a:ext uri="{FF2B5EF4-FFF2-40B4-BE49-F238E27FC236}">
                <a16:creationId xmlns:a16="http://schemas.microsoft.com/office/drawing/2014/main" id="{4C4A54AA-4311-4785-A792-519F793841F2}"/>
              </a:ext>
            </a:extLst>
          </p:cNvPr>
          <p:cNvSpPr>
            <a:spLocks/>
          </p:cNvSpPr>
          <p:nvPr/>
        </p:nvSpPr>
        <p:spPr bwMode="auto">
          <a:xfrm>
            <a:off x="5795963" y="2008188"/>
            <a:ext cx="1760537" cy="1781175"/>
          </a:xfrm>
          <a:custGeom>
            <a:avLst/>
            <a:gdLst>
              <a:gd name="T0" fmla="*/ 976 w 1200"/>
              <a:gd name="T1" fmla="*/ 248 h 1125"/>
              <a:gd name="T2" fmla="*/ 1104 w 1200"/>
              <a:gd name="T3" fmla="*/ 240 h 1125"/>
              <a:gd name="T4" fmla="*/ 1200 w 1200"/>
              <a:gd name="T5" fmla="*/ 152 h 1125"/>
              <a:gd name="T6" fmla="*/ 1152 w 1200"/>
              <a:gd name="T7" fmla="*/ 72 h 1125"/>
              <a:gd name="T8" fmla="*/ 920 w 1200"/>
              <a:gd name="T9" fmla="*/ 0 h 1125"/>
              <a:gd name="T10" fmla="*/ 368 w 1200"/>
              <a:gd name="T11" fmla="*/ 8 h 1125"/>
              <a:gd name="T12" fmla="*/ 248 w 1200"/>
              <a:gd name="T13" fmla="*/ 80 h 1125"/>
              <a:gd name="T14" fmla="*/ 208 w 1200"/>
              <a:gd name="T15" fmla="*/ 128 h 1125"/>
              <a:gd name="T16" fmla="*/ 160 w 1200"/>
              <a:gd name="T17" fmla="*/ 160 h 1125"/>
              <a:gd name="T18" fmla="*/ 120 w 1200"/>
              <a:gd name="T19" fmla="*/ 192 h 1125"/>
              <a:gd name="T20" fmla="*/ 80 w 1200"/>
              <a:gd name="T21" fmla="*/ 240 h 1125"/>
              <a:gd name="T22" fmla="*/ 0 w 1200"/>
              <a:gd name="T23" fmla="*/ 424 h 1125"/>
              <a:gd name="T24" fmla="*/ 24 w 1200"/>
              <a:gd name="T25" fmla="*/ 632 h 1125"/>
              <a:gd name="T26" fmla="*/ 72 w 1200"/>
              <a:gd name="T27" fmla="*/ 728 h 1125"/>
              <a:gd name="T28" fmla="*/ 152 w 1200"/>
              <a:gd name="T29" fmla="*/ 864 h 1125"/>
              <a:gd name="T30" fmla="*/ 240 w 1200"/>
              <a:gd name="T31" fmla="*/ 928 h 1125"/>
              <a:gd name="T32" fmla="*/ 312 w 1200"/>
              <a:gd name="T33" fmla="*/ 984 h 1125"/>
              <a:gd name="T34" fmla="*/ 416 w 1200"/>
              <a:gd name="T35" fmla="*/ 1112 h 1125"/>
              <a:gd name="T36" fmla="*/ 480 w 1200"/>
              <a:gd name="T37" fmla="*/ 1080 h 1125"/>
              <a:gd name="T38" fmla="*/ 528 w 1200"/>
              <a:gd name="T39" fmla="*/ 1032 h 1125"/>
              <a:gd name="T40" fmla="*/ 584 w 1200"/>
              <a:gd name="T41" fmla="*/ 760 h 1125"/>
              <a:gd name="T42" fmla="*/ 656 w 1200"/>
              <a:gd name="T43" fmla="*/ 472 h 1125"/>
              <a:gd name="T44" fmla="*/ 736 w 1200"/>
              <a:gd name="T45" fmla="*/ 416 h 1125"/>
              <a:gd name="T46" fmla="*/ 936 w 1200"/>
              <a:gd name="T47" fmla="*/ 336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00" h="1125">
                <a:moveTo>
                  <a:pt x="976" y="248"/>
                </a:moveTo>
                <a:cubicBezTo>
                  <a:pt x="1016" y="261"/>
                  <a:pt x="1063" y="245"/>
                  <a:pt x="1104" y="240"/>
                </a:cubicBezTo>
                <a:cubicBezTo>
                  <a:pt x="1157" y="222"/>
                  <a:pt x="1181" y="208"/>
                  <a:pt x="1200" y="152"/>
                </a:cubicBezTo>
                <a:cubicBezTo>
                  <a:pt x="1193" y="108"/>
                  <a:pt x="1195" y="86"/>
                  <a:pt x="1152" y="72"/>
                </a:cubicBezTo>
                <a:cubicBezTo>
                  <a:pt x="1088" y="8"/>
                  <a:pt x="1007" y="8"/>
                  <a:pt x="920" y="0"/>
                </a:cubicBezTo>
                <a:cubicBezTo>
                  <a:pt x="736" y="3"/>
                  <a:pt x="552" y="3"/>
                  <a:pt x="368" y="8"/>
                </a:cubicBezTo>
                <a:cubicBezTo>
                  <a:pt x="320" y="9"/>
                  <a:pt x="290" y="66"/>
                  <a:pt x="248" y="80"/>
                </a:cubicBezTo>
                <a:cubicBezTo>
                  <a:pt x="233" y="95"/>
                  <a:pt x="224" y="114"/>
                  <a:pt x="208" y="128"/>
                </a:cubicBezTo>
                <a:cubicBezTo>
                  <a:pt x="194" y="141"/>
                  <a:pt x="160" y="160"/>
                  <a:pt x="160" y="160"/>
                </a:cubicBezTo>
                <a:cubicBezTo>
                  <a:pt x="114" y="229"/>
                  <a:pt x="175" y="148"/>
                  <a:pt x="120" y="192"/>
                </a:cubicBezTo>
                <a:cubicBezTo>
                  <a:pt x="104" y="205"/>
                  <a:pt x="93" y="224"/>
                  <a:pt x="80" y="240"/>
                </a:cubicBezTo>
                <a:cubicBezTo>
                  <a:pt x="36" y="297"/>
                  <a:pt x="14" y="354"/>
                  <a:pt x="0" y="424"/>
                </a:cubicBezTo>
                <a:cubicBezTo>
                  <a:pt x="5" y="493"/>
                  <a:pt x="9" y="564"/>
                  <a:pt x="24" y="632"/>
                </a:cubicBezTo>
                <a:cubicBezTo>
                  <a:pt x="32" y="667"/>
                  <a:pt x="58" y="696"/>
                  <a:pt x="72" y="728"/>
                </a:cubicBezTo>
                <a:cubicBezTo>
                  <a:pt x="93" y="775"/>
                  <a:pt x="109" y="835"/>
                  <a:pt x="152" y="864"/>
                </a:cubicBezTo>
                <a:cubicBezTo>
                  <a:pt x="176" y="900"/>
                  <a:pt x="205" y="910"/>
                  <a:pt x="240" y="928"/>
                </a:cubicBezTo>
                <a:cubicBezTo>
                  <a:pt x="268" y="942"/>
                  <a:pt x="286" y="967"/>
                  <a:pt x="312" y="984"/>
                </a:cubicBezTo>
                <a:cubicBezTo>
                  <a:pt x="339" y="1025"/>
                  <a:pt x="367" y="1096"/>
                  <a:pt x="416" y="1112"/>
                </a:cubicBezTo>
                <a:cubicBezTo>
                  <a:pt x="527" y="1096"/>
                  <a:pt x="445" y="1125"/>
                  <a:pt x="480" y="1080"/>
                </a:cubicBezTo>
                <a:cubicBezTo>
                  <a:pt x="494" y="1062"/>
                  <a:pt x="528" y="1032"/>
                  <a:pt x="528" y="1032"/>
                </a:cubicBezTo>
                <a:cubicBezTo>
                  <a:pt x="558" y="942"/>
                  <a:pt x="530" y="841"/>
                  <a:pt x="584" y="760"/>
                </a:cubicBezTo>
                <a:cubicBezTo>
                  <a:pt x="589" y="647"/>
                  <a:pt x="576" y="552"/>
                  <a:pt x="656" y="472"/>
                </a:cubicBezTo>
                <a:cubicBezTo>
                  <a:pt x="670" y="430"/>
                  <a:pt x="694" y="430"/>
                  <a:pt x="736" y="416"/>
                </a:cubicBezTo>
                <a:cubicBezTo>
                  <a:pt x="804" y="393"/>
                  <a:pt x="884" y="388"/>
                  <a:pt x="936" y="336"/>
                </a:cubicBezTo>
              </a:path>
            </a:pathLst>
          </a:custGeom>
          <a:noFill/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29" name="Freeform 9">
            <a:extLst>
              <a:ext uri="{FF2B5EF4-FFF2-40B4-BE49-F238E27FC236}">
                <a16:creationId xmlns:a16="http://schemas.microsoft.com/office/drawing/2014/main" id="{C2E0A1D0-AC23-4F96-AF94-9A4676E4C66F}"/>
              </a:ext>
            </a:extLst>
          </p:cNvPr>
          <p:cNvSpPr>
            <a:spLocks/>
          </p:cNvSpPr>
          <p:nvPr/>
        </p:nvSpPr>
        <p:spPr bwMode="auto">
          <a:xfrm>
            <a:off x="6097588" y="3084513"/>
            <a:ext cx="390525" cy="396875"/>
          </a:xfrm>
          <a:custGeom>
            <a:avLst/>
            <a:gdLst>
              <a:gd name="T0" fmla="*/ 7 w 246"/>
              <a:gd name="T1" fmla="*/ 18 h 250"/>
              <a:gd name="T2" fmla="*/ 207 w 246"/>
              <a:gd name="T3" fmla="*/ 10 h 250"/>
              <a:gd name="T4" fmla="*/ 175 w 246"/>
              <a:gd name="T5" fmla="*/ 250 h 250"/>
              <a:gd name="T6" fmla="*/ 39 w 246"/>
              <a:gd name="T7" fmla="*/ 138 h 250"/>
              <a:gd name="T8" fmla="*/ 7 w 246"/>
              <a:gd name="T9" fmla="*/ 106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6" h="250">
                <a:moveTo>
                  <a:pt x="7" y="18"/>
                </a:moveTo>
                <a:cubicBezTo>
                  <a:pt x="85" y="13"/>
                  <a:pt x="135" y="0"/>
                  <a:pt x="207" y="10"/>
                </a:cubicBezTo>
                <a:cubicBezTo>
                  <a:pt x="232" y="86"/>
                  <a:pt x="246" y="203"/>
                  <a:pt x="175" y="250"/>
                </a:cubicBezTo>
                <a:cubicBezTo>
                  <a:pt x="112" y="234"/>
                  <a:pt x="83" y="182"/>
                  <a:pt x="39" y="138"/>
                </a:cubicBezTo>
                <a:cubicBezTo>
                  <a:pt x="0" y="99"/>
                  <a:pt x="25" y="143"/>
                  <a:pt x="7" y="106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0" name="Freeform 10">
            <a:extLst>
              <a:ext uri="{FF2B5EF4-FFF2-40B4-BE49-F238E27FC236}">
                <a16:creationId xmlns:a16="http://schemas.microsoft.com/office/drawing/2014/main" id="{018ADE5F-B2EB-4BB3-9081-368857FBBE84}"/>
              </a:ext>
            </a:extLst>
          </p:cNvPr>
          <p:cNvSpPr>
            <a:spLocks/>
          </p:cNvSpPr>
          <p:nvPr/>
        </p:nvSpPr>
        <p:spPr bwMode="auto">
          <a:xfrm>
            <a:off x="1346200" y="3443288"/>
            <a:ext cx="1139825" cy="804862"/>
          </a:xfrm>
          <a:custGeom>
            <a:avLst/>
            <a:gdLst>
              <a:gd name="T0" fmla="*/ 144 w 718"/>
              <a:gd name="T1" fmla="*/ 0 h 672"/>
              <a:gd name="T2" fmla="*/ 448 w 718"/>
              <a:gd name="T3" fmla="*/ 8 h 672"/>
              <a:gd name="T4" fmla="*/ 504 w 718"/>
              <a:gd name="T5" fmla="*/ 32 h 672"/>
              <a:gd name="T6" fmla="*/ 552 w 718"/>
              <a:gd name="T7" fmla="*/ 64 h 672"/>
              <a:gd name="T8" fmla="*/ 608 w 718"/>
              <a:gd name="T9" fmla="*/ 160 h 672"/>
              <a:gd name="T10" fmla="*/ 624 w 718"/>
              <a:gd name="T11" fmla="*/ 208 h 672"/>
              <a:gd name="T12" fmla="*/ 600 w 718"/>
              <a:gd name="T13" fmla="*/ 608 h 672"/>
              <a:gd name="T14" fmla="*/ 512 w 718"/>
              <a:gd name="T15" fmla="*/ 672 h 672"/>
              <a:gd name="T16" fmla="*/ 232 w 718"/>
              <a:gd name="T17" fmla="*/ 656 h 672"/>
              <a:gd name="T18" fmla="*/ 208 w 718"/>
              <a:gd name="T19" fmla="*/ 632 h 672"/>
              <a:gd name="T20" fmla="*/ 184 w 718"/>
              <a:gd name="T21" fmla="*/ 624 h 672"/>
              <a:gd name="T22" fmla="*/ 32 w 718"/>
              <a:gd name="T23" fmla="*/ 496 h 672"/>
              <a:gd name="T24" fmla="*/ 0 w 718"/>
              <a:gd name="T25" fmla="*/ 448 h 672"/>
              <a:gd name="T26" fmla="*/ 8 w 718"/>
              <a:gd name="T27" fmla="*/ 192 h 672"/>
              <a:gd name="T28" fmla="*/ 16 w 718"/>
              <a:gd name="T29" fmla="*/ 160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18" h="672">
                <a:moveTo>
                  <a:pt x="144" y="0"/>
                </a:moveTo>
                <a:cubicBezTo>
                  <a:pt x="245" y="3"/>
                  <a:pt x="347" y="3"/>
                  <a:pt x="448" y="8"/>
                </a:cubicBezTo>
                <a:cubicBezTo>
                  <a:pt x="460" y="9"/>
                  <a:pt x="497" y="28"/>
                  <a:pt x="504" y="32"/>
                </a:cubicBezTo>
                <a:cubicBezTo>
                  <a:pt x="520" y="42"/>
                  <a:pt x="552" y="64"/>
                  <a:pt x="552" y="64"/>
                </a:cubicBezTo>
                <a:cubicBezTo>
                  <a:pt x="573" y="95"/>
                  <a:pt x="593" y="126"/>
                  <a:pt x="608" y="160"/>
                </a:cubicBezTo>
                <a:cubicBezTo>
                  <a:pt x="615" y="175"/>
                  <a:pt x="624" y="208"/>
                  <a:pt x="624" y="208"/>
                </a:cubicBezTo>
                <a:cubicBezTo>
                  <a:pt x="642" y="336"/>
                  <a:pt x="718" y="529"/>
                  <a:pt x="600" y="608"/>
                </a:cubicBezTo>
                <a:cubicBezTo>
                  <a:pt x="578" y="642"/>
                  <a:pt x="549" y="660"/>
                  <a:pt x="512" y="672"/>
                </a:cubicBezTo>
                <a:cubicBezTo>
                  <a:pt x="419" y="667"/>
                  <a:pt x="325" y="668"/>
                  <a:pt x="232" y="656"/>
                </a:cubicBezTo>
                <a:cubicBezTo>
                  <a:pt x="221" y="655"/>
                  <a:pt x="217" y="638"/>
                  <a:pt x="208" y="632"/>
                </a:cubicBezTo>
                <a:cubicBezTo>
                  <a:pt x="201" y="627"/>
                  <a:pt x="192" y="627"/>
                  <a:pt x="184" y="624"/>
                </a:cubicBezTo>
                <a:cubicBezTo>
                  <a:pt x="130" y="583"/>
                  <a:pt x="80" y="544"/>
                  <a:pt x="32" y="496"/>
                </a:cubicBezTo>
                <a:cubicBezTo>
                  <a:pt x="18" y="482"/>
                  <a:pt x="0" y="448"/>
                  <a:pt x="0" y="448"/>
                </a:cubicBezTo>
                <a:cubicBezTo>
                  <a:pt x="3" y="363"/>
                  <a:pt x="3" y="277"/>
                  <a:pt x="8" y="192"/>
                </a:cubicBezTo>
                <a:cubicBezTo>
                  <a:pt x="9" y="181"/>
                  <a:pt x="16" y="160"/>
                  <a:pt x="16" y="160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1" name="Freeform 11">
            <a:extLst>
              <a:ext uri="{FF2B5EF4-FFF2-40B4-BE49-F238E27FC236}">
                <a16:creationId xmlns:a16="http://schemas.microsoft.com/office/drawing/2014/main" id="{11195B0F-B8B1-4CF6-BD7B-AEE8FCDC6CA2}"/>
              </a:ext>
            </a:extLst>
          </p:cNvPr>
          <p:cNvSpPr>
            <a:spLocks/>
          </p:cNvSpPr>
          <p:nvPr/>
        </p:nvSpPr>
        <p:spPr bwMode="auto">
          <a:xfrm>
            <a:off x="952500" y="2236788"/>
            <a:ext cx="3090863" cy="2295525"/>
          </a:xfrm>
          <a:custGeom>
            <a:avLst/>
            <a:gdLst>
              <a:gd name="T0" fmla="*/ 1928 w 1947"/>
              <a:gd name="T1" fmla="*/ 1256 h 1446"/>
              <a:gd name="T2" fmla="*/ 1920 w 1947"/>
              <a:gd name="T3" fmla="*/ 960 h 1446"/>
              <a:gd name="T4" fmla="*/ 1888 w 1947"/>
              <a:gd name="T5" fmla="*/ 856 h 1446"/>
              <a:gd name="T6" fmla="*/ 1872 w 1947"/>
              <a:gd name="T7" fmla="*/ 808 h 1446"/>
              <a:gd name="T8" fmla="*/ 1864 w 1947"/>
              <a:gd name="T9" fmla="*/ 360 h 1446"/>
              <a:gd name="T10" fmla="*/ 1848 w 1947"/>
              <a:gd name="T11" fmla="*/ 312 h 1446"/>
              <a:gd name="T12" fmla="*/ 1624 w 1947"/>
              <a:gd name="T13" fmla="*/ 64 h 1446"/>
              <a:gd name="T14" fmla="*/ 1472 w 1947"/>
              <a:gd name="T15" fmla="*/ 40 h 1446"/>
              <a:gd name="T16" fmla="*/ 1184 w 1947"/>
              <a:gd name="T17" fmla="*/ 0 h 1446"/>
              <a:gd name="T18" fmla="*/ 680 w 1947"/>
              <a:gd name="T19" fmla="*/ 8 h 1446"/>
              <a:gd name="T20" fmla="*/ 480 w 1947"/>
              <a:gd name="T21" fmla="*/ 48 h 1446"/>
              <a:gd name="T22" fmla="*/ 424 w 1947"/>
              <a:gd name="T23" fmla="*/ 64 h 1446"/>
              <a:gd name="T24" fmla="*/ 376 w 1947"/>
              <a:gd name="T25" fmla="*/ 96 h 1446"/>
              <a:gd name="T26" fmla="*/ 328 w 1947"/>
              <a:gd name="T27" fmla="*/ 160 h 1446"/>
              <a:gd name="T28" fmla="*/ 216 w 1947"/>
              <a:gd name="T29" fmla="*/ 352 h 1446"/>
              <a:gd name="T30" fmla="*/ 208 w 1947"/>
              <a:gd name="T31" fmla="*/ 504 h 1446"/>
              <a:gd name="T32" fmla="*/ 192 w 1947"/>
              <a:gd name="T33" fmla="*/ 528 h 1446"/>
              <a:gd name="T34" fmla="*/ 176 w 1947"/>
              <a:gd name="T35" fmla="*/ 576 h 1446"/>
              <a:gd name="T36" fmla="*/ 144 w 1947"/>
              <a:gd name="T37" fmla="*/ 712 h 1446"/>
              <a:gd name="T38" fmla="*/ 200 w 1947"/>
              <a:gd name="T39" fmla="*/ 1208 h 1446"/>
              <a:gd name="T40" fmla="*/ 224 w 1947"/>
              <a:gd name="T41" fmla="*/ 1224 h 1446"/>
              <a:gd name="T42" fmla="*/ 352 w 1947"/>
              <a:gd name="T43" fmla="*/ 1400 h 1446"/>
              <a:gd name="T44" fmla="*/ 568 w 1947"/>
              <a:gd name="T45" fmla="*/ 1392 h 1446"/>
              <a:gd name="T46" fmla="*/ 616 w 1947"/>
              <a:gd name="T47" fmla="*/ 1376 h 1446"/>
              <a:gd name="T48" fmla="*/ 712 w 1947"/>
              <a:gd name="T49" fmla="*/ 1384 h 1446"/>
              <a:gd name="T50" fmla="*/ 840 w 1947"/>
              <a:gd name="T51" fmla="*/ 1424 h 1446"/>
              <a:gd name="T52" fmla="*/ 1232 w 1947"/>
              <a:gd name="T53" fmla="*/ 1440 h 1446"/>
              <a:gd name="T54" fmla="*/ 1488 w 1947"/>
              <a:gd name="T55" fmla="*/ 1432 h 1446"/>
              <a:gd name="T56" fmla="*/ 1584 w 1947"/>
              <a:gd name="T57" fmla="*/ 1376 h 1446"/>
              <a:gd name="T58" fmla="*/ 1632 w 1947"/>
              <a:gd name="T59" fmla="*/ 1344 h 1446"/>
              <a:gd name="T60" fmla="*/ 1696 w 1947"/>
              <a:gd name="T61" fmla="*/ 1264 h 1446"/>
              <a:gd name="T62" fmla="*/ 1784 w 1947"/>
              <a:gd name="T63" fmla="*/ 1264 h 1446"/>
              <a:gd name="T64" fmla="*/ 1800 w 1947"/>
              <a:gd name="T65" fmla="*/ 1240 h 1446"/>
              <a:gd name="T66" fmla="*/ 1824 w 1947"/>
              <a:gd name="T67" fmla="*/ 1232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947" h="1446">
                <a:moveTo>
                  <a:pt x="1928" y="1256"/>
                </a:moveTo>
                <a:cubicBezTo>
                  <a:pt x="1947" y="1159"/>
                  <a:pt x="1936" y="1057"/>
                  <a:pt x="1920" y="960"/>
                </a:cubicBezTo>
                <a:cubicBezTo>
                  <a:pt x="1914" y="924"/>
                  <a:pt x="1899" y="890"/>
                  <a:pt x="1888" y="856"/>
                </a:cubicBezTo>
                <a:cubicBezTo>
                  <a:pt x="1883" y="840"/>
                  <a:pt x="1872" y="808"/>
                  <a:pt x="1872" y="808"/>
                </a:cubicBezTo>
                <a:cubicBezTo>
                  <a:pt x="1869" y="659"/>
                  <a:pt x="1871" y="509"/>
                  <a:pt x="1864" y="360"/>
                </a:cubicBezTo>
                <a:cubicBezTo>
                  <a:pt x="1863" y="343"/>
                  <a:pt x="1852" y="328"/>
                  <a:pt x="1848" y="312"/>
                </a:cubicBezTo>
                <a:cubicBezTo>
                  <a:pt x="1821" y="203"/>
                  <a:pt x="1730" y="104"/>
                  <a:pt x="1624" y="64"/>
                </a:cubicBezTo>
                <a:cubicBezTo>
                  <a:pt x="1579" y="47"/>
                  <a:pt x="1516" y="44"/>
                  <a:pt x="1472" y="40"/>
                </a:cubicBezTo>
                <a:cubicBezTo>
                  <a:pt x="1387" y="12"/>
                  <a:pt x="1274" y="9"/>
                  <a:pt x="1184" y="0"/>
                </a:cubicBezTo>
                <a:cubicBezTo>
                  <a:pt x="1016" y="3"/>
                  <a:pt x="848" y="3"/>
                  <a:pt x="680" y="8"/>
                </a:cubicBezTo>
                <a:cubicBezTo>
                  <a:pt x="615" y="10"/>
                  <a:pt x="546" y="41"/>
                  <a:pt x="480" y="48"/>
                </a:cubicBezTo>
                <a:cubicBezTo>
                  <a:pt x="472" y="50"/>
                  <a:pt x="433" y="59"/>
                  <a:pt x="424" y="64"/>
                </a:cubicBezTo>
                <a:cubicBezTo>
                  <a:pt x="407" y="73"/>
                  <a:pt x="376" y="96"/>
                  <a:pt x="376" y="96"/>
                </a:cubicBezTo>
                <a:cubicBezTo>
                  <a:pt x="357" y="124"/>
                  <a:pt x="357" y="141"/>
                  <a:pt x="328" y="160"/>
                </a:cubicBezTo>
                <a:cubicBezTo>
                  <a:pt x="286" y="222"/>
                  <a:pt x="257" y="291"/>
                  <a:pt x="216" y="352"/>
                </a:cubicBezTo>
                <a:cubicBezTo>
                  <a:pt x="213" y="403"/>
                  <a:pt x="215" y="454"/>
                  <a:pt x="208" y="504"/>
                </a:cubicBezTo>
                <a:cubicBezTo>
                  <a:pt x="207" y="514"/>
                  <a:pt x="196" y="519"/>
                  <a:pt x="192" y="528"/>
                </a:cubicBezTo>
                <a:cubicBezTo>
                  <a:pt x="185" y="543"/>
                  <a:pt x="181" y="560"/>
                  <a:pt x="176" y="576"/>
                </a:cubicBezTo>
                <a:cubicBezTo>
                  <a:pt x="161" y="620"/>
                  <a:pt x="155" y="667"/>
                  <a:pt x="144" y="712"/>
                </a:cubicBezTo>
                <a:cubicBezTo>
                  <a:pt x="152" y="1209"/>
                  <a:pt x="0" y="1141"/>
                  <a:pt x="200" y="1208"/>
                </a:cubicBezTo>
                <a:cubicBezTo>
                  <a:pt x="209" y="1211"/>
                  <a:pt x="216" y="1219"/>
                  <a:pt x="224" y="1224"/>
                </a:cubicBezTo>
                <a:cubicBezTo>
                  <a:pt x="274" y="1299"/>
                  <a:pt x="247" y="1365"/>
                  <a:pt x="352" y="1400"/>
                </a:cubicBezTo>
                <a:cubicBezTo>
                  <a:pt x="424" y="1397"/>
                  <a:pt x="496" y="1399"/>
                  <a:pt x="568" y="1392"/>
                </a:cubicBezTo>
                <a:cubicBezTo>
                  <a:pt x="585" y="1390"/>
                  <a:pt x="616" y="1376"/>
                  <a:pt x="616" y="1376"/>
                </a:cubicBezTo>
                <a:cubicBezTo>
                  <a:pt x="648" y="1379"/>
                  <a:pt x="680" y="1380"/>
                  <a:pt x="712" y="1384"/>
                </a:cubicBezTo>
                <a:cubicBezTo>
                  <a:pt x="756" y="1390"/>
                  <a:pt x="797" y="1419"/>
                  <a:pt x="840" y="1424"/>
                </a:cubicBezTo>
                <a:cubicBezTo>
                  <a:pt x="1013" y="1446"/>
                  <a:pt x="883" y="1431"/>
                  <a:pt x="1232" y="1440"/>
                </a:cubicBezTo>
                <a:cubicBezTo>
                  <a:pt x="1317" y="1437"/>
                  <a:pt x="1403" y="1443"/>
                  <a:pt x="1488" y="1432"/>
                </a:cubicBezTo>
                <a:cubicBezTo>
                  <a:pt x="1498" y="1431"/>
                  <a:pt x="1564" y="1387"/>
                  <a:pt x="1584" y="1376"/>
                </a:cubicBezTo>
                <a:cubicBezTo>
                  <a:pt x="1601" y="1367"/>
                  <a:pt x="1632" y="1344"/>
                  <a:pt x="1632" y="1344"/>
                </a:cubicBezTo>
                <a:cubicBezTo>
                  <a:pt x="1654" y="1311"/>
                  <a:pt x="1655" y="1278"/>
                  <a:pt x="1696" y="1264"/>
                </a:cubicBezTo>
                <a:cubicBezTo>
                  <a:pt x="1730" y="1275"/>
                  <a:pt x="1739" y="1282"/>
                  <a:pt x="1784" y="1264"/>
                </a:cubicBezTo>
                <a:cubicBezTo>
                  <a:pt x="1793" y="1260"/>
                  <a:pt x="1792" y="1246"/>
                  <a:pt x="1800" y="1240"/>
                </a:cubicBezTo>
                <a:cubicBezTo>
                  <a:pt x="1807" y="1235"/>
                  <a:pt x="1824" y="1232"/>
                  <a:pt x="1824" y="1232"/>
                </a:cubicBezTo>
              </a:path>
            </a:pathLst>
          </a:custGeom>
          <a:noFill/>
          <a:ln w="57150" cap="flat" cmpd="sng">
            <a:solidFill>
              <a:srgbClr val="943634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2" name="Rectangle 12">
            <a:extLst>
              <a:ext uri="{FF2B5EF4-FFF2-40B4-BE49-F238E27FC236}">
                <a16:creationId xmlns:a16="http://schemas.microsoft.com/office/drawing/2014/main" id="{21AAAA60-485E-4036-8657-A76E7E370828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3-6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回路电流法</a:t>
            </a:r>
          </a:p>
        </p:txBody>
      </p:sp>
      <p:sp>
        <p:nvSpPr>
          <p:cNvPr id="261134" name="Freeform 14">
            <a:extLst>
              <a:ext uri="{FF2B5EF4-FFF2-40B4-BE49-F238E27FC236}">
                <a16:creationId xmlns:a16="http://schemas.microsoft.com/office/drawing/2014/main" id="{31B14D57-A4B2-41EC-B235-6A0CE86EC0B9}"/>
              </a:ext>
            </a:extLst>
          </p:cNvPr>
          <p:cNvSpPr>
            <a:spLocks/>
          </p:cNvSpPr>
          <p:nvPr/>
        </p:nvSpPr>
        <p:spPr bwMode="auto">
          <a:xfrm>
            <a:off x="5424488" y="1903413"/>
            <a:ext cx="2747962" cy="2462212"/>
          </a:xfrm>
          <a:custGeom>
            <a:avLst/>
            <a:gdLst>
              <a:gd name="T0" fmla="*/ 824 w 1731"/>
              <a:gd name="T1" fmla="*/ 1551 h 1551"/>
              <a:gd name="T2" fmla="*/ 1640 w 1731"/>
              <a:gd name="T3" fmla="*/ 507 h 1551"/>
              <a:gd name="T4" fmla="*/ 1368 w 1731"/>
              <a:gd name="T5" fmla="*/ 99 h 1551"/>
              <a:gd name="T6" fmla="*/ 778 w 1731"/>
              <a:gd name="T7" fmla="*/ 8 h 1551"/>
              <a:gd name="T8" fmla="*/ 325 w 1731"/>
              <a:gd name="T9" fmla="*/ 145 h 1551"/>
              <a:gd name="T10" fmla="*/ 53 w 1731"/>
              <a:gd name="T11" fmla="*/ 553 h 1551"/>
              <a:gd name="T12" fmla="*/ 642 w 1731"/>
              <a:gd name="T13" fmla="*/ 1324 h 15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31" h="1551">
                <a:moveTo>
                  <a:pt x="824" y="1551"/>
                </a:moveTo>
                <a:cubicBezTo>
                  <a:pt x="1186" y="1150"/>
                  <a:pt x="1549" y="749"/>
                  <a:pt x="1640" y="507"/>
                </a:cubicBezTo>
                <a:cubicBezTo>
                  <a:pt x="1731" y="265"/>
                  <a:pt x="1512" y="182"/>
                  <a:pt x="1368" y="99"/>
                </a:cubicBezTo>
                <a:cubicBezTo>
                  <a:pt x="1224" y="16"/>
                  <a:pt x="952" y="0"/>
                  <a:pt x="778" y="8"/>
                </a:cubicBezTo>
                <a:cubicBezTo>
                  <a:pt x="604" y="16"/>
                  <a:pt x="446" y="54"/>
                  <a:pt x="325" y="145"/>
                </a:cubicBezTo>
                <a:cubicBezTo>
                  <a:pt x="204" y="236"/>
                  <a:pt x="0" y="357"/>
                  <a:pt x="53" y="553"/>
                </a:cubicBezTo>
                <a:cubicBezTo>
                  <a:pt x="106" y="749"/>
                  <a:pt x="374" y="1036"/>
                  <a:pt x="642" y="1324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6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F3F7378F-7800-46BF-A3D2-5B503252A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632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注意几个元件的伏安关系分别用节点电压和网孔电流表示列写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9768F8B7-52F2-4E9F-9696-60B1980F3E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412875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54" name="Equation" r:id="rId3" imgW="3797280" imgH="1447560" progId="Equation.DSMT4">
                  <p:embed/>
                </p:oleObj>
              </mc:Choice>
              <mc:Fallback>
                <p:oleObj name="Equation" r:id="rId3" imgW="3797280" imgH="1447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412875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4">
            <a:extLst>
              <a:ext uri="{FF2B5EF4-FFF2-40B4-BE49-F238E27FC236}">
                <a16:creationId xmlns:a16="http://schemas.microsoft.com/office/drawing/2014/main" id="{005B68B5-8235-4EA3-8621-3C4C4647F7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981075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55" name="Visio" r:id="rId5" imgW="1358798" imgH="854964" progId="Visio.Drawing.11">
                  <p:embed/>
                </p:oleObj>
              </mc:Choice>
              <mc:Fallback>
                <p:oleObj name="Visio" r:id="rId5" imgW="1358798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981075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46" name="Text Box 14">
            <a:extLst>
              <a:ext uri="{FF2B5EF4-FFF2-40B4-BE49-F238E27FC236}">
                <a16:creationId xmlns:a16="http://schemas.microsoft.com/office/drawing/2014/main" id="{39F6D70B-ABCF-4DDA-978F-880C975E9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1113" y="0"/>
            <a:ext cx="15128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600" b="1">
                <a:solidFill>
                  <a:srgbClr val="C0C0C0"/>
                </a:solidFill>
                <a:latin typeface="楷体_GB2312" pitchFamily="49" charset="-122"/>
                <a:ea typeface="楷体_GB2312" pitchFamily="49" charset="-122"/>
              </a:rPr>
              <a:t>二、线性电阻</a:t>
            </a:r>
          </a:p>
        </p:txBody>
      </p:sp>
      <p:graphicFrame>
        <p:nvGraphicFramePr>
          <p:cNvPr id="325651" name="Object 4">
            <a:extLst>
              <a:ext uri="{FF2B5EF4-FFF2-40B4-BE49-F238E27FC236}">
                <a16:creationId xmlns:a16="http://schemas.microsoft.com/office/drawing/2014/main" id="{B1BCF3B3-B24E-43B2-A650-AFEB2ABD5F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573463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56" name="Visio" r:id="rId7" imgW="1358798" imgH="854964" progId="Visio.Drawing.11">
                  <p:embed/>
                </p:oleObj>
              </mc:Choice>
              <mc:Fallback>
                <p:oleObj name="Visio" r:id="rId7" imgW="1358798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573463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C902EE30-5824-4297-9AF2-10399B4ED2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3933825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57" name="Equation" r:id="rId9" imgW="3797280" imgH="1447560" progId="Equation.DSMT4">
                  <p:embed/>
                </p:oleObj>
              </mc:Choice>
              <mc:Fallback>
                <p:oleObj name="Equation" r:id="rId9" imgW="3797280" imgH="1447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933825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53" name="Line 21">
            <a:extLst>
              <a:ext uri="{FF2B5EF4-FFF2-40B4-BE49-F238E27FC236}">
                <a16:creationId xmlns:a16="http://schemas.microsoft.com/office/drawing/2014/main" id="{108A56A5-4108-4AB2-BCA8-6A8396AE9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429000"/>
            <a:ext cx="8675688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33FAD465-BB25-497C-B888-5CE3779E5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69950"/>
            <a:ext cx="77771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注意几个元件的伏安关系分别用节点电压和网孔电流表示列写</a:t>
            </a:r>
          </a:p>
        </p:txBody>
      </p:sp>
      <p:graphicFrame>
        <p:nvGraphicFramePr>
          <p:cNvPr id="326662" name="Object 4">
            <a:extLst>
              <a:ext uri="{FF2B5EF4-FFF2-40B4-BE49-F238E27FC236}">
                <a16:creationId xmlns:a16="http://schemas.microsoft.com/office/drawing/2014/main" id="{517AD89E-BC1A-43E3-9839-70BB8AACD1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733550"/>
          <a:ext cx="5124450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66" name="Visio" r:id="rId3" imgW="1867814" imgH="854964" progId="Visio.Drawing.11">
                  <p:embed/>
                </p:oleObj>
              </mc:Choice>
              <mc:Fallback>
                <p:oleObj name="Visio" r:id="rId3" imgW="1867814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33550"/>
                        <a:ext cx="5124450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585812FB-65CC-4AEF-8B6E-FA2EF58887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110038"/>
          <a:ext cx="5548312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67" name="Equation" r:id="rId5" imgW="4406760" imgH="1447560" progId="Equation.DSMT4">
                  <p:embed/>
                </p:oleObj>
              </mc:Choice>
              <mc:Fallback>
                <p:oleObj name="Equation" r:id="rId5" imgW="4406760" imgH="1447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110038"/>
                        <a:ext cx="5548312" cy="169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37DD4E93-80DE-488B-A17E-6BAF2E9F6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1294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注意几个元件的伏安关系分别用和节点电压和网孔电流表示列写</a:t>
            </a:r>
          </a:p>
          <a:p>
            <a:endParaRPr kumimoji="0" lang="zh-CN" altLang="en-US" sz="2800" b="1">
              <a:solidFill>
                <a:srgbClr val="FF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8707" name="Object 4">
            <a:extLst>
              <a:ext uri="{FF2B5EF4-FFF2-40B4-BE49-F238E27FC236}">
                <a16:creationId xmlns:a16="http://schemas.microsoft.com/office/drawing/2014/main" id="{BEBFD070-55CA-4B01-9D8C-B5AAB7C22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052513"/>
          <a:ext cx="4876800" cy="34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09" name="Visio" r:id="rId3" imgW="1780337" imgH="1225296" progId="Visio.Drawing.11">
                  <p:embed/>
                </p:oleObj>
              </mc:Choice>
              <mc:Fallback>
                <p:oleObj name="Visio" r:id="rId3" imgW="1780337" imgH="122529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52513"/>
                        <a:ext cx="4876800" cy="345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EBC478A7-F806-41D9-BBB1-116199F957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313" y="4365625"/>
          <a:ext cx="5437187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10" name="Equation" r:id="rId5" imgW="4317840" imgH="1447560" progId="Equation.DSMT4">
                  <p:embed/>
                </p:oleObj>
              </mc:Choice>
              <mc:Fallback>
                <p:oleObj name="Equation" r:id="rId5" imgW="4317840" imgH="1447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4365625"/>
                        <a:ext cx="5437187" cy="169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第三章 复杂电阻电路分析</Template>
  <TotalTime>5484</TotalTime>
  <Words>1377</Words>
  <Application>Microsoft Office PowerPoint</Application>
  <PresentationFormat>全屏显示(4:3)</PresentationFormat>
  <Paragraphs>209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39</vt:i4>
      </vt:variant>
    </vt:vector>
  </HeadingPairs>
  <TitlesOfParts>
    <vt:vector size="62" baseType="lpstr">
      <vt:lpstr>Times New Roman</vt:lpstr>
      <vt:lpstr>宋体</vt:lpstr>
      <vt:lpstr>Calibri</vt:lpstr>
      <vt:lpstr>Arial</vt:lpstr>
      <vt:lpstr>华文行楷</vt:lpstr>
      <vt:lpstr>Impact</vt:lpstr>
      <vt:lpstr>Gungsuh</vt:lpstr>
      <vt:lpstr>华文新魏</vt:lpstr>
      <vt:lpstr>楷体_GB2312</vt:lpstr>
      <vt:lpstr>仿宋_GB2312</vt:lpstr>
      <vt:lpstr>黑体</vt:lpstr>
      <vt:lpstr>Wingdings</vt:lpstr>
      <vt:lpstr>华文中宋</vt:lpstr>
      <vt:lpstr>Symbol</vt:lpstr>
      <vt:lpstr>MT Extra</vt:lpstr>
      <vt:lpstr>3_Office 主题</vt:lpstr>
      <vt:lpstr>Office 主题</vt:lpstr>
      <vt:lpstr>自定义设计方案</vt:lpstr>
      <vt:lpstr>1_Office 主题</vt:lpstr>
      <vt:lpstr>2_Office 主题</vt:lpstr>
      <vt:lpstr>Microsoft 公式 3.0</vt:lpstr>
      <vt:lpstr>Microsoft Visio 绘图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xiufang jia</cp:lastModifiedBy>
  <cp:revision>525</cp:revision>
  <dcterms:created xsi:type="dcterms:W3CDTF">1601-01-01T00:00:00Z</dcterms:created>
  <dcterms:modified xsi:type="dcterms:W3CDTF">2017-09-02T10:20:37Z</dcterms:modified>
</cp:coreProperties>
</file>