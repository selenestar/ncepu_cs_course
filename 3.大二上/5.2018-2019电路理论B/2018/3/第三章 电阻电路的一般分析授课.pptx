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  <p:sldMasterId id="2147483660" r:id="rId2"/>
    <p:sldMasterId id="2147483661" r:id="rId3"/>
    <p:sldMasterId id="2147483662" r:id="rId4"/>
    <p:sldMasterId id="2147483663" r:id="rId5"/>
    <p:sldMasterId id="2147483722" r:id="rId6"/>
  </p:sldMasterIdLst>
  <p:notesMasterIdLst>
    <p:notesMasterId r:id="rId100"/>
  </p:notesMasterIdLst>
  <p:sldIdLst>
    <p:sldId id="319" r:id="rId7"/>
    <p:sldId id="394" r:id="rId8"/>
    <p:sldId id="421" r:id="rId9"/>
    <p:sldId id="516" r:id="rId10"/>
    <p:sldId id="517" r:id="rId11"/>
    <p:sldId id="519" r:id="rId12"/>
    <p:sldId id="518" r:id="rId13"/>
    <p:sldId id="440" r:id="rId14"/>
    <p:sldId id="496" r:id="rId15"/>
    <p:sldId id="429" r:id="rId16"/>
    <p:sldId id="430" r:id="rId17"/>
    <p:sldId id="431" r:id="rId18"/>
    <p:sldId id="500" r:id="rId19"/>
    <p:sldId id="321" r:id="rId20"/>
    <p:sldId id="272" r:id="rId21"/>
    <p:sldId id="480" r:id="rId22"/>
    <p:sldId id="481" r:id="rId23"/>
    <p:sldId id="353" r:id="rId24"/>
    <p:sldId id="444" r:id="rId25"/>
    <p:sldId id="355" r:id="rId26"/>
    <p:sldId id="445" r:id="rId27"/>
    <p:sldId id="325" r:id="rId28"/>
    <p:sldId id="441" r:id="rId29"/>
    <p:sldId id="360" r:id="rId30"/>
    <p:sldId id="361" r:id="rId31"/>
    <p:sldId id="446" r:id="rId32"/>
    <p:sldId id="362" r:id="rId33"/>
    <p:sldId id="511" r:id="rId34"/>
    <p:sldId id="359" r:id="rId35"/>
    <p:sldId id="495" r:id="rId36"/>
    <p:sldId id="505" r:id="rId37"/>
    <p:sldId id="506" r:id="rId38"/>
    <p:sldId id="507" r:id="rId39"/>
    <p:sldId id="513" r:id="rId40"/>
    <p:sldId id="447" r:id="rId41"/>
    <p:sldId id="448" r:id="rId42"/>
    <p:sldId id="449" r:id="rId43"/>
    <p:sldId id="366" r:id="rId44"/>
    <p:sldId id="472" r:id="rId45"/>
    <p:sldId id="473" r:id="rId46"/>
    <p:sldId id="474" r:id="rId47"/>
    <p:sldId id="497" r:id="rId48"/>
    <p:sldId id="498" r:id="rId49"/>
    <p:sldId id="395" r:id="rId50"/>
    <p:sldId id="396" r:id="rId51"/>
    <p:sldId id="499" r:id="rId52"/>
    <p:sldId id="450" r:id="rId53"/>
    <p:sldId id="451" r:id="rId54"/>
    <p:sldId id="452" r:id="rId55"/>
    <p:sldId id="477" r:id="rId56"/>
    <p:sldId id="478" r:id="rId57"/>
    <p:sldId id="479" r:id="rId58"/>
    <p:sldId id="475" r:id="rId59"/>
    <p:sldId id="443" r:id="rId60"/>
    <p:sldId id="515" r:id="rId61"/>
    <p:sldId id="369" r:id="rId62"/>
    <p:sldId id="372" r:id="rId63"/>
    <p:sldId id="462" r:id="rId64"/>
    <p:sldId id="373" r:id="rId65"/>
    <p:sldId id="374" r:id="rId66"/>
    <p:sldId id="375" r:id="rId67"/>
    <p:sldId id="376" r:id="rId68"/>
    <p:sldId id="514" r:id="rId69"/>
    <p:sldId id="508" r:id="rId70"/>
    <p:sldId id="509" r:id="rId71"/>
    <p:sldId id="463" r:id="rId72"/>
    <p:sldId id="487" r:id="rId73"/>
    <p:sldId id="501" r:id="rId74"/>
    <p:sldId id="465" r:id="rId75"/>
    <p:sldId id="466" r:id="rId76"/>
    <p:sldId id="470" r:id="rId77"/>
    <p:sldId id="471" r:id="rId78"/>
    <p:sldId id="502" r:id="rId79"/>
    <p:sldId id="467" r:id="rId80"/>
    <p:sldId id="468" r:id="rId81"/>
    <p:sldId id="469" r:id="rId82"/>
    <p:sldId id="503" r:id="rId83"/>
    <p:sldId id="490" r:id="rId84"/>
    <p:sldId id="420" r:id="rId85"/>
    <p:sldId id="387" r:id="rId86"/>
    <p:sldId id="512" r:id="rId87"/>
    <p:sldId id="433" r:id="rId88"/>
    <p:sldId id="432" r:id="rId89"/>
    <p:sldId id="389" r:id="rId90"/>
    <p:sldId id="393" r:id="rId91"/>
    <p:sldId id="434" r:id="rId92"/>
    <p:sldId id="436" r:id="rId93"/>
    <p:sldId id="438" r:id="rId94"/>
    <p:sldId id="504" r:id="rId95"/>
    <p:sldId id="491" r:id="rId96"/>
    <p:sldId id="492" r:id="rId97"/>
    <p:sldId id="493" r:id="rId98"/>
    <p:sldId id="494" r:id="rId9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FF99"/>
    <a:srgbClr val="07A90B"/>
    <a:srgbClr val="66FF99"/>
    <a:srgbClr val="FF0066"/>
    <a:srgbClr val="FF9900"/>
    <a:srgbClr val="943634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0" autoAdjust="0"/>
    <p:restoredTop sz="94877" autoAdjust="0"/>
  </p:normalViewPr>
  <p:slideViewPr>
    <p:cSldViewPr>
      <p:cViewPr varScale="1">
        <p:scale>
          <a:sx n="68" d="100"/>
          <a:sy n="68" d="100"/>
        </p:scale>
        <p:origin x="139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87" Type="http://schemas.openxmlformats.org/officeDocument/2006/relationships/slide" Target="slides/slide81.xml"/><Relationship Id="rId10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103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0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e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9.wmf"/><Relationship Id="rId1" Type="http://schemas.openxmlformats.org/officeDocument/2006/relationships/image" Target="../media/image4.emf"/><Relationship Id="rId5" Type="http://schemas.openxmlformats.org/officeDocument/2006/relationships/image" Target="../media/image10.wmf"/><Relationship Id="rId4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11.wmf"/><Relationship Id="rId1" Type="http://schemas.openxmlformats.org/officeDocument/2006/relationships/image" Target="../media/image4.emf"/><Relationship Id="rId6" Type="http://schemas.openxmlformats.org/officeDocument/2006/relationships/image" Target="../media/image13.wmf"/><Relationship Id="rId5" Type="http://schemas.openxmlformats.org/officeDocument/2006/relationships/image" Target="../media/image6.wmf"/><Relationship Id="rId4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9.wmf"/><Relationship Id="rId2" Type="http://schemas.openxmlformats.org/officeDocument/2006/relationships/image" Target="../media/image15.wmf"/><Relationship Id="rId1" Type="http://schemas.openxmlformats.org/officeDocument/2006/relationships/image" Target="../media/image4.e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Relationship Id="rId4" Type="http://schemas.openxmlformats.org/officeDocument/2006/relationships/image" Target="../media/image23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4" Type="http://schemas.openxmlformats.org/officeDocument/2006/relationships/image" Target="../media/image28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image" Target="../media/image37.emf"/><Relationship Id="rId7" Type="http://schemas.openxmlformats.org/officeDocument/2006/relationships/image" Target="../media/image41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image" Target="../media/image44.emf"/><Relationship Id="rId5" Type="http://schemas.openxmlformats.org/officeDocument/2006/relationships/image" Target="../media/image48.emf"/><Relationship Id="rId4" Type="http://schemas.openxmlformats.org/officeDocument/2006/relationships/image" Target="../media/image47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e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59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emf"/><Relationship Id="rId1" Type="http://schemas.openxmlformats.org/officeDocument/2006/relationships/image" Target="../media/image59.emf"/><Relationship Id="rId4" Type="http://schemas.openxmlformats.org/officeDocument/2006/relationships/image" Target="../media/image67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wmf"/><Relationship Id="rId1" Type="http://schemas.openxmlformats.org/officeDocument/2006/relationships/image" Target="../media/image69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wmf"/><Relationship Id="rId1" Type="http://schemas.openxmlformats.org/officeDocument/2006/relationships/image" Target="../media/image75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9.wmf"/><Relationship Id="rId1" Type="http://schemas.openxmlformats.org/officeDocument/2006/relationships/image" Target="../media/image75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wmf"/><Relationship Id="rId1" Type="http://schemas.openxmlformats.org/officeDocument/2006/relationships/image" Target="../media/image81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5.emf"/><Relationship Id="rId1" Type="http://schemas.openxmlformats.org/officeDocument/2006/relationships/image" Target="../media/image86.wmf"/><Relationship Id="rId4" Type="http://schemas.openxmlformats.org/officeDocument/2006/relationships/image" Target="../media/image88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emf"/><Relationship Id="rId1" Type="http://schemas.openxmlformats.org/officeDocument/2006/relationships/image" Target="../media/image90.emf"/><Relationship Id="rId5" Type="http://schemas.openxmlformats.org/officeDocument/2006/relationships/image" Target="../media/image94.wmf"/><Relationship Id="rId4" Type="http://schemas.openxmlformats.org/officeDocument/2006/relationships/image" Target="../media/image93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e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image" Target="../media/image96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emf"/><Relationship Id="rId1" Type="http://schemas.openxmlformats.org/officeDocument/2006/relationships/image" Target="../media/image101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image" Target="../media/image105.emf"/><Relationship Id="rId1" Type="http://schemas.openxmlformats.org/officeDocument/2006/relationships/image" Target="../media/image104.emf"/><Relationship Id="rId5" Type="http://schemas.openxmlformats.org/officeDocument/2006/relationships/image" Target="../media/image108.emf"/><Relationship Id="rId4" Type="http://schemas.openxmlformats.org/officeDocument/2006/relationships/image" Target="../media/image107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image" Target="../media/image110.emf"/><Relationship Id="rId1" Type="http://schemas.openxmlformats.org/officeDocument/2006/relationships/image" Target="../media/image109.wmf"/><Relationship Id="rId6" Type="http://schemas.openxmlformats.org/officeDocument/2006/relationships/image" Target="../media/image112.wmf"/><Relationship Id="rId5" Type="http://schemas.openxmlformats.org/officeDocument/2006/relationships/image" Target="../media/image108.emf"/><Relationship Id="rId4" Type="http://schemas.openxmlformats.org/officeDocument/2006/relationships/image" Target="../media/image104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image" Target="../media/image110.emf"/><Relationship Id="rId1" Type="http://schemas.openxmlformats.org/officeDocument/2006/relationships/image" Target="../media/image113.wmf"/><Relationship Id="rId6" Type="http://schemas.openxmlformats.org/officeDocument/2006/relationships/image" Target="../media/image112.wmf"/><Relationship Id="rId5" Type="http://schemas.openxmlformats.org/officeDocument/2006/relationships/image" Target="../media/image108.emf"/><Relationship Id="rId4" Type="http://schemas.openxmlformats.org/officeDocument/2006/relationships/image" Target="../media/image104.e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emf"/><Relationship Id="rId1" Type="http://schemas.openxmlformats.org/officeDocument/2006/relationships/image" Target="../media/image114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emf"/><Relationship Id="rId2" Type="http://schemas.openxmlformats.org/officeDocument/2006/relationships/image" Target="../media/image114.emf"/><Relationship Id="rId1" Type="http://schemas.openxmlformats.org/officeDocument/2006/relationships/image" Target="../media/image116.wmf"/><Relationship Id="rId4" Type="http://schemas.openxmlformats.org/officeDocument/2006/relationships/image" Target="../media/image117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emf"/><Relationship Id="rId2" Type="http://schemas.openxmlformats.org/officeDocument/2006/relationships/image" Target="../media/image114.emf"/><Relationship Id="rId1" Type="http://schemas.openxmlformats.org/officeDocument/2006/relationships/image" Target="../media/image118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5.emf"/><Relationship Id="rId1" Type="http://schemas.openxmlformats.org/officeDocument/2006/relationships/image" Target="../media/image114.emf"/><Relationship Id="rId4" Type="http://schemas.openxmlformats.org/officeDocument/2006/relationships/image" Target="../media/image120.w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wmf"/><Relationship Id="rId1" Type="http://schemas.openxmlformats.org/officeDocument/2006/relationships/image" Target="../media/image121.e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wmf"/><Relationship Id="rId1" Type="http://schemas.openxmlformats.org/officeDocument/2006/relationships/image" Target="../media/image123.e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image" Target="../media/image105.emf"/><Relationship Id="rId1" Type="http://schemas.openxmlformats.org/officeDocument/2006/relationships/image" Target="../media/image125.emf"/><Relationship Id="rId4" Type="http://schemas.openxmlformats.org/officeDocument/2006/relationships/image" Target="../media/image108.e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7" Type="http://schemas.openxmlformats.org/officeDocument/2006/relationships/image" Target="../media/image128.wmf"/><Relationship Id="rId2" Type="http://schemas.openxmlformats.org/officeDocument/2006/relationships/image" Target="../media/image105.emf"/><Relationship Id="rId1" Type="http://schemas.openxmlformats.org/officeDocument/2006/relationships/image" Target="../media/image125.e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08.e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7" Type="http://schemas.openxmlformats.org/officeDocument/2006/relationships/image" Target="../media/image129.wmf"/><Relationship Id="rId2" Type="http://schemas.openxmlformats.org/officeDocument/2006/relationships/image" Target="../media/image105.emf"/><Relationship Id="rId1" Type="http://schemas.openxmlformats.org/officeDocument/2006/relationships/image" Target="../media/image125.e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08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0.e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emf"/><Relationship Id="rId1" Type="http://schemas.openxmlformats.org/officeDocument/2006/relationships/image" Target="../media/image131.e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e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wmf"/><Relationship Id="rId1" Type="http://schemas.openxmlformats.org/officeDocument/2006/relationships/image" Target="../media/image135.e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emf"/><Relationship Id="rId2" Type="http://schemas.openxmlformats.org/officeDocument/2006/relationships/image" Target="../media/image138.wmf"/><Relationship Id="rId1" Type="http://schemas.openxmlformats.org/officeDocument/2006/relationships/image" Target="../media/image137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0.e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emf"/><Relationship Id="rId2" Type="http://schemas.openxmlformats.org/officeDocument/2006/relationships/image" Target="../media/image142.wmf"/><Relationship Id="rId1" Type="http://schemas.openxmlformats.org/officeDocument/2006/relationships/image" Target="../media/image141.emf"/><Relationship Id="rId5" Type="http://schemas.openxmlformats.org/officeDocument/2006/relationships/image" Target="../media/image145.wmf"/><Relationship Id="rId4" Type="http://schemas.openxmlformats.org/officeDocument/2006/relationships/image" Target="../media/image144.e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emf"/><Relationship Id="rId2" Type="http://schemas.openxmlformats.org/officeDocument/2006/relationships/image" Target="../media/image147.emf"/><Relationship Id="rId1" Type="http://schemas.openxmlformats.org/officeDocument/2006/relationships/image" Target="../media/image146.wmf"/><Relationship Id="rId4" Type="http://schemas.openxmlformats.org/officeDocument/2006/relationships/image" Target="../media/image149.wmf"/></Relationships>
</file>

<file path=ppt/drawings/_rels/vmlDrawing5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wmf"/><Relationship Id="rId1" Type="http://schemas.openxmlformats.org/officeDocument/2006/relationships/image" Target="../media/image150.emf"/></Relationships>
</file>

<file path=ppt/drawings/_rels/vmlDrawing5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wmf"/><Relationship Id="rId1" Type="http://schemas.openxmlformats.org/officeDocument/2006/relationships/image" Target="../media/image15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EDA0B56-3335-4179-8E8C-2681F30068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6AE178-D9F2-4EDC-AC19-15100867A1B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3F7D8459-870D-439C-8ACC-8981C5379EDB}" type="datetimeFigureOut">
              <a:rPr lang="zh-CN" altLang="en-US"/>
              <a:pPr>
                <a:defRPr/>
              </a:pPr>
              <a:t>2018/9/23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455BAF2B-E3EC-4330-B208-D84FF92CF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A14A27A-BD16-43ED-890A-6A45F5A73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CFB25F-A923-4560-81CB-AF19529248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47BC3B-5106-434B-845B-860DC0B57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F9F5109-08D6-4928-9007-8E7AB01E2DE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9F5109-08D6-4928-9007-8E7AB01E2DEA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106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9F5109-08D6-4928-9007-8E7AB01E2DE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2949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9F5109-08D6-4928-9007-8E7AB01E2DE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888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9F5109-08D6-4928-9007-8E7AB01E2DE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3856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9F5109-08D6-4928-9007-8E7AB01E2DE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767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65CD826C-D52B-471D-ACDC-78CACC382D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317C601-F0E5-4160-A3F7-A0D7DB9B3EEF}" type="slidenum"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89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259BBCFB-B66F-4E9C-822D-25E67F1323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98AD8945-8D82-468A-99F9-D62E6C438F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A774C-C532-4D5F-AF20-532FA02EC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63F652-2B1D-4973-9A3B-EBFF4F1F9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63082D6E-BA71-4350-949A-1337A58D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CCF1D6-C0E0-4B7E-92C6-3952D17198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53450-0578-4EAF-B993-581288A3204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4818258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EC321-6A7B-4994-9903-84383038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1AF6F-BB94-473C-9F41-95EAF4908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42738B90-73AA-40D4-BA64-B87F190AB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90BD37-97C3-4C96-961A-C5120E0E73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63B56-3663-4D96-940A-7A6F43B1EE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5887700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06A80-1559-4964-A7D2-D2EDC30AB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B7878F-DBBE-432B-BA23-441F29893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1828790D-46A5-46F5-9473-DE1509EEC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1C0093-42C7-4ED1-8216-44B9C310C9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844D6F-2C40-4471-8BB2-F78BA58DA7A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252693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065CC1-B876-4B83-971E-EB7D31156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F6790C-B3C6-4DD7-8A7A-E57B61D2C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719AD2-7F8A-42C6-A91F-C40FE97ED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62BAC5E2-8770-4437-95E2-732BD468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863FB8BF-F022-402A-BBA4-C093E29FE8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C35E5-92AE-4693-B89E-32DDA726BC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4059971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8554D-4A35-4EAE-8D08-10F70254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29D4D7-F3C7-4E29-915E-76197CEA6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D33316-80A0-462C-BD25-5A6E33610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7DC76F-73B0-4BA9-8382-F2A0727E9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61A851-0A3D-4D3D-A9BD-0F9F7283C2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2">
            <a:extLst>
              <a:ext uri="{FF2B5EF4-FFF2-40B4-BE49-F238E27FC236}">
                <a16:creationId xmlns:a16="http://schemas.microsoft.com/office/drawing/2014/main" id="{13EC0E06-2D5E-42C5-9D28-EBE8167F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736B5EE4-636B-4301-A935-B1BBE01074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C3999-03A0-42E3-9B0D-8797C9D97D1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9281508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5A9BD-2144-4E57-BF59-5A142E27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713DCC-23EB-4682-B5D1-4DC84ED0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E7EB39D0-FBC2-42A7-BA34-045F2DFAE5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C0B1C-10CA-42B4-8162-7BB03DAB581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5091546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B55C236D-6C98-4066-A14D-0F429AAE3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9AE4F7A5-88AB-4281-A1B9-16F17F160B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4515B-331F-4636-B489-1CB8192B17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319560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F9A25-F491-447A-B06F-4BE2E31E6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8F70D7-6D3D-4B41-87F5-FAE3E6CE1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F5210F-500A-4B78-95A1-581AD0E06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36825D07-3ED3-43D2-9627-7181585C6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5F46D45A-2126-4E96-9DB1-6C75AE5E57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C5B6-5ECA-48E2-92FB-65887CB3EE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529246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C741D-F438-4708-91A1-2C7455DE9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023198-7850-4E48-A685-AE609DD5C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379573-10DE-40B9-909A-67F83F4F5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9B16C76E-50CB-4417-A050-D6CF05D1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22C028BA-BD6B-4641-A914-020A387103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385E4-8ED0-48D7-ABD8-3D19F502B5F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435898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FBD79-4907-419B-AF41-22E0A97C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A9473C-6661-4504-AC9E-EC8CD795E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1534D222-1D2B-4C16-9823-78DEDC2F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1380DD-274D-4F53-B910-A9A9925AD4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E2688-0C4F-49F5-8CE1-93453E8E9D4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9841163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1A1D43-BAE0-4CE2-A8B6-0E36C620B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6AC99F-C7CA-45C6-9EEA-03C7C7FB2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21C73EC4-FC9D-4F19-BAB8-700C075A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BF1FEE-4F56-4925-9B9A-1DB5F361E1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FA5F8-383D-4DAD-94A0-2558D67028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7962656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4E62D49-8A9E-4219-9D6B-21C3D5BAB8B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E3A3ED-5DAE-4C0B-8FCB-5A471448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DF7CA4ED-0FD2-41D1-96C0-5453098E57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B7D7D-E7F0-4A84-A5BB-9092BFBCA4C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672377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0309C-0D3F-44C2-82E2-77AF788A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D7CFC-2227-43E1-803A-A86107D6987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C33A29-FC9A-494A-8C49-F5C868A8CC5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A9D6A44-EDE3-48E3-89FB-238C5A4F1CDB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2">
            <a:extLst>
              <a:ext uri="{FF2B5EF4-FFF2-40B4-BE49-F238E27FC236}">
                <a16:creationId xmlns:a16="http://schemas.microsoft.com/office/drawing/2014/main" id="{1AF70BFC-F4D4-494A-AC9F-E2FB8369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B6D389DF-FA5F-4465-A7B1-C6745D4C02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4455D-5D47-4F65-BFB6-256105A43A7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768122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923F3-7902-4E48-9B53-26F5F43CAF63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D0477-A4A0-4A36-8E34-4B829D3D66B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546987-9F60-430A-AB0D-BBED0763EAE7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B798DF-CEF6-4499-9C3C-06173D78D8DA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809C68-D1C7-4D2F-AE21-F6E368578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2">
            <a:extLst>
              <a:ext uri="{FF2B5EF4-FFF2-40B4-BE49-F238E27FC236}">
                <a16:creationId xmlns:a16="http://schemas.microsoft.com/office/drawing/2014/main" id="{5E7EDFC1-DCFC-40DE-BDB9-8FC41B49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F637C58C-5303-46E6-BA85-7A4010F0B4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6A01F-01E3-4A1C-B3E7-2258283DA0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7426745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BF27A-CACD-4D46-B21A-E455DE6AD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7910EF-DC42-4DA8-A8B2-5D883F2E4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417C3B-B5CD-400E-850B-4524EEC7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CC6448-C6C9-4495-AAE7-9BBF56D16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307AF2-4BAD-45A7-B663-53DD95E2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64DA2-90AC-4FEA-8924-AA593A554E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283209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0BBFB1-8EF6-4276-B179-C2E4695C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C4634C-A8E8-4567-A088-D30A00EBC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3237B6-FD5B-4812-9A39-BD198DB39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BF6C9-1794-4578-9F84-63FD0A85D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4097B6-6CC9-4FD2-B0B8-E13EE1C2D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A0A73B-0FF7-4DBB-90EE-C6D202C7FA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1765772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2ABCB-B358-4F6C-90D0-D5F0B96F8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BCA426-9E09-44A9-A2B1-AC174FD19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F7EF58-E49C-4D3F-85EE-5451DA3D0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4CFA78-8668-4F73-8EB5-7F5B0550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9E9454-2D2E-43A2-8EE2-749E4CA1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141C02-870D-44C1-A970-F696289D5A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0527429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56218-1EC0-4130-8294-FD769792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4CD972-BDBF-49DF-86D0-9575274A6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35CCE3-AAB7-4E5E-80C6-AC82CE27A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86C09C7-C29F-49F4-AC50-378FFD50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8472840-2092-4BC8-88A4-D6D4FA9F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C800C627-4538-4D6B-A042-E951C497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919AC-36C6-459B-BE86-CE78B95ED5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5602880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19D9B-3ACA-446F-B256-1CC1E3016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94A802-B31E-40FC-9DE4-EF5936AC2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FD868B-78E1-4340-8EAD-FA5ABDF36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4EA447-65A0-4E65-AA94-7A6BD0DA4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FD1B8C-CEE3-4785-A1FC-5261102B1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6AD2BD3-B6D8-43F9-B3DA-896D76D7B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A8C45BCC-E207-4EEB-9244-F87C5C90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2FA413BB-DEFC-4C8C-A858-221FE729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041B83-77D9-44E7-8FCB-D9533AE8D7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8554475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07307-75C3-4039-BBE9-2D33D4EE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BF7ABA2F-EDC5-47BC-8097-3E253555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B1B46C2D-AA2F-4693-8DE4-1BE617A4A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A6597B4-1FC4-41DC-A517-F386CAC6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FE86A-1DAE-48B9-993F-07B532B3EB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7417852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63D7CFA0-8C7F-45CA-8FF6-D6813DBFD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84771CC0-F6C8-4409-B4A6-9CE8C43D0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2C24FF9-97D0-4C87-9806-C865A961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4E8A2-4D06-4396-9BE2-6F789272CC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8569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A05D5-9B97-4F3C-9CA8-BED9D1CF7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306F93-CF13-41B9-AA5B-64CA94328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D822EC-EF9F-404B-B03E-49AB211DA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B489ACA-B977-49D7-B782-5C71E65D0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8B3E12B-0D64-473E-BB0E-CD4B6580C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E957E7E-9A20-4558-B261-4F74B7F9F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E7BE78-7227-41EB-8748-4B37B0B9005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179450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1C29AD-1003-49C5-AA18-3CA2177B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8951CF-09C5-46C0-81C4-541E24EE6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072959-0F25-4A67-A136-C81333D36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5322E6BA-3F64-4B32-B7DF-7C795BE4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B5B76E8-1022-42AD-96A5-DF7A9955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6F9A198-779E-4646-9571-FCADAD643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FC893F-2C7D-4581-890F-C16801E585C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7189552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8A7D0-DC66-4CA1-B375-080C37F8A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95486B-AC32-4B61-8279-E501264CC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C624A8-116E-45AE-80B6-9054DC91F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CDA20D-A8FD-4F68-9408-BAAEA9E9D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443E86-DA3E-46DA-BF47-3ED3BA0E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759E4-B77A-404D-B385-D0B92366E9D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83908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E2958F-E607-4239-84D4-32AFF3206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EA3A37-4457-413F-9D88-786AF9A78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7EBFB5-FD31-4F0F-9813-895A8CC5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29339-EA67-4B7C-A4E2-C689FD71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4F2ABF-DD61-4153-8013-C8FE2EC1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DA9FA-4148-4286-BD22-1614E492CF7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1093023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5A5CF-BBCE-45A2-8BDC-E6FDE2BAC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1BBEA8-5D68-43AE-9FDB-C87E77875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2E2507-52ED-4CCA-AA70-67438D6D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8A1A9-9BFA-4495-8395-154F78C075C2}" type="datetimeFigureOut">
              <a:rPr lang="zh-CN" altLang="en-US"/>
              <a:pPr>
                <a:defRPr/>
              </a:pPr>
              <a:t>2018/9/23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7EDC19-4A4A-4E7B-A3EB-86A0D198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880367-C87C-4E35-9276-EB66C8CC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57962-C020-4104-99B2-125EF9B5CF8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1261618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01105-AD32-4BD5-9C84-813C29B1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99D167-A223-4A0A-8BD5-FB75B397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BAB09B-9C55-450B-B40B-A4C35906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8BA28-1A2C-4C64-A0B8-8C032951769A}" type="datetimeFigureOut">
              <a:rPr lang="zh-CN" altLang="en-US"/>
              <a:pPr>
                <a:defRPr/>
              </a:pPr>
              <a:t>2018/9/23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E906D7-2753-4A72-8183-BB5ED912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8BE40-6CAD-40F9-A315-C3E0F457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DFBB9-3E06-4D80-87C5-71B3A62239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2113520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638F0-A805-4EDE-A283-D50140D40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D4F2C2-5A21-4A02-BDAA-D09220B4C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9FB352-22E2-4AD5-808A-261700122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65E92-490D-4632-BE3B-68A12F6D883C}" type="datetimeFigureOut">
              <a:rPr lang="zh-CN" altLang="en-US"/>
              <a:pPr>
                <a:defRPr/>
              </a:pPr>
              <a:t>2018/9/23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0CB36A-0489-4F13-8889-040A55E2E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D2D2A2-6F00-440C-AE13-8ACCF59D2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7C112-997E-4BF5-8328-0CD7EFE3D34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3889062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88866-8B88-4273-9287-4A01EDCA8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7C8C1A-0F83-463E-97C7-0FDF1DBDF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A6D831-381E-4BE0-8854-6A7D25194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7B560BB-E633-4ECC-B701-C9B5F3C42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50640D-8447-4C06-A5EE-DAADB247BC03}" type="datetimeFigureOut">
              <a:rPr lang="zh-CN" altLang="en-US"/>
              <a:pPr>
                <a:defRPr/>
              </a:pPr>
              <a:t>2018/9/23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9A8323D-DD65-484D-BA4F-7F4ADCAA2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52ADA02-20F9-4721-BC3A-BBE7CFDB1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92F41-D5B9-4D1F-A51E-43E435D7EA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2921689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96EF06-2168-4158-A7F0-91E30880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0B285D-3A84-4CA8-B05A-06498D239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A20587-9CFD-44DE-A08C-F3793FA0C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55024F-0B7C-48BE-82F6-EC45B0E677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63BCEF-38E8-4B46-82A8-364A29BAE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C7302EC8-AACA-43EF-A52E-8A2280CB6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689BB-4E74-4002-9F35-5CF3421AEFEC}" type="datetimeFigureOut">
              <a:rPr lang="zh-CN" altLang="en-US"/>
              <a:pPr>
                <a:defRPr/>
              </a:pPr>
              <a:t>2018/9/23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52630A1A-C651-4426-B930-E589CE150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43968895-D27D-4FF6-97BA-10048F84D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32224-BAD3-4552-B14C-D6F43DA3E6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6352670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AEBD8-FBF6-4CEB-B9E6-47E8A070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BE11053F-6CF4-43D5-A26E-6FB0BB8D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9028C-5289-44BD-9043-A7FA9853B493}" type="datetimeFigureOut">
              <a:rPr lang="zh-CN" altLang="en-US"/>
              <a:pPr>
                <a:defRPr/>
              </a:pPr>
              <a:t>2018/9/23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447725E2-283E-4FA8-B073-1EE765C69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7815CA4-DDBF-4316-A0A3-3B3BCF56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CE80F-7557-4547-8FB4-22E7EAEE75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4094143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11EE306-774B-4D70-97F0-29ED82BD5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688521-4442-4546-9FF4-FC63D1BE23FA}" type="datetimeFigureOut">
              <a:rPr lang="zh-CN" altLang="en-US"/>
              <a:pPr>
                <a:defRPr/>
              </a:pPr>
              <a:t>2018/9/23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DC5F85A4-6D82-4EB8-A899-4FE20A8E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F3F31F7-5B0C-4E52-9EAD-99441B44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249CB-52D0-4D86-A314-DCAC611FCF1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9502001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40904C-72B3-438D-A47A-D50CD4317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8F0279-6BE9-4C42-979C-73507F4CE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39684B-0DF3-4CE8-B4C2-1181CC668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B8DE32A-FB39-480F-835F-F64A5B54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B0978-6FF3-4466-99FB-82454E950C05}" type="datetimeFigureOut">
              <a:rPr lang="zh-CN" altLang="en-US"/>
              <a:pPr>
                <a:defRPr/>
              </a:pPr>
              <a:t>2018/9/23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B13F2A4-F065-4A77-8BC7-ED310218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0A80580-8CC5-4956-9828-744B5B65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494964-87D8-4262-9645-F28B12444D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8101781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74405-5633-40D8-AB29-F5D98E8CE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EAA8D6-39CB-46C7-A053-7D062E1966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E00325-7F7C-45CB-9CD1-12EB1B0B9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8AC7476-062B-4CC6-8D26-14028433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D0C24D-521D-4049-B3C6-D11DE5A3B53E}" type="datetimeFigureOut">
              <a:rPr lang="zh-CN" altLang="en-US"/>
              <a:pPr>
                <a:defRPr/>
              </a:pPr>
              <a:t>2018/9/23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C70AECA-1705-48F3-9B21-62D58A42C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69BFE09-75C0-40EA-9FE0-CD4B23A3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68A761-6A8E-499E-A4A0-2CAB5F31A7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229596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884A8D-66F9-4A4D-8F77-A6023A9E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9E1B1C-390F-4A2F-9ED3-83430367E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217AE1-5AD4-4560-AD50-3AA655273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95A17-D4BE-4787-BE32-0C8AD9544F9F}" type="datetimeFigureOut">
              <a:rPr lang="zh-CN" altLang="en-US"/>
              <a:pPr>
                <a:defRPr/>
              </a:pPr>
              <a:t>2018/9/23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F0DEE8-7280-421C-9B69-BD05A48BB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A8F6FD-A5F8-4982-B238-5DC7A630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EA0EE-2FB2-422E-BAC6-6EC0C840E9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8868796"/>
      </p:ext>
    </p:extLst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C46AB1-2D4A-4141-841E-2E9052E53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B150C0-56B2-497B-924E-12D9BE6B6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CB31FA-F3F7-4407-936B-44CCF703C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3C70F-0E13-4CB8-A6C8-9355ACB5F585}" type="datetimeFigureOut">
              <a:rPr lang="zh-CN" altLang="en-US"/>
              <a:pPr>
                <a:defRPr/>
              </a:pPr>
              <a:t>2018/9/23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C6A787-889B-4DE3-AC0A-5FBD8E071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D29A6A-C56E-4465-A2C7-8067A5F8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82571-0885-4A90-93E6-6A6715C64D5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581864"/>
      </p:ext>
    </p:extLst>
  </p:cSld>
  <p:clrMapOvr>
    <a:masterClrMapping/>
  </p:clrMapOvr>
  <p:transition spd="slow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10216-50D1-41AD-9A6A-F89BD4D36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BF9CE4-83B7-4905-A4FA-F248175DF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D0D2931E-2D77-45DF-80B9-68DD3F16D5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887A145E-F42D-486C-BFF2-7D7FA2DBC5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859571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3C6F9-8E2A-48A8-A2DE-EE2308E57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C6CA09-1A03-4B28-9591-0A939C1B4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0199F884-6D61-4090-B5ED-F3E718A8DC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7CC9FD18-FF80-49F2-A32A-46268646319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7068565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209C6-6BDC-4A3C-AD43-01F149FA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060A39-0359-4B6A-96A2-FE54D6DDA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6E4C3CBE-D0AA-4F58-85D3-1F1DB59821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B770A3EF-F84F-4A8B-A516-99CD74C5DC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548594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663D7-B61C-4748-8E73-F0F312EB2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424EF7-AE13-4ED5-AC5C-2883A43A2F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7763C3-D4ED-436B-A270-C8676E3B7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A0ABEA-9623-4621-BFE9-D8CE58E5FF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79D2AF3A-C270-4020-9BB8-9C6E978F896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0341658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8CD0A-93B4-4868-B214-D772E6DEA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D9CDC2-E12F-421C-955E-22452BA52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C5893B-B503-422B-B927-4167C7706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9B85EE7-DB02-48F1-AC69-206EDC8DD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85320F-6B17-4300-A211-31EA66D60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DBEEF2A-35D0-4E19-83E3-5281C66DFD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A6530BFA-198C-47D3-8596-420730C96DE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9201003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1BEF0-7D10-4688-B829-10BCE0C4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14EDDA0B-ED08-4DB9-9E81-1A1252458A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DF5AB1C7-3804-468F-AFD4-8062919261B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0478431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4">
            <a:extLst>
              <a:ext uri="{FF2B5EF4-FFF2-40B4-BE49-F238E27FC236}">
                <a16:creationId xmlns:a16="http://schemas.microsoft.com/office/drawing/2014/main" id="{B4059892-B692-4010-9599-97FB0081B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0E5894DC-D893-495F-8DD2-BF5416F0429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2236729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8451D-6089-4BBF-9C95-45903B40A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00CF6-6E42-4205-B943-95103D067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F14B39-4743-454F-975F-6C047B336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39E9F6-9689-4221-93F5-CB511F3207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0745F7E6-62D0-4A1D-A29B-FD155CE061A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3987585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F59E9-E663-4772-B862-826BD53A1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9E0DB6-099C-4289-9C57-94500631F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780E26-7FE7-4732-B7D9-745418659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04DD4-621B-4766-A2AA-64B1D3F427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30CEC94C-D2EB-4622-AD6F-BA38EAD481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6984174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64056-7C30-4C95-9114-64CFC8A6E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5E1F2A-8062-4981-8EDC-BE7F8E1E3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A6050BEC-AE89-4C0C-95FD-11C4D12FE4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FF4743B9-855C-45F0-9C22-9D5531A8975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8764146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A7B6CE0-A6D9-4C36-95A2-D96CE2D3B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3F76D4-B17A-4712-875D-FCF41F322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E35A0856-1403-43B0-BB47-9019B430A7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EBA281C1-93D1-4F7E-AE41-1661028F7E6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8975710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C4348-ED93-4ADE-80CC-5274EAEB3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480221-71DC-4032-96C8-605EE0AB0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2CF3770B-DE22-461B-BE3B-536447D963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C84A1907-F20C-4A50-99CF-E6EFB44FC91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4003409"/>
      </p:ext>
    </p:extLst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35A32-3AAF-4325-BA5E-B8F4017BC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808595-A141-4FF5-84CA-C6F7410C9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15627DA-BE32-411D-A2B0-6C488D9326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A4CA049E-D2C7-4040-873C-E59E123E456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897487"/>
      </p:ext>
    </p:extLst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EDA10-4730-45C3-9FEC-6B5A057E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98DB2D-ADF1-4FE9-B5DF-E2A0FD940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4450A94-FAA1-4221-B34A-DFA2D109CF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B31C41E8-802C-4149-97F6-8E8D07922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7208986"/>
      </p:ext>
    </p:extLst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5E0B9-8E6F-40C5-9FCD-BB5AFA20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AD1CF1-40A7-4284-BD69-0EF0492BB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BE881-C32C-4E03-B2AE-D77A52949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08714-031E-4C1C-94FD-5EDBC8C1AC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24704691-25F8-417D-9716-BD977717AEE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3308410"/>
      </p:ext>
    </p:extLst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5D133-7015-4EF8-91FF-312BD6DA0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355AAC-0D37-4CFE-8A60-1FE4EA8D4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505EB2-AF19-4CE3-BF05-A962653DB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3D7555-DC13-43BF-9ABB-0B20DEDFCE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1583C3-2030-4CFC-A89E-B138C9DA4A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1F961FBE-32D1-4C67-8ADC-DBCF7589F0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7D893E68-0F90-4794-86F0-68527900B5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6163977"/>
      </p:ext>
    </p:extLst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C7114-7538-4C69-BA03-B5A52BA0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059D4F98-D33C-4C01-9F11-0B8763F63F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B530F3FB-3B62-4F83-8C63-08047AD3CB4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5556760"/>
      </p:ext>
    </p:extLst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4">
            <a:extLst>
              <a:ext uri="{FF2B5EF4-FFF2-40B4-BE49-F238E27FC236}">
                <a16:creationId xmlns:a16="http://schemas.microsoft.com/office/drawing/2014/main" id="{892F6B4F-26C4-4ADA-8196-EB6D176736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C890AC05-6BB8-4FBB-9802-0A87FA235BC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7558"/>
      </p:ext>
    </p:extLst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B8E30-845C-40FB-853E-8CE7BB1A4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98872-9FCD-4DE4-A8B0-FDBBFCE38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653038-4A89-4F39-8693-B574DC3BC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F077CC-0C10-49AC-9ED9-DA0E9AAD46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69ED6EDC-1C89-4C7F-9490-A848A25E92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8400636"/>
      </p:ext>
    </p:extLst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D77C5-584E-4FF2-B24F-550B55DB5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B7E0FD-8FEC-49E9-BDEB-11FE8792E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D576A5-CC4B-4AEC-9373-E5062F8F2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87C6B2-7AE1-468E-A418-9F9BEF3801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BCD581EA-B103-4B66-A224-58721F85047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5969202"/>
      </p:ext>
    </p:extLst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0B5D0A-151C-48ED-BEAD-DC748BB24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1A5D3B-E531-4682-8436-57F45EB3E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D0732190-476A-4E26-8E30-C9AFA5FE38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F3F6F17D-78D6-4609-811E-459F17B246E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3895154"/>
      </p:ext>
    </p:extLst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181664-1279-42D3-99E6-167D16B175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E78347-AD87-4C82-80E9-9CEBCBF0D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116819F0-8737-4698-9258-8C34184520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D029A5A9-1B4A-445D-9C50-087F901682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4482103"/>
      </p:ext>
    </p:extLst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479ED85-A9ED-4146-BFF8-57FD79B0C3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7F0B8F-24E8-4E70-B1A5-213A4EF1A647}" type="datetime1">
              <a:rPr lang="zh-CN" altLang="en-US"/>
              <a:pPr>
                <a:defRPr/>
              </a:pPr>
              <a:t>2018/9/23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1CB96C-955D-4F80-BF5C-7819A3EE7A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18860B8-CE98-429B-8125-824CFC6B7D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7D955F-60D9-452F-BBE7-7A40D7E186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74530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7253472-15D3-4317-83BD-E8048A5CE2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5B31D65-2FE0-44FF-A4CB-7DABC169805B}" type="datetime1">
              <a:rPr lang="zh-CN" altLang="en-US"/>
              <a:pPr>
                <a:defRPr/>
              </a:pPr>
              <a:t>2018/9/23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30C08EE-1BB3-41AA-92BD-6309842D1B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5191943-4DC2-4CE4-8D70-A026D320E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EFC1CA-AE3D-4699-8D16-710EBADA1D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93877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141CD2-73EE-4BE9-8754-07A18E6A02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1785F25-E9F0-4AF4-9E62-5EF751C12A66}" type="datetime1">
              <a:rPr lang="zh-CN" altLang="en-US"/>
              <a:pPr>
                <a:defRPr/>
              </a:pPr>
              <a:t>2018/9/23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8BC62C-92A4-40B1-B51F-6BE474FA0E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8AC86C8-8CB4-4717-A5EB-DD1CC11859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D8F38-1BFD-4B94-999A-778120FBCC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70878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ECC36B6-FD74-4CA8-B7C9-60080D99AC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2118122-90F4-468E-B6E8-4F4088282242}" type="datetime1">
              <a:rPr lang="zh-CN" altLang="en-US"/>
              <a:pPr>
                <a:defRPr/>
              </a:pPr>
              <a:t>2018/9/23</a:t>
            </a:fld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FF57F1A-DB46-4C3B-875F-7A68464CCF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BF39064-21AE-4C2F-81FC-A22C2B9666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8A2FD-F8F7-4308-B171-99676F1F10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03770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873F4BB-D1AB-4767-B24F-4055654F98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1B32393-8036-4E63-A843-3F4074FAE2F6}" type="datetime1">
              <a:rPr lang="zh-CN" altLang="en-US"/>
              <a:pPr>
                <a:defRPr/>
              </a:pPr>
              <a:t>2018/9/23</a:t>
            </a:fld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73ECBC4-686B-405E-98DD-40A21C3075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1350DB8-9007-4614-BB4E-9F0EBDC33D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BA129-C43A-409E-A875-E8CAAA8A6A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271622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54900D2-5958-4825-A44E-E258D02B0B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03EC9F-22D4-4974-8C76-5B68D3ECDA10}" type="datetime1">
              <a:rPr lang="zh-CN" altLang="en-US"/>
              <a:pPr>
                <a:defRPr/>
              </a:pPr>
              <a:t>2018/9/23</a:t>
            </a:fld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C8D0945-B036-447E-861D-CF7EC18FE1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FE811BD-EAFE-4BFF-8D85-3DA1CCC6A0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945688-3C9D-42C2-A846-E806E48453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866160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67A7E4-A2AF-4C48-9A00-957FFF4F0A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0F50E7-DC6E-48AD-92E4-8B65E82AF420}" type="datetime1">
              <a:rPr lang="zh-CN" altLang="en-US"/>
              <a:pPr>
                <a:defRPr/>
              </a:pPr>
              <a:t>2018/9/23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37878E-9C53-4326-9301-58F754AFBA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E09C822-AF5D-442A-A47E-5AFACBF8C1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FA864-39B1-440F-8BB9-0827556D08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404728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11D9C3-E857-489D-A42B-321ABF9253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EDE1591-15D3-4B8C-A83F-F6E47238B62C}" type="datetime1">
              <a:rPr lang="zh-CN" altLang="en-US"/>
              <a:pPr>
                <a:defRPr/>
              </a:pPr>
              <a:t>2018/9/23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9F6E3F-3F00-47BC-81C1-DA7692F482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E717716-7C4C-47E0-B8F0-2F1A8A12AB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139CD-0D84-4859-A425-B33CD0AEAB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169979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C939C5-9FBF-4180-AD7E-39A9514996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F6C50A-CEF5-4540-938D-0E089F3F3D7B}" type="datetime1">
              <a:rPr lang="zh-CN" altLang="en-US"/>
              <a:pPr>
                <a:defRPr/>
              </a:pPr>
              <a:t>2018/9/23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8F6A043-328F-48A1-BAA6-42BAFBA247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C3DDBE7-E32E-4DCD-AD7B-4C24D2AACB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8C339A-46B2-4E94-AF39-EC75799644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743220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1AEE125-0C47-47EE-83DE-5930F8BE0E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8C74FAA-D5BD-4275-8AE5-80539500E556}" type="datetime1">
              <a:rPr lang="zh-CN" altLang="en-US"/>
              <a:pPr>
                <a:defRPr/>
              </a:pPr>
              <a:t>2018/9/23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ECEA3A8-45C6-412B-B290-C63E8809C9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5E46E11-A0C5-46B2-ABD0-A28FC89F76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353106-5786-44DC-8237-B8156C421E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975037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雨课堂单选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914400" y="428625"/>
            <a:ext cx="7315200" cy="2143125"/>
          </a:xfr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4"/>
          </p:nvPr>
        </p:nvSpPr>
        <p:spPr>
          <a:xfrm>
            <a:off x="1828800" y="278606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quarter" idx="15"/>
          </p:nvPr>
        </p:nvSpPr>
        <p:spPr>
          <a:xfrm>
            <a:off x="1828800" y="364331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6"/>
          </p:nvPr>
        </p:nvSpPr>
        <p:spPr>
          <a:xfrm>
            <a:off x="1828800" y="450056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sz="quarter" idx="17"/>
          </p:nvPr>
        </p:nvSpPr>
        <p:spPr>
          <a:xfrm>
            <a:off x="1828800" y="535781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C5B31A90-9894-440F-9DF6-1B8536F56C3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89FB2-F77E-41D9-9782-5A42B000121B}" type="datetime1">
              <a:rPr lang="zh-CN" altLang="en-US"/>
              <a:pPr>
                <a:defRPr/>
              </a:pPr>
              <a:t>2018/9/23</a:t>
            </a:fld>
            <a:endParaRPr lang="en-US" altLang="zh-CN"/>
          </a:p>
        </p:txBody>
      </p:sp>
      <p:sp>
        <p:nvSpPr>
          <p:cNvPr id="12" name="灯片编号占位符 4">
            <a:extLst>
              <a:ext uri="{FF2B5EF4-FFF2-40B4-BE49-F238E27FC236}">
                <a16:creationId xmlns:a16="http://schemas.microsoft.com/office/drawing/2014/main" id="{70C239DC-A5F6-4036-A1C4-32FFD181EC3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DEEDB32-91E4-4CDA-9DDF-FD804A5A4C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255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ncepu_r2_c1">
            <a:extLst>
              <a:ext uri="{FF2B5EF4-FFF2-40B4-BE49-F238E27FC236}">
                <a16:creationId xmlns:a16="http://schemas.microsoft.com/office/drawing/2014/main" id="{9DFB35D9-FFA0-44EB-95D8-31A3D318F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8">
            <a:extLst>
              <a:ext uri="{FF2B5EF4-FFF2-40B4-BE49-F238E27FC236}">
                <a16:creationId xmlns:a16="http://schemas.microsoft.com/office/drawing/2014/main" id="{7DC3CB8D-C802-4D78-8C1F-0202B518A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u="sng">
                <a:solidFill>
                  <a:srgbClr val="0033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电路理论教学研究组</a:t>
            </a:r>
          </a:p>
          <a:p>
            <a:pPr algn="ctr" eaLnBrk="1" hangingPunct="1">
              <a:defRPr/>
            </a:pPr>
            <a:r>
              <a:rPr lang="en-US" altLang="zh-CN" sz="1000">
                <a:solidFill>
                  <a:srgbClr val="003366"/>
                </a:solidFill>
                <a:latin typeface="Impact" panose="020B0806030902050204" pitchFamily="34" charset="0"/>
                <a:ea typeface="Gungsuh" panose="02030600000101010101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1028" name="Line 10">
            <a:extLst>
              <a:ext uri="{FF2B5EF4-FFF2-40B4-BE49-F238E27FC236}">
                <a16:creationId xmlns:a16="http://schemas.microsoft.com/office/drawing/2014/main" id="{8B7027A9-9EB0-480A-955E-2518B0F50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标题占位符 1">
            <a:extLst>
              <a:ext uri="{FF2B5EF4-FFF2-40B4-BE49-F238E27FC236}">
                <a16:creationId xmlns:a16="http://schemas.microsoft.com/office/drawing/2014/main" id="{CA41B618-E241-4C38-A540-F9125AC123D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>
            <a:extLst>
              <a:ext uri="{FF2B5EF4-FFF2-40B4-BE49-F238E27FC236}">
                <a16:creationId xmlns:a16="http://schemas.microsoft.com/office/drawing/2014/main" id="{8408E693-6356-4655-8658-C47BE3A54A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2">
            <a:extLst>
              <a:ext uri="{FF2B5EF4-FFF2-40B4-BE49-F238E27FC236}">
                <a16:creationId xmlns:a16="http://schemas.microsoft.com/office/drawing/2014/main" id="{043F0275-B6FD-4FBC-BFB1-AEA79759B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63938" y="6356350"/>
            <a:ext cx="585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3C8BF73F-6151-4F6B-841D-0E9684B76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65713" y="6356350"/>
            <a:ext cx="5143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F7698FC1-D46A-4886-8B9D-D20B5EAAFEE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</p:sldLayoutIdLst>
  <p:transition spd="slow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>
            <a:extLst>
              <a:ext uri="{FF2B5EF4-FFF2-40B4-BE49-F238E27FC236}">
                <a16:creationId xmlns:a16="http://schemas.microsoft.com/office/drawing/2014/main" id="{692D7F1A-8296-4D1D-AE33-CA2826CAFFE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>
            <a:extLst>
              <a:ext uri="{FF2B5EF4-FFF2-40B4-BE49-F238E27FC236}">
                <a16:creationId xmlns:a16="http://schemas.microsoft.com/office/drawing/2014/main" id="{9CB0B13B-CE2F-4CAD-8D94-4D7F74AAAC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921A8-09CB-4529-80B1-2E1A36A7F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D72EC-E168-49D8-BE53-F5E338DDB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02179B-885C-46D1-9A53-A60FA1DCD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4F5A9D05-61EC-464B-A814-A966674FF7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ransition spd="slow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>
            <a:extLst>
              <a:ext uri="{FF2B5EF4-FFF2-40B4-BE49-F238E27FC236}">
                <a16:creationId xmlns:a16="http://schemas.microsoft.com/office/drawing/2014/main" id="{5AA82423-E858-484A-B27D-D3FE06D2390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文本占位符 2">
            <a:extLst>
              <a:ext uri="{FF2B5EF4-FFF2-40B4-BE49-F238E27FC236}">
                <a16:creationId xmlns:a16="http://schemas.microsoft.com/office/drawing/2014/main" id="{B858F27D-16B4-4167-9DCB-F4F07511D1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C6C12-A37F-40D4-8A1D-0C8CD1106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C3D2D1A-EB66-42D6-9A3A-32E259A209A1}" type="datetimeFigureOut">
              <a:rPr lang="zh-CN" altLang="en-US"/>
              <a:pPr>
                <a:defRPr/>
              </a:pPr>
              <a:t>2018/9/23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DE79F0-FCA1-4ABD-8DBD-72EAD096A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015AE7-79D5-4517-853F-C13B3FF2E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8B0E1910-FE68-4A75-B3A9-F06A6520C5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transition spd="slow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7" descr="ncepu_r2_c1">
            <a:extLst>
              <a:ext uri="{FF2B5EF4-FFF2-40B4-BE49-F238E27FC236}">
                <a16:creationId xmlns:a16="http://schemas.microsoft.com/office/drawing/2014/main" id="{AD139746-B20E-4E6D-ADAB-DB49DDC27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8">
            <a:extLst>
              <a:ext uri="{FF2B5EF4-FFF2-40B4-BE49-F238E27FC236}">
                <a16:creationId xmlns:a16="http://schemas.microsoft.com/office/drawing/2014/main" id="{01735EAE-A28A-42E4-B368-CB8DADE59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u="sng">
                <a:solidFill>
                  <a:srgbClr val="0033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电路理论教学研究组</a:t>
            </a:r>
          </a:p>
          <a:p>
            <a:pPr algn="ctr" eaLnBrk="1" hangingPunct="1">
              <a:defRPr/>
            </a:pPr>
            <a:r>
              <a:rPr lang="en-US" altLang="zh-CN" sz="1000">
                <a:solidFill>
                  <a:srgbClr val="003366"/>
                </a:solidFill>
                <a:latin typeface="Impact" panose="020B0806030902050204" pitchFamily="34" charset="0"/>
                <a:ea typeface="Gungsuh" panose="02030600000101010101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4100" name="Line 10">
            <a:extLst>
              <a:ext uri="{FF2B5EF4-FFF2-40B4-BE49-F238E27FC236}">
                <a16:creationId xmlns:a16="http://schemas.microsoft.com/office/drawing/2014/main" id="{C5F5AED1-0D06-4E2E-AD4E-4DAE993F565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1" name="标题占位符 1">
            <a:extLst>
              <a:ext uri="{FF2B5EF4-FFF2-40B4-BE49-F238E27FC236}">
                <a16:creationId xmlns:a16="http://schemas.microsoft.com/office/drawing/2014/main" id="{89297E1B-DE4C-474F-980E-93F00E88162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2" name="文本占位符 2">
            <a:extLst>
              <a:ext uri="{FF2B5EF4-FFF2-40B4-BE49-F238E27FC236}">
                <a16:creationId xmlns:a16="http://schemas.microsoft.com/office/drawing/2014/main" id="{5BEEC086-FD0D-4659-B254-5FD4D2F9A9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30DAC31A-2455-42F2-B746-32EABFAD4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C3261036-8559-4E35-A395-20E70C58956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transition spd="slow"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7" descr="ncepu_r2_c1">
            <a:extLst>
              <a:ext uri="{FF2B5EF4-FFF2-40B4-BE49-F238E27FC236}">
                <a16:creationId xmlns:a16="http://schemas.microsoft.com/office/drawing/2014/main" id="{53F041D7-49F5-415C-9EB6-E6C9A640A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 Box 8">
            <a:extLst>
              <a:ext uri="{FF2B5EF4-FFF2-40B4-BE49-F238E27FC236}">
                <a16:creationId xmlns:a16="http://schemas.microsoft.com/office/drawing/2014/main" id="{936B2EF8-6ED4-4A16-9840-076F9B75D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u="sng">
                <a:solidFill>
                  <a:srgbClr val="0033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电路理论教学研究组</a:t>
            </a:r>
          </a:p>
          <a:p>
            <a:pPr algn="ctr" eaLnBrk="1" hangingPunct="1">
              <a:defRPr/>
            </a:pPr>
            <a:r>
              <a:rPr lang="en-US" altLang="zh-CN" sz="1000">
                <a:solidFill>
                  <a:srgbClr val="003366"/>
                </a:solidFill>
                <a:latin typeface="Impact" panose="020B0806030902050204" pitchFamily="34" charset="0"/>
                <a:ea typeface="Gungsuh" panose="02030600000101010101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5124" name="Line 10">
            <a:extLst>
              <a:ext uri="{FF2B5EF4-FFF2-40B4-BE49-F238E27FC236}">
                <a16:creationId xmlns:a16="http://schemas.microsoft.com/office/drawing/2014/main" id="{3739A914-39B6-4AAF-B36C-3F8FE5791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5" name="标题占位符 1">
            <a:extLst>
              <a:ext uri="{FF2B5EF4-FFF2-40B4-BE49-F238E27FC236}">
                <a16:creationId xmlns:a16="http://schemas.microsoft.com/office/drawing/2014/main" id="{6E5FE536-8DA9-4145-AF49-E261A619FCD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6" name="文本占位符 2">
            <a:extLst>
              <a:ext uri="{FF2B5EF4-FFF2-40B4-BE49-F238E27FC236}">
                <a16:creationId xmlns:a16="http://schemas.microsoft.com/office/drawing/2014/main" id="{0A3D0EBE-FAA2-4F7E-A36F-866803C7F4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33ECFA63-9E85-4439-8620-5A2CB0119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08:38</a:t>
            </a:fld>
            <a:r>
              <a:rPr lang="en-US" altLang="zh-CN"/>
              <a:t>	</a:t>
            </a:r>
            <a:fld id="{0E0F07D1-D3D0-4E8B-8F9F-4AFE73226E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ransition spd="slow"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>
            <a:extLst>
              <a:ext uri="{FF2B5EF4-FFF2-40B4-BE49-F238E27FC236}">
                <a16:creationId xmlns:a16="http://schemas.microsoft.com/office/drawing/2014/main" id="{FE2E1C53-FD46-4630-AF51-FAFEA1DF7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78D6CBE-7163-415A-B50C-9F8E685E7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17B548B2-EA0A-4CC6-BA67-34BE254BB5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8309" name="Rectangle 5">
            <a:extLst>
              <a:ext uri="{FF2B5EF4-FFF2-40B4-BE49-F238E27FC236}">
                <a16:creationId xmlns:a16="http://schemas.microsoft.com/office/drawing/2014/main" id="{554E8005-4C29-4879-B1D1-262B04AD534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 b="0" smtClean="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EA65052-AFF9-48DE-925A-3660DBD80FED}" type="datetime1">
              <a:rPr lang="zh-CN" altLang="en-US"/>
              <a:pPr>
                <a:defRPr/>
              </a:pPr>
              <a:t>2018/9/23</a:t>
            </a:fld>
            <a:endParaRPr lang="en-US" altLang="zh-CN"/>
          </a:p>
        </p:txBody>
      </p:sp>
      <p:sp>
        <p:nvSpPr>
          <p:cNvPr id="98310" name="Rectangle 6">
            <a:extLst>
              <a:ext uri="{FF2B5EF4-FFF2-40B4-BE49-F238E27FC236}">
                <a16:creationId xmlns:a16="http://schemas.microsoft.com/office/drawing/2014/main" id="{73EB336F-287F-42FC-BEE1-C27F3172C8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35150" y="6624638"/>
            <a:ext cx="554513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98311" name="Rectangle 7">
            <a:extLst>
              <a:ext uri="{FF2B5EF4-FFF2-40B4-BE49-F238E27FC236}">
                <a16:creationId xmlns:a16="http://schemas.microsoft.com/office/drawing/2014/main" id="{1481931F-D336-46E1-85B3-72CC7D3319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19900" y="64579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17BC6460-E582-478C-91D9-950D083C50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6152" name="Group 8">
            <a:extLst>
              <a:ext uri="{FF2B5EF4-FFF2-40B4-BE49-F238E27FC236}">
                <a16:creationId xmlns:a16="http://schemas.microsoft.com/office/drawing/2014/main" id="{87319414-D989-4579-9815-B6AC8A1ADA41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6153" name="Oval 9">
              <a:extLst>
                <a:ext uri="{FF2B5EF4-FFF2-40B4-BE49-F238E27FC236}">
                  <a16:creationId xmlns:a16="http://schemas.microsoft.com/office/drawing/2014/main" id="{D232E76F-9282-4CEB-8AC5-9F182089B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4" name="Oval 10">
              <a:extLst>
                <a:ext uri="{FF2B5EF4-FFF2-40B4-BE49-F238E27FC236}">
                  <a16:creationId xmlns:a16="http://schemas.microsoft.com/office/drawing/2014/main" id="{B36053C9-DA6E-45F1-A991-9FE5DED72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5" name="Oval 11">
              <a:extLst>
                <a:ext uri="{FF2B5EF4-FFF2-40B4-BE49-F238E27FC236}">
                  <a16:creationId xmlns:a16="http://schemas.microsoft.com/office/drawing/2014/main" id="{970987D3-0A19-4AB1-AEE8-0DB34F538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8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6" name="Oval 12">
              <a:extLst>
                <a:ext uri="{FF2B5EF4-FFF2-40B4-BE49-F238E27FC236}">
                  <a16:creationId xmlns:a16="http://schemas.microsoft.com/office/drawing/2014/main" id="{1D20F963-30B9-4B2E-8DBB-FD1BD0868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7" name="Oval 13">
              <a:extLst>
                <a:ext uri="{FF2B5EF4-FFF2-40B4-BE49-F238E27FC236}">
                  <a16:creationId xmlns:a16="http://schemas.microsoft.com/office/drawing/2014/main" id="{C64C9FBB-2179-4D02-879B-E773212A4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8" name="Oval 14">
              <a:extLst>
                <a:ext uri="{FF2B5EF4-FFF2-40B4-BE49-F238E27FC236}">
                  <a16:creationId xmlns:a16="http://schemas.microsoft.com/office/drawing/2014/main" id="{B0C28071-9FD7-4F19-A40A-12DE39B3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8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9" name="Oval 15">
              <a:extLst>
                <a:ext uri="{FF2B5EF4-FFF2-40B4-BE49-F238E27FC236}">
                  <a16:creationId xmlns:a16="http://schemas.microsoft.com/office/drawing/2014/main" id="{C2F9D6C0-4431-471A-8311-4366D14C9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0" name="Oval 16">
              <a:extLst>
                <a:ext uri="{FF2B5EF4-FFF2-40B4-BE49-F238E27FC236}">
                  <a16:creationId xmlns:a16="http://schemas.microsoft.com/office/drawing/2014/main" id="{E913CAC7-5FFC-458A-A1C4-D938671ED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1" name="Oval 17">
              <a:extLst>
                <a:ext uri="{FF2B5EF4-FFF2-40B4-BE49-F238E27FC236}">
                  <a16:creationId xmlns:a16="http://schemas.microsoft.com/office/drawing/2014/main" id="{5FA421A5-9580-4584-B9D0-6F278A2FE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2" name="Oval 18">
              <a:extLst>
                <a:ext uri="{FF2B5EF4-FFF2-40B4-BE49-F238E27FC236}">
                  <a16:creationId xmlns:a16="http://schemas.microsoft.com/office/drawing/2014/main" id="{8CE2E1E0-D1F0-434B-9525-E507AB295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3" name="Oval 19">
              <a:extLst>
                <a:ext uri="{FF2B5EF4-FFF2-40B4-BE49-F238E27FC236}">
                  <a16:creationId xmlns:a16="http://schemas.microsoft.com/office/drawing/2014/main" id="{05B4AADC-DDC9-4802-8B51-F89123BD8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4" name="Oval 20">
              <a:extLst>
                <a:ext uri="{FF2B5EF4-FFF2-40B4-BE49-F238E27FC236}">
                  <a16:creationId xmlns:a16="http://schemas.microsoft.com/office/drawing/2014/main" id="{4EA7AFA6-CCF1-46D9-A0C5-11A8E7000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5" name="Oval 21">
              <a:extLst>
                <a:ext uri="{FF2B5EF4-FFF2-40B4-BE49-F238E27FC236}">
                  <a16:creationId xmlns:a16="http://schemas.microsoft.com/office/drawing/2014/main" id="{B9A66A54-A5D3-4FFA-93D6-3B4132640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6" name="Oval 22">
              <a:extLst>
                <a:ext uri="{FF2B5EF4-FFF2-40B4-BE49-F238E27FC236}">
                  <a16:creationId xmlns:a16="http://schemas.microsoft.com/office/drawing/2014/main" id="{44CA4D53-CD58-4046-A8D6-C5503F253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7" name="Oval 23">
              <a:extLst>
                <a:ext uri="{FF2B5EF4-FFF2-40B4-BE49-F238E27FC236}">
                  <a16:creationId xmlns:a16="http://schemas.microsoft.com/office/drawing/2014/main" id="{8EFB2178-DF3F-45C2-B4AE-B29AFEFA6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8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8" name="Oval 24">
              <a:extLst>
                <a:ext uri="{FF2B5EF4-FFF2-40B4-BE49-F238E27FC236}">
                  <a16:creationId xmlns:a16="http://schemas.microsoft.com/office/drawing/2014/main" id="{028B89EC-2451-4BAE-B8D2-0211ABAE6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8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9" name="Oval 25">
              <a:extLst>
                <a:ext uri="{FF2B5EF4-FFF2-40B4-BE49-F238E27FC236}">
                  <a16:creationId xmlns:a16="http://schemas.microsoft.com/office/drawing/2014/main" id="{45951EEB-AF56-422E-A3DC-2A9DC55C8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0" name="Oval 26">
              <a:extLst>
                <a:ext uri="{FF2B5EF4-FFF2-40B4-BE49-F238E27FC236}">
                  <a16:creationId xmlns:a16="http://schemas.microsoft.com/office/drawing/2014/main" id="{5F06F4BD-67B8-466C-AC49-23B651A4E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1" name="Oval 27">
              <a:extLst>
                <a:ext uri="{FF2B5EF4-FFF2-40B4-BE49-F238E27FC236}">
                  <a16:creationId xmlns:a16="http://schemas.microsoft.com/office/drawing/2014/main" id="{052A323C-0907-4FA7-A701-AB1D1F171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8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2" name="Oval 28">
              <a:extLst>
                <a:ext uri="{FF2B5EF4-FFF2-40B4-BE49-F238E27FC236}">
                  <a16:creationId xmlns:a16="http://schemas.microsoft.com/office/drawing/2014/main" id="{DC1275A3-EA2A-43D2-8092-B0DA4C8FB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8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3" name="Oval 29">
              <a:extLst>
                <a:ext uri="{FF2B5EF4-FFF2-40B4-BE49-F238E27FC236}">
                  <a16:creationId xmlns:a16="http://schemas.microsoft.com/office/drawing/2014/main" id="{37FFA571-AEA8-4367-8586-EF5479964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4" name="Oval 30">
              <a:extLst>
                <a:ext uri="{FF2B5EF4-FFF2-40B4-BE49-F238E27FC236}">
                  <a16:creationId xmlns:a16="http://schemas.microsoft.com/office/drawing/2014/main" id="{D3E2BC4A-9C5F-46D9-AA4E-90596F101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5" name="Oval 31">
              <a:extLst>
                <a:ext uri="{FF2B5EF4-FFF2-40B4-BE49-F238E27FC236}">
                  <a16:creationId xmlns:a16="http://schemas.microsoft.com/office/drawing/2014/main" id="{C8CE5A54-A46B-4D4B-B917-0EF10D04E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6" name="Oval 32">
              <a:extLst>
                <a:ext uri="{FF2B5EF4-FFF2-40B4-BE49-F238E27FC236}">
                  <a16:creationId xmlns:a16="http://schemas.microsoft.com/office/drawing/2014/main" id="{847840EF-EF5D-44C2-A615-63FD2C224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8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7" name="Oval 33">
              <a:extLst>
                <a:ext uri="{FF2B5EF4-FFF2-40B4-BE49-F238E27FC236}">
                  <a16:creationId xmlns:a16="http://schemas.microsoft.com/office/drawing/2014/main" id="{0EA749F3-B822-438E-BA2E-3B5E21C36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8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8" name="Oval 34">
              <a:extLst>
                <a:ext uri="{FF2B5EF4-FFF2-40B4-BE49-F238E27FC236}">
                  <a16:creationId xmlns:a16="http://schemas.microsoft.com/office/drawing/2014/main" id="{4EA8787B-3AA1-454C-98C7-8F8BBB8CB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9" name="Oval 35">
              <a:extLst>
                <a:ext uri="{FF2B5EF4-FFF2-40B4-BE49-F238E27FC236}">
                  <a16:creationId xmlns:a16="http://schemas.microsoft.com/office/drawing/2014/main" id="{EA1F93C8-0C6B-4BC1-B4EC-7C02D7591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0" name="Oval 36">
              <a:extLst>
                <a:ext uri="{FF2B5EF4-FFF2-40B4-BE49-F238E27FC236}">
                  <a16:creationId xmlns:a16="http://schemas.microsoft.com/office/drawing/2014/main" id="{2D8E9044-DB8E-4A2A-B884-0A3519CFA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8" cy="7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1" name="Oval 37">
              <a:extLst>
                <a:ext uri="{FF2B5EF4-FFF2-40B4-BE49-F238E27FC236}">
                  <a16:creationId xmlns:a16="http://schemas.microsoft.com/office/drawing/2014/main" id="{36AAD65E-8209-48B2-B90F-661A1A4BE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8" cy="7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2" name="Oval 38">
              <a:extLst>
                <a:ext uri="{FF2B5EF4-FFF2-40B4-BE49-F238E27FC236}">
                  <a16:creationId xmlns:a16="http://schemas.microsoft.com/office/drawing/2014/main" id="{E2266297-39E2-49A9-A8EF-361D93E81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3" name="Oval 39">
              <a:extLst>
                <a:ext uri="{FF2B5EF4-FFF2-40B4-BE49-F238E27FC236}">
                  <a16:creationId xmlns:a16="http://schemas.microsoft.com/office/drawing/2014/main" id="{09B5CBA0-BAF2-4DA1-A576-D48A03FA8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8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7.xml"/><Relationship Id="rId5" Type="http://schemas.openxmlformats.org/officeDocument/2006/relationships/slide" Target="slide24.xml"/><Relationship Id="rId4" Type="http://schemas.openxmlformats.org/officeDocument/2006/relationships/slide" Target="slide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37.xml"/><Relationship Id="rId4" Type="http://schemas.openxmlformats.org/officeDocument/2006/relationships/slide" Target="slide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8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7.wmf"/><Relationship Id="rId5" Type="http://schemas.openxmlformats.org/officeDocument/2006/relationships/image" Target="../media/image4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0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wmf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7.wmf"/><Relationship Id="rId5" Type="http://schemas.openxmlformats.org/officeDocument/2006/relationships/image" Target="../media/image4.e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6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2.wmf"/><Relationship Id="rId5" Type="http://schemas.openxmlformats.org/officeDocument/2006/relationships/image" Target="../media/image4.e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1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17.wmf"/><Relationship Id="rId18" Type="http://schemas.openxmlformats.org/officeDocument/2006/relationships/oleObject" Target="../embeddings/oleObject27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16.wmf"/><Relationship Id="rId5" Type="http://schemas.openxmlformats.org/officeDocument/2006/relationships/image" Target="../media/image4.emf"/><Relationship Id="rId15" Type="http://schemas.openxmlformats.org/officeDocument/2006/relationships/image" Target="../media/image18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emf"/><Relationship Id="rId11" Type="http://schemas.openxmlformats.org/officeDocument/2006/relationships/image" Target="../media/image24.png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23.emf"/><Relationship Id="rId4" Type="http://schemas.openxmlformats.org/officeDocument/2006/relationships/image" Target="../media/image20.emf"/><Relationship Id="rId9" Type="http://schemas.openxmlformats.org/officeDocument/2006/relationships/oleObject" Target="../embeddings/oleObject3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6.emf"/><Relationship Id="rId11" Type="http://schemas.openxmlformats.org/officeDocument/2006/relationships/image" Target="../media/image24.png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28.emf"/><Relationship Id="rId4" Type="http://schemas.openxmlformats.org/officeDocument/2006/relationships/image" Target="../media/image25.emf"/><Relationship Id="rId9" Type="http://schemas.openxmlformats.org/officeDocument/2006/relationships/oleObject" Target="../embeddings/oleObject35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29.tm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34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e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33.emf"/><Relationship Id="rId4" Type="http://schemas.openxmlformats.org/officeDocument/2006/relationships/image" Target="../media/image30.emf"/><Relationship Id="rId9" Type="http://schemas.openxmlformats.org/officeDocument/2006/relationships/oleObject" Target="../embeddings/oleObject39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13" Type="http://schemas.openxmlformats.org/officeDocument/2006/relationships/oleObject" Target="../embeddings/oleObject46.bin"/><Relationship Id="rId18" Type="http://schemas.openxmlformats.org/officeDocument/2006/relationships/image" Target="../media/image42.e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39.emf"/><Relationship Id="rId1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6.e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38.emf"/><Relationship Id="rId4" Type="http://schemas.openxmlformats.org/officeDocument/2006/relationships/image" Target="../media/image35.e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3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4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5.e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47.emf"/><Relationship Id="rId4" Type="http://schemas.openxmlformats.org/officeDocument/2006/relationships/image" Target="../media/image44.emf"/><Relationship Id="rId9" Type="http://schemas.openxmlformats.org/officeDocument/2006/relationships/oleObject" Target="../embeddings/oleObject5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0.e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49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3.e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2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56.wmf"/><Relationship Id="rId4" Type="http://schemas.openxmlformats.org/officeDocument/2006/relationships/image" Target="../media/image55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image" Target="../media/image29.tmp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10" Type="http://schemas.openxmlformats.org/officeDocument/2006/relationships/tags" Target="../tags/tag29.xml"/><Relationship Id="rId19" Type="http://schemas.openxmlformats.org/officeDocument/2006/relationships/image" Target="../media/image57.png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image" Target="../media/image29.tmp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image" Target="../media/image58.png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18" Type="http://schemas.openxmlformats.org/officeDocument/2006/relationships/tags" Target="../tags/tag7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20" Type="http://schemas.openxmlformats.org/officeDocument/2006/relationships/image" Target="../media/image29.tmp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tags" Target="../tags/tag83.xml"/><Relationship Id="rId18" Type="http://schemas.openxmlformats.org/officeDocument/2006/relationships/oleObject" Target="../embeddings/oleObject63.bin"/><Relationship Id="rId26" Type="http://schemas.openxmlformats.org/officeDocument/2006/relationships/image" Target="../media/image29.tmp"/><Relationship Id="rId3" Type="http://schemas.openxmlformats.org/officeDocument/2006/relationships/tags" Target="../tags/tag73.xml"/><Relationship Id="rId21" Type="http://schemas.openxmlformats.org/officeDocument/2006/relationships/image" Target="../media/image61.wmf"/><Relationship Id="rId7" Type="http://schemas.openxmlformats.org/officeDocument/2006/relationships/tags" Target="../tags/tag77.xml"/><Relationship Id="rId12" Type="http://schemas.openxmlformats.org/officeDocument/2006/relationships/tags" Target="../tags/tag82.xml"/><Relationship Id="rId17" Type="http://schemas.openxmlformats.org/officeDocument/2006/relationships/image" Target="../media/image59.emf"/><Relationship Id="rId25" Type="http://schemas.openxmlformats.org/officeDocument/2006/relationships/image" Target="../media/image63.wmf"/><Relationship Id="rId2" Type="http://schemas.openxmlformats.org/officeDocument/2006/relationships/tags" Target="../tags/tag72.xml"/><Relationship Id="rId16" Type="http://schemas.openxmlformats.org/officeDocument/2006/relationships/oleObject" Target="../embeddings/oleObject62.bin"/><Relationship Id="rId20" Type="http://schemas.openxmlformats.org/officeDocument/2006/relationships/oleObject" Target="../embeddings/oleObject64.bin"/><Relationship Id="rId1" Type="http://schemas.openxmlformats.org/officeDocument/2006/relationships/vmlDrawing" Target="../drawings/vmlDrawing15.vml"/><Relationship Id="rId6" Type="http://schemas.openxmlformats.org/officeDocument/2006/relationships/tags" Target="../tags/tag76.xml"/><Relationship Id="rId11" Type="http://schemas.openxmlformats.org/officeDocument/2006/relationships/tags" Target="../tags/tag81.xml"/><Relationship Id="rId24" Type="http://schemas.openxmlformats.org/officeDocument/2006/relationships/oleObject" Target="../embeddings/oleObject66.bin"/><Relationship Id="rId5" Type="http://schemas.openxmlformats.org/officeDocument/2006/relationships/tags" Target="../tags/tag75.xml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62.wmf"/><Relationship Id="rId10" Type="http://schemas.openxmlformats.org/officeDocument/2006/relationships/tags" Target="../tags/tag80.xml"/><Relationship Id="rId19" Type="http://schemas.openxmlformats.org/officeDocument/2006/relationships/image" Target="../media/image60.wmf"/><Relationship Id="rId4" Type="http://schemas.openxmlformats.org/officeDocument/2006/relationships/tags" Target="../tags/tag74.xml"/><Relationship Id="rId9" Type="http://schemas.openxmlformats.org/officeDocument/2006/relationships/tags" Target="../tags/tag79.xml"/><Relationship Id="rId14" Type="http://schemas.openxmlformats.org/officeDocument/2006/relationships/tags" Target="../tags/tag84.xml"/><Relationship Id="rId22" Type="http://schemas.openxmlformats.org/officeDocument/2006/relationships/oleObject" Target="../embeddings/oleObject65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59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59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5.emf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67.wmf"/><Relationship Id="rId4" Type="http://schemas.openxmlformats.org/officeDocument/2006/relationships/image" Target="../media/image59.emf"/><Relationship Id="rId9" Type="http://schemas.openxmlformats.org/officeDocument/2006/relationships/oleObject" Target="../embeddings/oleObject72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68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69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71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69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75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75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75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80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81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83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85.e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85.emf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88.wmf"/><Relationship Id="rId4" Type="http://schemas.openxmlformats.org/officeDocument/2006/relationships/image" Target="../media/image86.wmf"/><Relationship Id="rId9" Type="http://schemas.openxmlformats.org/officeDocument/2006/relationships/oleObject" Target="../embeddings/oleObject98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89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9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91.emf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101.bin"/><Relationship Id="rId10" Type="http://schemas.openxmlformats.org/officeDocument/2006/relationships/image" Target="../media/image93.wmf"/><Relationship Id="rId4" Type="http://schemas.openxmlformats.org/officeDocument/2006/relationships/image" Target="../media/image90.emf"/><Relationship Id="rId9" Type="http://schemas.openxmlformats.org/officeDocument/2006/relationships/oleObject" Target="../embeddings/oleObject103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oleObject" Target="../embeddings/oleObject105.bin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85.xml"/><Relationship Id="rId1" Type="http://schemas.openxmlformats.org/officeDocument/2006/relationships/vmlDrawing" Target="../drawings/vmlDrawing33.v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5" Type="http://schemas.openxmlformats.org/officeDocument/2006/relationships/tags" Target="../tags/tag88.xml"/><Relationship Id="rId15" Type="http://schemas.openxmlformats.org/officeDocument/2006/relationships/image" Target="../media/image29.tmp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image" Target="../media/image95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97.e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96.e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98.w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02.e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01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17" Type="http://schemas.openxmlformats.org/officeDocument/2006/relationships/tags" Target="../tags/tag111.xml"/><Relationship Id="rId2" Type="http://schemas.openxmlformats.org/officeDocument/2006/relationships/tags" Target="../tags/tag96.xml"/><Relationship Id="rId16" Type="http://schemas.openxmlformats.org/officeDocument/2006/relationships/tags" Target="../tags/tag110.xml"/><Relationship Id="rId20" Type="http://schemas.openxmlformats.org/officeDocument/2006/relationships/image" Target="../media/image29.tmp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5" Type="http://schemas.openxmlformats.org/officeDocument/2006/relationships/tags" Target="../tags/tag109.xml"/><Relationship Id="rId10" Type="http://schemas.openxmlformats.org/officeDocument/2006/relationships/tags" Target="../tags/tag104.xml"/><Relationship Id="rId19" Type="http://schemas.openxmlformats.org/officeDocument/2006/relationships/image" Target="../media/image103.png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tags" Target="../tags/tag108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tags" Target="../tags/tag12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17" Type="http://schemas.openxmlformats.org/officeDocument/2006/relationships/tags" Target="../tags/tag128.xml"/><Relationship Id="rId2" Type="http://schemas.openxmlformats.org/officeDocument/2006/relationships/tags" Target="../tags/tag113.xml"/><Relationship Id="rId16" Type="http://schemas.openxmlformats.org/officeDocument/2006/relationships/tags" Target="../tags/tag127.xml"/><Relationship Id="rId20" Type="http://schemas.openxmlformats.org/officeDocument/2006/relationships/image" Target="../media/image29.tmp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5" Type="http://schemas.openxmlformats.org/officeDocument/2006/relationships/tags" Target="../tags/tag126.xml"/><Relationship Id="rId10" Type="http://schemas.openxmlformats.org/officeDocument/2006/relationships/tags" Target="../tags/tag121.xml"/><Relationship Id="rId19" Type="http://schemas.openxmlformats.org/officeDocument/2006/relationships/image" Target="../media/image103.png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tags" Target="../tags/tag125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13" Type="http://schemas.openxmlformats.org/officeDocument/2006/relationships/tags" Target="../tags/tag141.xml"/><Relationship Id="rId18" Type="http://schemas.openxmlformats.org/officeDocument/2006/relationships/tags" Target="../tags/tag146.xml"/><Relationship Id="rId3" Type="http://schemas.openxmlformats.org/officeDocument/2006/relationships/tags" Target="../tags/tag131.xml"/><Relationship Id="rId21" Type="http://schemas.openxmlformats.org/officeDocument/2006/relationships/image" Target="../media/image29.tmp"/><Relationship Id="rId7" Type="http://schemas.openxmlformats.org/officeDocument/2006/relationships/tags" Target="../tags/tag135.xml"/><Relationship Id="rId12" Type="http://schemas.openxmlformats.org/officeDocument/2006/relationships/tags" Target="../tags/tag140.xml"/><Relationship Id="rId17" Type="http://schemas.openxmlformats.org/officeDocument/2006/relationships/tags" Target="../tags/tag145.xml"/><Relationship Id="rId2" Type="http://schemas.openxmlformats.org/officeDocument/2006/relationships/tags" Target="../tags/tag130.xml"/><Relationship Id="rId16" Type="http://schemas.openxmlformats.org/officeDocument/2006/relationships/tags" Target="../tags/tag144.xml"/><Relationship Id="rId20" Type="http://schemas.openxmlformats.org/officeDocument/2006/relationships/image" Target="../media/image103.png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tags" Target="../tags/tag139.xml"/><Relationship Id="rId5" Type="http://schemas.openxmlformats.org/officeDocument/2006/relationships/tags" Target="../tags/tag133.xml"/><Relationship Id="rId15" Type="http://schemas.openxmlformats.org/officeDocument/2006/relationships/tags" Target="../tags/tag143.xml"/><Relationship Id="rId10" Type="http://schemas.openxmlformats.org/officeDocument/2006/relationships/tags" Target="../tags/tag138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132.xml"/><Relationship Id="rId9" Type="http://schemas.openxmlformats.org/officeDocument/2006/relationships/tags" Target="../tags/tag137.xml"/><Relationship Id="rId14" Type="http://schemas.openxmlformats.org/officeDocument/2006/relationships/tags" Target="../tags/tag14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emf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108.e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05.emf"/><Relationship Id="rId11" Type="http://schemas.openxmlformats.org/officeDocument/2006/relationships/oleObject" Target="../embeddings/oleObject117.bin"/><Relationship Id="rId5" Type="http://schemas.openxmlformats.org/officeDocument/2006/relationships/oleObject" Target="../embeddings/oleObject114.bin"/><Relationship Id="rId10" Type="http://schemas.openxmlformats.org/officeDocument/2006/relationships/image" Target="../media/image107.emf"/><Relationship Id="rId4" Type="http://schemas.openxmlformats.org/officeDocument/2006/relationships/image" Target="../media/image104.emf"/><Relationship Id="rId9" Type="http://schemas.openxmlformats.org/officeDocument/2006/relationships/oleObject" Target="../embeddings/oleObject116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13" Type="http://schemas.openxmlformats.org/officeDocument/2006/relationships/oleObject" Target="../embeddings/oleObject123.bin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0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10.e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0" Type="http://schemas.openxmlformats.org/officeDocument/2006/relationships/image" Target="../media/image104.emf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12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13" Type="http://schemas.openxmlformats.org/officeDocument/2006/relationships/oleObject" Target="../embeddings/oleObject129.bin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0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10.e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0" Type="http://schemas.openxmlformats.org/officeDocument/2006/relationships/image" Target="../media/image104.e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112.w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15.emf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14.e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emf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14.emf"/><Relationship Id="rId5" Type="http://schemas.openxmlformats.org/officeDocument/2006/relationships/oleObject" Target="../embeddings/oleObject133.bin"/><Relationship Id="rId10" Type="http://schemas.openxmlformats.org/officeDocument/2006/relationships/image" Target="../media/image117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35.bin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emf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14.e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18.w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15.emf"/><Relationship Id="rId5" Type="http://schemas.openxmlformats.org/officeDocument/2006/relationships/oleObject" Target="../embeddings/oleObject140.bin"/><Relationship Id="rId10" Type="http://schemas.openxmlformats.org/officeDocument/2006/relationships/image" Target="../media/image120.wmf"/><Relationship Id="rId4" Type="http://schemas.openxmlformats.org/officeDocument/2006/relationships/image" Target="../media/image114.emf"/><Relationship Id="rId9" Type="http://schemas.openxmlformats.org/officeDocument/2006/relationships/oleObject" Target="../embeddings/oleObject142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144.bin"/><Relationship Id="rId4" Type="http://schemas.openxmlformats.org/officeDocument/2006/relationships/image" Target="../media/image121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23.e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05.emf"/><Relationship Id="rId5" Type="http://schemas.openxmlformats.org/officeDocument/2006/relationships/oleObject" Target="../embeddings/oleObject148.bin"/><Relationship Id="rId10" Type="http://schemas.openxmlformats.org/officeDocument/2006/relationships/image" Target="../media/image108.emf"/><Relationship Id="rId4" Type="http://schemas.openxmlformats.org/officeDocument/2006/relationships/image" Target="../media/image125.emf"/><Relationship Id="rId9" Type="http://schemas.openxmlformats.org/officeDocument/2006/relationships/oleObject" Target="../embeddings/oleObject150.bin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13" Type="http://schemas.openxmlformats.org/officeDocument/2006/relationships/oleObject" Target="../embeddings/oleObject156.bin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12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8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05.emf"/><Relationship Id="rId11" Type="http://schemas.openxmlformats.org/officeDocument/2006/relationships/oleObject" Target="../embeddings/oleObject155.bin"/><Relationship Id="rId5" Type="http://schemas.openxmlformats.org/officeDocument/2006/relationships/oleObject" Target="../embeddings/oleObject152.bin"/><Relationship Id="rId15" Type="http://schemas.openxmlformats.org/officeDocument/2006/relationships/oleObject" Target="../embeddings/oleObject157.bin"/><Relationship Id="rId10" Type="http://schemas.openxmlformats.org/officeDocument/2006/relationships/image" Target="../media/image108.emf"/><Relationship Id="rId4" Type="http://schemas.openxmlformats.org/officeDocument/2006/relationships/image" Target="../media/image125.emf"/><Relationship Id="rId9" Type="http://schemas.openxmlformats.org/officeDocument/2006/relationships/oleObject" Target="../embeddings/oleObject154.bin"/><Relationship Id="rId14" Type="http://schemas.openxmlformats.org/officeDocument/2006/relationships/image" Target="../media/image127.w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13" Type="http://schemas.openxmlformats.org/officeDocument/2006/relationships/oleObject" Target="../embeddings/oleObject163.bin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12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9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05.emf"/><Relationship Id="rId11" Type="http://schemas.openxmlformats.org/officeDocument/2006/relationships/oleObject" Target="../embeddings/oleObject162.bin"/><Relationship Id="rId5" Type="http://schemas.openxmlformats.org/officeDocument/2006/relationships/oleObject" Target="../embeddings/oleObject159.bin"/><Relationship Id="rId15" Type="http://schemas.openxmlformats.org/officeDocument/2006/relationships/oleObject" Target="../embeddings/oleObject164.bin"/><Relationship Id="rId10" Type="http://schemas.openxmlformats.org/officeDocument/2006/relationships/image" Target="../media/image108.emf"/><Relationship Id="rId4" Type="http://schemas.openxmlformats.org/officeDocument/2006/relationships/image" Target="../media/image125.emf"/><Relationship Id="rId9" Type="http://schemas.openxmlformats.org/officeDocument/2006/relationships/oleObject" Target="../embeddings/oleObject161.bin"/><Relationship Id="rId14" Type="http://schemas.openxmlformats.org/officeDocument/2006/relationships/image" Target="../media/image127.wmf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4" Type="http://schemas.openxmlformats.org/officeDocument/2006/relationships/image" Target="../media/image130.e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17" Type="http://schemas.openxmlformats.org/officeDocument/2006/relationships/tags" Target="../tags/tag163.xml"/><Relationship Id="rId2" Type="http://schemas.openxmlformats.org/officeDocument/2006/relationships/tags" Target="../tags/tag148.xml"/><Relationship Id="rId16" Type="http://schemas.openxmlformats.org/officeDocument/2006/relationships/tags" Target="../tags/tag162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5" Type="http://schemas.openxmlformats.org/officeDocument/2006/relationships/tags" Target="../tags/tag161.xml"/><Relationship Id="rId10" Type="http://schemas.openxmlformats.org/officeDocument/2006/relationships/tags" Target="../tags/tag156.xml"/><Relationship Id="rId19" Type="http://schemas.openxmlformats.org/officeDocument/2006/relationships/image" Target="../media/image29.tmp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tags" Target="../tags/tag16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32.e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31.e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68.bin"/><Relationship Id="rId7" Type="http://schemas.openxmlformats.org/officeDocument/2006/relationships/oleObject" Target="../embeddings/oleObject1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69.bin"/><Relationship Id="rId4" Type="http://schemas.openxmlformats.org/officeDocument/2006/relationships/image" Target="../media/image132.e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72.bin"/><Relationship Id="rId4" Type="http://schemas.openxmlformats.org/officeDocument/2006/relationships/image" Target="../media/image135.emf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emf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74.bin"/><Relationship Id="rId4" Type="http://schemas.openxmlformats.org/officeDocument/2006/relationships/image" Target="../media/image137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4" Type="http://schemas.openxmlformats.org/officeDocument/2006/relationships/image" Target="../media/image140.emf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emf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12" Type="http://schemas.openxmlformats.org/officeDocument/2006/relationships/image" Target="../media/image14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81.bin"/><Relationship Id="rId5" Type="http://schemas.openxmlformats.org/officeDocument/2006/relationships/oleObject" Target="../embeddings/oleObject178.bin"/><Relationship Id="rId10" Type="http://schemas.openxmlformats.org/officeDocument/2006/relationships/image" Target="../media/image144.emf"/><Relationship Id="rId4" Type="http://schemas.openxmlformats.org/officeDocument/2006/relationships/image" Target="../media/image141.emf"/><Relationship Id="rId9" Type="http://schemas.openxmlformats.org/officeDocument/2006/relationships/oleObject" Target="../embeddings/oleObject180.bin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4.xml"/><Relationship Id="rId1" Type="http://schemas.openxmlformats.org/officeDocument/2006/relationships/tags" Target="../tags/tag164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emf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147.emf"/><Relationship Id="rId5" Type="http://schemas.openxmlformats.org/officeDocument/2006/relationships/oleObject" Target="../embeddings/oleObject183.bin"/><Relationship Id="rId10" Type="http://schemas.openxmlformats.org/officeDocument/2006/relationships/image" Target="../media/image149.wmf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85.bin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187.bin"/><Relationship Id="rId4" Type="http://schemas.openxmlformats.org/officeDocument/2006/relationships/image" Target="../media/image150.e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89.bin"/><Relationship Id="rId4" Type="http://schemas.openxmlformats.org/officeDocument/2006/relationships/image" Target="../media/image152.emf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1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43C6A30-78A2-46F6-A867-84D13EC65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49275"/>
            <a:ext cx="8066087" cy="1281113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第三章 电阻电路的一般分析</a:t>
            </a:r>
          </a:p>
        </p:txBody>
      </p:sp>
      <p:sp>
        <p:nvSpPr>
          <p:cNvPr id="20483" name="Rectangle 16">
            <a:hlinkClick r:id="rId2" action="ppaction://hlinksldjump"/>
            <a:extLst>
              <a:ext uri="{FF2B5EF4-FFF2-40B4-BE49-F238E27FC236}">
                <a16:creationId xmlns:a16="http://schemas.microsoft.com/office/drawing/2014/main" id="{C7F142D4-FB81-4FF3-86EB-173E73FF4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1736725"/>
            <a:ext cx="2735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</a:p>
        </p:txBody>
      </p:sp>
      <p:sp>
        <p:nvSpPr>
          <p:cNvPr id="20484" name="Rectangle 17">
            <a:hlinkClick r:id="rId3" action="ppaction://hlinksldjump"/>
            <a:extLst>
              <a:ext uri="{FF2B5EF4-FFF2-40B4-BE49-F238E27FC236}">
                <a16:creationId xmlns:a16="http://schemas.microsoft.com/office/drawing/2014/main" id="{53F88532-158F-4792-8F1D-02163769E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3559175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3-4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节点电压法</a:t>
            </a:r>
          </a:p>
        </p:txBody>
      </p:sp>
      <p:sp>
        <p:nvSpPr>
          <p:cNvPr id="20485" name="Rectangle 18">
            <a:hlinkClick r:id="rId4" action="ppaction://hlinksldjump"/>
            <a:extLst>
              <a:ext uri="{FF2B5EF4-FFF2-40B4-BE49-F238E27FC236}">
                <a16:creationId xmlns:a16="http://schemas.microsoft.com/office/drawing/2014/main" id="{34182A40-EBC8-4000-9AD1-A89EA336D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2924175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3-3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</a:t>
            </a:r>
          </a:p>
        </p:txBody>
      </p:sp>
      <p:sp>
        <p:nvSpPr>
          <p:cNvPr id="20486" name="Rectangle 19">
            <a:hlinkClick r:id="rId4" action="ppaction://hlinksldjump"/>
            <a:extLst>
              <a:ext uri="{FF2B5EF4-FFF2-40B4-BE49-F238E27FC236}">
                <a16:creationId xmlns:a16="http://schemas.microsoft.com/office/drawing/2014/main" id="{F9DA633F-82EF-4938-9827-F0ED58355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21163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3-5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</a:t>
            </a:r>
          </a:p>
        </p:txBody>
      </p:sp>
      <p:sp>
        <p:nvSpPr>
          <p:cNvPr id="20487" name="Rectangle 20">
            <a:hlinkClick r:id="rId5" action="ppaction://hlinksldjump"/>
            <a:extLst>
              <a:ext uri="{FF2B5EF4-FFF2-40B4-BE49-F238E27FC236}">
                <a16:creationId xmlns:a16="http://schemas.microsoft.com/office/drawing/2014/main" id="{72B5787B-3FFE-4C3F-8067-6189BEB2A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8775" y="2371725"/>
            <a:ext cx="4822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 KCL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sp>
        <p:nvSpPr>
          <p:cNvPr id="20488" name="Rectangle 21">
            <a:hlinkClick r:id="rId6" action="ppaction://hlinksldjump"/>
            <a:extLst>
              <a:ext uri="{FF2B5EF4-FFF2-40B4-BE49-F238E27FC236}">
                <a16:creationId xmlns:a16="http://schemas.microsoft.com/office/drawing/2014/main" id="{7F10257F-B7F4-42CA-BCCF-6863B938C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868863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3-6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09DBAEBD-2B66-40A9-871C-6B9F4C468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2706688"/>
            <a:ext cx="25320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节点电压法</a:t>
            </a:r>
          </a:p>
        </p:txBody>
      </p:sp>
      <p:sp>
        <p:nvSpPr>
          <p:cNvPr id="21507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1EF9EED2-7CA9-4567-8E1C-39D19DED1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2060575"/>
            <a:ext cx="262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</a:t>
            </a:r>
          </a:p>
        </p:txBody>
      </p:sp>
      <p:sp>
        <p:nvSpPr>
          <p:cNvPr id="21508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3F367EF-671A-421B-BC17-E3B69718B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3425825"/>
            <a:ext cx="25320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</a:t>
            </a:r>
          </a:p>
        </p:txBody>
      </p:sp>
      <p:sp>
        <p:nvSpPr>
          <p:cNvPr id="21509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E79D0013-A68E-4B14-8319-641CEC47F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797425"/>
            <a:ext cx="38893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图论的基本知识</a:t>
            </a:r>
            <a:endParaRPr lang="en-US" altLang="zh-CN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10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EAD4C102-1411-4651-BDA9-B46383681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144963"/>
            <a:ext cx="25320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</a:t>
            </a:r>
          </a:p>
        </p:txBody>
      </p:sp>
      <p:sp>
        <p:nvSpPr>
          <p:cNvPr id="21511" name="标题 11">
            <a:extLst>
              <a:ext uri="{FF2B5EF4-FFF2-40B4-BE49-F238E27FC236}">
                <a16:creationId xmlns:a16="http://schemas.microsoft.com/office/drawing/2014/main" id="{ACC34261-1E72-4346-82B3-9463C8C75B98}"/>
              </a:ext>
            </a:extLst>
          </p:cNvPr>
          <p:cNvSpPr>
            <a:spLocks/>
          </p:cNvSpPr>
          <p:nvPr/>
        </p:nvSpPr>
        <p:spPr bwMode="auto">
          <a:xfrm>
            <a:off x="684213" y="1125538"/>
            <a:ext cx="1871662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重点：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D0386E2-12C5-4409-B033-FF9D7ADD677E}"/>
              </a:ext>
            </a:extLst>
          </p:cNvPr>
          <p:cNvSpPr>
            <a:spLocks/>
          </p:cNvSpPr>
          <p:nvPr/>
        </p:nvSpPr>
        <p:spPr bwMode="auto">
          <a:xfrm>
            <a:off x="75756" y="-99050"/>
            <a:ext cx="6880146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 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玩转两类约束</a:t>
            </a:r>
          </a:p>
        </p:txBody>
      </p:sp>
      <p:grpSp>
        <p:nvGrpSpPr>
          <p:cNvPr id="244760" name="Group 24">
            <a:extLst>
              <a:ext uri="{FF2B5EF4-FFF2-40B4-BE49-F238E27FC236}">
                <a16:creationId xmlns:a16="http://schemas.microsoft.com/office/drawing/2014/main" id="{797E94F9-7E6A-4B47-BDAF-07D04F6B18A3}"/>
              </a:ext>
            </a:extLst>
          </p:cNvPr>
          <p:cNvGrpSpPr>
            <a:grpSpLocks/>
          </p:cNvGrpSpPr>
          <p:nvPr/>
        </p:nvGrpSpPr>
        <p:grpSpPr bwMode="auto">
          <a:xfrm>
            <a:off x="390941" y="800090"/>
            <a:ext cx="2852216" cy="2784970"/>
            <a:chOff x="476" y="2106"/>
            <a:chExt cx="1782" cy="1742"/>
          </a:xfrm>
        </p:grpSpPr>
        <p:sp>
          <p:nvSpPr>
            <p:cNvPr id="22546" name="Oval 25">
              <a:extLst>
                <a:ext uri="{FF2B5EF4-FFF2-40B4-BE49-F238E27FC236}">
                  <a16:creationId xmlns:a16="http://schemas.microsoft.com/office/drawing/2014/main" id="{A0D236E6-654E-4010-908C-94CAF871D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3240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47" name="Line 26">
              <a:extLst>
                <a:ext uri="{FF2B5EF4-FFF2-40B4-BE49-F238E27FC236}">
                  <a16:creationId xmlns:a16="http://schemas.microsoft.com/office/drawing/2014/main" id="{097AC06E-7E21-443F-A1FA-BC6FEBA202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" y="2242"/>
              <a:ext cx="817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27">
              <a:extLst>
                <a:ext uri="{FF2B5EF4-FFF2-40B4-BE49-F238E27FC236}">
                  <a16:creationId xmlns:a16="http://schemas.microsoft.com/office/drawing/2014/main" id="{E1A940FC-635D-4E8E-BBA9-A7C61A52CB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7" y="2696"/>
              <a:ext cx="817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Line 28">
              <a:extLst>
                <a:ext uri="{FF2B5EF4-FFF2-40B4-BE49-F238E27FC236}">
                  <a16:creationId xmlns:a16="http://schemas.microsoft.com/office/drawing/2014/main" id="{2CD181F3-2268-4A52-A465-BFE6F75AF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2695"/>
              <a:ext cx="817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29">
              <a:extLst>
                <a:ext uri="{FF2B5EF4-FFF2-40B4-BE49-F238E27FC236}">
                  <a16:creationId xmlns:a16="http://schemas.microsoft.com/office/drawing/2014/main" id="{8A436C52-0889-4C26-9789-05D37DE16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2242"/>
              <a:ext cx="817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30">
              <a:extLst>
                <a:ext uri="{FF2B5EF4-FFF2-40B4-BE49-F238E27FC236}">
                  <a16:creationId xmlns:a16="http://schemas.microsoft.com/office/drawing/2014/main" id="{991E5150-8BC7-480B-9C36-DB0FE4CEB3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2242"/>
              <a:ext cx="0" cy="9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Line 31">
              <a:extLst>
                <a:ext uri="{FF2B5EF4-FFF2-40B4-BE49-F238E27FC236}">
                  <a16:creationId xmlns:a16="http://schemas.microsoft.com/office/drawing/2014/main" id="{71BC7C91-B312-49ED-8A3F-A6A724BCF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2695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3" name="Line 32">
              <a:extLst>
                <a:ext uri="{FF2B5EF4-FFF2-40B4-BE49-F238E27FC236}">
                  <a16:creationId xmlns:a16="http://schemas.microsoft.com/office/drawing/2014/main" id="{50311B5F-BEBA-41A6-8871-1BCEC8373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3421"/>
              <a:ext cx="16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4" name="Line 33">
              <a:extLst>
                <a:ext uri="{FF2B5EF4-FFF2-40B4-BE49-F238E27FC236}">
                  <a16:creationId xmlns:a16="http://schemas.microsoft.com/office/drawing/2014/main" id="{D00A3A5C-711D-4C8C-BF9E-5B885C7B34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4" y="2695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5" name="Text Box 34">
              <a:extLst>
                <a:ext uri="{FF2B5EF4-FFF2-40B4-BE49-F238E27FC236}">
                  <a16:creationId xmlns:a16="http://schemas.microsoft.com/office/drawing/2014/main" id="{255F9E54-9EE1-4CA6-8728-0554163DD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922"/>
              <a:ext cx="4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2556" name="Text Box 35">
              <a:extLst>
                <a:ext uri="{FF2B5EF4-FFF2-40B4-BE49-F238E27FC236}">
                  <a16:creationId xmlns:a16="http://schemas.microsoft.com/office/drawing/2014/main" id="{9A29FA26-EEAA-4391-B08C-0C3B8CB258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2106"/>
              <a:ext cx="5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2557" name="Text Box 36">
              <a:extLst>
                <a:ext uri="{FF2B5EF4-FFF2-40B4-BE49-F238E27FC236}">
                  <a16:creationId xmlns:a16="http://schemas.microsoft.com/office/drawing/2014/main" id="{C5F20E34-F51F-495D-90DF-566462228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" y="2134"/>
              <a:ext cx="5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2558" name="Text Box 37">
              <a:extLst>
                <a:ext uri="{FF2B5EF4-FFF2-40B4-BE49-F238E27FC236}">
                  <a16:creationId xmlns:a16="http://schemas.microsoft.com/office/drawing/2014/main" id="{9440AFC6-4ED6-4C4D-8204-7A5652F1D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" y="2605"/>
              <a:ext cx="4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559" name="Text Box 38">
              <a:extLst>
                <a:ext uri="{FF2B5EF4-FFF2-40B4-BE49-F238E27FC236}">
                  <a16:creationId xmlns:a16="http://schemas.microsoft.com/office/drawing/2014/main" id="{68313008-0381-45D8-8117-3A416FE44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3412"/>
              <a:ext cx="5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2560" name="Text Box 39">
              <a:extLst>
                <a:ext uri="{FF2B5EF4-FFF2-40B4-BE49-F238E27FC236}">
                  <a16:creationId xmlns:a16="http://schemas.microsoft.com/office/drawing/2014/main" id="{D43947FC-BB1A-4EAD-A56F-21DCD4262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557"/>
              <a:ext cx="31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lang="en-US" altLang="zh-CN" sz="2400" baseline="-250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1" name="Text Box 40">
              <a:extLst>
                <a:ext uri="{FF2B5EF4-FFF2-40B4-BE49-F238E27FC236}">
                  <a16:creationId xmlns:a16="http://schemas.microsoft.com/office/drawing/2014/main" id="{3524F4A1-58A5-4B57-9706-A69ADA2F5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3376"/>
              <a:ext cx="3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endParaRPr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2" name="Text Box 41">
              <a:extLst>
                <a:ext uri="{FF2B5EF4-FFF2-40B4-BE49-F238E27FC236}">
                  <a16:creationId xmlns:a16="http://schemas.microsoft.com/office/drawing/2014/main" id="{9DE9E684-4382-4B75-8E5A-FFC3EA29B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330"/>
              <a:ext cx="3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  <a:endParaRPr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3" name="Rectangle 42">
              <a:extLst>
                <a:ext uri="{FF2B5EF4-FFF2-40B4-BE49-F238E27FC236}">
                  <a16:creationId xmlns:a16="http://schemas.microsoft.com/office/drawing/2014/main" id="{81540001-92A8-4A93-A614-64CE895C2D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012269">
              <a:off x="1655" y="2831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4" name="Rectangle 43">
              <a:extLst>
                <a:ext uri="{FF2B5EF4-FFF2-40B4-BE49-F238E27FC236}">
                  <a16:creationId xmlns:a16="http://schemas.microsoft.com/office/drawing/2014/main" id="{4B7F828B-3D0D-473D-A9B4-0DEF54A04A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79199">
              <a:off x="793" y="2877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5" name="Rectangle 44">
              <a:extLst>
                <a:ext uri="{FF2B5EF4-FFF2-40B4-BE49-F238E27FC236}">
                  <a16:creationId xmlns:a16="http://schemas.microsoft.com/office/drawing/2014/main" id="{616BF832-60A3-4652-99DB-A3D2B84E37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41819">
              <a:off x="1610" y="2423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6" name="Rectangle 45">
              <a:extLst>
                <a:ext uri="{FF2B5EF4-FFF2-40B4-BE49-F238E27FC236}">
                  <a16:creationId xmlns:a16="http://schemas.microsoft.com/office/drawing/2014/main" id="{A8574E83-4130-4DEB-918E-A91C748A53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70852">
              <a:off x="703" y="2423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7" name="Rectangle 46">
              <a:extLst>
                <a:ext uri="{FF2B5EF4-FFF2-40B4-BE49-F238E27FC236}">
                  <a16:creationId xmlns:a16="http://schemas.microsoft.com/office/drawing/2014/main" id="{786C90B4-68EA-436D-B97C-6BCED7F79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333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8" name="Rectangle 47">
              <a:extLst>
                <a:ext uri="{FF2B5EF4-FFF2-40B4-BE49-F238E27FC236}">
                  <a16:creationId xmlns:a16="http://schemas.microsoft.com/office/drawing/2014/main" id="{94306595-7B79-431C-B506-92D6A0144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2514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9" name="Text Box 48">
              <a:extLst>
                <a:ext uri="{FF2B5EF4-FFF2-40B4-BE49-F238E27FC236}">
                  <a16:creationId xmlns:a16="http://schemas.microsoft.com/office/drawing/2014/main" id="{87A0C0C6-EC84-4371-A9A8-3651186E4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2514"/>
              <a:ext cx="5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44792" name="Group 56">
            <a:extLst>
              <a:ext uri="{FF2B5EF4-FFF2-40B4-BE49-F238E27FC236}">
                <a16:creationId xmlns:a16="http://schemas.microsoft.com/office/drawing/2014/main" id="{9A153E95-9235-4CDF-99AC-C378327D8D34}"/>
              </a:ext>
            </a:extLst>
          </p:cNvPr>
          <p:cNvGrpSpPr>
            <a:grpSpLocks/>
          </p:cNvGrpSpPr>
          <p:nvPr/>
        </p:nvGrpSpPr>
        <p:grpSpPr bwMode="auto">
          <a:xfrm>
            <a:off x="49083" y="504886"/>
            <a:ext cx="3402340" cy="2377388"/>
            <a:chOff x="204" y="1470"/>
            <a:chExt cx="2260" cy="1470"/>
          </a:xfrm>
        </p:grpSpPr>
        <p:sp>
          <p:nvSpPr>
            <p:cNvPr id="22542" name="Text Box 52">
              <a:extLst>
                <a:ext uri="{FF2B5EF4-FFF2-40B4-BE49-F238E27FC236}">
                  <a16:creationId xmlns:a16="http://schemas.microsoft.com/office/drawing/2014/main" id="{25789CCA-8B3D-48F2-A901-DAE536552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8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22543" name="Text Box 53">
              <a:extLst>
                <a:ext uri="{FF2B5EF4-FFF2-40B4-BE49-F238E27FC236}">
                  <a16:creationId xmlns:a16="http://schemas.microsoft.com/office/drawing/2014/main" id="{AEC9B1A2-6352-441D-AC06-FC984AD26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1470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22544" name="Text Box 54">
              <a:extLst>
                <a:ext uri="{FF2B5EF4-FFF2-40B4-BE49-F238E27FC236}">
                  <a16:creationId xmlns:a16="http://schemas.microsoft.com/office/drawing/2014/main" id="{F1D5BAB0-0704-46A8-B587-43608CA46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4" y="2033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22545" name="Text Box 55">
              <a:extLst>
                <a:ext uri="{FF2B5EF4-FFF2-40B4-BE49-F238E27FC236}">
                  <a16:creationId xmlns:a16="http://schemas.microsoft.com/office/drawing/2014/main" id="{D1DD111D-46CD-4559-A61D-E07286867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649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  <p:graphicFrame>
        <p:nvGraphicFramePr>
          <p:cNvPr id="113" name="Object 4">
            <a:extLst>
              <a:ext uri="{FF2B5EF4-FFF2-40B4-BE49-F238E27FC236}">
                <a16:creationId xmlns:a16="http://schemas.microsoft.com/office/drawing/2014/main" id="{176CE53F-05A3-4F6B-983E-EF25FDEC10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805875"/>
              </p:ext>
            </p:extLst>
          </p:nvPr>
        </p:nvGraphicFramePr>
        <p:xfrm>
          <a:off x="3375073" y="599039"/>
          <a:ext cx="3861223" cy="2895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58" name="Visio" r:id="rId4" imgW="4064928" imgH="3048938" progId="Visio.Drawing.11">
                  <p:embed/>
                </p:oleObj>
              </mc:Choice>
              <mc:Fallback>
                <p:oleObj name="Visio" r:id="rId4" imgW="4064928" imgH="3048938" progId="Visio.Drawing.11">
                  <p:embed/>
                  <p:pic>
                    <p:nvPicPr>
                      <p:cNvPr id="295940" name="Object 4">
                        <a:extLst>
                          <a:ext uri="{FF2B5EF4-FFF2-40B4-BE49-F238E27FC236}">
                            <a16:creationId xmlns:a16="http://schemas.microsoft.com/office/drawing/2014/main" id="{51A6BE23-55BF-4018-BA5F-B779900053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073" y="599039"/>
                        <a:ext cx="3861223" cy="2895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7">
            <a:extLst>
              <a:ext uri="{FF2B5EF4-FFF2-40B4-BE49-F238E27FC236}">
                <a16:creationId xmlns:a16="http://schemas.microsoft.com/office/drawing/2014/main" id="{338B3727-3E27-4BF2-ABA6-3564BE7226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720378"/>
              </p:ext>
            </p:extLst>
          </p:nvPr>
        </p:nvGraphicFramePr>
        <p:xfrm>
          <a:off x="272523" y="3523014"/>
          <a:ext cx="3454982" cy="3302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59" name="Visio" r:id="rId6" imgW="1682995" imgH="1705004" progId="Visio.Drawing.11">
                  <p:embed/>
                </p:oleObj>
              </mc:Choice>
              <mc:Fallback>
                <p:oleObj name="Visio" r:id="rId6" imgW="1682995" imgH="1705004" progId="Visio.Drawing.11">
                  <p:embed/>
                  <p:pic>
                    <p:nvPicPr>
                      <p:cNvPr id="43" name="Object 7">
                        <a:extLst>
                          <a:ext uri="{FF2B5EF4-FFF2-40B4-BE49-F238E27FC236}">
                            <a16:creationId xmlns:a16="http://schemas.microsoft.com/office/drawing/2014/main" id="{0E355C3B-1839-4A3F-B9AF-F0123508FD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23" y="3523014"/>
                        <a:ext cx="3454982" cy="3302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06A48B8A-8F1C-470E-8D58-AE3ECC1C7D3F}"/>
              </a:ext>
            </a:extLst>
          </p:cNvPr>
          <p:cNvCxnSpPr/>
          <p:nvPr/>
        </p:nvCxnSpPr>
        <p:spPr bwMode="auto">
          <a:xfrm flipV="1">
            <a:off x="29311" y="703535"/>
            <a:ext cx="4758713" cy="2366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6" name="Group 6">
            <a:extLst>
              <a:ext uri="{FF2B5EF4-FFF2-40B4-BE49-F238E27FC236}">
                <a16:creationId xmlns:a16="http://schemas.microsoft.com/office/drawing/2014/main" id="{8411A65A-4A8D-461A-92E4-2587015D73FC}"/>
              </a:ext>
            </a:extLst>
          </p:cNvPr>
          <p:cNvGrpSpPr>
            <a:grpSpLocks/>
          </p:cNvGrpSpPr>
          <p:nvPr/>
        </p:nvGrpSpPr>
        <p:grpSpPr bwMode="auto">
          <a:xfrm>
            <a:off x="3194376" y="3387243"/>
            <a:ext cx="1254873" cy="521414"/>
            <a:chOff x="2680" y="1242"/>
            <a:chExt cx="862" cy="328"/>
          </a:xfrm>
        </p:grpSpPr>
        <p:sp>
          <p:nvSpPr>
            <p:cNvPr id="117" name="AutoShape 7">
              <a:extLst>
                <a:ext uri="{FF2B5EF4-FFF2-40B4-BE49-F238E27FC236}">
                  <a16:creationId xmlns:a16="http://schemas.microsoft.com/office/drawing/2014/main" id="{60BAEAD6-7EDA-4499-B168-1DFCE1BE6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1434"/>
              <a:ext cx="771" cy="136"/>
            </a:xfrm>
            <a:prstGeom prst="rightArrow">
              <a:avLst>
                <a:gd name="adj1" fmla="val 50000"/>
                <a:gd name="adj2" fmla="val 141728"/>
              </a:avLst>
            </a:prstGeom>
            <a:solidFill>
              <a:srgbClr val="00B050"/>
            </a:solidFill>
            <a:ln w="9525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8" name="Text Box 8">
              <a:extLst>
                <a:ext uri="{FF2B5EF4-FFF2-40B4-BE49-F238E27FC236}">
                  <a16:creationId xmlns:a16="http://schemas.microsoft.com/office/drawing/2014/main" id="{40FCCA8E-79D3-471F-886A-A5FD81BC4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0" y="1242"/>
              <a:ext cx="862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抛开元件性质</a:t>
              </a:r>
            </a:p>
          </p:txBody>
        </p:sp>
      </p:grpSp>
      <p:grpSp>
        <p:nvGrpSpPr>
          <p:cNvPr id="119" name="Group 105">
            <a:extLst>
              <a:ext uri="{FF2B5EF4-FFF2-40B4-BE49-F238E27FC236}">
                <a16:creationId xmlns:a16="http://schemas.microsoft.com/office/drawing/2014/main" id="{F1D383D5-53D8-44E7-9AED-FFB81F30AD30}"/>
              </a:ext>
            </a:extLst>
          </p:cNvPr>
          <p:cNvGrpSpPr>
            <a:grpSpLocks/>
          </p:cNvGrpSpPr>
          <p:nvPr/>
        </p:nvGrpSpPr>
        <p:grpSpPr bwMode="auto">
          <a:xfrm>
            <a:off x="4679702" y="3798070"/>
            <a:ext cx="2160588" cy="2232025"/>
            <a:chOff x="3734" y="2619"/>
            <a:chExt cx="1154" cy="1339"/>
          </a:xfrm>
        </p:grpSpPr>
        <p:sp>
          <p:nvSpPr>
            <p:cNvPr id="120" name="AutoShape 106">
              <a:extLst>
                <a:ext uri="{FF2B5EF4-FFF2-40B4-BE49-F238E27FC236}">
                  <a16:creationId xmlns:a16="http://schemas.microsoft.com/office/drawing/2014/main" id="{82857121-77B5-4DD5-9696-CF1B481A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06"/>
              <a:ext cx="1154" cy="105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1" name="Arc 107">
              <a:extLst>
                <a:ext uri="{FF2B5EF4-FFF2-40B4-BE49-F238E27FC236}">
                  <a16:creationId xmlns:a16="http://schemas.microsoft.com/office/drawing/2014/main" id="{60244D42-EA03-47F3-8402-F8E9EFEE4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19"/>
              <a:ext cx="1152" cy="807"/>
            </a:xfrm>
            <a:custGeom>
              <a:avLst/>
              <a:gdLst>
                <a:gd name="T0" fmla="*/ 0 w 43200"/>
                <a:gd name="T1" fmla="*/ 30 h 21600"/>
                <a:gd name="T2" fmla="*/ 31 w 43200"/>
                <a:gd name="T3" fmla="*/ 30 h 21600"/>
                <a:gd name="T4" fmla="*/ 15 w 43200"/>
                <a:gd name="T5" fmla="*/ 3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" name="Line 108">
              <a:extLst>
                <a:ext uri="{FF2B5EF4-FFF2-40B4-BE49-F238E27FC236}">
                  <a16:creationId xmlns:a16="http://schemas.microsoft.com/office/drawing/2014/main" id="{AF5FCEFD-CB78-4FD0-9DC4-125ED5F91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06"/>
              <a:ext cx="0" cy="10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Line 109">
              <a:extLst>
                <a:ext uri="{FF2B5EF4-FFF2-40B4-BE49-F238E27FC236}">
                  <a16:creationId xmlns:a16="http://schemas.microsoft.com/office/drawing/2014/main" id="{19AE9D36-DEBD-4238-ABD9-55F2D62CE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3426"/>
              <a:ext cx="584" cy="5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Line 110">
              <a:extLst>
                <a:ext uri="{FF2B5EF4-FFF2-40B4-BE49-F238E27FC236}">
                  <a16:creationId xmlns:a16="http://schemas.microsoft.com/office/drawing/2014/main" id="{0A836F35-AB71-4797-909A-2C527AE53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424"/>
              <a:ext cx="568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5" name="Text Box 119">
            <a:extLst>
              <a:ext uri="{FF2B5EF4-FFF2-40B4-BE49-F238E27FC236}">
                <a16:creationId xmlns:a16="http://schemas.microsoft.com/office/drawing/2014/main" id="{1B96595C-3BA4-4619-BF83-BA98C9F3E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140" y="5346130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6" name="Text Box 120">
            <a:extLst>
              <a:ext uri="{FF2B5EF4-FFF2-40B4-BE49-F238E27FC236}">
                <a16:creationId xmlns:a16="http://schemas.microsoft.com/office/drawing/2014/main" id="{B7F263B5-32C3-4F92-BDEC-082CD02A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2990" y="4841305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7" name="Text Box 121">
            <a:extLst>
              <a:ext uri="{FF2B5EF4-FFF2-40B4-BE49-F238E27FC236}">
                <a16:creationId xmlns:a16="http://schemas.microsoft.com/office/drawing/2014/main" id="{343E5177-F958-43AB-B7C1-2874A8F3B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4340" y="5380031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8" name="Text Box 122">
            <a:extLst>
              <a:ext uri="{FF2B5EF4-FFF2-40B4-BE49-F238E27FC236}">
                <a16:creationId xmlns:a16="http://schemas.microsoft.com/office/drawing/2014/main" id="{E8DAA199-45FF-4BC3-B1C7-3D4A4788A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027" y="4322192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9" name="Text Box 123">
            <a:extLst>
              <a:ext uri="{FF2B5EF4-FFF2-40B4-BE49-F238E27FC236}">
                <a16:creationId xmlns:a16="http://schemas.microsoft.com/office/drawing/2014/main" id="{C69BB1F5-382C-44EC-A146-4CC49168E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509" y="3356992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30" name="Text Box 124">
            <a:extLst>
              <a:ext uri="{FF2B5EF4-FFF2-40B4-BE49-F238E27FC236}">
                <a16:creationId xmlns:a16="http://schemas.microsoft.com/office/drawing/2014/main" id="{279F59FC-9008-4B42-BBB0-EC480816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040" y="4322192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1" name="Line 126">
            <a:extLst>
              <a:ext uri="{FF2B5EF4-FFF2-40B4-BE49-F238E27FC236}">
                <a16:creationId xmlns:a16="http://schemas.microsoft.com/office/drawing/2014/main" id="{521B5639-1CF9-40FF-8C52-6EF9042C1B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5615" y="4625405"/>
            <a:ext cx="360362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" name="Line 127">
            <a:extLst>
              <a:ext uri="{FF2B5EF4-FFF2-40B4-BE49-F238E27FC236}">
                <a16:creationId xmlns:a16="http://schemas.microsoft.com/office/drawing/2014/main" id="{78763FE1-991E-4B9E-A6ED-0A516985D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2940" y="5590605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" name="Line 128">
            <a:extLst>
              <a:ext uri="{FF2B5EF4-FFF2-40B4-BE49-F238E27FC236}">
                <a16:creationId xmlns:a16="http://schemas.microsoft.com/office/drawing/2014/main" id="{D074D6F8-3181-471B-AB27-BC6EA9927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1002" y="4669855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" name="Line 129">
            <a:extLst>
              <a:ext uri="{FF2B5EF4-FFF2-40B4-BE49-F238E27FC236}">
                <a16:creationId xmlns:a16="http://schemas.microsoft.com/office/drawing/2014/main" id="{424EBD0B-D66E-45F6-819A-87CEE72F93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7040" y="3906266"/>
            <a:ext cx="260994" cy="27181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" name="Line 130">
            <a:extLst>
              <a:ext uri="{FF2B5EF4-FFF2-40B4-BE49-F238E27FC236}">
                <a16:creationId xmlns:a16="http://schemas.microsoft.com/office/drawing/2014/main" id="{6D159D56-1F43-4748-B079-95169F6A6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9365" y="5201667"/>
            <a:ext cx="0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" name="Line 131">
            <a:extLst>
              <a:ext uri="{FF2B5EF4-FFF2-40B4-BE49-F238E27FC236}">
                <a16:creationId xmlns:a16="http://schemas.microsoft.com/office/drawing/2014/main" id="{99087112-0D0F-4BE9-941B-8A11CCAB03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9565" y="5417567"/>
            <a:ext cx="431800" cy="360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7" name="Group 149">
            <a:extLst>
              <a:ext uri="{FF2B5EF4-FFF2-40B4-BE49-F238E27FC236}">
                <a16:creationId xmlns:a16="http://schemas.microsoft.com/office/drawing/2014/main" id="{255E339D-4FBC-4FF0-A817-B17E37E09454}"/>
              </a:ext>
            </a:extLst>
          </p:cNvPr>
          <p:cNvGrpSpPr>
            <a:grpSpLocks/>
          </p:cNvGrpSpPr>
          <p:nvPr/>
        </p:nvGrpSpPr>
        <p:grpSpPr bwMode="auto">
          <a:xfrm>
            <a:off x="4139951" y="3833242"/>
            <a:ext cx="3228975" cy="2608263"/>
            <a:chOff x="3538" y="300"/>
            <a:chExt cx="2034" cy="1643"/>
          </a:xfrm>
        </p:grpSpPr>
        <p:sp>
          <p:nvSpPr>
            <p:cNvPr id="138" name="Text Box 145">
              <a:extLst>
                <a:ext uri="{FF2B5EF4-FFF2-40B4-BE49-F238E27FC236}">
                  <a16:creationId xmlns:a16="http://schemas.microsoft.com/office/drawing/2014/main" id="{37F76555-D853-4AB2-8F2D-0E02EA5F4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06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139" name="Text Box 146">
              <a:extLst>
                <a:ext uri="{FF2B5EF4-FFF2-40B4-BE49-F238E27FC236}">
                  <a16:creationId xmlns:a16="http://schemas.microsoft.com/office/drawing/2014/main" id="{2523A00D-0A9C-40AD-88EB-933C7F72E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300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140" name="Text Box 147">
              <a:extLst>
                <a:ext uri="{FF2B5EF4-FFF2-40B4-BE49-F238E27FC236}">
                  <a16:creationId xmlns:a16="http://schemas.microsoft.com/office/drawing/2014/main" id="{3486B88D-DBCC-45F4-A27F-5D65C8A99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2" y="971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141" name="Text Box 148">
              <a:extLst>
                <a:ext uri="{FF2B5EF4-FFF2-40B4-BE49-F238E27FC236}">
                  <a16:creationId xmlns:a16="http://schemas.microsoft.com/office/drawing/2014/main" id="{77A048DE-1565-4973-AFA0-E18D31317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5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  <p:sp>
        <p:nvSpPr>
          <p:cNvPr id="142" name="Text Box 5">
            <a:extLst>
              <a:ext uri="{FF2B5EF4-FFF2-40B4-BE49-F238E27FC236}">
                <a16:creationId xmlns:a16="http://schemas.microsoft.com/office/drawing/2014/main" id="{004B70FF-E2F4-42BA-8824-6CA2F7885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2217" y="6364278"/>
            <a:ext cx="32082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电路的图（电路拓扑图）</a:t>
            </a:r>
            <a:endParaRPr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" name="Rectangle 49">
            <a:extLst>
              <a:ext uri="{FF2B5EF4-FFF2-40B4-BE49-F238E27FC236}">
                <a16:creationId xmlns:a16="http://schemas.microsoft.com/office/drawing/2014/main" id="{6A5C948B-D1A4-4786-B1FB-676AD77DE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769" y="2670960"/>
            <a:ext cx="1804370" cy="4093428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是将电路元件以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线段代替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，用以表示电路几何结构的图形，图中的支路和节点与电路的支路和节点一一对应。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规定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有向图中支路的方向为支路电流和支路电压的参考方向。</a:t>
            </a:r>
          </a:p>
        </p:txBody>
      </p:sp>
      <p:sp>
        <p:nvSpPr>
          <p:cNvPr id="144" name="Rectangle 49">
            <a:extLst>
              <a:ext uri="{FF2B5EF4-FFF2-40B4-BE49-F238E27FC236}">
                <a16:creationId xmlns:a16="http://schemas.microsoft.com/office/drawing/2014/main" id="{B5A43D71-117F-4FA4-84A7-0E715D362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2957" y="370180"/>
            <a:ext cx="1589274" cy="1938992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三个电路支路电流表示的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和以支路电压表示的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表达式相同吗？</a:t>
            </a:r>
            <a:endParaRPr lang="zh-CN" altLang="en-US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/>
      <p:bldP spid="126" grpId="0"/>
      <p:bldP spid="127" grpId="0"/>
      <p:bldP spid="128" grpId="0"/>
      <p:bldP spid="129" grpId="0"/>
      <p:bldP spid="130" grpId="0"/>
      <p:bldP spid="142" grpId="0"/>
      <p:bldP spid="143" grpId="0" animBg="1"/>
      <p:bldP spid="1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8514D43F-E749-4CE9-896F-CD0ECCC02FF9}"/>
              </a:ext>
            </a:extLst>
          </p:cNvPr>
          <p:cNvGrpSpPr/>
          <p:nvPr/>
        </p:nvGrpSpPr>
        <p:grpSpPr>
          <a:xfrm rot="5400000">
            <a:off x="2245317" y="452522"/>
            <a:ext cx="206855" cy="1955963"/>
            <a:chOff x="4480559" y="4271785"/>
            <a:chExt cx="625301" cy="108862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F76A2E9-1E6C-4214-ABEF-3FD595D9B609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89AD401B-99E8-4F6D-8AEB-7EB2FE56605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1EC687F2-0F20-417E-907A-8D589B6E362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3CBFFBE9-5132-46F5-94E7-3B2DAF9CDC9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F56E46E8-A9E4-4B6A-A0D5-846370EE08B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AEC1DC1E-4C63-4919-BDC2-60A518F69AF7}"/>
              </a:ext>
            </a:extLst>
          </p:cNvPr>
          <p:cNvGrpSpPr/>
          <p:nvPr/>
        </p:nvGrpSpPr>
        <p:grpSpPr>
          <a:xfrm>
            <a:off x="2507447" y="1929630"/>
            <a:ext cx="288925" cy="1088623"/>
            <a:chOff x="4480559" y="4271785"/>
            <a:chExt cx="625301" cy="1088623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9457740-4220-4D42-9D59-4262498CD222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E8CE0496-2940-49E1-B14B-A514C0CF0C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48F3F1DF-98AB-486C-AFF9-1CFBB7CA2CC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33500D21-AA1C-4EA5-BBF9-31F54142943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07E71064-160A-4D0F-B8B8-1FD7EDB013C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EA56B903-38B9-4176-A712-90BDFBEB0551}"/>
              </a:ext>
            </a:extLst>
          </p:cNvPr>
          <p:cNvGrpSpPr/>
          <p:nvPr/>
        </p:nvGrpSpPr>
        <p:grpSpPr>
          <a:xfrm>
            <a:off x="1390621" y="1930656"/>
            <a:ext cx="804864" cy="1088623"/>
            <a:chOff x="4480559" y="4271785"/>
            <a:chExt cx="625301" cy="1088623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BD6F9166-7133-430C-91B0-68C2B03511DB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9567C1E9-D58D-4368-BBA3-3CAD0D71696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6D0E778A-EB5A-4F80-BC02-96DB5863419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C7F6FEAB-332A-4AF4-9E4A-7247B97B3E3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DB302E5B-BF93-4A24-A9A3-282AC3DE62D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D0386E2-12C5-4409-B033-FF9D7ADD677E}"/>
              </a:ext>
            </a:extLst>
          </p:cNvPr>
          <p:cNvSpPr>
            <a:spLocks/>
          </p:cNvSpPr>
          <p:nvPr/>
        </p:nvSpPr>
        <p:spPr bwMode="auto">
          <a:xfrm>
            <a:off x="-347354" y="-127463"/>
            <a:ext cx="5957821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选择上述一个电路列写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3" name="Object 4">
            <a:extLst>
              <a:ext uri="{FF2B5EF4-FFF2-40B4-BE49-F238E27FC236}">
                <a16:creationId xmlns:a16="http://schemas.microsoft.com/office/drawing/2014/main" id="{176CE53F-05A3-4F6B-983E-EF25FDEC10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199212"/>
              </p:ext>
            </p:extLst>
          </p:nvPr>
        </p:nvGraphicFramePr>
        <p:xfrm>
          <a:off x="343217" y="595753"/>
          <a:ext cx="3861223" cy="2895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64" name="Visio" r:id="rId4" imgW="4064928" imgH="3048938" progId="Visio.Drawing.11">
                  <p:embed/>
                </p:oleObj>
              </mc:Choice>
              <mc:Fallback>
                <p:oleObj name="Visio" r:id="rId4" imgW="4064928" imgH="3048938" progId="Visio.Drawing.11">
                  <p:embed/>
                  <p:pic>
                    <p:nvPicPr>
                      <p:cNvPr id="113" name="Object 4">
                        <a:extLst>
                          <a:ext uri="{FF2B5EF4-FFF2-40B4-BE49-F238E27FC236}">
                            <a16:creationId xmlns:a16="http://schemas.microsoft.com/office/drawing/2014/main" id="{176CE53F-05A3-4F6B-983E-EF25FDEC1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" y="595753"/>
                        <a:ext cx="3861223" cy="2895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06A48B8A-8F1C-470E-8D58-AE3ECC1C7D3F}"/>
              </a:ext>
            </a:extLst>
          </p:cNvPr>
          <p:cNvCxnSpPr/>
          <p:nvPr/>
        </p:nvCxnSpPr>
        <p:spPr bwMode="auto">
          <a:xfrm flipV="1">
            <a:off x="28740" y="548395"/>
            <a:ext cx="4758713" cy="2366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9" name="Group 105">
            <a:extLst>
              <a:ext uri="{FF2B5EF4-FFF2-40B4-BE49-F238E27FC236}">
                <a16:creationId xmlns:a16="http://schemas.microsoft.com/office/drawing/2014/main" id="{F1D383D5-53D8-44E7-9AED-FFB81F30AD30}"/>
              </a:ext>
            </a:extLst>
          </p:cNvPr>
          <p:cNvGrpSpPr>
            <a:grpSpLocks/>
          </p:cNvGrpSpPr>
          <p:nvPr/>
        </p:nvGrpSpPr>
        <p:grpSpPr bwMode="auto">
          <a:xfrm>
            <a:off x="4679702" y="581369"/>
            <a:ext cx="2160588" cy="2232025"/>
            <a:chOff x="3734" y="2619"/>
            <a:chExt cx="1154" cy="1339"/>
          </a:xfrm>
        </p:grpSpPr>
        <p:sp>
          <p:nvSpPr>
            <p:cNvPr id="120" name="AutoShape 106">
              <a:extLst>
                <a:ext uri="{FF2B5EF4-FFF2-40B4-BE49-F238E27FC236}">
                  <a16:creationId xmlns:a16="http://schemas.microsoft.com/office/drawing/2014/main" id="{82857121-77B5-4DD5-9696-CF1B481A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06"/>
              <a:ext cx="1154" cy="105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1" name="Arc 107">
              <a:extLst>
                <a:ext uri="{FF2B5EF4-FFF2-40B4-BE49-F238E27FC236}">
                  <a16:creationId xmlns:a16="http://schemas.microsoft.com/office/drawing/2014/main" id="{60244D42-EA03-47F3-8402-F8E9EFEE4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19"/>
              <a:ext cx="1152" cy="807"/>
            </a:xfrm>
            <a:custGeom>
              <a:avLst/>
              <a:gdLst>
                <a:gd name="T0" fmla="*/ 0 w 43200"/>
                <a:gd name="T1" fmla="*/ 30 h 21600"/>
                <a:gd name="T2" fmla="*/ 31 w 43200"/>
                <a:gd name="T3" fmla="*/ 30 h 21600"/>
                <a:gd name="T4" fmla="*/ 15 w 43200"/>
                <a:gd name="T5" fmla="*/ 3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Line 108">
              <a:extLst>
                <a:ext uri="{FF2B5EF4-FFF2-40B4-BE49-F238E27FC236}">
                  <a16:creationId xmlns:a16="http://schemas.microsoft.com/office/drawing/2014/main" id="{AF5FCEFD-CB78-4FD0-9DC4-125ED5F91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06"/>
              <a:ext cx="0" cy="10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Line 109">
              <a:extLst>
                <a:ext uri="{FF2B5EF4-FFF2-40B4-BE49-F238E27FC236}">
                  <a16:creationId xmlns:a16="http://schemas.microsoft.com/office/drawing/2014/main" id="{19AE9D36-DEBD-4238-ABD9-55F2D62CE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3426"/>
              <a:ext cx="584" cy="5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Line 110">
              <a:extLst>
                <a:ext uri="{FF2B5EF4-FFF2-40B4-BE49-F238E27FC236}">
                  <a16:creationId xmlns:a16="http://schemas.microsoft.com/office/drawing/2014/main" id="{0A836F35-AB71-4797-909A-2C527AE53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424"/>
              <a:ext cx="568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5" name="Text Box 119">
            <a:extLst>
              <a:ext uri="{FF2B5EF4-FFF2-40B4-BE49-F238E27FC236}">
                <a16:creationId xmlns:a16="http://schemas.microsoft.com/office/drawing/2014/main" id="{1B96595C-3BA4-4619-BF83-BA98C9F3E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140" y="2129429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6" name="Text Box 120">
            <a:extLst>
              <a:ext uri="{FF2B5EF4-FFF2-40B4-BE49-F238E27FC236}">
                <a16:creationId xmlns:a16="http://schemas.microsoft.com/office/drawing/2014/main" id="{B7F263B5-32C3-4F92-BDEC-082CD02A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2990" y="1624604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7" name="Text Box 121">
            <a:extLst>
              <a:ext uri="{FF2B5EF4-FFF2-40B4-BE49-F238E27FC236}">
                <a16:creationId xmlns:a16="http://schemas.microsoft.com/office/drawing/2014/main" id="{343E5177-F958-43AB-B7C1-2874A8F3B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528" y="2276508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8" name="Text Box 122">
            <a:extLst>
              <a:ext uri="{FF2B5EF4-FFF2-40B4-BE49-F238E27FC236}">
                <a16:creationId xmlns:a16="http://schemas.microsoft.com/office/drawing/2014/main" id="{E8DAA199-45FF-4BC3-B1C7-3D4A4788A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027" y="1105491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9" name="Text Box 123">
            <a:extLst>
              <a:ext uri="{FF2B5EF4-FFF2-40B4-BE49-F238E27FC236}">
                <a16:creationId xmlns:a16="http://schemas.microsoft.com/office/drawing/2014/main" id="{C69BB1F5-382C-44EC-A146-4CC49168E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4517" y="393636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30" name="Text Box 124">
            <a:extLst>
              <a:ext uri="{FF2B5EF4-FFF2-40B4-BE49-F238E27FC236}">
                <a16:creationId xmlns:a16="http://schemas.microsoft.com/office/drawing/2014/main" id="{279F59FC-9008-4B42-BBB0-EC480816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040" y="1105491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1" name="Line 126">
            <a:extLst>
              <a:ext uri="{FF2B5EF4-FFF2-40B4-BE49-F238E27FC236}">
                <a16:creationId xmlns:a16="http://schemas.microsoft.com/office/drawing/2014/main" id="{521B5639-1CF9-40FF-8C52-6EF9042C1B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5615" y="1408704"/>
            <a:ext cx="360362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" name="Line 127">
            <a:extLst>
              <a:ext uri="{FF2B5EF4-FFF2-40B4-BE49-F238E27FC236}">
                <a16:creationId xmlns:a16="http://schemas.microsoft.com/office/drawing/2014/main" id="{78763FE1-991E-4B9E-A6ED-0A516985D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2940" y="2373904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" name="Line 128">
            <a:extLst>
              <a:ext uri="{FF2B5EF4-FFF2-40B4-BE49-F238E27FC236}">
                <a16:creationId xmlns:a16="http://schemas.microsoft.com/office/drawing/2014/main" id="{D074D6F8-3181-471B-AB27-BC6EA9927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1002" y="1453154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" name="Line 129">
            <a:extLst>
              <a:ext uri="{FF2B5EF4-FFF2-40B4-BE49-F238E27FC236}">
                <a16:creationId xmlns:a16="http://schemas.microsoft.com/office/drawing/2014/main" id="{424EBD0B-D66E-45F6-819A-87CEE72F93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7040" y="689565"/>
            <a:ext cx="260994" cy="27181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" name="Line 130">
            <a:extLst>
              <a:ext uri="{FF2B5EF4-FFF2-40B4-BE49-F238E27FC236}">
                <a16:creationId xmlns:a16="http://schemas.microsoft.com/office/drawing/2014/main" id="{6D159D56-1F43-4748-B079-95169F6A6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9365" y="1984966"/>
            <a:ext cx="0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6" name="Line 131">
            <a:extLst>
              <a:ext uri="{FF2B5EF4-FFF2-40B4-BE49-F238E27FC236}">
                <a16:creationId xmlns:a16="http://schemas.microsoft.com/office/drawing/2014/main" id="{99087112-0D0F-4BE9-941B-8A11CCAB03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7108" y="2323551"/>
            <a:ext cx="295092" cy="2691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7" name="Group 149">
            <a:extLst>
              <a:ext uri="{FF2B5EF4-FFF2-40B4-BE49-F238E27FC236}">
                <a16:creationId xmlns:a16="http://schemas.microsoft.com/office/drawing/2014/main" id="{255E339D-4FBC-4FF0-A817-B17E37E09454}"/>
              </a:ext>
            </a:extLst>
          </p:cNvPr>
          <p:cNvGrpSpPr>
            <a:grpSpLocks/>
          </p:cNvGrpSpPr>
          <p:nvPr/>
        </p:nvGrpSpPr>
        <p:grpSpPr bwMode="auto">
          <a:xfrm>
            <a:off x="4139951" y="616541"/>
            <a:ext cx="3228975" cy="2608263"/>
            <a:chOff x="3538" y="300"/>
            <a:chExt cx="2034" cy="1643"/>
          </a:xfrm>
        </p:grpSpPr>
        <p:sp>
          <p:nvSpPr>
            <p:cNvPr id="138" name="Text Box 145">
              <a:extLst>
                <a:ext uri="{FF2B5EF4-FFF2-40B4-BE49-F238E27FC236}">
                  <a16:creationId xmlns:a16="http://schemas.microsoft.com/office/drawing/2014/main" id="{37F76555-D853-4AB2-8F2D-0E02EA5F4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06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139" name="Text Box 146">
              <a:extLst>
                <a:ext uri="{FF2B5EF4-FFF2-40B4-BE49-F238E27FC236}">
                  <a16:creationId xmlns:a16="http://schemas.microsoft.com/office/drawing/2014/main" id="{2523A00D-0A9C-40AD-88EB-933C7F72E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300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140" name="Text Box 147">
              <a:extLst>
                <a:ext uri="{FF2B5EF4-FFF2-40B4-BE49-F238E27FC236}">
                  <a16:creationId xmlns:a16="http://schemas.microsoft.com/office/drawing/2014/main" id="{3486B88D-DBCC-45F4-A27F-5D65C8A99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2" y="971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141" name="Text Box 148">
              <a:extLst>
                <a:ext uri="{FF2B5EF4-FFF2-40B4-BE49-F238E27FC236}">
                  <a16:creationId xmlns:a16="http://schemas.microsoft.com/office/drawing/2014/main" id="{77A048DE-1565-4973-AFA0-E18D31317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5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  <p:sp>
        <p:nvSpPr>
          <p:cNvPr id="65" name="Line 127">
            <a:extLst>
              <a:ext uri="{FF2B5EF4-FFF2-40B4-BE49-F238E27FC236}">
                <a16:creationId xmlns:a16="http://schemas.microsoft.com/office/drawing/2014/main" id="{18527D80-2412-4941-8EDE-97098A1D2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5616" y="1714756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" name="Line 127">
            <a:extLst>
              <a:ext uri="{FF2B5EF4-FFF2-40B4-BE49-F238E27FC236}">
                <a16:creationId xmlns:a16="http://schemas.microsoft.com/office/drawing/2014/main" id="{4A951034-8670-4DE4-8692-DC89F9844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752" y="1810266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" name="Line 127">
            <a:extLst>
              <a:ext uri="{FF2B5EF4-FFF2-40B4-BE49-F238E27FC236}">
                <a16:creationId xmlns:a16="http://schemas.microsoft.com/office/drawing/2014/main" id="{EF648A08-81B4-4C13-9A96-776BAF67B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896" y="1714757"/>
            <a:ext cx="20025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Line 127">
            <a:extLst>
              <a:ext uri="{FF2B5EF4-FFF2-40B4-BE49-F238E27FC236}">
                <a16:creationId xmlns:a16="http://schemas.microsoft.com/office/drawing/2014/main" id="{4AF6CC70-78AA-499C-BE25-28426F824F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87624" y="1714756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Line 127">
            <a:extLst>
              <a:ext uri="{FF2B5EF4-FFF2-40B4-BE49-F238E27FC236}">
                <a16:creationId xmlns:a16="http://schemas.microsoft.com/office/drawing/2014/main" id="{8A334A8D-9D08-42C2-B63B-8AB53402F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760" y="1670306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Line 127">
            <a:extLst>
              <a:ext uri="{FF2B5EF4-FFF2-40B4-BE49-F238E27FC236}">
                <a16:creationId xmlns:a16="http://schemas.microsoft.com/office/drawing/2014/main" id="{6E6C97F3-0617-4DF5-93ED-7E3D43508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624" y="1072985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" name="Rectangle 49">
            <a:extLst>
              <a:ext uri="{FF2B5EF4-FFF2-40B4-BE49-F238E27FC236}">
                <a16:creationId xmlns:a16="http://schemas.microsoft.com/office/drawing/2014/main" id="{4EE3A6F3-40E8-4945-9EDF-B0638CC83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" y="3701234"/>
            <a:ext cx="1076535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　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A1CD125-0186-48E8-AB00-D043C4E7A4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203404"/>
              </p:ext>
            </p:extLst>
          </p:nvPr>
        </p:nvGraphicFramePr>
        <p:xfrm>
          <a:off x="1374775" y="3632200"/>
          <a:ext cx="1714500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65" name="Equation" r:id="rId6" imgW="1485720" imgH="1143000" progId="Equation.DSMT4">
                  <p:embed/>
                </p:oleObj>
              </mc:Choice>
              <mc:Fallback>
                <p:oleObj name="Equation" r:id="rId6" imgW="148572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74775" y="3632200"/>
                        <a:ext cx="1714500" cy="1319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49">
            <a:extLst>
              <a:ext uri="{FF2B5EF4-FFF2-40B4-BE49-F238E27FC236}">
                <a16:creationId xmlns:a16="http://schemas.microsoft.com/office/drawing/2014/main" id="{D31AF0D5-E143-4AD1-A177-856B2FE57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26571"/>
            <a:ext cx="1370763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②ｂ－（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8A6DBF84-18C5-4B39-B2AB-BBB0455B8276}"/>
              </a:ext>
            </a:extLst>
          </p:cNvPr>
          <p:cNvGrpSpPr/>
          <p:nvPr/>
        </p:nvGrpSpPr>
        <p:grpSpPr>
          <a:xfrm rot="2227700">
            <a:off x="5039595" y="1409176"/>
            <a:ext cx="814404" cy="868480"/>
            <a:chOff x="4572000" y="4869160"/>
            <a:chExt cx="971301" cy="836613"/>
          </a:xfrm>
        </p:grpSpPr>
        <p:sp>
          <p:nvSpPr>
            <p:cNvPr id="105" name="等腰三角形 104">
              <a:extLst>
                <a:ext uri="{FF2B5EF4-FFF2-40B4-BE49-F238E27FC236}">
                  <a16:creationId xmlns:a16="http://schemas.microsoft.com/office/drawing/2014/main" id="{40302D3C-49B2-43F9-95ED-CE9D99C1E93A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4889D3B0-172A-4F0C-9595-06566AD5D49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FA7C4C5D-482D-4B7E-B178-EB8DFB4A0CB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1E1DBE44-9E99-4113-88B4-4A445236473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6E04C388-EBD1-4E89-925C-C607E011A971}"/>
              </a:ext>
            </a:extLst>
          </p:cNvPr>
          <p:cNvGrpSpPr/>
          <p:nvPr/>
        </p:nvGrpSpPr>
        <p:grpSpPr>
          <a:xfrm rot="19662910">
            <a:off x="5703124" y="1349057"/>
            <a:ext cx="814404" cy="868480"/>
            <a:chOff x="4572000" y="4869160"/>
            <a:chExt cx="971301" cy="836613"/>
          </a:xfrm>
        </p:grpSpPr>
        <p:sp>
          <p:nvSpPr>
            <p:cNvPr id="117" name="等腰三角形 116">
              <a:extLst>
                <a:ext uri="{FF2B5EF4-FFF2-40B4-BE49-F238E27FC236}">
                  <a16:creationId xmlns:a16="http://schemas.microsoft.com/office/drawing/2014/main" id="{DBACC638-5DF9-4164-AB4E-D0EEA650F739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B5A6B3EC-E41F-4AB4-8076-ABC874116E4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6BEA82C2-E255-434C-82EC-7FB25AD847E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7B3037DE-2AAB-4A42-8CFA-DB0797928FB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19D853B6-2282-4786-83BA-7CF48D00E10B}"/>
              </a:ext>
            </a:extLst>
          </p:cNvPr>
          <p:cNvGrpSpPr/>
          <p:nvPr/>
        </p:nvGrpSpPr>
        <p:grpSpPr>
          <a:xfrm>
            <a:off x="5201890" y="637510"/>
            <a:ext cx="1218345" cy="794834"/>
            <a:chOff x="6594015" y="4402031"/>
            <a:chExt cx="893534" cy="517488"/>
          </a:xfrm>
        </p:grpSpPr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1C5BE13-C5BC-4EE2-A092-3CD2A785443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33754" y="4532983"/>
              <a:ext cx="453795" cy="31041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arrow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F835C021-2C56-4B95-82A4-5626886416F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594015" y="4532983"/>
              <a:ext cx="461486" cy="38653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CA910D57-7234-45A8-8E1F-B7B8D330ED2D}"/>
                </a:ext>
              </a:extLst>
            </p:cNvPr>
            <p:cNvSpPr/>
            <p:nvPr/>
          </p:nvSpPr>
          <p:spPr bwMode="auto">
            <a:xfrm>
              <a:off x="6594015" y="4402031"/>
              <a:ext cx="893534" cy="496179"/>
            </a:xfrm>
            <a:custGeom>
              <a:avLst/>
              <a:gdLst>
                <a:gd name="connsiteX0" fmla="*/ 0 w 900333"/>
                <a:gd name="connsiteY0" fmla="*/ 492602 h 492602"/>
                <a:gd name="connsiteX1" fmla="*/ 407963 w 900333"/>
                <a:gd name="connsiteY1" fmla="*/ 233 h 492602"/>
                <a:gd name="connsiteX2" fmla="*/ 900333 w 900333"/>
                <a:gd name="connsiteY2" fmla="*/ 422263 h 492602"/>
                <a:gd name="connsiteX3" fmla="*/ 900333 w 900333"/>
                <a:gd name="connsiteY3" fmla="*/ 422263 h 492602"/>
                <a:gd name="connsiteX4" fmla="*/ 872197 w 900333"/>
                <a:gd name="connsiteY4" fmla="*/ 408196 h 492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333" h="492602">
                  <a:moveTo>
                    <a:pt x="0" y="492602"/>
                  </a:moveTo>
                  <a:cubicBezTo>
                    <a:pt x="128954" y="252279"/>
                    <a:pt x="257908" y="11956"/>
                    <a:pt x="407963" y="233"/>
                  </a:cubicBezTo>
                  <a:cubicBezTo>
                    <a:pt x="558018" y="-11490"/>
                    <a:pt x="900333" y="422263"/>
                    <a:pt x="900333" y="422263"/>
                  </a:cubicBezTo>
                  <a:lnTo>
                    <a:pt x="900333" y="422263"/>
                  </a:lnTo>
                  <a:lnTo>
                    <a:pt x="872197" y="408196"/>
                  </a:lnTo>
                </a:path>
              </a:pathLst>
            </a:cu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45" name="对象 144">
            <a:extLst>
              <a:ext uri="{FF2B5EF4-FFF2-40B4-BE49-F238E27FC236}">
                <a16:creationId xmlns:a16="http://schemas.microsoft.com/office/drawing/2014/main" id="{41A9A10C-F880-47C2-81C9-D405EB282E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567135"/>
              </p:ext>
            </p:extLst>
          </p:nvPr>
        </p:nvGraphicFramePr>
        <p:xfrm>
          <a:off x="1282507" y="5005428"/>
          <a:ext cx="2114490" cy="134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66" name="Equation" r:id="rId8" imgW="1803240" imgH="1143000" progId="Equation.DSMT4">
                  <p:embed/>
                </p:oleObj>
              </mc:Choice>
              <mc:Fallback>
                <p:oleObj name="Equation" r:id="rId8" imgW="1803240" imgH="11430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A1CD125-0186-48E8-AB00-D043C4E7A4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82507" y="5005428"/>
                        <a:ext cx="2114490" cy="1340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" name="Rectangle 49">
            <a:extLst>
              <a:ext uri="{FF2B5EF4-FFF2-40B4-BE49-F238E27FC236}">
                <a16:creationId xmlns:a16="http://schemas.microsoft.com/office/drawing/2014/main" id="{94E72252-BCE3-4565-9F3D-5D0C9BFDF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106" y="3288139"/>
            <a:ext cx="1670345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③ｂ个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7" name="对象 146">
            <a:extLst>
              <a:ext uri="{FF2B5EF4-FFF2-40B4-BE49-F238E27FC236}">
                <a16:creationId xmlns:a16="http://schemas.microsoft.com/office/drawing/2014/main" id="{B3166A06-2262-4646-9C9B-6926FC3335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461870"/>
              </p:ext>
            </p:extLst>
          </p:nvPr>
        </p:nvGraphicFramePr>
        <p:xfrm>
          <a:off x="3587837" y="3885603"/>
          <a:ext cx="1717488" cy="249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67" name="Equation" r:id="rId10" imgW="1625400" imgH="2361960" progId="Equation.DSMT4">
                  <p:embed/>
                </p:oleObj>
              </mc:Choice>
              <mc:Fallback>
                <p:oleObj name="Equation" r:id="rId10" imgW="1625400" imgH="23619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A1CD125-0186-48E8-AB00-D043C4E7A4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87837" y="3885603"/>
                        <a:ext cx="1717488" cy="2495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" name="Rectangle 2">
            <a:extLst>
              <a:ext uri="{FF2B5EF4-FFF2-40B4-BE49-F238E27FC236}">
                <a16:creationId xmlns:a16="http://schemas.microsoft.com/office/drawing/2014/main" id="{C63AADE8-BC7F-46BA-8288-80366927412C}"/>
              </a:ext>
            </a:extLst>
          </p:cNvPr>
          <p:cNvSpPr>
            <a:spLocks/>
          </p:cNvSpPr>
          <p:nvPr/>
        </p:nvSpPr>
        <p:spPr bwMode="auto">
          <a:xfrm>
            <a:off x="4989849" y="-211663"/>
            <a:ext cx="254835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支路数ｂ＝６</a:t>
            </a:r>
          </a:p>
        </p:txBody>
      </p:sp>
      <p:sp>
        <p:nvSpPr>
          <p:cNvPr id="149" name="Rectangle 49">
            <a:extLst>
              <a:ext uri="{FF2B5EF4-FFF2-40B4-BE49-F238E27FC236}">
                <a16:creationId xmlns:a16="http://schemas.microsoft.com/office/drawing/2014/main" id="{BC570218-56E4-4482-BB37-1CCA21159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854" y="3172906"/>
            <a:ext cx="3271487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④６个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代入３个ＫＶＬ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" name="箭头: 右 99">
            <a:extLst>
              <a:ext uri="{FF2B5EF4-FFF2-40B4-BE49-F238E27FC236}">
                <a16:creationId xmlns:a16="http://schemas.microsoft.com/office/drawing/2014/main" id="{A51188F9-B008-46DE-8765-15AB5F1DAB94}"/>
              </a:ext>
            </a:extLst>
          </p:cNvPr>
          <p:cNvSpPr/>
          <p:nvPr/>
        </p:nvSpPr>
        <p:spPr bwMode="auto">
          <a:xfrm rot="9267313">
            <a:off x="3299022" y="5454480"/>
            <a:ext cx="998198" cy="228131"/>
          </a:xfrm>
          <a:prstGeom prst="rightArrow">
            <a:avLst/>
          </a:prstGeom>
          <a:solidFill>
            <a:srgbClr val="FFFF99">
              <a:alpha val="36000"/>
            </a:srgbClr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51" name="对象 150">
            <a:extLst>
              <a:ext uri="{FF2B5EF4-FFF2-40B4-BE49-F238E27FC236}">
                <a16:creationId xmlns:a16="http://schemas.microsoft.com/office/drawing/2014/main" id="{EF8CEC2F-84E9-464C-995F-50F139D62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781937"/>
              </p:ext>
            </p:extLst>
          </p:nvPr>
        </p:nvGraphicFramePr>
        <p:xfrm>
          <a:off x="5675313" y="3573463"/>
          <a:ext cx="2841625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68" name="Equation" r:id="rId12" imgW="2463480" imgH="1143000" progId="Equation.DSMT4">
                  <p:embed/>
                </p:oleObj>
              </mc:Choice>
              <mc:Fallback>
                <p:oleObj name="Equation" r:id="rId12" imgW="2463480" imgH="11430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A1CD125-0186-48E8-AB00-D043C4E7A4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75313" y="3573463"/>
                        <a:ext cx="2841625" cy="1317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C726DDDB-92A5-49B2-9425-D8B31E2215E4}"/>
              </a:ext>
            </a:extLst>
          </p:cNvPr>
          <p:cNvSpPr/>
          <p:nvPr/>
        </p:nvSpPr>
        <p:spPr bwMode="auto">
          <a:xfrm>
            <a:off x="5487200" y="4891088"/>
            <a:ext cx="3474935" cy="1966912"/>
          </a:xfrm>
          <a:prstGeom prst="roundRect">
            <a:avLst/>
          </a:prstGeom>
          <a:solidFill>
            <a:srgbClr val="FFFF99">
              <a:alpha val="63000"/>
            </a:srgbClr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以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7A90B"/>
                </a:solidFill>
                <a:effectLst/>
                <a:latin typeface="+mj-ea"/>
                <a:ea typeface="+mj-ea"/>
              </a:rPr>
              <a:t>支路电流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表示的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KVL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方程，再加上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KCL</a:t>
            </a:r>
            <a:r>
              <a:rPr lang="zh-CN" altLang="en-US" sz="2000" b="1" dirty="0">
                <a:latin typeface="+mj-ea"/>
                <a:ea typeface="+mj-ea"/>
              </a:rPr>
              <a:t>方程，</a:t>
            </a:r>
            <a:r>
              <a:rPr lang="en-US" altLang="zh-CN" sz="2000" b="1" dirty="0">
                <a:latin typeface="+mj-ea"/>
                <a:ea typeface="+mj-ea"/>
              </a:rPr>
              <a:t>6</a:t>
            </a:r>
            <a:r>
              <a:rPr lang="zh-CN" altLang="en-US" sz="2000" b="1" dirty="0">
                <a:latin typeface="+mj-ea"/>
                <a:ea typeface="+mj-ea"/>
              </a:rPr>
              <a:t>个方程</a:t>
            </a:r>
            <a:r>
              <a:rPr lang="en-US" altLang="zh-CN" sz="2000" b="1" dirty="0">
                <a:latin typeface="+mj-ea"/>
                <a:ea typeface="+mj-ea"/>
              </a:rPr>
              <a:t>6</a:t>
            </a:r>
            <a:r>
              <a:rPr lang="zh-CN" altLang="en-US" sz="2000" b="1" dirty="0">
                <a:latin typeface="+mj-ea"/>
                <a:ea typeface="+mj-ea"/>
              </a:rPr>
              <a:t>个支路电流未知量，可求出</a:t>
            </a:r>
            <a:r>
              <a:rPr lang="en-US" altLang="zh-CN" sz="2000" b="1" dirty="0">
                <a:latin typeface="+mj-ea"/>
                <a:ea typeface="+mj-ea"/>
              </a:rPr>
              <a:t>6</a:t>
            </a:r>
            <a:r>
              <a:rPr lang="zh-CN" altLang="en-US" sz="2000" b="1" dirty="0">
                <a:latin typeface="+mj-ea"/>
                <a:ea typeface="+mj-ea"/>
              </a:rPr>
              <a:t>个支路电流，进一步求出</a:t>
            </a:r>
            <a:r>
              <a:rPr lang="en-US" altLang="zh-CN" sz="2000" b="1" dirty="0">
                <a:latin typeface="+mj-ea"/>
                <a:ea typeface="+mj-ea"/>
              </a:rPr>
              <a:t>6</a:t>
            </a:r>
            <a:r>
              <a:rPr lang="zh-CN" altLang="en-US" sz="2000" b="1" dirty="0">
                <a:latin typeface="+mj-ea"/>
                <a:ea typeface="+mj-ea"/>
              </a:rPr>
              <a:t>个支路电压</a:t>
            </a:r>
            <a:r>
              <a:rPr lang="zh-CN" altLang="en-US" sz="2000" b="1" dirty="0">
                <a:solidFill>
                  <a:srgbClr val="FF0000"/>
                </a:solidFill>
                <a:latin typeface="+mj-ea"/>
                <a:ea typeface="+mj-ea"/>
              </a:rPr>
              <a:t>此方法称为支路电流法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4E819791-1FE7-429F-B4B8-919246571524}"/>
              </a:ext>
            </a:extLst>
          </p:cNvPr>
          <p:cNvSpPr/>
          <p:nvPr/>
        </p:nvSpPr>
        <p:spPr bwMode="auto">
          <a:xfrm>
            <a:off x="1328238" y="3657899"/>
            <a:ext cx="4064905" cy="2816796"/>
          </a:xfrm>
          <a:prstGeom prst="rect">
            <a:avLst/>
          </a:prstGeom>
          <a:solidFill>
            <a:schemeClr val="accent1">
              <a:alpha val="59000"/>
            </a:schemeClr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61AF84E3-8847-43B4-8893-2EF77A1BCCDA}"/>
              </a:ext>
            </a:extLst>
          </p:cNvPr>
          <p:cNvSpPr/>
          <p:nvPr/>
        </p:nvSpPr>
        <p:spPr bwMode="auto">
          <a:xfrm>
            <a:off x="3575106" y="3325844"/>
            <a:ext cx="1773780" cy="3139410"/>
          </a:xfrm>
          <a:prstGeom prst="roundRect">
            <a:avLst/>
          </a:prstGeom>
          <a:solidFill>
            <a:schemeClr val="bg1"/>
          </a:solidFill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EA137327-29D5-4AE9-8063-3AFF4ACA6745}"/>
              </a:ext>
            </a:extLst>
          </p:cNvPr>
          <p:cNvSpPr/>
          <p:nvPr/>
        </p:nvSpPr>
        <p:spPr bwMode="auto">
          <a:xfrm>
            <a:off x="75046" y="5033031"/>
            <a:ext cx="4064905" cy="1376015"/>
          </a:xfrm>
          <a:prstGeom prst="roundRect">
            <a:avLst/>
          </a:prstGeom>
          <a:solidFill>
            <a:schemeClr val="bg1"/>
          </a:solidFill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056413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0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/>
      <p:bldP spid="126" grpId="0"/>
      <p:bldP spid="127" grpId="0"/>
      <p:bldP spid="128" grpId="0"/>
      <p:bldP spid="129" grpId="0"/>
      <p:bldP spid="130" grpId="0"/>
      <p:bldP spid="71" grpId="0" animBg="1"/>
      <p:bldP spid="36" grpId="0" animBg="1"/>
      <p:bldP spid="146" grpId="0" animBg="1"/>
      <p:bldP spid="149" grpId="0" animBg="1"/>
      <p:bldP spid="100" grpId="0" animBg="1"/>
      <p:bldP spid="101" grpId="0" animBg="1"/>
      <p:bldP spid="102" grpId="0" animBg="1"/>
      <p:bldP spid="102" grpId="1" animBg="1"/>
      <p:bldP spid="103" grpId="0" animBg="1"/>
      <p:bldP spid="15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8514D43F-E749-4CE9-896F-CD0ECCC02FF9}"/>
              </a:ext>
            </a:extLst>
          </p:cNvPr>
          <p:cNvGrpSpPr/>
          <p:nvPr/>
        </p:nvGrpSpPr>
        <p:grpSpPr>
          <a:xfrm rot="5400000">
            <a:off x="2245317" y="452522"/>
            <a:ext cx="206855" cy="1955963"/>
            <a:chOff x="4480559" y="4271785"/>
            <a:chExt cx="625301" cy="108862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F76A2E9-1E6C-4214-ABEF-3FD595D9B609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89AD401B-99E8-4F6D-8AEB-7EB2FE56605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1EC687F2-0F20-417E-907A-8D589B6E362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3CBFFBE9-5132-46F5-94E7-3B2DAF9CDC9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F56E46E8-A9E4-4B6A-A0D5-846370EE08B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AEC1DC1E-4C63-4919-BDC2-60A518F69AF7}"/>
              </a:ext>
            </a:extLst>
          </p:cNvPr>
          <p:cNvGrpSpPr/>
          <p:nvPr/>
        </p:nvGrpSpPr>
        <p:grpSpPr>
          <a:xfrm>
            <a:off x="2507447" y="1929630"/>
            <a:ext cx="288925" cy="1088623"/>
            <a:chOff x="4480559" y="4271785"/>
            <a:chExt cx="625301" cy="1088623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9457740-4220-4D42-9D59-4262498CD222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E8CE0496-2940-49E1-B14B-A514C0CF0C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48F3F1DF-98AB-486C-AFF9-1CFBB7CA2CC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33500D21-AA1C-4EA5-BBF9-31F54142943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07E71064-160A-4D0F-B8B8-1FD7EDB013C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EA56B903-38B9-4176-A712-90BDFBEB0551}"/>
              </a:ext>
            </a:extLst>
          </p:cNvPr>
          <p:cNvGrpSpPr/>
          <p:nvPr/>
        </p:nvGrpSpPr>
        <p:grpSpPr>
          <a:xfrm>
            <a:off x="1390621" y="1930656"/>
            <a:ext cx="804864" cy="1088623"/>
            <a:chOff x="4480559" y="4271785"/>
            <a:chExt cx="625301" cy="1088623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BD6F9166-7133-430C-91B0-68C2B03511DB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9567C1E9-D58D-4368-BBA3-3CAD0D71696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6D0E778A-EB5A-4F80-BC02-96DB5863419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C7F6FEAB-332A-4AF4-9E4A-7247B97B3E3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DB302E5B-BF93-4A24-A9A3-282AC3DE62D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D0386E2-12C5-4409-B033-FF9D7ADD677E}"/>
              </a:ext>
            </a:extLst>
          </p:cNvPr>
          <p:cNvSpPr>
            <a:spLocks/>
          </p:cNvSpPr>
          <p:nvPr/>
        </p:nvSpPr>
        <p:spPr bwMode="auto">
          <a:xfrm>
            <a:off x="-347354" y="-127463"/>
            <a:ext cx="5957821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选择上述一个电路列写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3" name="Object 4">
            <a:extLst>
              <a:ext uri="{FF2B5EF4-FFF2-40B4-BE49-F238E27FC236}">
                <a16:creationId xmlns:a16="http://schemas.microsoft.com/office/drawing/2014/main" id="{176CE53F-05A3-4F6B-983E-EF25FDEC10C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3217" y="595753"/>
          <a:ext cx="3861223" cy="2895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61" name="Visio" r:id="rId4" imgW="4064928" imgH="3048938" progId="Visio.Drawing.11">
                  <p:embed/>
                </p:oleObj>
              </mc:Choice>
              <mc:Fallback>
                <p:oleObj name="Visio" r:id="rId4" imgW="4064928" imgH="3048938" progId="Visio.Drawing.11">
                  <p:embed/>
                  <p:pic>
                    <p:nvPicPr>
                      <p:cNvPr id="113" name="Object 4">
                        <a:extLst>
                          <a:ext uri="{FF2B5EF4-FFF2-40B4-BE49-F238E27FC236}">
                            <a16:creationId xmlns:a16="http://schemas.microsoft.com/office/drawing/2014/main" id="{176CE53F-05A3-4F6B-983E-EF25FDEC1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" y="595753"/>
                        <a:ext cx="3861223" cy="2895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06A48B8A-8F1C-470E-8D58-AE3ECC1C7D3F}"/>
              </a:ext>
            </a:extLst>
          </p:cNvPr>
          <p:cNvCxnSpPr/>
          <p:nvPr/>
        </p:nvCxnSpPr>
        <p:spPr bwMode="auto">
          <a:xfrm flipV="1">
            <a:off x="28740" y="548395"/>
            <a:ext cx="4758713" cy="2366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9" name="Group 105">
            <a:extLst>
              <a:ext uri="{FF2B5EF4-FFF2-40B4-BE49-F238E27FC236}">
                <a16:creationId xmlns:a16="http://schemas.microsoft.com/office/drawing/2014/main" id="{F1D383D5-53D8-44E7-9AED-FFB81F30AD30}"/>
              </a:ext>
            </a:extLst>
          </p:cNvPr>
          <p:cNvGrpSpPr>
            <a:grpSpLocks/>
          </p:cNvGrpSpPr>
          <p:nvPr/>
        </p:nvGrpSpPr>
        <p:grpSpPr bwMode="auto">
          <a:xfrm>
            <a:off x="4679702" y="581369"/>
            <a:ext cx="2160588" cy="2232025"/>
            <a:chOff x="3734" y="2619"/>
            <a:chExt cx="1154" cy="1339"/>
          </a:xfrm>
        </p:grpSpPr>
        <p:sp>
          <p:nvSpPr>
            <p:cNvPr id="120" name="AutoShape 106">
              <a:extLst>
                <a:ext uri="{FF2B5EF4-FFF2-40B4-BE49-F238E27FC236}">
                  <a16:creationId xmlns:a16="http://schemas.microsoft.com/office/drawing/2014/main" id="{82857121-77B5-4DD5-9696-CF1B481A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06"/>
              <a:ext cx="1154" cy="105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1" name="Arc 107">
              <a:extLst>
                <a:ext uri="{FF2B5EF4-FFF2-40B4-BE49-F238E27FC236}">
                  <a16:creationId xmlns:a16="http://schemas.microsoft.com/office/drawing/2014/main" id="{60244D42-EA03-47F3-8402-F8E9EFEE4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19"/>
              <a:ext cx="1152" cy="807"/>
            </a:xfrm>
            <a:custGeom>
              <a:avLst/>
              <a:gdLst>
                <a:gd name="T0" fmla="*/ 0 w 43200"/>
                <a:gd name="T1" fmla="*/ 30 h 21600"/>
                <a:gd name="T2" fmla="*/ 31 w 43200"/>
                <a:gd name="T3" fmla="*/ 30 h 21600"/>
                <a:gd name="T4" fmla="*/ 15 w 43200"/>
                <a:gd name="T5" fmla="*/ 3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Line 108">
              <a:extLst>
                <a:ext uri="{FF2B5EF4-FFF2-40B4-BE49-F238E27FC236}">
                  <a16:creationId xmlns:a16="http://schemas.microsoft.com/office/drawing/2014/main" id="{AF5FCEFD-CB78-4FD0-9DC4-125ED5F91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06"/>
              <a:ext cx="0" cy="10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Line 109">
              <a:extLst>
                <a:ext uri="{FF2B5EF4-FFF2-40B4-BE49-F238E27FC236}">
                  <a16:creationId xmlns:a16="http://schemas.microsoft.com/office/drawing/2014/main" id="{19AE9D36-DEBD-4238-ABD9-55F2D62CE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3426"/>
              <a:ext cx="584" cy="5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Line 110">
              <a:extLst>
                <a:ext uri="{FF2B5EF4-FFF2-40B4-BE49-F238E27FC236}">
                  <a16:creationId xmlns:a16="http://schemas.microsoft.com/office/drawing/2014/main" id="{0A836F35-AB71-4797-909A-2C527AE53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424"/>
              <a:ext cx="568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5" name="Text Box 119">
            <a:extLst>
              <a:ext uri="{FF2B5EF4-FFF2-40B4-BE49-F238E27FC236}">
                <a16:creationId xmlns:a16="http://schemas.microsoft.com/office/drawing/2014/main" id="{1B96595C-3BA4-4619-BF83-BA98C9F3E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140" y="2129429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6" name="Text Box 120">
            <a:extLst>
              <a:ext uri="{FF2B5EF4-FFF2-40B4-BE49-F238E27FC236}">
                <a16:creationId xmlns:a16="http://schemas.microsoft.com/office/drawing/2014/main" id="{B7F263B5-32C3-4F92-BDEC-082CD02A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2990" y="1624604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7" name="Text Box 121">
            <a:extLst>
              <a:ext uri="{FF2B5EF4-FFF2-40B4-BE49-F238E27FC236}">
                <a16:creationId xmlns:a16="http://schemas.microsoft.com/office/drawing/2014/main" id="{343E5177-F958-43AB-B7C1-2874A8F3B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528" y="2276508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8" name="Text Box 122">
            <a:extLst>
              <a:ext uri="{FF2B5EF4-FFF2-40B4-BE49-F238E27FC236}">
                <a16:creationId xmlns:a16="http://schemas.microsoft.com/office/drawing/2014/main" id="{E8DAA199-45FF-4BC3-B1C7-3D4A4788A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027" y="1105491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9" name="Text Box 123">
            <a:extLst>
              <a:ext uri="{FF2B5EF4-FFF2-40B4-BE49-F238E27FC236}">
                <a16:creationId xmlns:a16="http://schemas.microsoft.com/office/drawing/2014/main" id="{C69BB1F5-382C-44EC-A146-4CC49168E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4517" y="393636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30" name="Text Box 124">
            <a:extLst>
              <a:ext uri="{FF2B5EF4-FFF2-40B4-BE49-F238E27FC236}">
                <a16:creationId xmlns:a16="http://schemas.microsoft.com/office/drawing/2014/main" id="{279F59FC-9008-4B42-BBB0-EC480816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040" y="1105491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1" name="Line 126">
            <a:extLst>
              <a:ext uri="{FF2B5EF4-FFF2-40B4-BE49-F238E27FC236}">
                <a16:creationId xmlns:a16="http://schemas.microsoft.com/office/drawing/2014/main" id="{521B5639-1CF9-40FF-8C52-6EF9042C1B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5615" y="1408704"/>
            <a:ext cx="360362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" name="Line 127">
            <a:extLst>
              <a:ext uri="{FF2B5EF4-FFF2-40B4-BE49-F238E27FC236}">
                <a16:creationId xmlns:a16="http://schemas.microsoft.com/office/drawing/2014/main" id="{78763FE1-991E-4B9E-A6ED-0A516985D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2940" y="2373904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" name="Line 128">
            <a:extLst>
              <a:ext uri="{FF2B5EF4-FFF2-40B4-BE49-F238E27FC236}">
                <a16:creationId xmlns:a16="http://schemas.microsoft.com/office/drawing/2014/main" id="{D074D6F8-3181-471B-AB27-BC6EA9927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1002" y="1453154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" name="Line 129">
            <a:extLst>
              <a:ext uri="{FF2B5EF4-FFF2-40B4-BE49-F238E27FC236}">
                <a16:creationId xmlns:a16="http://schemas.microsoft.com/office/drawing/2014/main" id="{424EBD0B-D66E-45F6-819A-87CEE72F93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7040" y="689565"/>
            <a:ext cx="260994" cy="27181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" name="Line 130">
            <a:extLst>
              <a:ext uri="{FF2B5EF4-FFF2-40B4-BE49-F238E27FC236}">
                <a16:creationId xmlns:a16="http://schemas.microsoft.com/office/drawing/2014/main" id="{6D159D56-1F43-4748-B079-95169F6A6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9365" y="1984966"/>
            <a:ext cx="0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6" name="Line 131">
            <a:extLst>
              <a:ext uri="{FF2B5EF4-FFF2-40B4-BE49-F238E27FC236}">
                <a16:creationId xmlns:a16="http://schemas.microsoft.com/office/drawing/2014/main" id="{99087112-0D0F-4BE9-941B-8A11CCAB03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7108" y="2323551"/>
            <a:ext cx="295092" cy="2691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7" name="Group 149">
            <a:extLst>
              <a:ext uri="{FF2B5EF4-FFF2-40B4-BE49-F238E27FC236}">
                <a16:creationId xmlns:a16="http://schemas.microsoft.com/office/drawing/2014/main" id="{255E339D-4FBC-4FF0-A817-B17E37E09454}"/>
              </a:ext>
            </a:extLst>
          </p:cNvPr>
          <p:cNvGrpSpPr>
            <a:grpSpLocks/>
          </p:cNvGrpSpPr>
          <p:nvPr/>
        </p:nvGrpSpPr>
        <p:grpSpPr bwMode="auto">
          <a:xfrm>
            <a:off x="4139951" y="616541"/>
            <a:ext cx="3228975" cy="2608263"/>
            <a:chOff x="3538" y="300"/>
            <a:chExt cx="2034" cy="1643"/>
          </a:xfrm>
        </p:grpSpPr>
        <p:sp>
          <p:nvSpPr>
            <p:cNvPr id="138" name="Text Box 145">
              <a:extLst>
                <a:ext uri="{FF2B5EF4-FFF2-40B4-BE49-F238E27FC236}">
                  <a16:creationId xmlns:a16="http://schemas.microsoft.com/office/drawing/2014/main" id="{37F76555-D853-4AB2-8F2D-0E02EA5F4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06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139" name="Text Box 146">
              <a:extLst>
                <a:ext uri="{FF2B5EF4-FFF2-40B4-BE49-F238E27FC236}">
                  <a16:creationId xmlns:a16="http://schemas.microsoft.com/office/drawing/2014/main" id="{2523A00D-0A9C-40AD-88EB-933C7F72E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300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140" name="Text Box 147">
              <a:extLst>
                <a:ext uri="{FF2B5EF4-FFF2-40B4-BE49-F238E27FC236}">
                  <a16:creationId xmlns:a16="http://schemas.microsoft.com/office/drawing/2014/main" id="{3486B88D-DBCC-45F4-A27F-5D65C8A99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2" y="971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141" name="Text Box 148">
              <a:extLst>
                <a:ext uri="{FF2B5EF4-FFF2-40B4-BE49-F238E27FC236}">
                  <a16:creationId xmlns:a16="http://schemas.microsoft.com/office/drawing/2014/main" id="{77A048DE-1565-4973-AFA0-E18D31317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5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  <p:sp>
        <p:nvSpPr>
          <p:cNvPr id="65" name="Line 127">
            <a:extLst>
              <a:ext uri="{FF2B5EF4-FFF2-40B4-BE49-F238E27FC236}">
                <a16:creationId xmlns:a16="http://schemas.microsoft.com/office/drawing/2014/main" id="{18527D80-2412-4941-8EDE-97098A1D2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5616" y="1714756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" name="Line 127">
            <a:extLst>
              <a:ext uri="{FF2B5EF4-FFF2-40B4-BE49-F238E27FC236}">
                <a16:creationId xmlns:a16="http://schemas.microsoft.com/office/drawing/2014/main" id="{4A951034-8670-4DE4-8692-DC89F9844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752" y="1810266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" name="Line 127">
            <a:extLst>
              <a:ext uri="{FF2B5EF4-FFF2-40B4-BE49-F238E27FC236}">
                <a16:creationId xmlns:a16="http://schemas.microsoft.com/office/drawing/2014/main" id="{EF648A08-81B4-4C13-9A96-776BAF67B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896" y="1714757"/>
            <a:ext cx="20025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Line 127">
            <a:extLst>
              <a:ext uri="{FF2B5EF4-FFF2-40B4-BE49-F238E27FC236}">
                <a16:creationId xmlns:a16="http://schemas.microsoft.com/office/drawing/2014/main" id="{4AF6CC70-78AA-499C-BE25-28426F824F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87624" y="1714756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Line 127">
            <a:extLst>
              <a:ext uri="{FF2B5EF4-FFF2-40B4-BE49-F238E27FC236}">
                <a16:creationId xmlns:a16="http://schemas.microsoft.com/office/drawing/2014/main" id="{8A334A8D-9D08-42C2-B63B-8AB53402F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760" y="1670306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Line 127">
            <a:extLst>
              <a:ext uri="{FF2B5EF4-FFF2-40B4-BE49-F238E27FC236}">
                <a16:creationId xmlns:a16="http://schemas.microsoft.com/office/drawing/2014/main" id="{6E6C97F3-0617-4DF5-93ED-7E3D43508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624" y="1072985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" name="Rectangle 49">
            <a:extLst>
              <a:ext uri="{FF2B5EF4-FFF2-40B4-BE49-F238E27FC236}">
                <a16:creationId xmlns:a16="http://schemas.microsoft.com/office/drawing/2014/main" id="{4EE3A6F3-40E8-4945-9EDF-B0638CC83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" y="3701234"/>
            <a:ext cx="1076535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　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A1CD125-0186-48E8-AB00-D043C4E7A4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854209"/>
              </p:ext>
            </p:extLst>
          </p:nvPr>
        </p:nvGraphicFramePr>
        <p:xfrm>
          <a:off x="1374775" y="3632200"/>
          <a:ext cx="1714500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62" name="Equation" r:id="rId6" imgW="1485720" imgH="1143000" progId="Equation.DSMT4">
                  <p:embed/>
                </p:oleObj>
              </mc:Choice>
              <mc:Fallback>
                <p:oleObj name="Equation" r:id="rId6" imgW="1485720" imgH="11430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A1CD125-0186-48E8-AB00-D043C4E7A4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74775" y="3632200"/>
                        <a:ext cx="1714500" cy="1319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49">
            <a:extLst>
              <a:ext uri="{FF2B5EF4-FFF2-40B4-BE49-F238E27FC236}">
                <a16:creationId xmlns:a16="http://schemas.microsoft.com/office/drawing/2014/main" id="{D31AF0D5-E143-4AD1-A177-856B2FE57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26571"/>
            <a:ext cx="1370763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②ｂ－（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8A6DBF84-18C5-4B39-B2AB-BBB0455B8276}"/>
              </a:ext>
            </a:extLst>
          </p:cNvPr>
          <p:cNvGrpSpPr/>
          <p:nvPr/>
        </p:nvGrpSpPr>
        <p:grpSpPr>
          <a:xfrm rot="2227700">
            <a:off x="5039595" y="1409176"/>
            <a:ext cx="814404" cy="868480"/>
            <a:chOff x="4572000" y="4869160"/>
            <a:chExt cx="971301" cy="836613"/>
          </a:xfrm>
        </p:grpSpPr>
        <p:sp>
          <p:nvSpPr>
            <p:cNvPr id="105" name="等腰三角形 104">
              <a:extLst>
                <a:ext uri="{FF2B5EF4-FFF2-40B4-BE49-F238E27FC236}">
                  <a16:creationId xmlns:a16="http://schemas.microsoft.com/office/drawing/2014/main" id="{40302D3C-49B2-43F9-95ED-CE9D99C1E93A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4889D3B0-172A-4F0C-9595-06566AD5D49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FA7C4C5D-482D-4B7E-B178-EB8DFB4A0CB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1E1DBE44-9E99-4113-88B4-4A445236473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6E04C388-EBD1-4E89-925C-C607E011A971}"/>
              </a:ext>
            </a:extLst>
          </p:cNvPr>
          <p:cNvGrpSpPr/>
          <p:nvPr/>
        </p:nvGrpSpPr>
        <p:grpSpPr>
          <a:xfrm rot="19662910">
            <a:off x="5703124" y="1349057"/>
            <a:ext cx="814404" cy="868480"/>
            <a:chOff x="4572000" y="4869160"/>
            <a:chExt cx="971301" cy="836613"/>
          </a:xfrm>
        </p:grpSpPr>
        <p:sp>
          <p:nvSpPr>
            <p:cNvPr id="117" name="等腰三角形 116">
              <a:extLst>
                <a:ext uri="{FF2B5EF4-FFF2-40B4-BE49-F238E27FC236}">
                  <a16:creationId xmlns:a16="http://schemas.microsoft.com/office/drawing/2014/main" id="{DBACC638-5DF9-4164-AB4E-D0EEA650F739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B5A6B3EC-E41F-4AB4-8076-ABC874116E4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6BEA82C2-E255-434C-82EC-7FB25AD847E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7B3037DE-2AAB-4A42-8CFA-DB0797928FB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19D853B6-2282-4786-83BA-7CF48D00E10B}"/>
              </a:ext>
            </a:extLst>
          </p:cNvPr>
          <p:cNvGrpSpPr/>
          <p:nvPr/>
        </p:nvGrpSpPr>
        <p:grpSpPr>
          <a:xfrm>
            <a:off x="5201890" y="637510"/>
            <a:ext cx="1218345" cy="794834"/>
            <a:chOff x="6594015" y="4402031"/>
            <a:chExt cx="893534" cy="517488"/>
          </a:xfrm>
        </p:grpSpPr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1C5BE13-C5BC-4EE2-A092-3CD2A785443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33754" y="4532983"/>
              <a:ext cx="453795" cy="31041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arrow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F835C021-2C56-4B95-82A4-5626886416F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594015" y="4532983"/>
              <a:ext cx="461486" cy="38653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CA910D57-7234-45A8-8E1F-B7B8D330ED2D}"/>
                </a:ext>
              </a:extLst>
            </p:cNvPr>
            <p:cNvSpPr/>
            <p:nvPr/>
          </p:nvSpPr>
          <p:spPr bwMode="auto">
            <a:xfrm>
              <a:off x="6594015" y="4402031"/>
              <a:ext cx="893534" cy="496179"/>
            </a:xfrm>
            <a:custGeom>
              <a:avLst/>
              <a:gdLst>
                <a:gd name="connsiteX0" fmla="*/ 0 w 900333"/>
                <a:gd name="connsiteY0" fmla="*/ 492602 h 492602"/>
                <a:gd name="connsiteX1" fmla="*/ 407963 w 900333"/>
                <a:gd name="connsiteY1" fmla="*/ 233 h 492602"/>
                <a:gd name="connsiteX2" fmla="*/ 900333 w 900333"/>
                <a:gd name="connsiteY2" fmla="*/ 422263 h 492602"/>
                <a:gd name="connsiteX3" fmla="*/ 900333 w 900333"/>
                <a:gd name="connsiteY3" fmla="*/ 422263 h 492602"/>
                <a:gd name="connsiteX4" fmla="*/ 872197 w 900333"/>
                <a:gd name="connsiteY4" fmla="*/ 408196 h 492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333" h="492602">
                  <a:moveTo>
                    <a:pt x="0" y="492602"/>
                  </a:moveTo>
                  <a:cubicBezTo>
                    <a:pt x="128954" y="252279"/>
                    <a:pt x="257908" y="11956"/>
                    <a:pt x="407963" y="233"/>
                  </a:cubicBezTo>
                  <a:cubicBezTo>
                    <a:pt x="558018" y="-11490"/>
                    <a:pt x="900333" y="422263"/>
                    <a:pt x="900333" y="422263"/>
                  </a:cubicBezTo>
                  <a:lnTo>
                    <a:pt x="900333" y="422263"/>
                  </a:lnTo>
                  <a:lnTo>
                    <a:pt x="872197" y="408196"/>
                  </a:lnTo>
                </a:path>
              </a:pathLst>
            </a:cu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45" name="对象 144">
            <a:extLst>
              <a:ext uri="{FF2B5EF4-FFF2-40B4-BE49-F238E27FC236}">
                <a16:creationId xmlns:a16="http://schemas.microsoft.com/office/drawing/2014/main" id="{41A9A10C-F880-47C2-81C9-D405EB282E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2507" y="5005428"/>
          <a:ext cx="2114490" cy="134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63" name="Equation" r:id="rId8" imgW="1803240" imgH="1143000" progId="Equation.DSMT4">
                  <p:embed/>
                </p:oleObj>
              </mc:Choice>
              <mc:Fallback>
                <p:oleObj name="Equation" r:id="rId8" imgW="1803240" imgH="1143000" progId="Equation.DSMT4">
                  <p:embed/>
                  <p:pic>
                    <p:nvPicPr>
                      <p:cNvPr id="145" name="对象 144">
                        <a:extLst>
                          <a:ext uri="{FF2B5EF4-FFF2-40B4-BE49-F238E27FC236}">
                            <a16:creationId xmlns:a16="http://schemas.microsoft.com/office/drawing/2014/main" id="{41A9A10C-F880-47C2-81C9-D405EB282E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82507" y="5005428"/>
                        <a:ext cx="2114490" cy="1340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" name="Rectangle 49">
            <a:extLst>
              <a:ext uri="{FF2B5EF4-FFF2-40B4-BE49-F238E27FC236}">
                <a16:creationId xmlns:a16="http://schemas.microsoft.com/office/drawing/2014/main" id="{94E72252-BCE3-4565-9F3D-5D0C9BFDF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1545" y="3414898"/>
            <a:ext cx="1670345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③ｂ个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7" name="对象 146">
            <a:extLst>
              <a:ext uri="{FF2B5EF4-FFF2-40B4-BE49-F238E27FC236}">
                <a16:creationId xmlns:a16="http://schemas.microsoft.com/office/drawing/2014/main" id="{B3166A06-2262-4646-9C9B-6926FC3335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7837" y="3885603"/>
          <a:ext cx="1717488" cy="249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64" name="Equation" r:id="rId10" imgW="1625400" imgH="2361960" progId="Equation.DSMT4">
                  <p:embed/>
                </p:oleObj>
              </mc:Choice>
              <mc:Fallback>
                <p:oleObj name="Equation" r:id="rId10" imgW="1625400" imgH="2361960" progId="Equation.DSMT4">
                  <p:embed/>
                  <p:pic>
                    <p:nvPicPr>
                      <p:cNvPr id="147" name="对象 146">
                        <a:extLst>
                          <a:ext uri="{FF2B5EF4-FFF2-40B4-BE49-F238E27FC236}">
                            <a16:creationId xmlns:a16="http://schemas.microsoft.com/office/drawing/2014/main" id="{B3166A06-2262-4646-9C9B-6926FC3335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87837" y="3885603"/>
                        <a:ext cx="1717488" cy="2495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" name="Rectangle 2">
            <a:extLst>
              <a:ext uri="{FF2B5EF4-FFF2-40B4-BE49-F238E27FC236}">
                <a16:creationId xmlns:a16="http://schemas.microsoft.com/office/drawing/2014/main" id="{C63AADE8-BC7F-46BA-8288-80366927412C}"/>
              </a:ext>
            </a:extLst>
          </p:cNvPr>
          <p:cNvSpPr>
            <a:spLocks/>
          </p:cNvSpPr>
          <p:nvPr/>
        </p:nvSpPr>
        <p:spPr bwMode="auto">
          <a:xfrm>
            <a:off x="4989849" y="-211663"/>
            <a:ext cx="254835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支路数ｂ＝６</a:t>
            </a: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C726DDDB-92A5-49B2-9425-D8B31E2215E4}"/>
              </a:ext>
            </a:extLst>
          </p:cNvPr>
          <p:cNvSpPr/>
          <p:nvPr/>
        </p:nvSpPr>
        <p:spPr bwMode="auto">
          <a:xfrm>
            <a:off x="7185472" y="480902"/>
            <a:ext cx="1855375" cy="3072782"/>
          </a:xfrm>
          <a:prstGeom prst="roundRect">
            <a:avLst/>
          </a:prstGeom>
          <a:solidFill>
            <a:srgbClr val="FFFF99">
              <a:alpha val="63000"/>
            </a:srgbClr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</a:rPr>
              <a:t>以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7A90B"/>
                </a:solidFill>
                <a:effectLst/>
                <a:latin typeface="+mj-ea"/>
                <a:ea typeface="+mj-ea"/>
              </a:rPr>
              <a:t>支路电压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</a:rPr>
              <a:t>表示的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</a:rPr>
              <a:t>KCL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</a:rPr>
              <a:t>方程，再加上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</a:rPr>
              <a:t>KVL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方程，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6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个方程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6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个支路电压未知量，可求出支路电压，进一步求出支路电流，此方法称为支路电压法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52" name="Rectangle 49">
            <a:extLst>
              <a:ext uri="{FF2B5EF4-FFF2-40B4-BE49-F238E27FC236}">
                <a16:creationId xmlns:a16="http://schemas.microsoft.com/office/drawing/2014/main" id="{E18659E1-9319-4222-ACC0-A923CCDD4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8289" y="3602535"/>
            <a:ext cx="3271487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⑤６个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代入３个Ｋ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Ｌ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" name="箭头: 右 152">
            <a:extLst>
              <a:ext uri="{FF2B5EF4-FFF2-40B4-BE49-F238E27FC236}">
                <a16:creationId xmlns:a16="http://schemas.microsoft.com/office/drawing/2014/main" id="{D2F68546-8226-48F4-9FD9-7AC7FB591BD5}"/>
              </a:ext>
            </a:extLst>
          </p:cNvPr>
          <p:cNvSpPr/>
          <p:nvPr/>
        </p:nvSpPr>
        <p:spPr bwMode="auto">
          <a:xfrm rot="12185607">
            <a:off x="3119479" y="4216905"/>
            <a:ext cx="998198" cy="228131"/>
          </a:xfrm>
          <a:prstGeom prst="rightArrow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54" name="对象 153">
            <a:extLst>
              <a:ext uri="{FF2B5EF4-FFF2-40B4-BE49-F238E27FC236}">
                <a16:creationId xmlns:a16="http://schemas.microsoft.com/office/drawing/2014/main" id="{A538C230-B4E1-4401-B1C2-B076ADC07E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520230"/>
              </p:ext>
            </p:extLst>
          </p:nvPr>
        </p:nvGraphicFramePr>
        <p:xfrm>
          <a:off x="5561979" y="4051496"/>
          <a:ext cx="3022600" cy="250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65" name="Equation" r:id="rId12" imgW="2577960" imgH="2133360" progId="Equation.DSMT4">
                  <p:embed/>
                </p:oleObj>
              </mc:Choice>
              <mc:Fallback>
                <p:oleObj name="Equation" r:id="rId12" imgW="2577960" imgH="2133360" progId="Equation.DSMT4">
                  <p:embed/>
                  <p:pic>
                    <p:nvPicPr>
                      <p:cNvPr id="154" name="对象 153">
                        <a:extLst>
                          <a:ext uri="{FF2B5EF4-FFF2-40B4-BE49-F238E27FC236}">
                            <a16:creationId xmlns:a16="http://schemas.microsoft.com/office/drawing/2014/main" id="{A538C230-B4E1-4401-B1C2-B076ADC07E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561979" y="4051496"/>
                        <a:ext cx="3022600" cy="2500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: 圆角 2">
            <a:extLst>
              <a:ext uri="{FF2B5EF4-FFF2-40B4-BE49-F238E27FC236}">
                <a16:creationId xmlns:a16="http://schemas.microsoft.com/office/drawing/2014/main" id="{19B16C37-F016-45C4-AF00-009270554F16}"/>
              </a:ext>
            </a:extLst>
          </p:cNvPr>
          <p:cNvSpPr/>
          <p:nvPr/>
        </p:nvSpPr>
        <p:spPr bwMode="auto">
          <a:xfrm>
            <a:off x="3396997" y="3491670"/>
            <a:ext cx="1908328" cy="2889658"/>
          </a:xfrm>
          <a:prstGeom prst="roundRect">
            <a:avLst/>
          </a:prstGeom>
          <a:solidFill>
            <a:schemeClr val="bg1"/>
          </a:solidFill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42E2BCE4-5B96-436F-9341-128791B08FE6}"/>
              </a:ext>
            </a:extLst>
          </p:cNvPr>
          <p:cNvSpPr/>
          <p:nvPr/>
        </p:nvSpPr>
        <p:spPr bwMode="auto">
          <a:xfrm>
            <a:off x="267175" y="3626500"/>
            <a:ext cx="3476069" cy="1369682"/>
          </a:xfrm>
          <a:prstGeom prst="roundRect">
            <a:avLst/>
          </a:prstGeom>
          <a:solidFill>
            <a:schemeClr val="bg1"/>
          </a:solidFill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148147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52" grpId="0" animBg="1"/>
      <p:bldP spid="153" grpId="0" animBg="1"/>
      <p:bldP spid="3" grpId="0" animBg="1"/>
      <p:bldP spid="8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8514D43F-E749-4CE9-896F-CD0ECCC02FF9}"/>
              </a:ext>
            </a:extLst>
          </p:cNvPr>
          <p:cNvGrpSpPr/>
          <p:nvPr/>
        </p:nvGrpSpPr>
        <p:grpSpPr>
          <a:xfrm rot="5400000">
            <a:off x="2245317" y="700134"/>
            <a:ext cx="206855" cy="1955963"/>
            <a:chOff x="4480559" y="4271785"/>
            <a:chExt cx="625301" cy="108862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F76A2E9-1E6C-4214-ABEF-3FD595D9B609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89AD401B-99E8-4F6D-8AEB-7EB2FE56605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1EC687F2-0F20-417E-907A-8D589B6E362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3CBFFBE9-5132-46F5-94E7-3B2DAF9CDC9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F56E46E8-A9E4-4B6A-A0D5-846370EE08B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AEC1DC1E-4C63-4919-BDC2-60A518F69AF7}"/>
              </a:ext>
            </a:extLst>
          </p:cNvPr>
          <p:cNvGrpSpPr/>
          <p:nvPr/>
        </p:nvGrpSpPr>
        <p:grpSpPr>
          <a:xfrm>
            <a:off x="2507447" y="2177242"/>
            <a:ext cx="288925" cy="1088623"/>
            <a:chOff x="4480559" y="4271785"/>
            <a:chExt cx="625301" cy="1088623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9457740-4220-4D42-9D59-4262498CD222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E8CE0496-2940-49E1-B14B-A514C0CF0C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48F3F1DF-98AB-486C-AFF9-1CFBB7CA2CC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33500D21-AA1C-4EA5-BBF9-31F54142943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07E71064-160A-4D0F-B8B8-1FD7EDB013C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EA56B903-38B9-4176-A712-90BDFBEB0551}"/>
              </a:ext>
            </a:extLst>
          </p:cNvPr>
          <p:cNvGrpSpPr/>
          <p:nvPr/>
        </p:nvGrpSpPr>
        <p:grpSpPr>
          <a:xfrm>
            <a:off x="1390621" y="2178268"/>
            <a:ext cx="804864" cy="1088623"/>
            <a:chOff x="4480559" y="4271785"/>
            <a:chExt cx="625301" cy="1088623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BD6F9166-7133-430C-91B0-68C2B03511DB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9567C1E9-D58D-4368-BBA3-3CAD0D71696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6D0E778A-EB5A-4F80-BC02-96DB5863419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C7F6FEAB-332A-4AF4-9E4A-7247B97B3E3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DB302E5B-BF93-4A24-A9A3-282AC3DE62D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D0386E2-12C5-4409-B033-FF9D7ADD677E}"/>
              </a:ext>
            </a:extLst>
          </p:cNvPr>
          <p:cNvSpPr>
            <a:spLocks/>
          </p:cNvSpPr>
          <p:nvPr/>
        </p:nvSpPr>
        <p:spPr bwMode="auto">
          <a:xfrm>
            <a:off x="221267" y="148794"/>
            <a:ext cx="779477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设节点④为参考节点，其它节点与参考点的电压称节点电压。设为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3" name="Object 4">
            <a:extLst>
              <a:ext uri="{FF2B5EF4-FFF2-40B4-BE49-F238E27FC236}">
                <a16:creationId xmlns:a16="http://schemas.microsoft.com/office/drawing/2014/main" id="{176CE53F-05A3-4F6B-983E-EF25FDEC10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372102"/>
              </p:ext>
            </p:extLst>
          </p:nvPr>
        </p:nvGraphicFramePr>
        <p:xfrm>
          <a:off x="343217" y="843365"/>
          <a:ext cx="3861223" cy="2895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84" name="Visio" r:id="rId4" imgW="4064928" imgH="3048938" progId="Visio.Drawing.11">
                  <p:embed/>
                </p:oleObj>
              </mc:Choice>
              <mc:Fallback>
                <p:oleObj name="Visio" r:id="rId4" imgW="4064928" imgH="3048938" progId="Visio.Drawing.11">
                  <p:embed/>
                  <p:pic>
                    <p:nvPicPr>
                      <p:cNvPr id="113" name="Object 4">
                        <a:extLst>
                          <a:ext uri="{FF2B5EF4-FFF2-40B4-BE49-F238E27FC236}">
                            <a16:creationId xmlns:a16="http://schemas.microsoft.com/office/drawing/2014/main" id="{176CE53F-05A3-4F6B-983E-EF25FDEC1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" y="843365"/>
                        <a:ext cx="3861223" cy="2895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9" name="Group 105">
            <a:extLst>
              <a:ext uri="{FF2B5EF4-FFF2-40B4-BE49-F238E27FC236}">
                <a16:creationId xmlns:a16="http://schemas.microsoft.com/office/drawing/2014/main" id="{F1D383D5-53D8-44E7-9AED-FFB81F30AD30}"/>
              </a:ext>
            </a:extLst>
          </p:cNvPr>
          <p:cNvGrpSpPr>
            <a:grpSpLocks/>
          </p:cNvGrpSpPr>
          <p:nvPr/>
        </p:nvGrpSpPr>
        <p:grpSpPr bwMode="auto">
          <a:xfrm>
            <a:off x="6388756" y="826383"/>
            <a:ext cx="2160588" cy="2232025"/>
            <a:chOff x="3734" y="2619"/>
            <a:chExt cx="1154" cy="1339"/>
          </a:xfrm>
        </p:grpSpPr>
        <p:sp>
          <p:nvSpPr>
            <p:cNvPr id="120" name="AutoShape 106">
              <a:extLst>
                <a:ext uri="{FF2B5EF4-FFF2-40B4-BE49-F238E27FC236}">
                  <a16:creationId xmlns:a16="http://schemas.microsoft.com/office/drawing/2014/main" id="{82857121-77B5-4DD5-9696-CF1B481A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06"/>
              <a:ext cx="1154" cy="105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1" name="Arc 107">
              <a:extLst>
                <a:ext uri="{FF2B5EF4-FFF2-40B4-BE49-F238E27FC236}">
                  <a16:creationId xmlns:a16="http://schemas.microsoft.com/office/drawing/2014/main" id="{60244D42-EA03-47F3-8402-F8E9EFEE4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19"/>
              <a:ext cx="1152" cy="807"/>
            </a:xfrm>
            <a:custGeom>
              <a:avLst/>
              <a:gdLst>
                <a:gd name="T0" fmla="*/ 0 w 43200"/>
                <a:gd name="T1" fmla="*/ 30 h 21600"/>
                <a:gd name="T2" fmla="*/ 31 w 43200"/>
                <a:gd name="T3" fmla="*/ 30 h 21600"/>
                <a:gd name="T4" fmla="*/ 15 w 43200"/>
                <a:gd name="T5" fmla="*/ 3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Line 108">
              <a:extLst>
                <a:ext uri="{FF2B5EF4-FFF2-40B4-BE49-F238E27FC236}">
                  <a16:creationId xmlns:a16="http://schemas.microsoft.com/office/drawing/2014/main" id="{AF5FCEFD-CB78-4FD0-9DC4-125ED5F91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06"/>
              <a:ext cx="0" cy="10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Line 109">
              <a:extLst>
                <a:ext uri="{FF2B5EF4-FFF2-40B4-BE49-F238E27FC236}">
                  <a16:creationId xmlns:a16="http://schemas.microsoft.com/office/drawing/2014/main" id="{19AE9D36-DEBD-4238-ABD9-55F2D62CE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3426"/>
              <a:ext cx="584" cy="5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Line 110">
              <a:extLst>
                <a:ext uri="{FF2B5EF4-FFF2-40B4-BE49-F238E27FC236}">
                  <a16:creationId xmlns:a16="http://schemas.microsoft.com/office/drawing/2014/main" id="{0A836F35-AB71-4797-909A-2C527AE53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424"/>
              <a:ext cx="568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5" name="Text Box 119">
            <a:extLst>
              <a:ext uri="{FF2B5EF4-FFF2-40B4-BE49-F238E27FC236}">
                <a16:creationId xmlns:a16="http://schemas.microsoft.com/office/drawing/2014/main" id="{1B96595C-3BA4-4619-BF83-BA98C9F3E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8710" y="2377041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6" name="Text Box 120">
            <a:extLst>
              <a:ext uri="{FF2B5EF4-FFF2-40B4-BE49-F238E27FC236}">
                <a16:creationId xmlns:a16="http://schemas.microsoft.com/office/drawing/2014/main" id="{B7F263B5-32C3-4F92-BDEC-082CD02A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0560" y="1872216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7" name="Text Box 121">
            <a:extLst>
              <a:ext uri="{FF2B5EF4-FFF2-40B4-BE49-F238E27FC236}">
                <a16:creationId xmlns:a16="http://schemas.microsoft.com/office/drawing/2014/main" id="{343E5177-F958-43AB-B7C1-2874A8F3B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4098" y="2524120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8" name="Text Box 122">
            <a:extLst>
              <a:ext uri="{FF2B5EF4-FFF2-40B4-BE49-F238E27FC236}">
                <a16:creationId xmlns:a16="http://schemas.microsoft.com/office/drawing/2014/main" id="{E8DAA199-45FF-4BC3-B1C7-3D4A4788A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1597" y="1353103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9" name="Text Box 123">
            <a:extLst>
              <a:ext uri="{FF2B5EF4-FFF2-40B4-BE49-F238E27FC236}">
                <a16:creationId xmlns:a16="http://schemas.microsoft.com/office/drawing/2014/main" id="{C69BB1F5-382C-44EC-A146-4CC49168E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087" y="641248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30" name="Text Box 124">
            <a:extLst>
              <a:ext uri="{FF2B5EF4-FFF2-40B4-BE49-F238E27FC236}">
                <a16:creationId xmlns:a16="http://schemas.microsoft.com/office/drawing/2014/main" id="{279F59FC-9008-4B42-BBB0-EC480816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4610" y="1353103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1" name="Line 126">
            <a:extLst>
              <a:ext uri="{FF2B5EF4-FFF2-40B4-BE49-F238E27FC236}">
                <a16:creationId xmlns:a16="http://schemas.microsoft.com/office/drawing/2014/main" id="{521B5639-1CF9-40FF-8C52-6EF9042C1B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63185" y="1656316"/>
            <a:ext cx="360362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" name="Line 127">
            <a:extLst>
              <a:ext uri="{FF2B5EF4-FFF2-40B4-BE49-F238E27FC236}">
                <a16:creationId xmlns:a16="http://schemas.microsoft.com/office/drawing/2014/main" id="{78763FE1-991E-4B9E-A6ED-0A516985D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0510" y="2621516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" name="Line 128">
            <a:extLst>
              <a:ext uri="{FF2B5EF4-FFF2-40B4-BE49-F238E27FC236}">
                <a16:creationId xmlns:a16="http://schemas.microsoft.com/office/drawing/2014/main" id="{D074D6F8-3181-471B-AB27-BC6EA9927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8572" y="1700766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" name="Line 129">
            <a:extLst>
              <a:ext uri="{FF2B5EF4-FFF2-40B4-BE49-F238E27FC236}">
                <a16:creationId xmlns:a16="http://schemas.microsoft.com/office/drawing/2014/main" id="{424EBD0B-D66E-45F6-819A-87CEE72F93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34610" y="937177"/>
            <a:ext cx="260994" cy="27181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" name="Line 130">
            <a:extLst>
              <a:ext uri="{FF2B5EF4-FFF2-40B4-BE49-F238E27FC236}">
                <a16:creationId xmlns:a16="http://schemas.microsoft.com/office/drawing/2014/main" id="{6D159D56-1F43-4748-B079-95169F6A6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6935" y="2232578"/>
            <a:ext cx="0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6" name="Line 131">
            <a:extLst>
              <a:ext uri="{FF2B5EF4-FFF2-40B4-BE49-F238E27FC236}">
                <a16:creationId xmlns:a16="http://schemas.microsoft.com/office/drawing/2014/main" id="{99087112-0D0F-4BE9-941B-8A11CCAB03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44678" y="2571163"/>
            <a:ext cx="295092" cy="2691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7" name="Group 149">
            <a:extLst>
              <a:ext uri="{FF2B5EF4-FFF2-40B4-BE49-F238E27FC236}">
                <a16:creationId xmlns:a16="http://schemas.microsoft.com/office/drawing/2014/main" id="{255E339D-4FBC-4FF0-A817-B17E37E09454}"/>
              </a:ext>
            </a:extLst>
          </p:cNvPr>
          <p:cNvGrpSpPr>
            <a:grpSpLocks/>
          </p:cNvGrpSpPr>
          <p:nvPr/>
        </p:nvGrpSpPr>
        <p:grpSpPr bwMode="auto">
          <a:xfrm>
            <a:off x="5807521" y="864153"/>
            <a:ext cx="3228975" cy="2608263"/>
            <a:chOff x="3538" y="300"/>
            <a:chExt cx="2034" cy="1643"/>
          </a:xfrm>
        </p:grpSpPr>
        <p:sp>
          <p:nvSpPr>
            <p:cNvPr id="138" name="Text Box 145">
              <a:extLst>
                <a:ext uri="{FF2B5EF4-FFF2-40B4-BE49-F238E27FC236}">
                  <a16:creationId xmlns:a16="http://schemas.microsoft.com/office/drawing/2014/main" id="{37F76555-D853-4AB2-8F2D-0E02EA5F4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06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139" name="Text Box 146">
              <a:extLst>
                <a:ext uri="{FF2B5EF4-FFF2-40B4-BE49-F238E27FC236}">
                  <a16:creationId xmlns:a16="http://schemas.microsoft.com/office/drawing/2014/main" id="{2523A00D-0A9C-40AD-88EB-933C7F72E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300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140" name="Text Box 147">
              <a:extLst>
                <a:ext uri="{FF2B5EF4-FFF2-40B4-BE49-F238E27FC236}">
                  <a16:creationId xmlns:a16="http://schemas.microsoft.com/office/drawing/2014/main" id="{3486B88D-DBCC-45F4-A27F-5D65C8A99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2" y="971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141" name="Text Box 148">
              <a:extLst>
                <a:ext uri="{FF2B5EF4-FFF2-40B4-BE49-F238E27FC236}">
                  <a16:creationId xmlns:a16="http://schemas.microsoft.com/office/drawing/2014/main" id="{77A048DE-1565-4973-AFA0-E18D31317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5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  <p:sp>
        <p:nvSpPr>
          <p:cNvPr id="65" name="Line 127">
            <a:extLst>
              <a:ext uri="{FF2B5EF4-FFF2-40B4-BE49-F238E27FC236}">
                <a16:creationId xmlns:a16="http://schemas.microsoft.com/office/drawing/2014/main" id="{18527D80-2412-4941-8EDE-97098A1D2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5616" y="1962368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" name="Line 127">
            <a:extLst>
              <a:ext uri="{FF2B5EF4-FFF2-40B4-BE49-F238E27FC236}">
                <a16:creationId xmlns:a16="http://schemas.microsoft.com/office/drawing/2014/main" id="{4A951034-8670-4DE4-8692-DC89F9844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752" y="2057878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" name="Line 127">
            <a:extLst>
              <a:ext uri="{FF2B5EF4-FFF2-40B4-BE49-F238E27FC236}">
                <a16:creationId xmlns:a16="http://schemas.microsoft.com/office/drawing/2014/main" id="{EF648A08-81B4-4C13-9A96-776BAF67B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896" y="1962369"/>
            <a:ext cx="20025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Line 127">
            <a:extLst>
              <a:ext uri="{FF2B5EF4-FFF2-40B4-BE49-F238E27FC236}">
                <a16:creationId xmlns:a16="http://schemas.microsoft.com/office/drawing/2014/main" id="{4AF6CC70-78AA-499C-BE25-28426F824F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87624" y="1962368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Line 127">
            <a:extLst>
              <a:ext uri="{FF2B5EF4-FFF2-40B4-BE49-F238E27FC236}">
                <a16:creationId xmlns:a16="http://schemas.microsoft.com/office/drawing/2014/main" id="{8A334A8D-9D08-42C2-B63B-8AB53402F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760" y="1917918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Line 127">
            <a:extLst>
              <a:ext uri="{FF2B5EF4-FFF2-40B4-BE49-F238E27FC236}">
                <a16:creationId xmlns:a16="http://schemas.microsoft.com/office/drawing/2014/main" id="{6E6C97F3-0617-4DF5-93ED-7E3D43508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624" y="1320597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" name="Rectangle 49">
            <a:extLst>
              <a:ext uri="{FF2B5EF4-FFF2-40B4-BE49-F238E27FC236}">
                <a16:creationId xmlns:a16="http://schemas.microsoft.com/office/drawing/2014/main" id="{4EE3A6F3-40E8-4945-9EDF-B0638CC83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40" y="3960491"/>
            <a:ext cx="1076535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　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Rectangle 49">
            <a:extLst>
              <a:ext uri="{FF2B5EF4-FFF2-40B4-BE49-F238E27FC236}">
                <a16:creationId xmlns:a16="http://schemas.microsoft.com/office/drawing/2014/main" id="{D31AF0D5-E143-4AD1-A177-856B2FE57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889" y="3431532"/>
            <a:ext cx="3148243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②ｂ－（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8A6DBF84-18C5-4B39-B2AB-BBB0455B8276}"/>
              </a:ext>
            </a:extLst>
          </p:cNvPr>
          <p:cNvGrpSpPr/>
          <p:nvPr/>
        </p:nvGrpSpPr>
        <p:grpSpPr>
          <a:xfrm rot="2227700">
            <a:off x="6707165" y="1656788"/>
            <a:ext cx="814404" cy="868480"/>
            <a:chOff x="4572000" y="4869160"/>
            <a:chExt cx="971301" cy="836613"/>
          </a:xfrm>
        </p:grpSpPr>
        <p:sp>
          <p:nvSpPr>
            <p:cNvPr id="105" name="等腰三角形 104">
              <a:extLst>
                <a:ext uri="{FF2B5EF4-FFF2-40B4-BE49-F238E27FC236}">
                  <a16:creationId xmlns:a16="http://schemas.microsoft.com/office/drawing/2014/main" id="{40302D3C-49B2-43F9-95ED-CE9D99C1E93A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4889D3B0-172A-4F0C-9595-06566AD5D49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FA7C4C5D-482D-4B7E-B178-EB8DFB4A0CB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1E1DBE44-9E99-4113-88B4-4A445236473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6E04C388-EBD1-4E89-925C-C607E011A971}"/>
              </a:ext>
            </a:extLst>
          </p:cNvPr>
          <p:cNvGrpSpPr/>
          <p:nvPr/>
        </p:nvGrpSpPr>
        <p:grpSpPr>
          <a:xfrm rot="19662910">
            <a:off x="7370694" y="1596669"/>
            <a:ext cx="814404" cy="868480"/>
            <a:chOff x="4572000" y="4869160"/>
            <a:chExt cx="971301" cy="836613"/>
          </a:xfrm>
        </p:grpSpPr>
        <p:sp>
          <p:nvSpPr>
            <p:cNvPr id="117" name="等腰三角形 116">
              <a:extLst>
                <a:ext uri="{FF2B5EF4-FFF2-40B4-BE49-F238E27FC236}">
                  <a16:creationId xmlns:a16="http://schemas.microsoft.com/office/drawing/2014/main" id="{DBACC638-5DF9-4164-AB4E-D0EEA650F739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B5A6B3EC-E41F-4AB4-8076-ABC874116E4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6BEA82C2-E255-434C-82EC-7FB25AD847E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7B3037DE-2AAB-4A42-8CFA-DB0797928FB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19D853B6-2282-4786-83BA-7CF48D00E10B}"/>
              </a:ext>
            </a:extLst>
          </p:cNvPr>
          <p:cNvGrpSpPr/>
          <p:nvPr/>
        </p:nvGrpSpPr>
        <p:grpSpPr>
          <a:xfrm>
            <a:off x="6869460" y="885122"/>
            <a:ext cx="1218345" cy="794834"/>
            <a:chOff x="6594015" y="4402031"/>
            <a:chExt cx="893534" cy="517488"/>
          </a:xfrm>
        </p:grpSpPr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1C5BE13-C5BC-4EE2-A092-3CD2A785443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33754" y="4532983"/>
              <a:ext cx="453795" cy="31041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arrow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F835C021-2C56-4B95-82A4-5626886416F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594015" y="4532983"/>
              <a:ext cx="461486" cy="38653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CA910D57-7234-45A8-8E1F-B7B8D330ED2D}"/>
                </a:ext>
              </a:extLst>
            </p:cNvPr>
            <p:cNvSpPr/>
            <p:nvPr/>
          </p:nvSpPr>
          <p:spPr bwMode="auto">
            <a:xfrm>
              <a:off x="6594015" y="4402031"/>
              <a:ext cx="893534" cy="496179"/>
            </a:xfrm>
            <a:custGeom>
              <a:avLst/>
              <a:gdLst>
                <a:gd name="connsiteX0" fmla="*/ 0 w 900333"/>
                <a:gd name="connsiteY0" fmla="*/ 492602 h 492602"/>
                <a:gd name="connsiteX1" fmla="*/ 407963 w 900333"/>
                <a:gd name="connsiteY1" fmla="*/ 233 h 492602"/>
                <a:gd name="connsiteX2" fmla="*/ 900333 w 900333"/>
                <a:gd name="connsiteY2" fmla="*/ 422263 h 492602"/>
                <a:gd name="connsiteX3" fmla="*/ 900333 w 900333"/>
                <a:gd name="connsiteY3" fmla="*/ 422263 h 492602"/>
                <a:gd name="connsiteX4" fmla="*/ 872197 w 900333"/>
                <a:gd name="connsiteY4" fmla="*/ 408196 h 492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333" h="492602">
                  <a:moveTo>
                    <a:pt x="0" y="492602"/>
                  </a:moveTo>
                  <a:cubicBezTo>
                    <a:pt x="128954" y="252279"/>
                    <a:pt x="257908" y="11956"/>
                    <a:pt x="407963" y="233"/>
                  </a:cubicBezTo>
                  <a:cubicBezTo>
                    <a:pt x="558018" y="-11490"/>
                    <a:pt x="900333" y="422263"/>
                    <a:pt x="900333" y="422263"/>
                  </a:cubicBezTo>
                  <a:lnTo>
                    <a:pt x="900333" y="422263"/>
                  </a:lnTo>
                  <a:lnTo>
                    <a:pt x="872197" y="408196"/>
                  </a:lnTo>
                </a:path>
              </a:pathLst>
            </a:cu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6" name="Rectangle 49">
            <a:extLst>
              <a:ext uri="{FF2B5EF4-FFF2-40B4-BE49-F238E27FC236}">
                <a16:creationId xmlns:a16="http://schemas.microsoft.com/office/drawing/2014/main" id="{94E72252-BCE3-4565-9F3D-5D0C9BFDF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3672051"/>
            <a:ext cx="2163478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支路电压方程为：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2" name="Rectangle 49">
            <a:extLst>
              <a:ext uri="{FF2B5EF4-FFF2-40B4-BE49-F238E27FC236}">
                <a16:creationId xmlns:a16="http://schemas.microsoft.com/office/drawing/2014/main" id="{E18659E1-9319-4222-ACC0-A923CCDD4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068" y="5602707"/>
            <a:ext cx="2904893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若将支路电压用节点表示，并代入支路电压方程，则为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8" name="Rectangle 2">
            <a:extLst>
              <a:ext uri="{FF2B5EF4-FFF2-40B4-BE49-F238E27FC236}">
                <a16:creationId xmlns:a16="http://schemas.microsoft.com/office/drawing/2014/main" id="{1CCA3B76-9CC1-4943-A965-E94A7AC47EDF}"/>
              </a:ext>
            </a:extLst>
          </p:cNvPr>
          <p:cNvSpPr>
            <a:spLocks/>
          </p:cNvSpPr>
          <p:nvPr/>
        </p:nvSpPr>
        <p:spPr bwMode="auto">
          <a:xfrm>
            <a:off x="2000014" y="1315984"/>
            <a:ext cx="750121" cy="446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m1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9" name="Rectangle 2">
            <a:extLst>
              <a:ext uri="{FF2B5EF4-FFF2-40B4-BE49-F238E27FC236}">
                <a16:creationId xmlns:a16="http://schemas.microsoft.com/office/drawing/2014/main" id="{B6EFE4B3-1C27-4AB1-8B31-7293CA6597CD}"/>
              </a:ext>
            </a:extLst>
          </p:cNvPr>
          <p:cNvSpPr>
            <a:spLocks/>
          </p:cNvSpPr>
          <p:nvPr/>
        </p:nvSpPr>
        <p:spPr bwMode="auto">
          <a:xfrm>
            <a:off x="1429488" y="2053076"/>
            <a:ext cx="686878" cy="699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m2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Rectangle 2">
            <a:extLst>
              <a:ext uri="{FF2B5EF4-FFF2-40B4-BE49-F238E27FC236}">
                <a16:creationId xmlns:a16="http://schemas.microsoft.com/office/drawing/2014/main" id="{ED377362-F76E-47B8-B7A7-FFA3A8729246}"/>
              </a:ext>
            </a:extLst>
          </p:cNvPr>
          <p:cNvSpPr>
            <a:spLocks/>
          </p:cNvSpPr>
          <p:nvPr/>
        </p:nvSpPr>
        <p:spPr bwMode="auto">
          <a:xfrm>
            <a:off x="2416627" y="2379341"/>
            <a:ext cx="604358" cy="484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m3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Rectangle 2">
            <a:extLst>
              <a:ext uri="{FF2B5EF4-FFF2-40B4-BE49-F238E27FC236}">
                <a16:creationId xmlns:a16="http://schemas.microsoft.com/office/drawing/2014/main" id="{E4A204A3-497E-450F-B866-086E9EB87441}"/>
              </a:ext>
            </a:extLst>
          </p:cNvPr>
          <p:cNvSpPr>
            <a:spLocks/>
          </p:cNvSpPr>
          <p:nvPr/>
        </p:nvSpPr>
        <p:spPr bwMode="auto">
          <a:xfrm>
            <a:off x="6704610" y="937177"/>
            <a:ext cx="750121" cy="446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m1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Rectangle 2">
            <a:extLst>
              <a:ext uri="{FF2B5EF4-FFF2-40B4-BE49-F238E27FC236}">
                <a16:creationId xmlns:a16="http://schemas.microsoft.com/office/drawing/2014/main" id="{E0085A7E-F64B-4329-B195-5C060E20E76D}"/>
              </a:ext>
            </a:extLst>
          </p:cNvPr>
          <p:cNvSpPr>
            <a:spLocks/>
          </p:cNvSpPr>
          <p:nvPr/>
        </p:nvSpPr>
        <p:spPr bwMode="auto">
          <a:xfrm>
            <a:off x="6669141" y="1799682"/>
            <a:ext cx="686878" cy="699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m2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" name="Rectangle 2">
            <a:extLst>
              <a:ext uri="{FF2B5EF4-FFF2-40B4-BE49-F238E27FC236}">
                <a16:creationId xmlns:a16="http://schemas.microsoft.com/office/drawing/2014/main" id="{B56B036E-F3A0-4FE2-8EB5-8EF3FA161E85}"/>
              </a:ext>
            </a:extLst>
          </p:cNvPr>
          <p:cNvSpPr>
            <a:spLocks/>
          </p:cNvSpPr>
          <p:nvPr/>
        </p:nvSpPr>
        <p:spPr bwMode="auto">
          <a:xfrm>
            <a:off x="7548082" y="1915196"/>
            <a:ext cx="686877" cy="463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m3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4" name="对象 93">
            <a:extLst>
              <a:ext uri="{FF2B5EF4-FFF2-40B4-BE49-F238E27FC236}">
                <a16:creationId xmlns:a16="http://schemas.microsoft.com/office/drawing/2014/main" id="{F9BFAB1F-F488-421A-9642-A20D6B4EBA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211138"/>
              </p:ext>
            </p:extLst>
          </p:nvPr>
        </p:nvGraphicFramePr>
        <p:xfrm>
          <a:off x="7205678" y="3818090"/>
          <a:ext cx="1685925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85" name="Equation" r:id="rId6" imgW="1460160" imgH="2311200" progId="Equation.DSMT4">
                  <p:embed/>
                </p:oleObj>
              </mc:Choice>
              <mc:Fallback>
                <p:oleObj name="Equation" r:id="rId6" imgW="1460160" imgH="2311200" progId="Equation.DSMT4">
                  <p:embed/>
                  <p:pic>
                    <p:nvPicPr>
                      <p:cNvPr id="94" name="对象 93">
                        <a:extLst>
                          <a:ext uri="{FF2B5EF4-FFF2-40B4-BE49-F238E27FC236}">
                            <a16:creationId xmlns:a16="http://schemas.microsoft.com/office/drawing/2014/main" id="{F9BFAB1F-F488-421A-9642-A20D6B4EB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205678" y="3818090"/>
                        <a:ext cx="1685925" cy="26638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Rectangle 49">
            <a:extLst>
              <a:ext uri="{FF2B5EF4-FFF2-40B4-BE49-F238E27FC236}">
                <a16:creationId xmlns:a16="http://schemas.microsoft.com/office/drawing/2014/main" id="{5AE79010-1159-4CD8-A374-5C7CC1D0F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757" y="5814489"/>
            <a:ext cx="2695322" cy="830997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能否观察直接列写出节点电压方程？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9D70B04B-7C25-4D95-849A-D3710029D5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730101"/>
              </p:ext>
            </p:extLst>
          </p:nvPr>
        </p:nvGraphicFramePr>
        <p:xfrm>
          <a:off x="996147" y="4202179"/>
          <a:ext cx="3022600" cy="250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86" name="Equation" r:id="rId8" imgW="2577960" imgH="2133360" progId="Equation.DSMT4">
                  <p:embed/>
                </p:oleObj>
              </mc:Choice>
              <mc:Fallback>
                <p:oleObj name="Equation" r:id="rId8" imgW="2577960" imgH="2133360" progId="Equation.DSMT4">
                  <p:embed/>
                  <p:pic>
                    <p:nvPicPr>
                      <p:cNvPr id="154" name="对象 153">
                        <a:extLst>
                          <a:ext uri="{FF2B5EF4-FFF2-40B4-BE49-F238E27FC236}">
                            <a16:creationId xmlns:a16="http://schemas.microsoft.com/office/drawing/2014/main" id="{A538C230-B4E1-4401-B1C2-B076ADC07E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96147" y="4202179"/>
                        <a:ext cx="3022600" cy="2500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B0DEC7A9-EAA7-49B7-B154-0733DA263F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868545"/>
              </p:ext>
            </p:extLst>
          </p:nvPr>
        </p:nvGraphicFramePr>
        <p:xfrm>
          <a:off x="4389884" y="3983926"/>
          <a:ext cx="4646612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87" name="Equation" r:id="rId10" imgW="3962160" imgH="1143000" progId="Equation.DSMT4">
                  <p:embed/>
                </p:oleObj>
              </mc:Choice>
              <mc:Fallback>
                <p:oleObj name="Equation" r:id="rId10" imgW="3962160" imgH="1143000" progId="Equation.DSMT4">
                  <p:embed/>
                  <p:pic>
                    <p:nvPicPr>
                      <p:cNvPr id="145" name="对象 144">
                        <a:extLst>
                          <a:ext uri="{FF2B5EF4-FFF2-40B4-BE49-F238E27FC236}">
                            <a16:creationId xmlns:a16="http://schemas.microsoft.com/office/drawing/2014/main" id="{41A9A10C-F880-47C2-81C9-D405EB282E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89884" y="3983926"/>
                        <a:ext cx="4646612" cy="1339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34CBAEBC-5732-491B-817D-1226001BEF08}"/>
              </a:ext>
            </a:extLst>
          </p:cNvPr>
          <p:cNvGrpSpPr/>
          <p:nvPr/>
        </p:nvGrpSpPr>
        <p:grpSpPr>
          <a:xfrm>
            <a:off x="2160034" y="3493649"/>
            <a:ext cx="278583" cy="218746"/>
            <a:chOff x="7956376" y="3253670"/>
            <a:chExt cx="408053" cy="35066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D33D7A9-CDC4-4A02-B84F-B08140A9AB7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956376" y="3604330"/>
              <a:ext cx="408053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5D30EBE9-6522-4FB1-B614-A975BAE6ECB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172585" y="3253670"/>
              <a:ext cx="0" cy="35066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FE308866-A8FB-42DB-AB60-5036F57D5A5B}"/>
              </a:ext>
            </a:extLst>
          </p:cNvPr>
          <p:cNvGrpSpPr/>
          <p:nvPr/>
        </p:nvGrpSpPr>
        <p:grpSpPr>
          <a:xfrm>
            <a:off x="7317641" y="3073907"/>
            <a:ext cx="278583" cy="218746"/>
            <a:chOff x="7956376" y="3253670"/>
            <a:chExt cx="408053" cy="350660"/>
          </a:xfrm>
        </p:grpSpPr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8F46B0A3-F33C-4818-9D26-C36B0958582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956376" y="3604330"/>
              <a:ext cx="408053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E19BEFA2-279B-4C73-955B-729C53B78A2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172585" y="3253670"/>
              <a:ext cx="0" cy="35066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112" name="对象 111">
            <a:extLst>
              <a:ext uri="{FF2B5EF4-FFF2-40B4-BE49-F238E27FC236}">
                <a16:creationId xmlns:a16="http://schemas.microsoft.com/office/drawing/2014/main" id="{3A547123-E3CD-4669-8EFB-DC434F5D29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32955"/>
              </p:ext>
            </p:extLst>
          </p:nvPr>
        </p:nvGraphicFramePr>
        <p:xfrm>
          <a:off x="4411978" y="4084863"/>
          <a:ext cx="2114490" cy="134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88" name="Equation" r:id="rId12" imgW="1803240" imgH="1143000" progId="Equation.DSMT4">
                  <p:embed/>
                </p:oleObj>
              </mc:Choice>
              <mc:Fallback>
                <p:oleObj name="Equation" r:id="rId12" imgW="1803240" imgH="1143000" progId="Equation.DSMT4">
                  <p:embed/>
                  <p:pic>
                    <p:nvPicPr>
                      <p:cNvPr id="145" name="对象 144">
                        <a:extLst>
                          <a:ext uri="{FF2B5EF4-FFF2-40B4-BE49-F238E27FC236}">
                            <a16:creationId xmlns:a16="http://schemas.microsoft.com/office/drawing/2014/main" id="{41A9A10C-F880-47C2-81C9-D405EB282E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411978" y="4084863"/>
                        <a:ext cx="2114490" cy="1340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对象 113">
            <a:extLst>
              <a:ext uri="{FF2B5EF4-FFF2-40B4-BE49-F238E27FC236}">
                <a16:creationId xmlns:a16="http://schemas.microsoft.com/office/drawing/2014/main" id="{8EBCBDFD-37CA-4148-AD56-44E79C5957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115473"/>
              </p:ext>
            </p:extLst>
          </p:nvPr>
        </p:nvGraphicFramePr>
        <p:xfrm>
          <a:off x="1012321" y="4198808"/>
          <a:ext cx="4511675" cy="250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89" name="Equation" r:id="rId14" imgW="3848040" imgH="2133360" progId="Equation.DSMT4">
                  <p:embed/>
                </p:oleObj>
              </mc:Choice>
              <mc:Fallback>
                <p:oleObj name="Equation" r:id="rId14" imgW="3848040" imgH="2133360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9D70B04B-7C25-4D95-849A-D3710029D5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12321" y="4198808"/>
                        <a:ext cx="4511675" cy="2500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" name="对象 144">
            <a:extLst>
              <a:ext uri="{FF2B5EF4-FFF2-40B4-BE49-F238E27FC236}">
                <a16:creationId xmlns:a16="http://schemas.microsoft.com/office/drawing/2014/main" id="{D80617B4-7D5F-478B-BE4E-07F686EB75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875835"/>
              </p:ext>
            </p:extLst>
          </p:nvPr>
        </p:nvGraphicFramePr>
        <p:xfrm>
          <a:off x="1013271" y="4046524"/>
          <a:ext cx="479425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90" name="Equation" r:id="rId16" imgW="4089240" imgH="2209680" progId="Equation.DSMT4">
                  <p:embed/>
                </p:oleObj>
              </mc:Choice>
              <mc:Fallback>
                <p:oleObj name="Equation" r:id="rId16" imgW="4089240" imgH="2209680" progId="Equation.DSMT4">
                  <p:embed/>
                  <p:pic>
                    <p:nvPicPr>
                      <p:cNvPr id="114" name="对象 113">
                        <a:extLst>
                          <a:ext uri="{FF2B5EF4-FFF2-40B4-BE49-F238E27FC236}">
                            <a16:creationId xmlns:a16="http://schemas.microsoft.com/office/drawing/2014/main" id="{8EBCBDFD-37CA-4148-AD56-44E79C5957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13271" y="4046524"/>
                        <a:ext cx="4794250" cy="259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Rectangle 49">
            <a:extLst>
              <a:ext uri="{FF2B5EF4-FFF2-40B4-BE49-F238E27FC236}">
                <a16:creationId xmlns:a16="http://schemas.microsoft.com/office/drawing/2014/main" id="{9E7D1F56-8736-4C6D-B515-EC3D7068A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846" y="3848707"/>
            <a:ext cx="1672039" cy="1938992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仅需列写（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）个以节点电压表示的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方程：节点电压法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2251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146" grpId="0" animBg="1"/>
      <p:bldP spid="152" grpId="0" animBg="1"/>
      <p:bldP spid="152" grpId="1" animBg="1"/>
      <p:bldP spid="103" grpId="0" animBg="1"/>
      <p:bldP spid="14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8514D43F-E749-4CE9-896F-CD0ECCC02FF9}"/>
              </a:ext>
            </a:extLst>
          </p:cNvPr>
          <p:cNvGrpSpPr/>
          <p:nvPr/>
        </p:nvGrpSpPr>
        <p:grpSpPr>
          <a:xfrm rot="5400000">
            <a:off x="2245317" y="452522"/>
            <a:ext cx="206855" cy="1955963"/>
            <a:chOff x="4480559" y="4271785"/>
            <a:chExt cx="625301" cy="108862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F76A2E9-1E6C-4214-ABEF-3FD595D9B609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89AD401B-99E8-4F6D-8AEB-7EB2FE56605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1EC687F2-0F20-417E-907A-8D589B6E362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3CBFFBE9-5132-46F5-94E7-3B2DAF9CDC9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F56E46E8-A9E4-4B6A-A0D5-846370EE08B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AEC1DC1E-4C63-4919-BDC2-60A518F69AF7}"/>
              </a:ext>
            </a:extLst>
          </p:cNvPr>
          <p:cNvGrpSpPr/>
          <p:nvPr/>
        </p:nvGrpSpPr>
        <p:grpSpPr>
          <a:xfrm>
            <a:off x="2507447" y="1929630"/>
            <a:ext cx="288925" cy="1088623"/>
            <a:chOff x="4480559" y="4271785"/>
            <a:chExt cx="625301" cy="1088623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9457740-4220-4D42-9D59-4262498CD222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E8CE0496-2940-49E1-B14B-A514C0CF0C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48F3F1DF-98AB-486C-AFF9-1CFBB7CA2CC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33500D21-AA1C-4EA5-BBF9-31F54142943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07E71064-160A-4D0F-B8B8-1FD7EDB013C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EA56B903-38B9-4176-A712-90BDFBEB0551}"/>
              </a:ext>
            </a:extLst>
          </p:cNvPr>
          <p:cNvGrpSpPr/>
          <p:nvPr/>
        </p:nvGrpSpPr>
        <p:grpSpPr>
          <a:xfrm>
            <a:off x="1390621" y="1930656"/>
            <a:ext cx="804864" cy="1088623"/>
            <a:chOff x="4480559" y="4271785"/>
            <a:chExt cx="625301" cy="1088623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BD6F9166-7133-430C-91B0-68C2B03511DB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9567C1E9-D58D-4368-BBA3-3CAD0D71696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6D0E778A-EB5A-4F80-BC02-96DB5863419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C7F6FEAB-332A-4AF4-9E4A-7247B97B3E3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DB302E5B-BF93-4A24-A9A3-282AC3DE62D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D0386E2-12C5-4409-B033-FF9D7ADD677E}"/>
              </a:ext>
            </a:extLst>
          </p:cNvPr>
          <p:cNvSpPr>
            <a:spLocks/>
          </p:cNvSpPr>
          <p:nvPr/>
        </p:nvSpPr>
        <p:spPr bwMode="auto">
          <a:xfrm>
            <a:off x="-148927" y="-97634"/>
            <a:ext cx="8929683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定义沿网孔流动的假想的电流为网孔电流。设为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m3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3" name="Object 4">
            <a:extLst>
              <a:ext uri="{FF2B5EF4-FFF2-40B4-BE49-F238E27FC236}">
                <a16:creationId xmlns:a16="http://schemas.microsoft.com/office/drawing/2014/main" id="{176CE53F-05A3-4F6B-983E-EF25FDEC10C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3217" y="595753"/>
          <a:ext cx="3861223" cy="2895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3" name="Visio" r:id="rId4" imgW="4064928" imgH="3048938" progId="Visio.Drawing.11">
                  <p:embed/>
                </p:oleObj>
              </mc:Choice>
              <mc:Fallback>
                <p:oleObj name="Visio" r:id="rId4" imgW="4064928" imgH="3048938" progId="Visio.Drawing.11">
                  <p:embed/>
                  <p:pic>
                    <p:nvPicPr>
                      <p:cNvPr id="113" name="Object 4">
                        <a:extLst>
                          <a:ext uri="{FF2B5EF4-FFF2-40B4-BE49-F238E27FC236}">
                            <a16:creationId xmlns:a16="http://schemas.microsoft.com/office/drawing/2014/main" id="{176CE53F-05A3-4F6B-983E-EF25FDEC1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" y="595753"/>
                        <a:ext cx="3861223" cy="2895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06A48B8A-8F1C-470E-8D58-AE3ECC1C7D3F}"/>
              </a:ext>
            </a:extLst>
          </p:cNvPr>
          <p:cNvCxnSpPr/>
          <p:nvPr/>
        </p:nvCxnSpPr>
        <p:spPr bwMode="auto">
          <a:xfrm flipV="1">
            <a:off x="28740" y="548395"/>
            <a:ext cx="4758713" cy="2366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9" name="Group 105">
            <a:extLst>
              <a:ext uri="{FF2B5EF4-FFF2-40B4-BE49-F238E27FC236}">
                <a16:creationId xmlns:a16="http://schemas.microsoft.com/office/drawing/2014/main" id="{F1D383D5-53D8-44E7-9AED-FFB81F30AD30}"/>
              </a:ext>
            </a:extLst>
          </p:cNvPr>
          <p:cNvGrpSpPr>
            <a:grpSpLocks/>
          </p:cNvGrpSpPr>
          <p:nvPr/>
        </p:nvGrpSpPr>
        <p:grpSpPr bwMode="auto">
          <a:xfrm>
            <a:off x="5956708" y="578771"/>
            <a:ext cx="2160588" cy="2232025"/>
            <a:chOff x="3734" y="2619"/>
            <a:chExt cx="1154" cy="1339"/>
          </a:xfrm>
        </p:grpSpPr>
        <p:sp>
          <p:nvSpPr>
            <p:cNvPr id="120" name="AutoShape 106">
              <a:extLst>
                <a:ext uri="{FF2B5EF4-FFF2-40B4-BE49-F238E27FC236}">
                  <a16:creationId xmlns:a16="http://schemas.microsoft.com/office/drawing/2014/main" id="{82857121-77B5-4DD5-9696-CF1B481A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06"/>
              <a:ext cx="1154" cy="105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1" name="Arc 107">
              <a:extLst>
                <a:ext uri="{FF2B5EF4-FFF2-40B4-BE49-F238E27FC236}">
                  <a16:creationId xmlns:a16="http://schemas.microsoft.com/office/drawing/2014/main" id="{60244D42-EA03-47F3-8402-F8E9EFEE4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19"/>
              <a:ext cx="1152" cy="807"/>
            </a:xfrm>
            <a:custGeom>
              <a:avLst/>
              <a:gdLst>
                <a:gd name="T0" fmla="*/ 0 w 43200"/>
                <a:gd name="T1" fmla="*/ 30 h 21600"/>
                <a:gd name="T2" fmla="*/ 31 w 43200"/>
                <a:gd name="T3" fmla="*/ 30 h 21600"/>
                <a:gd name="T4" fmla="*/ 15 w 43200"/>
                <a:gd name="T5" fmla="*/ 3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Line 108">
              <a:extLst>
                <a:ext uri="{FF2B5EF4-FFF2-40B4-BE49-F238E27FC236}">
                  <a16:creationId xmlns:a16="http://schemas.microsoft.com/office/drawing/2014/main" id="{AF5FCEFD-CB78-4FD0-9DC4-125ED5F91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06"/>
              <a:ext cx="0" cy="10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Line 109">
              <a:extLst>
                <a:ext uri="{FF2B5EF4-FFF2-40B4-BE49-F238E27FC236}">
                  <a16:creationId xmlns:a16="http://schemas.microsoft.com/office/drawing/2014/main" id="{19AE9D36-DEBD-4238-ABD9-55F2D62CE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3426"/>
              <a:ext cx="584" cy="5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Line 110">
              <a:extLst>
                <a:ext uri="{FF2B5EF4-FFF2-40B4-BE49-F238E27FC236}">
                  <a16:creationId xmlns:a16="http://schemas.microsoft.com/office/drawing/2014/main" id="{0A836F35-AB71-4797-909A-2C527AE53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424"/>
              <a:ext cx="568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5" name="Text Box 119">
            <a:extLst>
              <a:ext uri="{FF2B5EF4-FFF2-40B4-BE49-F238E27FC236}">
                <a16:creationId xmlns:a16="http://schemas.microsoft.com/office/drawing/2014/main" id="{1B96595C-3BA4-4619-BF83-BA98C9F3E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6662" y="2129429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6" name="Text Box 120">
            <a:extLst>
              <a:ext uri="{FF2B5EF4-FFF2-40B4-BE49-F238E27FC236}">
                <a16:creationId xmlns:a16="http://schemas.microsoft.com/office/drawing/2014/main" id="{B7F263B5-32C3-4F92-BDEC-082CD02A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8512" y="1624604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7" name="Text Box 121">
            <a:extLst>
              <a:ext uri="{FF2B5EF4-FFF2-40B4-BE49-F238E27FC236}">
                <a16:creationId xmlns:a16="http://schemas.microsoft.com/office/drawing/2014/main" id="{343E5177-F958-43AB-B7C1-2874A8F3B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2050" y="2276508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8" name="Text Box 122">
            <a:extLst>
              <a:ext uri="{FF2B5EF4-FFF2-40B4-BE49-F238E27FC236}">
                <a16:creationId xmlns:a16="http://schemas.microsoft.com/office/drawing/2014/main" id="{E8DAA199-45FF-4BC3-B1C7-3D4A4788A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549" y="1105491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9" name="Text Box 123">
            <a:extLst>
              <a:ext uri="{FF2B5EF4-FFF2-40B4-BE49-F238E27FC236}">
                <a16:creationId xmlns:a16="http://schemas.microsoft.com/office/drawing/2014/main" id="{C69BB1F5-382C-44EC-A146-4CC49168E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0039" y="393636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30" name="Text Box 124">
            <a:extLst>
              <a:ext uri="{FF2B5EF4-FFF2-40B4-BE49-F238E27FC236}">
                <a16:creationId xmlns:a16="http://schemas.microsoft.com/office/drawing/2014/main" id="{279F59FC-9008-4B42-BBB0-EC480816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2562" y="1105491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1" name="Line 126">
            <a:extLst>
              <a:ext uri="{FF2B5EF4-FFF2-40B4-BE49-F238E27FC236}">
                <a16:creationId xmlns:a16="http://schemas.microsoft.com/office/drawing/2014/main" id="{521B5639-1CF9-40FF-8C52-6EF9042C1B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31137" y="1408704"/>
            <a:ext cx="360362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" name="Line 127">
            <a:extLst>
              <a:ext uri="{FF2B5EF4-FFF2-40B4-BE49-F238E27FC236}">
                <a16:creationId xmlns:a16="http://schemas.microsoft.com/office/drawing/2014/main" id="{78763FE1-991E-4B9E-A6ED-0A516985D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8462" y="2373904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" name="Line 128">
            <a:extLst>
              <a:ext uri="{FF2B5EF4-FFF2-40B4-BE49-F238E27FC236}">
                <a16:creationId xmlns:a16="http://schemas.microsoft.com/office/drawing/2014/main" id="{D074D6F8-3181-471B-AB27-BC6EA9927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6524" y="1453154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" name="Line 129">
            <a:extLst>
              <a:ext uri="{FF2B5EF4-FFF2-40B4-BE49-F238E27FC236}">
                <a16:creationId xmlns:a16="http://schemas.microsoft.com/office/drawing/2014/main" id="{424EBD0B-D66E-45F6-819A-87CEE72F93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2562" y="689565"/>
            <a:ext cx="260994" cy="27181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" name="Line 130">
            <a:extLst>
              <a:ext uri="{FF2B5EF4-FFF2-40B4-BE49-F238E27FC236}">
                <a16:creationId xmlns:a16="http://schemas.microsoft.com/office/drawing/2014/main" id="{6D159D56-1F43-4748-B079-95169F6A6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4887" y="1984966"/>
            <a:ext cx="0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6" name="Line 131">
            <a:extLst>
              <a:ext uri="{FF2B5EF4-FFF2-40B4-BE49-F238E27FC236}">
                <a16:creationId xmlns:a16="http://schemas.microsoft.com/office/drawing/2014/main" id="{99087112-0D0F-4BE9-941B-8A11CCAB03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2630" y="2323551"/>
            <a:ext cx="295092" cy="2691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7" name="Group 149">
            <a:extLst>
              <a:ext uri="{FF2B5EF4-FFF2-40B4-BE49-F238E27FC236}">
                <a16:creationId xmlns:a16="http://schemas.microsoft.com/office/drawing/2014/main" id="{255E339D-4FBC-4FF0-A817-B17E37E09454}"/>
              </a:ext>
            </a:extLst>
          </p:cNvPr>
          <p:cNvGrpSpPr>
            <a:grpSpLocks/>
          </p:cNvGrpSpPr>
          <p:nvPr/>
        </p:nvGrpSpPr>
        <p:grpSpPr bwMode="auto">
          <a:xfrm>
            <a:off x="5375473" y="616541"/>
            <a:ext cx="3228975" cy="2608263"/>
            <a:chOff x="3538" y="300"/>
            <a:chExt cx="2034" cy="1643"/>
          </a:xfrm>
        </p:grpSpPr>
        <p:sp>
          <p:nvSpPr>
            <p:cNvPr id="138" name="Text Box 145">
              <a:extLst>
                <a:ext uri="{FF2B5EF4-FFF2-40B4-BE49-F238E27FC236}">
                  <a16:creationId xmlns:a16="http://schemas.microsoft.com/office/drawing/2014/main" id="{37F76555-D853-4AB2-8F2D-0E02EA5F4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06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139" name="Text Box 146">
              <a:extLst>
                <a:ext uri="{FF2B5EF4-FFF2-40B4-BE49-F238E27FC236}">
                  <a16:creationId xmlns:a16="http://schemas.microsoft.com/office/drawing/2014/main" id="{2523A00D-0A9C-40AD-88EB-933C7F72E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300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140" name="Text Box 147">
              <a:extLst>
                <a:ext uri="{FF2B5EF4-FFF2-40B4-BE49-F238E27FC236}">
                  <a16:creationId xmlns:a16="http://schemas.microsoft.com/office/drawing/2014/main" id="{3486B88D-DBCC-45F4-A27F-5D65C8A99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2" y="971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141" name="Text Box 148">
              <a:extLst>
                <a:ext uri="{FF2B5EF4-FFF2-40B4-BE49-F238E27FC236}">
                  <a16:creationId xmlns:a16="http://schemas.microsoft.com/office/drawing/2014/main" id="{77A048DE-1565-4973-AFA0-E18D31317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5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  <p:sp>
        <p:nvSpPr>
          <p:cNvPr id="65" name="Line 127">
            <a:extLst>
              <a:ext uri="{FF2B5EF4-FFF2-40B4-BE49-F238E27FC236}">
                <a16:creationId xmlns:a16="http://schemas.microsoft.com/office/drawing/2014/main" id="{18527D80-2412-4941-8EDE-97098A1D2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5616" y="1714756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" name="Line 127">
            <a:extLst>
              <a:ext uri="{FF2B5EF4-FFF2-40B4-BE49-F238E27FC236}">
                <a16:creationId xmlns:a16="http://schemas.microsoft.com/office/drawing/2014/main" id="{4A951034-8670-4DE4-8692-DC89F9844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752" y="1810266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" name="Line 127">
            <a:extLst>
              <a:ext uri="{FF2B5EF4-FFF2-40B4-BE49-F238E27FC236}">
                <a16:creationId xmlns:a16="http://schemas.microsoft.com/office/drawing/2014/main" id="{EF648A08-81B4-4C13-9A96-776BAF67B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896" y="1714757"/>
            <a:ext cx="20025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Line 127">
            <a:extLst>
              <a:ext uri="{FF2B5EF4-FFF2-40B4-BE49-F238E27FC236}">
                <a16:creationId xmlns:a16="http://schemas.microsoft.com/office/drawing/2014/main" id="{4AF6CC70-78AA-499C-BE25-28426F824F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87624" y="1714756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Line 127">
            <a:extLst>
              <a:ext uri="{FF2B5EF4-FFF2-40B4-BE49-F238E27FC236}">
                <a16:creationId xmlns:a16="http://schemas.microsoft.com/office/drawing/2014/main" id="{8A334A8D-9D08-42C2-B63B-8AB53402F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760" y="1670306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Line 127">
            <a:extLst>
              <a:ext uri="{FF2B5EF4-FFF2-40B4-BE49-F238E27FC236}">
                <a16:creationId xmlns:a16="http://schemas.microsoft.com/office/drawing/2014/main" id="{6E6C97F3-0617-4DF5-93ED-7E3D43508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624" y="1072985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" name="Rectangle 49">
            <a:extLst>
              <a:ext uri="{FF2B5EF4-FFF2-40B4-BE49-F238E27FC236}">
                <a16:creationId xmlns:a16="http://schemas.microsoft.com/office/drawing/2014/main" id="{4EE3A6F3-40E8-4945-9EDF-B0638CC83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40" y="3712879"/>
            <a:ext cx="1076535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　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A1CD125-0186-48E8-AB00-D043C4E7A4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657453"/>
              </p:ext>
            </p:extLst>
          </p:nvPr>
        </p:nvGraphicFramePr>
        <p:xfrm>
          <a:off x="1050231" y="3768725"/>
          <a:ext cx="1714500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4" name="Equation" r:id="rId6" imgW="1485720" imgH="1143000" progId="Equation.DSMT4">
                  <p:embed/>
                </p:oleObj>
              </mc:Choice>
              <mc:Fallback>
                <p:oleObj name="Equation" r:id="rId6" imgW="1485720" imgH="11430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A1CD125-0186-48E8-AB00-D043C4E7A4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50231" y="3768725"/>
                        <a:ext cx="1714500" cy="1317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49">
            <a:extLst>
              <a:ext uri="{FF2B5EF4-FFF2-40B4-BE49-F238E27FC236}">
                <a16:creationId xmlns:a16="http://schemas.microsoft.com/office/drawing/2014/main" id="{D31AF0D5-E143-4AD1-A177-856B2FE57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26571"/>
            <a:ext cx="1370763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②ｂ－（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8A6DBF84-18C5-4B39-B2AB-BBB0455B8276}"/>
              </a:ext>
            </a:extLst>
          </p:cNvPr>
          <p:cNvGrpSpPr/>
          <p:nvPr/>
        </p:nvGrpSpPr>
        <p:grpSpPr>
          <a:xfrm rot="2227700">
            <a:off x="6275117" y="1409176"/>
            <a:ext cx="814404" cy="868480"/>
            <a:chOff x="4572000" y="4869160"/>
            <a:chExt cx="971301" cy="836613"/>
          </a:xfrm>
        </p:grpSpPr>
        <p:sp>
          <p:nvSpPr>
            <p:cNvPr id="105" name="等腰三角形 104">
              <a:extLst>
                <a:ext uri="{FF2B5EF4-FFF2-40B4-BE49-F238E27FC236}">
                  <a16:creationId xmlns:a16="http://schemas.microsoft.com/office/drawing/2014/main" id="{40302D3C-49B2-43F9-95ED-CE9D99C1E93A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4889D3B0-172A-4F0C-9595-06566AD5D49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FA7C4C5D-482D-4B7E-B178-EB8DFB4A0CB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1E1DBE44-9E99-4113-88B4-4A445236473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6E04C388-EBD1-4E89-925C-C607E011A971}"/>
              </a:ext>
            </a:extLst>
          </p:cNvPr>
          <p:cNvGrpSpPr/>
          <p:nvPr/>
        </p:nvGrpSpPr>
        <p:grpSpPr>
          <a:xfrm rot="19662910">
            <a:off x="6938646" y="1349057"/>
            <a:ext cx="814404" cy="868480"/>
            <a:chOff x="4572000" y="4869160"/>
            <a:chExt cx="971301" cy="836613"/>
          </a:xfrm>
        </p:grpSpPr>
        <p:sp>
          <p:nvSpPr>
            <p:cNvPr id="117" name="等腰三角形 116">
              <a:extLst>
                <a:ext uri="{FF2B5EF4-FFF2-40B4-BE49-F238E27FC236}">
                  <a16:creationId xmlns:a16="http://schemas.microsoft.com/office/drawing/2014/main" id="{DBACC638-5DF9-4164-AB4E-D0EEA650F739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B5A6B3EC-E41F-4AB4-8076-ABC874116E4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6BEA82C2-E255-434C-82EC-7FB25AD847E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7B3037DE-2AAB-4A42-8CFA-DB0797928FB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19D853B6-2282-4786-83BA-7CF48D00E10B}"/>
              </a:ext>
            </a:extLst>
          </p:cNvPr>
          <p:cNvGrpSpPr/>
          <p:nvPr/>
        </p:nvGrpSpPr>
        <p:grpSpPr>
          <a:xfrm>
            <a:off x="6437412" y="637510"/>
            <a:ext cx="1218345" cy="794834"/>
            <a:chOff x="6594015" y="4402031"/>
            <a:chExt cx="893534" cy="517488"/>
          </a:xfrm>
        </p:grpSpPr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1C5BE13-C5BC-4EE2-A092-3CD2A785443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33754" y="4532983"/>
              <a:ext cx="453795" cy="31041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arrow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F835C021-2C56-4B95-82A4-5626886416F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594015" y="4532983"/>
              <a:ext cx="461486" cy="38653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CA910D57-7234-45A8-8E1F-B7B8D330ED2D}"/>
                </a:ext>
              </a:extLst>
            </p:cNvPr>
            <p:cNvSpPr/>
            <p:nvPr/>
          </p:nvSpPr>
          <p:spPr bwMode="auto">
            <a:xfrm>
              <a:off x="6594015" y="4402031"/>
              <a:ext cx="893534" cy="496179"/>
            </a:xfrm>
            <a:custGeom>
              <a:avLst/>
              <a:gdLst>
                <a:gd name="connsiteX0" fmla="*/ 0 w 900333"/>
                <a:gd name="connsiteY0" fmla="*/ 492602 h 492602"/>
                <a:gd name="connsiteX1" fmla="*/ 407963 w 900333"/>
                <a:gd name="connsiteY1" fmla="*/ 233 h 492602"/>
                <a:gd name="connsiteX2" fmla="*/ 900333 w 900333"/>
                <a:gd name="connsiteY2" fmla="*/ 422263 h 492602"/>
                <a:gd name="connsiteX3" fmla="*/ 900333 w 900333"/>
                <a:gd name="connsiteY3" fmla="*/ 422263 h 492602"/>
                <a:gd name="connsiteX4" fmla="*/ 872197 w 900333"/>
                <a:gd name="connsiteY4" fmla="*/ 408196 h 492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333" h="492602">
                  <a:moveTo>
                    <a:pt x="0" y="492602"/>
                  </a:moveTo>
                  <a:cubicBezTo>
                    <a:pt x="128954" y="252279"/>
                    <a:pt x="257908" y="11956"/>
                    <a:pt x="407963" y="233"/>
                  </a:cubicBezTo>
                  <a:cubicBezTo>
                    <a:pt x="558018" y="-11490"/>
                    <a:pt x="900333" y="422263"/>
                    <a:pt x="900333" y="422263"/>
                  </a:cubicBezTo>
                  <a:lnTo>
                    <a:pt x="900333" y="422263"/>
                  </a:lnTo>
                  <a:lnTo>
                    <a:pt x="872197" y="408196"/>
                  </a:lnTo>
                </a:path>
              </a:pathLst>
            </a:cu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6" name="Rectangle 49">
            <a:extLst>
              <a:ext uri="{FF2B5EF4-FFF2-40B4-BE49-F238E27FC236}">
                <a16:creationId xmlns:a16="http://schemas.microsoft.com/office/drawing/2014/main" id="{94E72252-BCE3-4565-9F3D-5D0C9BFDF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049" y="3444187"/>
            <a:ext cx="2163478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支路电流方程为：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2" name="Rectangle 49">
            <a:extLst>
              <a:ext uri="{FF2B5EF4-FFF2-40B4-BE49-F238E27FC236}">
                <a16:creationId xmlns:a16="http://schemas.microsoft.com/office/drawing/2014/main" id="{E18659E1-9319-4222-ACC0-A923CCDD4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1966" y="3194053"/>
            <a:ext cx="4769100" cy="707886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若将支路电流用网孔电流表示，并代入支路电流方程，则为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7" name="对象 86">
            <a:extLst>
              <a:ext uri="{FF2B5EF4-FFF2-40B4-BE49-F238E27FC236}">
                <a16:creationId xmlns:a16="http://schemas.microsoft.com/office/drawing/2014/main" id="{8184433D-1B65-4A50-84ED-404F7D42AD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7801988"/>
              </p:ext>
            </p:extLst>
          </p:nvPr>
        </p:nvGraphicFramePr>
        <p:xfrm>
          <a:off x="1212661" y="5219949"/>
          <a:ext cx="2841625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5" name="Equation" r:id="rId8" imgW="2463480" imgH="1143000" progId="Equation.DSMT4">
                  <p:embed/>
                </p:oleObj>
              </mc:Choice>
              <mc:Fallback>
                <p:oleObj name="Equation" r:id="rId8" imgW="2463480" imgH="1143000" progId="Equation.DSMT4">
                  <p:embed/>
                  <p:pic>
                    <p:nvPicPr>
                      <p:cNvPr id="151" name="对象 150">
                        <a:extLst>
                          <a:ext uri="{FF2B5EF4-FFF2-40B4-BE49-F238E27FC236}">
                            <a16:creationId xmlns:a16="http://schemas.microsoft.com/office/drawing/2014/main" id="{EF8CEC2F-84E9-464C-995F-50F139D62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12661" y="5219949"/>
                        <a:ext cx="2841625" cy="1317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ctangle 2">
            <a:extLst>
              <a:ext uri="{FF2B5EF4-FFF2-40B4-BE49-F238E27FC236}">
                <a16:creationId xmlns:a16="http://schemas.microsoft.com/office/drawing/2014/main" id="{1CCA3B76-9CC1-4943-A965-E94A7AC47EDF}"/>
              </a:ext>
            </a:extLst>
          </p:cNvPr>
          <p:cNvSpPr>
            <a:spLocks/>
          </p:cNvSpPr>
          <p:nvPr/>
        </p:nvSpPr>
        <p:spPr bwMode="auto">
          <a:xfrm>
            <a:off x="2000014" y="1068372"/>
            <a:ext cx="750121" cy="446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m1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9" name="Rectangle 2">
            <a:extLst>
              <a:ext uri="{FF2B5EF4-FFF2-40B4-BE49-F238E27FC236}">
                <a16:creationId xmlns:a16="http://schemas.microsoft.com/office/drawing/2014/main" id="{B6EFE4B3-1C27-4AB1-8B31-7293CA6597CD}"/>
              </a:ext>
            </a:extLst>
          </p:cNvPr>
          <p:cNvSpPr>
            <a:spLocks/>
          </p:cNvSpPr>
          <p:nvPr/>
        </p:nvSpPr>
        <p:spPr bwMode="auto">
          <a:xfrm>
            <a:off x="1429488" y="1805464"/>
            <a:ext cx="686878" cy="699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m2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Rectangle 2">
            <a:extLst>
              <a:ext uri="{FF2B5EF4-FFF2-40B4-BE49-F238E27FC236}">
                <a16:creationId xmlns:a16="http://schemas.microsoft.com/office/drawing/2014/main" id="{ED377362-F76E-47B8-B7A7-FFA3A8729246}"/>
              </a:ext>
            </a:extLst>
          </p:cNvPr>
          <p:cNvSpPr>
            <a:spLocks/>
          </p:cNvSpPr>
          <p:nvPr/>
        </p:nvSpPr>
        <p:spPr bwMode="auto">
          <a:xfrm>
            <a:off x="2416627" y="2131729"/>
            <a:ext cx="604358" cy="484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m3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Rectangle 2">
            <a:extLst>
              <a:ext uri="{FF2B5EF4-FFF2-40B4-BE49-F238E27FC236}">
                <a16:creationId xmlns:a16="http://schemas.microsoft.com/office/drawing/2014/main" id="{E4A204A3-497E-450F-B866-086E9EB87441}"/>
              </a:ext>
            </a:extLst>
          </p:cNvPr>
          <p:cNvSpPr>
            <a:spLocks/>
          </p:cNvSpPr>
          <p:nvPr/>
        </p:nvSpPr>
        <p:spPr bwMode="auto">
          <a:xfrm>
            <a:off x="6272562" y="689565"/>
            <a:ext cx="750121" cy="446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m1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Rectangle 2">
            <a:extLst>
              <a:ext uri="{FF2B5EF4-FFF2-40B4-BE49-F238E27FC236}">
                <a16:creationId xmlns:a16="http://schemas.microsoft.com/office/drawing/2014/main" id="{E0085A7E-F64B-4329-B195-5C060E20E76D}"/>
              </a:ext>
            </a:extLst>
          </p:cNvPr>
          <p:cNvSpPr>
            <a:spLocks/>
          </p:cNvSpPr>
          <p:nvPr/>
        </p:nvSpPr>
        <p:spPr bwMode="auto">
          <a:xfrm>
            <a:off x="6237093" y="1552070"/>
            <a:ext cx="686878" cy="699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m2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" name="Rectangle 2">
            <a:extLst>
              <a:ext uri="{FF2B5EF4-FFF2-40B4-BE49-F238E27FC236}">
                <a16:creationId xmlns:a16="http://schemas.microsoft.com/office/drawing/2014/main" id="{B56B036E-F3A0-4FE2-8EB5-8EF3FA161E85}"/>
              </a:ext>
            </a:extLst>
          </p:cNvPr>
          <p:cNvSpPr>
            <a:spLocks/>
          </p:cNvSpPr>
          <p:nvPr/>
        </p:nvSpPr>
        <p:spPr bwMode="auto">
          <a:xfrm>
            <a:off x="7116034" y="1667584"/>
            <a:ext cx="686877" cy="463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m3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4" name="对象 93">
            <a:extLst>
              <a:ext uri="{FF2B5EF4-FFF2-40B4-BE49-F238E27FC236}">
                <a16:creationId xmlns:a16="http://schemas.microsoft.com/office/drawing/2014/main" id="{F9BFAB1F-F488-421A-9642-A20D6B4EBA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538706"/>
              </p:ext>
            </p:extLst>
          </p:nvPr>
        </p:nvGraphicFramePr>
        <p:xfrm>
          <a:off x="6433304" y="3901939"/>
          <a:ext cx="1582738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6" name="Equation" r:id="rId10" imgW="1371600" imgH="2311200" progId="Equation.DSMT4">
                  <p:embed/>
                </p:oleObj>
              </mc:Choice>
              <mc:Fallback>
                <p:oleObj name="Equation" r:id="rId10" imgW="1371600" imgH="2311200" progId="Equation.DSMT4">
                  <p:embed/>
                  <p:pic>
                    <p:nvPicPr>
                      <p:cNvPr id="151" name="对象 150">
                        <a:extLst>
                          <a:ext uri="{FF2B5EF4-FFF2-40B4-BE49-F238E27FC236}">
                            <a16:creationId xmlns:a16="http://schemas.microsoft.com/office/drawing/2014/main" id="{EF8CEC2F-84E9-464C-995F-50F139D62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433304" y="3901939"/>
                        <a:ext cx="1582738" cy="2663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对象 94">
            <a:extLst>
              <a:ext uri="{FF2B5EF4-FFF2-40B4-BE49-F238E27FC236}">
                <a16:creationId xmlns:a16="http://schemas.microsoft.com/office/drawing/2014/main" id="{30EDDF67-176E-40DF-89E1-F57CED81FC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857116"/>
              </p:ext>
            </p:extLst>
          </p:nvPr>
        </p:nvGraphicFramePr>
        <p:xfrm>
          <a:off x="1043608" y="3772892"/>
          <a:ext cx="4424363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7" name="Equation" r:id="rId12" imgW="3835080" imgH="1143000" progId="Equation.DSMT4">
                  <p:embed/>
                </p:oleObj>
              </mc:Choice>
              <mc:Fallback>
                <p:oleObj name="Equation" r:id="rId12" imgW="3835080" imgH="11430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A1CD125-0186-48E8-AB00-D043C4E7A4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43608" y="3772892"/>
                        <a:ext cx="4424363" cy="1317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对象 96">
            <a:extLst>
              <a:ext uri="{FF2B5EF4-FFF2-40B4-BE49-F238E27FC236}">
                <a16:creationId xmlns:a16="http://schemas.microsoft.com/office/drawing/2014/main" id="{C446EA42-984E-4E2F-9DFF-A6E2D93F46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513381"/>
              </p:ext>
            </p:extLst>
          </p:nvPr>
        </p:nvGraphicFramePr>
        <p:xfrm>
          <a:off x="1179513" y="5205413"/>
          <a:ext cx="5026025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8" name="Equation" r:id="rId14" imgW="4356000" imgH="1168200" progId="Equation.DSMT4">
                  <p:embed/>
                </p:oleObj>
              </mc:Choice>
              <mc:Fallback>
                <p:oleObj name="Equation" r:id="rId14" imgW="4356000" imgH="1168200" progId="Equation.DSMT4">
                  <p:embed/>
                  <p:pic>
                    <p:nvPicPr>
                      <p:cNvPr id="87" name="对象 86">
                        <a:extLst>
                          <a:ext uri="{FF2B5EF4-FFF2-40B4-BE49-F238E27FC236}">
                            <a16:creationId xmlns:a16="http://schemas.microsoft.com/office/drawing/2014/main" id="{8184433D-1B65-4A50-84ED-404F7D42AD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79513" y="5205413"/>
                        <a:ext cx="5026025" cy="1346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对象 97">
            <a:extLst>
              <a:ext uri="{FF2B5EF4-FFF2-40B4-BE49-F238E27FC236}">
                <a16:creationId xmlns:a16="http://schemas.microsoft.com/office/drawing/2014/main" id="{09201C75-0EE6-4D20-A577-BCCBB89B55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642540"/>
              </p:ext>
            </p:extLst>
          </p:nvPr>
        </p:nvGraphicFramePr>
        <p:xfrm>
          <a:off x="4672497" y="3809033"/>
          <a:ext cx="4294188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9" name="Equation" r:id="rId16" imgW="3720960" imgH="1168200" progId="Equation.DSMT4">
                  <p:embed/>
                </p:oleObj>
              </mc:Choice>
              <mc:Fallback>
                <p:oleObj name="Equation" r:id="rId16" imgW="3720960" imgH="1168200" progId="Equation.DSMT4">
                  <p:embed/>
                  <p:pic>
                    <p:nvPicPr>
                      <p:cNvPr id="97" name="对象 96">
                        <a:extLst>
                          <a:ext uri="{FF2B5EF4-FFF2-40B4-BE49-F238E27FC236}">
                            <a16:creationId xmlns:a16="http://schemas.microsoft.com/office/drawing/2014/main" id="{C446EA42-984E-4E2F-9DFF-A6E2D93F46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672497" y="3809033"/>
                        <a:ext cx="4294188" cy="1346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Rectangle 49">
            <a:extLst>
              <a:ext uri="{FF2B5EF4-FFF2-40B4-BE49-F238E27FC236}">
                <a16:creationId xmlns:a16="http://schemas.microsoft.com/office/drawing/2014/main" id="{7979E78D-FD41-4481-AAA6-6F4B96BD5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110" y="3478478"/>
            <a:ext cx="8233711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仅需列写ｂ－（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）个以网孔电流表示的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方程：网孔电流法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2" name="对象 101">
            <a:extLst>
              <a:ext uri="{FF2B5EF4-FFF2-40B4-BE49-F238E27FC236}">
                <a16:creationId xmlns:a16="http://schemas.microsoft.com/office/drawing/2014/main" id="{8D769C95-CA0D-4CC1-BB48-CE7D3358B9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560298"/>
              </p:ext>
            </p:extLst>
          </p:nvPr>
        </p:nvGraphicFramePr>
        <p:xfrm>
          <a:off x="445145" y="3839582"/>
          <a:ext cx="4294188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0" name="Equation" r:id="rId18" imgW="3720960" imgH="1168200" progId="Equation.DSMT4">
                  <p:embed/>
                </p:oleObj>
              </mc:Choice>
              <mc:Fallback>
                <p:oleObj name="Equation" r:id="rId18" imgW="3720960" imgH="1168200" progId="Equation.DSMT4">
                  <p:embed/>
                  <p:pic>
                    <p:nvPicPr>
                      <p:cNvPr id="98" name="对象 97">
                        <a:extLst>
                          <a:ext uri="{FF2B5EF4-FFF2-40B4-BE49-F238E27FC236}">
                            <a16:creationId xmlns:a16="http://schemas.microsoft.com/office/drawing/2014/main" id="{09201C75-0EE6-4D20-A577-BCCBB89B55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45145" y="3839582"/>
                        <a:ext cx="4294188" cy="1346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Rectangle 49">
            <a:extLst>
              <a:ext uri="{FF2B5EF4-FFF2-40B4-BE49-F238E27FC236}">
                <a16:creationId xmlns:a16="http://schemas.microsoft.com/office/drawing/2014/main" id="{5AE79010-1159-4CD8-A374-5C7CC1D0F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4056" y="5728252"/>
            <a:ext cx="4938506" cy="461665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能否观察直接列写出网孔电流方程？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53528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36" grpId="0" animBg="1"/>
      <p:bldP spid="152" grpId="0" animBg="1"/>
      <p:bldP spid="152" grpId="1" animBg="1"/>
      <p:bldP spid="100" grpId="0" animBg="1"/>
      <p:bldP spid="10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B00B35C-F116-4CE1-B258-82FF2E20F560}"/>
              </a:ext>
            </a:extLst>
          </p:cNvPr>
          <p:cNvSpPr>
            <a:spLocks/>
          </p:cNvSpPr>
          <p:nvPr/>
        </p:nvSpPr>
        <p:spPr bwMode="auto">
          <a:xfrm>
            <a:off x="-180975" y="0"/>
            <a:ext cx="4176713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§3-2 </a:t>
            </a:r>
            <a:r>
              <a:rPr lang="zh-CN" alt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</a:p>
        </p:txBody>
      </p:sp>
      <p:sp>
        <p:nvSpPr>
          <p:cNvPr id="265219" name="Text Box 3">
            <a:extLst>
              <a:ext uri="{FF2B5EF4-FFF2-40B4-BE49-F238E27FC236}">
                <a16:creationId xmlns:a16="http://schemas.microsoft.com/office/drawing/2014/main" id="{613A7834-913A-4203-BDDF-ABB8ECAE6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25538"/>
            <a:ext cx="2303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4" name="Text Box 58">
            <a:extLst>
              <a:ext uri="{FF2B5EF4-FFF2-40B4-BE49-F238E27FC236}">
                <a16:creationId xmlns:a16="http://schemas.microsoft.com/office/drawing/2014/main" id="{DEE35EDD-3644-4DE0-AFC1-25A472074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700213"/>
            <a:ext cx="2303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路径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5" name="Text Box 59">
            <a:extLst>
              <a:ext uri="{FF2B5EF4-FFF2-40B4-BE49-F238E27FC236}">
                <a16:creationId xmlns:a16="http://schemas.microsoft.com/office/drawing/2014/main" id="{2A83D126-9622-4265-B44D-7BC9D3DD4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349500"/>
            <a:ext cx="4033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连通图、非连通图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6" name="Text Box 60">
            <a:extLst>
              <a:ext uri="{FF2B5EF4-FFF2-40B4-BE49-F238E27FC236}">
                <a16:creationId xmlns:a16="http://schemas.microsoft.com/office/drawing/2014/main" id="{5D6CD0C1-AB81-4EDB-A414-F1AE271A6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357563"/>
            <a:ext cx="1512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子图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7" name="Rectangle 61">
            <a:extLst>
              <a:ext uri="{FF2B5EF4-FFF2-40B4-BE49-F238E27FC236}">
                <a16:creationId xmlns:a16="http://schemas.microsoft.com/office/drawing/2014/main" id="{AE1D35E1-5F31-44B2-83B4-95062D96C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275" y="1158875"/>
            <a:ext cx="268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无向图、有向图</a:t>
            </a:r>
          </a:p>
        </p:txBody>
      </p:sp>
      <p:sp>
        <p:nvSpPr>
          <p:cNvPr id="265290" name="Text Box 74">
            <a:extLst>
              <a:ext uri="{FF2B5EF4-FFF2-40B4-BE49-F238E27FC236}">
                <a16:creationId xmlns:a16="http://schemas.microsoft.com/office/drawing/2014/main" id="{D188159D-06AF-4C95-B1A4-C19376E1F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981325"/>
            <a:ext cx="1512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①树、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1" name="Text Box 75">
            <a:extLst>
              <a:ext uri="{FF2B5EF4-FFF2-40B4-BE49-F238E27FC236}">
                <a16:creationId xmlns:a16="http://schemas.microsoft.com/office/drawing/2014/main" id="{DD862D6E-52DF-4A2D-BC07-11FBE0899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717925"/>
            <a:ext cx="1512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②回路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2" name="AutoShape 76">
            <a:extLst>
              <a:ext uri="{FF2B5EF4-FFF2-40B4-BE49-F238E27FC236}">
                <a16:creationId xmlns:a16="http://schemas.microsoft.com/office/drawing/2014/main" id="{2C081001-F8B0-4336-9E4B-4277375E6334}"/>
              </a:ext>
            </a:extLst>
          </p:cNvPr>
          <p:cNvSpPr>
            <a:spLocks/>
          </p:cNvSpPr>
          <p:nvPr/>
        </p:nvSpPr>
        <p:spPr bwMode="auto">
          <a:xfrm>
            <a:off x="1833563" y="3213100"/>
            <a:ext cx="290512" cy="792163"/>
          </a:xfrm>
          <a:prstGeom prst="leftBrace">
            <a:avLst>
              <a:gd name="adj1" fmla="val 2272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3" name="Text Box 77">
            <a:extLst>
              <a:ext uri="{FF2B5EF4-FFF2-40B4-BE49-F238E27FC236}">
                <a16:creationId xmlns:a16="http://schemas.microsoft.com/office/drawing/2014/main" id="{ADDDDB63-2650-4C7B-8D30-3D80EB9D7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650" y="2981325"/>
            <a:ext cx="2233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树支、连支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4" name="Text Box 78">
            <a:extLst>
              <a:ext uri="{FF2B5EF4-FFF2-40B4-BE49-F238E27FC236}">
                <a16:creationId xmlns:a16="http://schemas.microsoft.com/office/drawing/2014/main" id="{53D0E59C-AFCE-4D09-9237-1235A0D5B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3644900"/>
            <a:ext cx="453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单连支回路（又称基本回路）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5" name="Text Box 79">
            <a:extLst>
              <a:ext uri="{FF2B5EF4-FFF2-40B4-BE49-F238E27FC236}">
                <a16:creationId xmlns:a16="http://schemas.microsoft.com/office/drawing/2014/main" id="{2F8AB686-D900-4835-9D68-B95499F37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775" y="2997200"/>
            <a:ext cx="421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单树支割集（基本割集）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65296" name="Group 80">
            <a:extLst>
              <a:ext uri="{FF2B5EF4-FFF2-40B4-BE49-F238E27FC236}">
                <a16:creationId xmlns:a16="http://schemas.microsoft.com/office/drawing/2014/main" id="{DEBC7E78-AB32-4C0A-B6D0-E982F53CD15E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508500"/>
            <a:ext cx="1368425" cy="1439863"/>
            <a:chOff x="2304" y="1776"/>
            <a:chExt cx="538" cy="646"/>
          </a:xfrm>
        </p:grpSpPr>
        <p:sp>
          <p:nvSpPr>
            <p:cNvPr id="23631" name="Line 81">
              <a:extLst>
                <a:ext uri="{FF2B5EF4-FFF2-40B4-BE49-F238E27FC236}">
                  <a16:creationId xmlns:a16="http://schemas.microsoft.com/office/drawing/2014/main" id="{82D291DE-A42A-4A87-B865-296E2F9A9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991"/>
              <a:ext cx="288" cy="4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2" name="Line 82">
              <a:extLst>
                <a:ext uri="{FF2B5EF4-FFF2-40B4-BE49-F238E27FC236}">
                  <a16:creationId xmlns:a16="http://schemas.microsoft.com/office/drawing/2014/main" id="{FB56CE74-55AA-4514-ABF7-3D3D25E5F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776"/>
              <a:ext cx="0" cy="6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3" name="Line 83">
              <a:extLst>
                <a:ext uri="{FF2B5EF4-FFF2-40B4-BE49-F238E27FC236}">
                  <a16:creationId xmlns:a16="http://schemas.microsoft.com/office/drawing/2014/main" id="{67982B55-5BAF-4406-8260-8570C5A2C4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1991"/>
              <a:ext cx="250" cy="4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5300" name="Group 84">
            <a:extLst>
              <a:ext uri="{FF2B5EF4-FFF2-40B4-BE49-F238E27FC236}">
                <a16:creationId xmlns:a16="http://schemas.microsoft.com/office/drawing/2014/main" id="{50DFFD62-862C-493E-8F6E-5AA1CD766EB9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4325938"/>
            <a:ext cx="1008062" cy="1079500"/>
            <a:chOff x="2653" y="812"/>
            <a:chExt cx="442" cy="468"/>
          </a:xfrm>
        </p:grpSpPr>
        <p:sp>
          <p:nvSpPr>
            <p:cNvPr id="23629" name="Line 85">
              <a:extLst>
                <a:ext uri="{FF2B5EF4-FFF2-40B4-BE49-F238E27FC236}">
                  <a16:creationId xmlns:a16="http://schemas.microsoft.com/office/drawing/2014/main" id="{0178BFCD-5693-4071-B4C8-919FE797B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812"/>
              <a:ext cx="442" cy="4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0" name="Text Box 86">
              <a:extLst>
                <a:ext uri="{FF2B5EF4-FFF2-40B4-BE49-F238E27FC236}">
                  <a16:creationId xmlns:a16="http://schemas.microsoft.com/office/drawing/2014/main" id="{1E955F00-D77B-4D63-86BA-BA1C3589A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830"/>
              <a:ext cx="159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265303" name="Group 87">
            <a:extLst>
              <a:ext uri="{FF2B5EF4-FFF2-40B4-BE49-F238E27FC236}">
                <a16:creationId xmlns:a16="http://schemas.microsoft.com/office/drawing/2014/main" id="{FE2811EA-B55F-4FA1-8E25-E95A981B583B}"/>
              </a:ext>
            </a:extLst>
          </p:cNvPr>
          <p:cNvGrpSpPr>
            <a:grpSpLocks/>
          </p:cNvGrpSpPr>
          <p:nvPr/>
        </p:nvGrpSpPr>
        <p:grpSpPr bwMode="auto">
          <a:xfrm>
            <a:off x="2484438" y="4325938"/>
            <a:ext cx="2133600" cy="2284412"/>
            <a:chOff x="2250" y="812"/>
            <a:chExt cx="1344" cy="1439"/>
          </a:xfrm>
        </p:grpSpPr>
        <p:sp>
          <p:nvSpPr>
            <p:cNvPr id="23622" name="Line 88">
              <a:extLst>
                <a:ext uri="{FF2B5EF4-FFF2-40B4-BE49-F238E27FC236}">
                  <a16:creationId xmlns:a16="http://schemas.microsoft.com/office/drawing/2014/main" id="{412D5FFC-8706-429A-A643-C2A0548A5E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0" y="812"/>
              <a:ext cx="0" cy="14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3" name="Line 89">
              <a:extLst>
                <a:ext uri="{FF2B5EF4-FFF2-40B4-BE49-F238E27FC236}">
                  <a16:creationId xmlns:a16="http://schemas.microsoft.com/office/drawing/2014/main" id="{071FA307-EAF6-4D19-A695-1DD6E4394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0" y="1480"/>
              <a:ext cx="560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4" name="Line 90">
              <a:extLst>
                <a:ext uri="{FF2B5EF4-FFF2-40B4-BE49-F238E27FC236}">
                  <a16:creationId xmlns:a16="http://schemas.microsoft.com/office/drawing/2014/main" id="{B0405AC6-D580-402D-B646-0BDD425B15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0" y="1480"/>
              <a:ext cx="614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5" name="Text Box 91">
              <a:extLst>
                <a:ext uri="{FF2B5EF4-FFF2-40B4-BE49-F238E27FC236}">
                  <a16:creationId xmlns:a16="http://schemas.microsoft.com/office/drawing/2014/main" id="{897E684A-01B5-4451-AA5F-1983B6BFF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8" y="172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626" name="Text Box 92">
              <a:extLst>
                <a:ext uri="{FF2B5EF4-FFF2-40B4-BE49-F238E27FC236}">
                  <a16:creationId xmlns:a16="http://schemas.microsoft.com/office/drawing/2014/main" id="{74FC714C-5B25-4A87-800A-CAB41DDEE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9" y="124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627" name="Text Box 93">
              <a:extLst>
                <a:ext uri="{FF2B5EF4-FFF2-40B4-BE49-F238E27FC236}">
                  <a16:creationId xmlns:a16="http://schemas.microsoft.com/office/drawing/2014/main" id="{AA029381-E545-47FE-903F-6C469055C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" y="1765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3628" name="Text Box 94">
              <a:extLst>
                <a:ext uri="{FF2B5EF4-FFF2-40B4-BE49-F238E27FC236}">
                  <a16:creationId xmlns:a16="http://schemas.microsoft.com/office/drawing/2014/main" id="{7FE772ED-C8B9-484D-968D-51AEFAE66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8" y="1560"/>
              <a:ext cx="1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5311" name="Group 95">
            <a:extLst>
              <a:ext uri="{FF2B5EF4-FFF2-40B4-BE49-F238E27FC236}">
                <a16:creationId xmlns:a16="http://schemas.microsoft.com/office/drawing/2014/main" id="{70157CFF-A930-433B-B664-7738E8929DF0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4579938"/>
            <a:ext cx="1806575" cy="1982787"/>
            <a:chOff x="3969" y="981"/>
            <a:chExt cx="1138" cy="1249"/>
          </a:xfrm>
        </p:grpSpPr>
        <p:sp>
          <p:nvSpPr>
            <p:cNvPr id="23616" name="Line 96">
              <a:extLst>
                <a:ext uri="{FF2B5EF4-FFF2-40B4-BE49-F238E27FC236}">
                  <a16:creationId xmlns:a16="http://schemas.microsoft.com/office/drawing/2014/main" id="{532A7210-9381-4BB4-8893-9536ABB80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8" y="981"/>
              <a:ext cx="0" cy="1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7" name="Line 97">
              <a:extLst>
                <a:ext uri="{FF2B5EF4-FFF2-40B4-BE49-F238E27FC236}">
                  <a16:creationId xmlns:a16="http://schemas.microsoft.com/office/drawing/2014/main" id="{82955B39-E6AD-4394-9756-F9DA4A1ED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512"/>
              <a:ext cx="649" cy="7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8" name="Line 98">
              <a:extLst>
                <a:ext uri="{FF2B5EF4-FFF2-40B4-BE49-F238E27FC236}">
                  <a16:creationId xmlns:a16="http://schemas.microsoft.com/office/drawing/2014/main" id="{71CC66D3-81A3-41E4-8186-43EE52CEDC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8" y="1449"/>
              <a:ext cx="489" cy="7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9" name="Text Box 99">
              <a:extLst>
                <a:ext uri="{FF2B5EF4-FFF2-40B4-BE49-F238E27FC236}">
                  <a16:creationId xmlns:a16="http://schemas.microsoft.com/office/drawing/2014/main" id="{822849A1-BF4D-42BF-A36E-1E67208167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5" y="175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620" name="Text Box 100">
              <a:extLst>
                <a:ext uri="{FF2B5EF4-FFF2-40B4-BE49-F238E27FC236}">
                  <a16:creationId xmlns:a16="http://schemas.microsoft.com/office/drawing/2014/main" id="{5F04DCAD-8F1C-4604-A4DD-84A9A086E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43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621" name="Text Box 101">
              <a:extLst>
                <a:ext uri="{FF2B5EF4-FFF2-40B4-BE49-F238E27FC236}">
                  <a16:creationId xmlns:a16="http://schemas.microsoft.com/office/drawing/2014/main" id="{CB815919-4D44-4F75-831B-2EBB9F05F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166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265318" name="Group 102">
            <a:extLst>
              <a:ext uri="{FF2B5EF4-FFF2-40B4-BE49-F238E27FC236}">
                <a16:creationId xmlns:a16="http://schemas.microsoft.com/office/drawing/2014/main" id="{46FA9B5C-C599-4D29-8D50-7E3E4E28DC06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4149725"/>
            <a:ext cx="1800225" cy="1798638"/>
            <a:chOff x="3692" y="571"/>
            <a:chExt cx="1040" cy="1109"/>
          </a:xfrm>
        </p:grpSpPr>
        <p:sp>
          <p:nvSpPr>
            <p:cNvPr id="23614" name="Text Box 103">
              <a:extLst>
                <a:ext uri="{FF2B5EF4-FFF2-40B4-BE49-F238E27FC236}">
                  <a16:creationId xmlns:a16="http://schemas.microsoft.com/office/drawing/2014/main" id="{C8BD194C-1BB0-480A-856C-82AEE8277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" y="586"/>
              <a:ext cx="212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3615" name="Arc 104">
              <a:extLst>
                <a:ext uri="{FF2B5EF4-FFF2-40B4-BE49-F238E27FC236}">
                  <a16:creationId xmlns:a16="http://schemas.microsoft.com/office/drawing/2014/main" id="{A7B0E5AA-5332-4F49-920B-9E0DAC4F997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692" y="571"/>
              <a:ext cx="1040" cy="1109"/>
            </a:xfrm>
            <a:custGeom>
              <a:avLst/>
              <a:gdLst>
                <a:gd name="T0" fmla="*/ 26 w 41005"/>
                <a:gd name="T1" fmla="*/ 17 h 21600"/>
                <a:gd name="T2" fmla="*/ 0 w 41005"/>
                <a:gd name="T3" fmla="*/ 19 h 21600"/>
                <a:gd name="T4" fmla="*/ 13 w 4100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005" h="21600" fill="none" extrusionOk="0">
                  <a:moveTo>
                    <a:pt x="41005" y="6470"/>
                  </a:moveTo>
                  <a:cubicBezTo>
                    <a:pt x="38178" y="15473"/>
                    <a:pt x="29833" y="21600"/>
                    <a:pt x="20397" y="21600"/>
                  </a:cubicBezTo>
                  <a:cubicBezTo>
                    <a:pt x="11207" y="21600"/>
                    <a:pt x="3023" y="15785"/>
                    <a:pt x="-1" y="7107"/>
                  </a:cubicBezTo>
                </a:path>
                <a:path w="41005" h="21600" stroke="0" extrusionOk="0">
                  <a:moveTo>
                    <a:pt x="41005" y="6470"/>
                  </a:moveTo>
                  <a:cubicBezTo>
                    <a:pt x="38178" y="15473"/>
                    <a:pt x="29833" y="21600"/>
                    <a:pt x="20397" y="21600"/>
                  </a:cubicBezTo>
                  <a:cubicBezTo>
                    <a:pt x="11207" y="21600"/>
                    <a:pt x="3023" y="15785"/>
                    <a:pt x="-1" y="7107"/>
                  </a:cubicBezTo>
                  <a:lnTo>
                    <a:pt x="20397" y="0"/>
                  </a:lnTo>
                  <a:lnTo>
                    <a:pt x="41005" y="647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5321" name="Group 105">
            <a:extLst>
              <a:ext uri="{FF2B5EF4-FFF2-40B4-BE49-F238E27FC236}">
                <a16:creationId xmlns:a16="http://schemas.microsoft.com/office/drawing/2014/main" id="{DA876ACF-848B-4F96-A648-087CCC23C781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476250"/>
            <a:ext cx="2160588" cy="2232025"/>
            <a:chOff x="3734" y="2619"/>
            <a:chExt cx="1154" cy="1339"/>
          </a:xfrm>
        </p:grpSpPr>
        <p:sp>
          <p:nvSpPr>
            <p:cNvPr id="23609" name="AutoShape 106">
              <a:extLst>
                <a:ext uri="{FF2B5EF4-FFF2-40B4-BE49-F238E27FC236}">
                  <a16:creationId xmlns:a16="http://schemas.microsoft.com/office/drawing/2014/main" id="{AB38F310-6C5A-4FA8-BED4-0BAB3AB8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06"/>
              <a:ext cx="1154" cy="105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610" name="Arc 107">
              <a:extLst>
                <a:ext uri="{FF2B5EF4-FFF2-40B4-BE49-F238E27FC236}">
                  <a16:creationId xmlns:a16="http://schemas.microsoft.com/office/drawing/2014/main" id="{B2A0CD78-8F13-42A1-8914-2E17D8BE8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19"/>
              <a:ext cx="1152" cy="807"/>
            </a:xfrm>
            <a:custGeom>
              <a:avLst/>
              <a:gdLst>
                <a:gd name="T0" fmla="*/ 0 w 43200"/>
                <a:gd name="T1" fmla="*/ 30 h 21600"/>
                <a:gd name="T2" fmla="*/ 31 w 43200"/>
                <a:gd name="T3" fmla="*/ 30 h 21600"/>
                <a:gd name="T4" fmla="*/ 15 w 43200"/>
                <a:gd name="T5" fmla="*/ 3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1" name="Line 108">
              <a:extLst>
                <a:ext uri="{FF2B5EF4-FFF2-40B4-BE49-F238E27FC236}">
                  <a16:creationId xmlns:a16="http://schemas.microsoft.com/office/drawing/2014/main" id="{88FD2356-E3FE-4D82-A82C-ADF5DBD91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06"/>
              <a:ext cx="0" cy="10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2" name="Line 109">
              <a:extLst>
                <a:ext uri="{FF2B5EF4-FFF2-40B4-BE49-F238E27FC236}">
                  <a16:creationId xmlns:a16="http://schemas.microsoft.com/office/drawing/2014/main" id="{2432F32B-6079-48AD-9144-E7F214932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3426"/>
              <a:ext cx="584" cy="5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3" name="Line 110">
              <a:extLst>
                <a:ext uri="{FF2B5EF4-FFF2-40B4-BE49-F238E27FC236}">
                  <a16:creationId xmlns:a16="http://schemas.microsoft.com/office/drawing/2014/main" id="{93E42A3E-D91F-42DA-A331-35B9805455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424"/>
              <a:ext cx="568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5327" name="Group 111">
            <a:extLst>
              <a:ext uri="{FF2B5EF4-FFF2-40B4-BE49-F238E27FC236}">
                <a16:creationId xmlns:a16="http://schemas.microsoft.com/office/drawing/2014/main" id="{16B2E714-F21F-4370-AE4C-6CCFC04E43B1}"/>
              </a:ext>
            </a:extLst>
          </p:cNvPr>
          <p:cNvGrpSpPr>
            <a:grpSpLocks/>
          </p:cNvGrpSpPr>
          <p:nvPr/>
        </p:nvGrpSpPr>
        <p:grpSpPr bwMode="auto">
          <a:xfrm>
            <a:off x="6877050" y="4149725"/>
            <a:ext cx="1806575" cy="1982788"/>
            <a:chOff x="3969" y="981"/>
            <a:chExt cx="1138" cy="1249"/>
          </a:xfrm>
        </p:grpSpPr>
        <p:sp>
          <p:nvSpPr>
            <p:cNvPr id="23603" name="Line 112">
              <a:extLst>
                <a:ext uri="{FF2B5EF4-FFF2-40B4-BE49-F238E27FC236}">
                  <a16:creationId xmlns:a16="http://schemas.microsoft.com/office/drawing/2014/main" id="{246042D9-1F20-4790-83F7-1F0C6BB2F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8" y="981"/>
              <a:ext cx="0" cy="1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4" name="Line 113">
              <a:extLst>
                <a:ext uri="{FF2B5EF4-FFF2-40B4-BE49-F238E27FC236}">
                  <a16:creationId xmlns:a16="http://schemas.microsoft.com/office/drawing/2014/main" id="{1080A70A-752D-4DB6-B434-6593F5538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512"/>
              <a:ext cx="649" cy="7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5" name="Line 114">
              <a:extLst>
                <a:ext uri="{FF2B5EF4-FFF2-40B4-BE49-F238E27FC236}">
                  <a16:creationId xmlns:a16="http://schemas.microsoft.com/office/drawing/2014/main" id="{B322A2A7-DA31-4281-8543-08323DD081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8" y="1449"/>
              <a:ext cx="489" cy="7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6" name="Text Box 115">
              <a:extLst>
                <a:ext uri="{FF2B5EF4-FFF2-40B4-BE49-F238E27FC236}">
                  <a16:creationId xmlns:a16="http://schemas.microsoft.com/office/drawing/2014/main" id="{6B2CE1A4-6C39-4A51-AA97-3BC906D74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5" y="175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607" name="Text Box 116">
              <a:extLst>
                <a:ext uri="{FF2B5EF4-FFF2-40B4-BE49-F238E27FC236}">
                  <a16:creationId xmlns:a16="http://schemas.microsoft.com/office/drawing/2014/main" id="{B36825CB-A6F7-47E8-B004-12855678C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43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608" name="Text Box 117">
              <a:extLst>
                <a:ext uri="{FF2B5EF4-FFF2-40B4-BE49-F238E27FC236}">
                  <a16:creationId xmlns:a16="http://schemas.microsoft.com/office/drawing/2014/main" id="{2F28CF70-6496-41DD-895B-FE6516C36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166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265334" name="Line 118">
            <a:extLst>
              <a:ext uri="{FF2B5EF4-FFF2-40B4-BE49-F238E27FC236}">
                <a16:creationId xmlns:a16="http://schemas.microsoft.com/office/drawing/2014/main" id="{C6A353EF-20F2-47D6-911A-C900307254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5463" y="4221163"/>
            <a:ext cx="1009650" cy="7921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35" name="Text Box 119">
            <a:extLst>
              <a:ext uri="{FF2B5EF4-FFF2-40B4-BE49-F238E27FC236}">
                <a16:creationId xmlns:a16="http://schemas.microsoft.com/office/drawing/2014/main" id="{4816DD97-062D-4EBD-8CEA-B35CE6B10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989138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65336" name="Text Box 120">
            <a:extLst>
              <a:ext uri="{FF2B5EF4-FFF2-40B4-BE49-F238E27FC236}">
                <a16:creationId xmlns:a16="http://schemas.microsoft.com/office/drawing/2014/main" id="{1811956B-8BC5-41F6-B1F3-7155C9138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1484313"/>
            <a:ext cx="363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5337" name="Text Box 121">
            <a:extLst>
              <a:ext uri="{FF2B5EF4-FFF2-40B4-BE49-F238E27FC236}">
                <a16:creationId xmlns:a16="http://schemas.microsoft.com/office/drawing/2014/main" id="{A2B0CAEC-8564-42B9-875E-A7D45520C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3" y="1916113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65338" name="Text Box 122">
            <a:extLst>
              <a:ext uri="{FF2B5EF4-FFF2-40B4-BE49-F238E27FC236}">
                <a16:creationId xmlns:a16="http://schemas.microsoft.com/office/drawing/2014/main" id="{774E57F3-0853-4C57-A397-726076F7B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965200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5339" name="Text Box 123">
            <a:extLst>
              <a:ext uri="{FF2B5EF4-FFF2-40B4-BE49-F238E27FC236}">
                <a16:creationId xmlns:a16="http://schemas.microsoft.com/office/drawing/2014/main" id="{73DB9697-4628-4F18-AFB4-9E8DD70BB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0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65340" name="Text Box 124">
            <a:extLst>
              <a:ext uri="{FF2B5EF4-FFF2-40B4-BE49-F238E27FC236}">
                <a16:creationId xmlns:a16="http://schemas.microsoft.com/office/drawing/2014/main" id="{204AF878-FE92-49AE-9BCD-1EFE951D5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965200"/>
            <a:ext cx="363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5341" name="Text Box 125">
            <a:extLst>
              <a:ext uri="{FF2B5EF4-FFF2-40B4-BE49-F238E27FC236}">
                <a16:creationId xmlns:a16="http://schemas.microsoft.com/office/drawing/2014/main" id="{18B36D5B-F699-4ED4-93BC-B5795560C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4076700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5342" name="Line 126">
            <a:extLst>
              <a:ext uri="{FF2B5EF4-FFF2-40B4-BE49-F238E27FC236}">
                <a16:creationId xmlns:a16="http://schemas.microsoft.com/office/drawing/2014/main" id="{32F0FC84-8844-42F9-A32F-E5C4468784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2238" y="1268413"/>
            <a:ext cx="360362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3" name="Line 127">
            <a:extLst>
              <a:ext uri="{FF2B5EF4-FFF2-40B4-BE49-F238E27FC236}">
                <a16:creationId xmlns:a16="http://schemas.microsoft.com/office/drawing/2014/main" id="{D947CB8E-BAA7-4394-B304-2EB01A3F13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2233613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4" name="Line 128">
            <a:extLst>
              <a:ext uri="{FF2B5EF4-FFF2-40B4-BE49-F238E27FC236}">
                <a16:creationId xmlns:a16="http://schemas.microsoft.com/office/drawing/2014/main" id="{BF6E6EC9-26DC-4B8E-8F3C-965BE15FD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7625" y="1312863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5" name="Line 129">
            <a:extLst>
              <a:ext uri="{FF2B5EF4-FFF2-40B4-BE49-F238E27FC236}">
                <a16:creationId xmlns:a16="http://schemas.microsoft.com/office/drawing/2014/main" id="{FA1319E0-8907-456E-A9BE-BB7EFE51CF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9550" y="549275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6" name="Line 130">
            <a:extLst>
              <a:ext uri="{FF2B5EF4-FFF2-40B4-BE49-F238E27FC236}">
                <a16:creationId xmlns:a16="http://schemas.microsoft.com/office/drawing/2014/main" id="{0C2B8BAA-B728-4D18-8B46-D868ECD79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5988" y="1844675"/>
            <a:ext cx="0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7" name="Line 131">
            <a:extLst>
              <a:ext uri="{FF2B5EF4-FFF2-40B4-BE49-F238E27FC236}">
                <a16:creationId xmlns:a16="http://schemas.microsoft.com/office/drawing/2014/main" id="{BBB4487E-91C6-4C9E-9E6A-09199D9EF9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96188" y="2060575"/>
            <a:ext cx="431800" cy="360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8" name="Line 132">
            <a:extLst>
              <a:ext uri="{FF2B5EF4-FFF2-40B4-BE49-F238E27FC236}">
                <a16:creationId xmlns:a16="http://schemas.microsoft.com/office/drawing/2014/main" id="{A7E79B4E-9E8D-470A-B456-6B22AC8AE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4797425"/>
            <a:ext cx="215900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9" name="Line 133">
            <a:extLst>
              <a:ext uri="{FF2B5EF4-FFF2-40B4-BE49-F238E27FC236}">
                <a16:creationId xmlns:a16="http://schemas.microsoft.com/office/drawing/2014/main" id="{68894A1C-AB4D-480C-A8B2-7789AC6CD0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9338" y="4365625"/>
            <a:ext cx="217487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50" name="Line 134">
            <a:extLst>
              <a:ext uri="{FF2B5EF4-FFF2-40B4-BE49-F238E27FC236}">
                <a16:creationId xmlns:a16="http://schemas.microsoft.com/office/drawing/2014/main" id="{33E3F321-E29F-4ECE-B596-2FE21159C9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9925" y="4552950"/>
            <a:ext cx="43180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52" name="Arc 136">
            <a:extLst>
              <a:ext uri="{FF2B5EF4-FFF2-40B4-BE49-F238E27FC236}">
                <a16:creationId xmlns:a16="http://schemas.microsoft.com/office/drawing/2014/main" id="{135A006C-74F7-454B-A684-FE6950F3F44D}"/>
              </a:ext>
            </a:extLst>
          </p:cNvPr>
          <p:cNvSpPr>
            <a:spLocks/>
          </p:cNvSpPr>
          <p:nvPr/>
        </p:nvSpPr>
        <p:spPr bwMode="auto">
          <a:xfrm>
            <a:off x="3421063" y="4941888"/>
            <a:ext cx="574675" cy="1006475"/>
          </a:xfrm>
          <a:custGeom>
            <a:avLst/>
            <a:gdLst>
              <a:gd name="T0" fmla="*/ 3822360 w 43200"/>
              <a:gd name="T1" fmla="*/ 0 h 43200"/>
              <a:gd name="T2" fmla="*/ 1433202 w 43200"/>
              <a:gd name="T3" fmla="*/ 2572312 h 43200"/>
              <a:gd name="T4" fmla="*/ 3822360 w 43200"/>
              <a:gd name="T5" fmla="*/ 11724455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041"/>
                  <a:pt x="2979" y="8838"/>
                  <a:pt x="8099" y="4739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041"/>
                  <a:pt x="2979" y="8838"/>
                  <a:pt x="8099" y="4739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53" name="Arc 137">
            <a:extLst>
              <a:ext uri="{FF2B5EF4-FFF2-40B4-BE49-F238E27FC236}">
                <a16:creationId xmlns:a16="http://schemas.microsoft.com/office/drawing/2014/main" id="{3CF5ED42-7894-40A8-A63F-4A31C4A1E2F8}"/>
              </a:ext>
            </a:extLst>
          </p:cNvPr>
          <p:cNvSpPr>
            <a:spLocks/>
          </p:cNvSpPr>
          <p:nvPr/>
        </p:nvSpPr>
        <p:spPr bwMode="auto">
          <a:xfrm>
            <a:off x="5083175" y="4440238"/>
            <a:ext cx="1001713" cy="1293812"/>
          </a:xfrm>
          <a:custGeom>
            <a:avLst/>
            <a:gdLst>
              <a:gd name="T0" fmla="*/ 0 w 43200"/>
              <a:gd name="T1" fmla="*/ 19482952 h 43200"/>
              <a:gd name="T2" fmla="*/ 1722181 w 43200"/>
              <a:gd name="T3" fmla="*/ 29526257 h 43200"/>
              <a:gd name="T4" fmla="*/ 11613772 w 43200"/>
              <a:gd name="T5" fmla="*/ 19374415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0" y="21720"/>
                </a:moveTo>
                <a:cubicBezTo>
                  <a:pt x="0" y="21680"/>
                  <a:pt x="0" y="2164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098" y="43200"/>
                  <a:pt x="7133" y="39307"/>
                  <a:pt x="3202" y="32918"/>
                </a:cubicBezTo>
              </a:path>
              <a:path w="43200" h="43200" stroke="0" extrusionOk="0">
                <a:moveTo>
                  <a:pt x="0" y="21720"/>
                </a:moveTo>
                <a:cubicBezTo>
                  <a:pt x="0" y="21680"/>
                  <a:pt x="0" y="2164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098" y="43200"/>
                  <a:pt x="7133" y="39307"/>
                  <a:pt x="3202" y="32918"/>
                </a:cubicBezTo>
                <a:lnTo>
                  <a:pt x="21600" y="21600"/>
                </a:lnTo>
                <a:lnTo>
                  <a:pt x="0" y="21720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54" name="Arc 138">
            <a:extLst>
              <a:ext uri="{FF2B5EF4-FFF2-40B4-BE49-F238E27FC236}">
                <a16:creationId xmlns:a16="http://schemas.microsoft.com/office/drawing/2014/main" id="{4B18F9B0-72B9-4CBA-B674-0C357E3F6E45}"/>
              </a:ext>
            </a:extLst>
          </p:cNvPr>
          <p:cNvSpPr>
            <a:spLocks/>
          </p:cNvSpPr>
          <p:nvPr/>
        </p:nvSpPr>
        <p:spPr bwMode="auto">
          <a:xfrm rot="20213752" flipH="1">
            <a:off x="7308850" y="4872038"/>
            <a:ext cx="504825" cy="719137"/>
          </a:xfrm>
          <a:custGeom>
            <a:avLst/>
            <a:gdLst>
              <a:gd name="T0" fmla="*/ 3209635 w 43200"/>
              <a:gd name="T1" fmla="*/ 0 h 43116"/>
              <a:gd name="T2" fmla="*/ 1040021 w 43200"/>
              <a:gd name="T3" fmla="*/ 1405983 h 43116"/>
              <a:gd name="T4" fmla="*/ 2949639 w 43200"/>
              <a:gd name="T5" fmla="*/ 5985603 h 431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116" fill="none" extrusionOk="0">
                <a:moveTo>
                  <a:pt x="23503" y="0"/>
                </a:moveTo>
                <a:cubicBezTo>
                  <a:pt x="34651" y="986"/>
                  <a:pt x="43200" y="10324"/>
                  <a:pt x="43200" y="21516"/>
                </a:cubicBezTo>
                <a:cubicBezTo>
                  <a:pt x="43200" y="33445"/>
                  <a:pt x="33529" y="43116"/>
                  <a:pt x="21600" y="43116"/>
                </a:cubicBezTo>
                <a:cubicBezTo>
                  <a:pt x="9670" y="43116"/>
                  <a:pt x="0" y="33445"/>
                  <a:pt x="0" y="21516"/>
                </a:cubicBezTo>
                <a:cubicBezTo>
                  <a:pt x="0" y="15176"/>
                  <a:pt x="2784" y="9157"/>
                  <a:pt x="7615" y="5053"/>
                </a:cubicBezTo>
              </a:path>
              <a:path w="43200" h="43116" stroke="0" extrusionOk="0">
                <a:moveTo>
                  <a:pt x="23503" y="0"/>
                </a:moveTo>
                <a:cubicBezTo>
                  <a:pt x="34651" y="986"/>
                  <a:pt x="43200" y="10324"/>
                  <a:pt x="43200" y="21516"/>
                </a:cubicBezTo>
                <a:cubicBezTo>
                  <a:pt x="43200" y="33445"/>
                  <a:pt x="33529" y="43116"/>
                  <a:pt x="21600" y="43116"/>
                </a:cubicBezTo>
                <a:cubicBezTo>
                  <a:pt x="9670" y="43116"/>
                  <a:pt x="0" y="33445"/>
                  <a:pt x="0" y="21516"/>
                </a:cubicBezTo>
                <a:cubicBezTo>
                  <a:pt x="0" y="15176"/>
                  <a:pt x="2784" y="9157"/>
                  <a:pt x="7615" y="5053"/>
                </a:cubicBezTo>
                <a:lnTo>
                  <a:pt x="21600" y="21516"/>
                </a:lnTo>
                <a:lnTo>
                  <a:pt x="23503" y="0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5355" name="Group 139">
            <a:extLst>
              <a:ext uri="{FF2B5EF4-FFF2-40B4-BE49-F238E27FC236}">
                <a16:creationId xmlns:a16="http://schemas.microsoft.com/office/drawing/2014/main" id="{1C061EBB-CA5C-4DAE-A313-01C5A49F1F9D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844675"/>
            <a:ext cx="2160587" cy="1009650"/>
            <a:chOff x="1202" y="2568"/>
            <a:chExt cx="1361" cy="636"/>
          </a:xfrm>
        </p:grpSpPr>
        <p:sp>
          <p:nvSpPr>
            <p:cNvPr id="23599" name="Freeform 140">
              <a:extLst>
                <a:ext uri="{FF2B5EF4-FFF2-40B4-BE49-F238E27FC236}">
                  <a16:creationId xmlns:a16="http://schemas.microsoft.com/office/drawing/2014/main" id="{20A6144F-1846-4AF4-A400-C62D1158A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886"/>
              <a:ext cx="1361" cy="318"/>
            </a:xfrm>
            <a:custGeom>
              <a:avLst/>
              <a:gdLst>
                <a:gd name="T0" fmla="*/ 0 w 1361"/>
                <a:gd name="T1" fmla="*/ 0 h 318"/>
                <a:gd name="T2" fmla="*/ 680 w 1361"/>
                <a:gd name="T3" fmla="*/ 318 h 318"/>
                <a:gd name="T4" fmla="*/ 1361 w 1361"/>
                <a:gd name="T5" fmla="*/ 0 h 3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1" h="318">
                  <a:moveTo>
                    <a:pt x="0" y="0"/>
                  </a:moveTo>
                  <a:cubicBezTo>
                    <a:pt x="226" y="159"/>
                    <a:pt x="453" y="318"/>
                    <a:pt x="680" y="318"/>
                  </a:cubicBezTo>
                  <a:cubicBezTo>
                    <a:pt x="907" y="318"/>
                    <a:pt x="1240" y="53"/>
                    <a:pt x="1361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0" name="Line 141">
              <a:extLst>
                <a:ext uri="{FF2B5EF4-FFF2-40B4-BE49-F238E27FC236}">
                  <a16:creationId xmlns:a16="http://schemas.microsoft.com/office/drawing/2014/main" id="{FC92915E-9747-4BAF-B5A0-69A73D583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2886"/>
              <a:ext cx="635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1" name="Line 142">
              <a:extLst>
                <a:ext uri="{FF2B5EF4-FFF2-40B4-BE49-F238E27FC236}">
                  <a16:creationId xmlns:a16="http://schemas.microsoft.com/office/drawing/2014/main" id="{1FA8FE07-15E7-40A9-9BB5-5F8A6E202E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7" y="2886"/>
              <a:ext cx="725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2" name="Oval 143">
              <a:extLst>
                <a:ext uri="{FF2B5EF4-FFF2-40B4-BE49-F238E27FC236}">
                  <a16:creationId xmlns:a16="http://schemas.microsoft.com/office/drawing/2014/main" id="{59892A2F-2260-436C-BE68-AEFB4ED3F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2568"/>
              <a:ext cx="45" cy="4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5365" name="Group 149">
            <a:extLst>
              <a:ext uri="{FF2B5EF4-FFF2-40B4-BE49-F238E27FC236}">
                <a16:creationId xmlns:a16="http://schemas.microsoft.com/office/drawing/2014/main" id="{633F489B-B933-4F64-8EB7-1490016C92A2}"/>
              </a:ext>
            </a:extLst>
          </p:cNvPr>
          <p:cNvGrpSpPr>
            <a:grpSpLocks/>
          </p:cNvGrpSpPr>
          <p:nvPr/>
        </p:nvGrpSpPr>
        <p:grpSpPr bwMode="auto">
          <a:xfrm>
            <a:off x="5616575" y="476250"/>
            <a:ext cx="3278188" cy="2665413"/>
            <a:chOff x="3538" y="300"/>
            <a:chExt cx="2065" cy="1679"/>
          </a:xfrm>
        </p:grpSpPr>
        <p:sp>
          <p:nvSpPr>
            <p:cNvPr id="23595" name="Text Box 145">
              <a:extLst>
                <a:ext uri="{FF2B5EF4-FFF2-40B4-BE49-F238E27FC236}">
                  <a16:creationId xmlns:a16="http://schemas.microsoft.com/office/drawing/2014/main" id="{0FF6AF87-2428-427F-B3DC-EA6F0A7E3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062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23596" name="Text Box 146">
              <a:extLst>
                <a:ext uri="{FF2B5EF4-FFF2-40B4-BE49-F238E27FC236}">
                  <a16:creationId xmlns:a16="http://schemas.microsoft.com/office/drawing/2014/main" id="{21F2249C-B056-4A4D-9D93-9409DE74E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30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23597" name="Text Box 147">
              <a:extLst>
                <a:ext uri="{FF2B5EF4-FFF2-40B4-BE49-F238E27FC236}">
                  <a16:creationId xmlns:a16="http://schemas.microsoft.com/office/drawing/2014/main" id="{942D84E8-42E4-428E-831B-922D134A8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2" y="971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23598" name="Text Box 148">
              <a:extLst>
                <a:ext uri="{FF2B5EF4-FFF2-40B4-BE49-F238E27FC236}">
                  <a16:creationId xmlns:a16="http://schemas.microsoft.com/office/drawing/2014/main" id="{1D905736-FA08-476F-9B35-2E1F8AFC5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52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6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65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65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6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6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6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65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26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65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265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6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26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3" dur="1000"/>
                                        <p:tgtEl>
                                          <p:spTgt spid="26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/>
      <p:bldP spid="265274" grpId="0"/>
      <p:bldP spid="265275" grpId="0"/>
      <p:bldP spid="265276" grpId="0"/>
      <p:bldP spid="265277" grpId="0"/>
      <p:bldP spid="265290" grpId="0"/>
      <p:bldP spid="265291" grpId="0"/>
      <p:bldP spid="265293" grpId="0"/>
      <p:bldP spid="265294" grpId="0"/>
      <p:bldP spid="265295" grpId="0"/>
      <p:bldP spid="265335" grpId="0"/>
      <p:bldP spid="265336" grpId="0"/>
      <p:bldP spid="265337" grpId="0"/>
      <p:bldP spid="265338" grpId="0"/>
      <p:bldP spid="265339" grpId="0"/>
      <p:bldP spid="265340" grpId="0"/>
      <p:bldP spid="2653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Text Box 2">
            <a:extLst>
              <a:ext uri="{FF2B5EF4-FFF2-40B4-BE49-F238E27FC236}">
                <a16:creationId xmlns:a16="http://schemas.microsoft.com/office/drawing/2014/main" id="{8DCBBB17-4956-40FE-BEEB-E375F7397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3668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</a:t>
            </a:r>
          </a:p>
        </p:txBody>
      </p:sp>
      <p:grpSp>
        <p:nvGrpSpPr>
          <p:cNvPr id="251907" name="Group 3">
            <a:extLst>
              <a:ext uri="{FF2B5EF4-FFF2-40B4-BE49-F238E27FC236}">
                <a16:creationId xmlns:a16="http://schemas.microsoft.com/office/drawing/2014/main" id="{56BF05D5-428E-4051-8E31-66F162FD03A3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1484313"/>
            <a:ext cx="1944688" cy="2232025"/>
            <a:chOff x="657" y="564"/>
            <a:chExt cx="1316" cy="1558"/>
          </a:xfrm>
        </p:grpSpPr>
        <p:sp>
          <p:nvSpPr>
            <p:cNvPr id="24643" name="Line 4">
              <a:extLst>
                <a:ext uri="{FF2B5EF4-FFF2-40B4-BE49-F238E27FC236}">
                  <a16:creationId xmlns:a16="http://schemas.microsoft.com/office/drawing/2014/main" id="{A9DEEEA1-0407-46BD-BF78-ACC05B77D1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" y="1389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4" name="Line 5">
              <a:extLst>
                <a:ext uri="{FF2B5EF4-FFF2-40B4-BE49-F238E27FC236}">
                  <a16:creationId xmlns:a16="http://schemas.microsoft.com/office/drawing/2014/main" id="{60B60B03-D85E-4EBF-948A-4B5226BF9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572"/>
              <a:ext cx="0" cy="15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5" name="Freeform 6">
              <a:extLst>
                <a:ext uri="{FF2B5EF4-FFF2-40B4-BE49-F238E27FC236}">
                  <a16:creationId xmlns:a16="http://schemas.microsoft.com/office/drawing/2014/main" id="{A4E0A38F-94E2-44E2-ABEB-9C0D018D7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564"/>
              <a:ext cx="1316" cy="1558"/>
            </a:xfrm>
            <a:custGeom>
              <a:avLst/>
              <a:gdLst>
                <a:gd name="T0" fmla="*/ 681 w 1316"/>
                <a:gd name="T1" fmla="*/ 8 h 1558"/>
                <a:gd name="T2" fmla="*/ 1316 w 1316"/>
                <a:gd name="T3" fmla="*/ 825 h 1558"/>
                <a:gd name="T4" fmla="*/ 681 w 1316"/>
                <a:gd name="T5" fmla="*/ 1551 h 1558"/>
                <a:gd name="T6" fmla="*/ 0 w 1316"/>
                <a:gd name="T7" fmla="*/ 780 h 1558"/>
                <a:gd name="T8" fmla="*/ 681 w 1316"/>
                <a:gd name="T9" fmla="*/ 8 h 15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16" h="1558">
                  <a:moveTo>
                    <a:pt x="681" y="8"/>
                  </a:moveTo>
                  <a:cubicBezTo>
                    <a:pt x="900" y="16"/>
                    <a:pt x="1316" y="568"/>
                    <a:pt x="1316" y="825"/>
                  </a:cubicBezTo>
                  <a:cubicBezTo>
                    <a:pt x="1316" y="1082"/>
                    <a:pt x="900" y="1558"/>
                    <a:pt x="681" y="1551"/>
                  </a:cubicBezTo>
                  <a:cubicBezTo>
                    <a:pt x="462" y="1544"/>
                    <a:pt x="0" y="1037"/>
                    <a:pt x="0" y="780"/>
                  </a:cubicBezTo>
                  <a:cubicBezTo>
                    <a:pt x="0" y="523"/>
                    <a:pt x="462" y="0"/>
                    <a:pt x="681" y="8"/>
                  </a:cubicBez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6" name="Oval 7">
              <a:extLst>
                <a:ext uri="{FF2B5EF4-FFF2-40B4-BE49-F238E27FC236}">
                  <a16:creationId xmlns:a16="http://schemas.microsoft.com/office/drawing/2014/main" id="{F69319BD-C8D6-467A-8246-FAFFDDFA3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1344"/>
              <a:ext cx="91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47" name="Line 8">
              <a:extLst>
                <a:ext uri="{FF2B5EF4-FFF2-40B4-BE49-F238E27FC236}">
                  <a16:creationId xmlns:a16="http://schemas.microsoft.com/office/drawing/2014/main" id="{A28EE6AB-3F67-46A8-A13D-966EC6E60A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8" y="980"/>
              <a:ext cx="91" cy="9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8" name="Line 9">
              <a:extLst>
                <a:ext uri="{FF2B5EF4-FFF2-40B4-BE49-F238E27FC236}">
                  <a16:creationId xmlns:a16="http://schemas.microsoft.com/office/drawing/2014/main" id="{EC73302A-500F-452A-A0DA-55B999F35F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9" y="1389"/>
              <a:ext cx="2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9" name="Line 10">
              <a:extLst>
                <a:ext uri="{FF2B5EF4-FFF2-40B4-BE49-F238E27FC236}">
                  <a16:creationId xmlns:a16="http://schemas.microsoft.com/office/drawing/2014/main" id="{AEF06E7D-1E2F-4DBF-9BEA-11222CD26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1389"/>
              <a:ext cx="22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0" name="Line 11">
              <a:extLst>
                <a:ext uri="{FF2B5EF4-FFF2-40B4-BE49-F238E27FC236}">
                  <a16:creationId xmlns:a16="http://schemas.microsoft.com/office/drawing/2014/main" id="{F7774046-D879-4614-9EE7-97C5294CC7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8" y="935"/>
              <a:ext cx="0" cy="2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1" name="Line 12">
              <a:extLst>
                <a:ext uri="{FF2B5EF4-FFF2-40B4-BE49-F238E27FC236}">
                  <a16:creationId xmlns:a16="http://schemas.microsoft.com/office/drawing/2014/main" id="{6138F393-14FF-47CC-8490-4ACC344F4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1616"/>
              <a:ext cx="0" cy="22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2" name="Line 13">
              <a:extLst>
                <a:ext uri="{FF2B5EF4-FFF2-40B4-BE49-F238E27FC236}">
                  <a16:creationId xmlns:a16="http://schemas.microsoft.com/office/drawing/2014/main" id="{437D743A-3D48-4271-B2D4-C6BC41DD7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" y="1706"/>
              <a:ext cx="182" cy="18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3" name="Line 14">
              <a:extLst>
                <a:ext uri="{FF2B5EF4-FFF2-40B4-BE49-F238E27FC236}">
                  <a16:creationId xmlns:a16="http://schemas.microsoft.com/office/drawing/2014/main" id="{D99B79EB-D63A-4043-AC0D-AA0368059C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46" y="1706"/>
              <a:ext cx="91" cy="18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4" name="Line 15">
              <a:extLst>
                <a:ext uri="{FF2B5EF4-FFF2-40B4-BE49-F238E27FC236}">
                  <a16:creationId xmlns:a16="http://schemas.microsoft.com/office/drawing/2014/main" id="{D4BCBA4D-A423-4464-96EF-D8197D887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799"/>
              <a:ext cx="136" cy="18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5" name="Text Box 16">
              <a:extLst>
                <a:ext uri="{FF2B5EF4-FFF2-40B4-BE49-F238E27FC236}">
                  <a16:creationId xmlns:a16="http://schemas.microsoft.com/office/drawing/2014/main" id="{9D43DA7C-13F3-4310-A76D-AF061B722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344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4656" name="Text Box 17">
              <a:extLst>
                <a:ext uri="{FF2B5EF4-FFF2-40B4-BE49-F238E27FC236}">
                  <a16:creationId xmlns:a16="http://schemas.microsoft.com/office/drawing/2014/main" id="{DA589690-DE6F-4B4E-9BE3-39F28CCB1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616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4657" name="Text Box 18">
              <a:extLst>
                <a:ext uri="{FF2B5EF4-FFF2-40B4-BE49-F238E27FC236}">
                  <a16:creationId xmlns:a16="http://schemas.microsoft.com/office/drawing/2014/main" id="{299A0D89-4867-488D-A3F4-53E085DD8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1344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4658" name="Text Box 19">
              <a:extLst>
                <a:ext uri="{FF2B5EF4-FFF2-40B4-BE49-F238E27FC236}">
                  <a16:creationId xmlns:a16="http://schemas.microsoft.com/office/drawing/2014/main" id="{7CC2B2E4-9AA1-416D-B3B3-A1C658312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890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659" name="Text Box 20">
              <a:extLst>
                <a:ext uri="{FF2B5EF4-FFF2-40B4-BE49-F238E27FC236}">
                  <a16:creationId xmlns:a16="http://schemas.microsoft.com/office/drawing/2014/main" id="{B32C1D4E-6341-4ACA-92C0-D6642F0B0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890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660" name="Text Box 21">
              <a:extLst>
                <a:ext uri="{FF2B5EF4-FFF2-40B4-BE49-F238E27FC236}">
                  <a16:creationId xmlns:a16="http://schemas.microsoft.com/office/drawing/2014/main" id="{11DB5253-845D-4253-9EDE-E8C1EC9B9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1570"/>
              <a:ext cx="226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661" name="Text Box 22">
              <a:extLst>
                <a:ext uri="{FF2B5EF4-FFF2-40B4-BE49-F238E27FC236}">
                  <a16:creationId xmlns:a16="http://schemas.microsoft.com/office/drawing/2014/main" id="{DBE6DDA3-E6B5-4702-B9FA-6ADE6B964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1570"/>
              <a:ext cx="225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662" name="Text Box 23">
              <a:extLst>
                <a:ext uri="{FF2B5EF4-FFF2-40B4-BE49-F238E27FC236}">
                  <a16:creationId xmlns:a16="http://schemas.microsoft.com/office/drawing/2014/main" id="{E4035E13-8C9F-45AA-9BEF-02196BBF9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663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251928" name="Text Box 24">
            <a:extLst>
              <a:ext uri="{FF2B5EF4-FFF2-40B4-BE49-F238E27FC236}">
                <a16:creationId xmlns:a16="http://schemas.microsoft.com/office/drawing/2014/main" id="{C09AE72D-7264-4AFD-8CD9-E0E6193C4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15888"/>
            <a:ext cx="705802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图示为电路的图，画出三种可能的树及其对应的基本回路。</a:t>
            </a:r>
          </a:p>
        </p:txBody>
      </p:sp>
      <p:grpSp>
        <p:nvGrpSpPr>
          <p:cNvPr id="251929" name="Group 25">
            <a:extLst>
              <a:ext uri="{FF2B5EF4-FFF2-40B4-BE49-F238E27FC236}">
                <a16:creationId xmlns:a16="http://schemas.microsoft.com/office/drawing/2014/main" id="{2EEA1B06-4E92-4002-B387-2628F95B57A1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268413"/>
            <a:ext cx="2089150" cy="2449512"/>
            <a:chOff x="2290" y="762"/>
            <a:chExt cx="1316" cy="1543"/>
          </a:xfrm>
        </p:grpSpPr>
        <p:sp>
          <p:nvSpPr>
            <p:cNvPr id="24636" name="Line 26">
              <a:extLst>
                <a:ext uri="{FF2B5EF4-FFF2-40B4-BE49-F238E27FC236}">
                  <a16:creationId xmlns:a16="http://schemas.microsoft.com/office/drawing/2014/main" id="{5FCE391D-5FEB-495D-83D2-F8134103B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579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7" name="Line 27">
              <a:extLst>
                <a:ext uri="{FF2B5EF4-FFF2-40B4-BE49-F238E27FC236}">
                  <a16:creationId xmlns:a16="http://schemas.microsoft.com/office/drawing/2014/main" id="{C3D346F4-5AF1-4A53-9A53-913E275AA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762"/>
              <a:ext cx="0" cy="15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8" name="Oval 28">
              <a:extLst>
                <a:ext uri="{FF2B5EF4-FFF2-40B4-BE49-F238E27FC236}">
                  <a16:creationId xmlns:a16="http://schemas.microsoft.com/office/drawing/2014/main" id="{41CB768F-BBB5-4B6F-8743-45D0050AC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534"/>
              <a:ext cx="91" cy="9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39" name="Text Box 29">
              <a:extLst>
                <a:ext uri="{FF2B5EF4-FFF2-40B4-BE49-F238E27FC236}">
                  <a16:creationId xmlns:a16="http://schemas.microsoft.com/office/drawing/2014/main" id="{B8DA0AEE-1C32-46CA-8AEA-692AF643DD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534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4640" name="Text Box 30">
              <a:extLst>
                <a:ext uri="{FF2B5EF4-FFF2-40B4-BE49-F238E27FC236}">
                  <a16:creationId xmlns:a16="http://schemas.microsoft.com/office/drawing/2014/main" id="{70C8122E-A953-4FA0-AF57-FD1B192BF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1806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4641" name="Text Box 31">
              <a:extLst>
                <a:ext uri="{FF2B5EF4-FFF2-40B4-BE49-F238E27FC236}">
                  <a16:creationId xmlns:a16="http://schemas.microsoft.com/office/drawing/2014/main" id="{B5EF82DC-55CE-4554-A7B4-5EE8C6B09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2" y="1534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4642" name="Text Box 32">
              <a:extLst>
                <a:ext uri="{FF2B5EF4-FFF2-40B4-BE49-F238E27FC236}">
                  <a16:creationId xmlns:a16="http://schemas.microsoft.com/office/drawing/2014/main" id="{DA76F81F-2270-4708-8637-419B1138E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1080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251937" name="Group 33">
            <a:extLst>
              <a:ext uri="{FF2B5EF4-FFF2-40B4-BE49-F238E27FC236}">
                <a16:creationId xmlns:a16="http://schemas.microsoft.com/office/drawing/2014/main" id="{A66AB07C-3674-472A-8F82-BBDED124E24C}"/>
              </a:ext>
            </a:extLst>
          </p:cNvPr>
          <p:cNvGrpSpPr>
            <a:grpSpLocks/>
          </p:cNvGrpSpPr>
          <p:nvPr/>
        </p:nvGrpSpPr>
        <p:grpSpPr bwMode="auto">
          <a:xfrm>
            <a:off x="6588125" y="1268413"/>
            <a:ext cx="2089150" cy="2376487"/>
            <a:chOff x="4105" y="799"/>
            <a:chExt cx="1316" cy="1497"/>
          </a:xfrm>
        </p:grpSpPr>
        <p:sp>
          <p:nvSpPr>
            <p:cNvPr id="24629" name="Line 34">
              <a:extLst>
                <a:ext uri="{FF2B5EF4-FFF2-40B4-BE49-F238E27FC236}">
                  <a16:creationId xmlns:a16="http://schemas.microsoft.com/office/drawing/2014/main" id="{0BB74376-6EE9-498E-AEDE-73098EBE6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1534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0" name="Oval 35">
              <a:extLst>
                <a:ext uri="{FF2B5EF4-FFF2-40B4-BE49-F238E27FC236}">
                  <a16:creationId xmlns:a16="http://schemas.microsoft.com/office/drawing/2014/main" id="{F33DC196-1D72-4076-BC68-B415FBAB4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1489"/>
              <a:ext cx="91" cy="90"/>
            </a:xfrm>
            <a:prstGeom prst="ellipse">
              <a:avLst/>
            </a:prstGeom>
            <a:solidFill>
              <a:srgbClr val="FFCC00"/>
            </a:solidFill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31" name="Text Box 36">
              <a:extLst>
                <a:ext uri="{FF2B5EF4-FFF2-40B4-BE49-F238E27FC236}">
                  <a16:creationId xmlns:a16="http://schemas.microsoft.com/office/drawing/2014/main" id="{C333150B-F9D8-4ABE-937D-5FE7F7FC9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1489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4632" name="Text Box 37">
              <a:extLst>
                <a:ext uri="{FF2B5EF4-FFF2-40B4-BE49-F238E27FC236}">
                  <a16:creationId xmlns:a16="http://schemas.microsoft.com/office/drawing/2014/main" id="{42C73EAB-2E95-4C50-BEF1-B877CED548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" y="1489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4633" name="Text Box 38">
              <a:extLst>
                <a:ext uri="{FF2B5EF4-FFF2-40B4-BE49-F238E27FC236}">
                  <a16:creationId xmlns:a16="http://schemas.microsoft.com/office/drawing/2014/main" id="{03478EFB-70E2-4A2E-87D7-706C88203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1026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634" name="Text Box 39">
              <a:extLst>
                <a:ext uri="{FF2B5EF4-FFF2-40B4-BE49-F238E27FC236}">
                  <a16:creationId xmlns:a16="http://schemas.microsoft.com/office/drawing/2014/main" id="{F73F8EDC-8454-447D-B64F-6AD7A7C8C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193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635" name="Freeform 40">
              <a:extLst>
                <a:ext uri="{FF2B5EF4-FFF2-40B4-BE49-F238E27FC236}">
                  <a16:creationId xmlns:a16="http://schemas.microsoft.com/office/drawing/2014/main" id="{9BF9B741-67BA-4B31-A768-B3182758F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799"/>
              <a:ext cx="589" cy="1497"/>
            </a:xfrm>
            <a:custGeom>
              <a:avLst/>
              <a:gdLst>
                <a:gd name="T0" fmla="*/ 589 w 589"/>
                <a:gd name="T1" fmla="*/ 0 h 1497"/>
                <a:gd name="T2" fmla="*/ 0 w 589"/>
                <a:gd name="T3" fmla="*/ 726 h 1497"/>
                <a:gd name="T4" fmla="*/ 589 w 589"/>
                <a:gd name="T5" fmla="*/ 1497 h 14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9" h="1497">
                  <a:moveTo>
                    <a:pt x="589" y="0"/>
                  </a:moveTo>
                  <a:cubicBezTo>
                    <a:pt x="294" y="238"/>
                    <a:pt x="0" y="477"/>
                    <a:pt x="0" y="726"/>
                  </a:cubicBezTo>
                  <a:cubicBezTo>
                    <a:pt x="0" y="975"/>
                    <a:pt x="483" y="1369"/>
                    <a:pt x="589" y="1497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1945" name="Group 41">
            <a:extLst>
              <a:ext uri="{FF2B5EF4-FFF2-40B4-BE49-F238E27FC236}">
                <a16:creationId xmlns:a16="http://schemas.microsoft.com/office/drawing/2014/main" id="{2686AB61-A338-4FE2-A4D5-D06A8C1F370A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933825"/>
            <a:ext cx="2160587" cy="2376488"/>
            <a:chOff x="2971" y="2523"/>
            <a:chExt cx="1361" cy="1497"/>
          </a:xfrm>
        </p:grpSpPr>
        <p:grpSp>
          <p:nvGrpSpPr>
            <p:cNvPr id="24621" name="Group 42">
              <a:extLst>
                <a:ext uri="{FF2B5EF4-FFF2-40B4-BE49-F238E27FC236}">
                  <a16:creationId xmlns:a16="http://schemas.microsoft.com/office/drawing/2014/main" id="{D05E4B07-5B92-4981-A77F-438B307973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1" y="2523"/>
              <a:ext cx="1133" cy="1497"/>
              <a:chOff x="2971" y="2523"/>
              <a:chExt cx="1133" cy="1497"/>
            </a:xfrm>
          </p:grpSpPr>
          <p:sp>
            <p:nvSpPr>
              <p:cNvPr id="24624" name="Text Box 43">
                <a:extLst>
                  <a:ext uri="{FF2B5EF4-FFF2-40B4-BE49-F238E27FC236}">
                    <a16:creationId xmlns:a16="http://schemas.microsoft.com/office/drawing/2014/main" id="{3018F5CA-D81D-4716-8D57-5F0F871946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4" y="3213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24625" name="Text Box 44">
                <a:extLst>
                  <a:ext uri="{FF2B5EF4-FFF2-40B4-BE49-F238E27FC236}">
                    <a16:creationId xmlns:a16="http://schemas.microsoft.com/office/drawing/2014/main" id="{B4F2A83C-2B72-4BDA-A1B0-799237803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8" y="3475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4626" name="Text Box 45">
                <a:extLst>
                  <a:ext uri="{FF2B5EF4-FFF2-40B4-BE49-F238E27FC236}">
                    <a16:creationId xmlns:a16="http://schemas.microsoft.com/office/drawing/2014/main" id="{720D1A2A-FEFB-4D7A-96D0-913AB46FFB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2" y="2750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24627" name="Text Box 46">
                <a:extLst>
                  <a:ext uri="{FF2B5EF4-FFF2-40B4-BE49-F238E27FC236}">
                    <a16:creationId xmlns:a16="http://schemas.microsoft.com/office/drawing/2014/main" id="{C8139A32-35FD-44CB-B614-AF7EAED6C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1" y="3657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4628" name="Freeform 47">
                <a:extLst>
                  <a:ext uri="{FF2B5EF4-FFF2-40B4-BE49-F238E27FC236}">
                    <a16:creationId xmlns:a16="http://schemas.microsoft.com/office/drawing/2014/main" id="{BF24D8E8-5E9D-4C65-A8ED-A39D7CEFDB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2523"/>
                <a:ext cx="589" cy="1497"/>
              </a:xfrm>
              <a:custGeom>
                <a:avLst/>
                <a:gdLst>
                  <a:gd name="T0" fmla="*/ 589 w 589"/>
                  <a:gd name="T1" fmla="*/ 0 h 1497"/>
                  <a:gd name="T2" fmla="*/ 0 w 589"/>
                  <a:gd name="T3" fmla="*/ 726 h 1497"/>
                  <a:gd name="T4" fmla="*/ 589 w 589"/>
                  <a:gd name="T5" fmla="*/ 1497 h 14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9" h="1497">
                    <a:moveTo>
                      <a:pt x="589" y="0"/>
                    </a:moveTo>
                    <a:cubicBezTo>
                      <a:pt x="294" y="238"/>
                      <a:pt x="0" y="477"/>
                      <a:pt x="0" y="726"/>
                    </a:cubicBezTo>
                    <a:cubicBezTo>
                      <a:pt x="0" y="975"/>
                      <a:pt x="483" y="1369"/>
                      <a:pt x="589" y="1497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22" name="Line 48">
              <a:extLst>
                <a:ext uri="{FF2B5EF4-FFF2-40B4-BE49-F238E27FC236}">
                  <a16:creationId xmlns:a16="http://schemas.microsoft.com/office/drawing/2014/main" id="{96D77F12-9E45-4D0C-BC80-CB51E06AB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3249"/>
              <a:ext cx="7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3" name="Freeform 49">
              <a:extLst>
                <a:ext uri="{FF2B5EF4-FFF2-40B4-BE49-F238E27FC236}">
                  <a16:creationId xmlns:a16="http://schemas.microsoft.com/office/drawing/2014/main" id="{B1678499-2A80-4951-B438-EBD3212F8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3249"/>
              <a:ext cx="772" cy="771"/>
            </a:xfrm>
            <a:custGeom>
              <a:avLst/>
              <a:gdLst>
                <a:gd name="T0" fmla="*/ 0 w 772"/>
                <a:gd name="T1" fmla="*/ 771 h 771"/>
                <a:gd name="T2" fmla="*/ 499 w 772"/>
                <a:gd name="T3" fmla="*/ 499 h 771"/>
                <a:gd name="T4" fmla="*/ 772 w 772"/>
                <a:gd name="T5" fmla="*/ 0 h 7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2" h="771">
                  <a:moveTo>
                    <a:pt x="0" y="771"/>
                  </a:moveTo>
                  <a:cubicBezTo>
                    <a:pt x="185" y="699"/>
                    <a:pt x="370" y="627"/>
                    <a:pt x="499" y="499"/>
                  </a:cubicBezTo>
                  <a:cubicBezTo>
                    <a:pt x="628" y="371"/>
                    <a:pt x="727" y="83"/>
                    <a:pt x="772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1954" name="Group 50">
            <a:extLst>
              <a:ext uri="{FF2B5EF4-FFF2-40B4-BE49-F238E27FC236}">
                <a16:creationId xmlns:a16="http://schemas.microsoft.com/office/drawing/2014/main" id="{CED7E92E-3ECC-4917-B4BB-7BDBE2A61BF9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255713"/>
            <a:ext cx="1081087" cy="1295400"/>
            <a:chOff x="2290" y="754"/>
            <a:chExt cx="681" cy="816"/>
          </a:xfrm>
        </p:grpSpPr>
        <p:sp>
          <p:nvSpPr>
            <p:cNvPr id="24619" name="Freeform 51">
              <a:extLst>
                <a:ext uri="{FF2B5EF4-FFF2-40B4-BE49-F238E27FC236}">
                  <a16:creationId xmlns:a16="http://schemas.microsoft.com/office/drawing/2014/main" id="{2D99699B-3F1E-4CC6-9C9F-E6B409C4E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754"/>
              <a:ext cx="681" cy="816"/>
            </a:xfrm>
            <a:custGeom>
              <a:avLst/>
              <a:gdLst>
                <a:gd name="T0" fmla="*/ 681 w 681"/>
                <a:gd name="T1" fmla="*/ 0 h 816"/>
                <a:gd name="T2" fmla="*/ 227 w 681"/>
                <a:gd name="T3" fmla="*/ 181 h 816"/>
                <a:gd name="T4" fmla="*/ 0 w 681"/>
                <a:gd name="T5" fmla="*/ 816 h 8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1" h="816">
                  <a:moveTo>
                    <a:pt x="681" y="0"/>
                  </a:moveTo>
                  <a:cubicBezTo>
                    <a:pt x="510" y="22"/>
                    <a:pt x="340" y="45"/>
                    <a:pt x="227" y="181"/>
                  </a:cubicBezTo>
                  <a:cubicBezTo>
                    <a:pt x="114" y="317"/>
                    <a:pt x="38" y="710"/>
                    <a:pt x="0" y="816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0" name="Oval 52">
              <a:extLst>
                <a:ext uri="{FF2B5EF4-FFF2-40B4-BE49-F238E27FC236}">
                  <a16:creationId xmlns:a16="http://schemas.microsoft.com/office/drawing/2014/main" id="{C54A8279-FD04-43FE-900E-CF170E365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026"/>
              <a:ext cx="227" cy="36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57" name="Group 53">
            <a:extLst>
              <a:ext uri="{FF2B5EF4-FFF2-40B4-BE49-F238E27FC236}">
                <a16:creationId xmlns:a16="http://schemas.microsoft.com/office/drawing/2014/main" id="{D0696AE6-C890-4C6F-920E-D0E916226C55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1255713"/>
            <a:ext cx="1008063" cy="1295400"/>
            <a:chOff x="2971" y="754"/>
            <a:chExt cx="635" cy="816"/>
          </a:xfrm>
        </p:grpSpPr>
        <p:sp>
          <p:nvSpPr>
            <p:cNvPr id="24617" name="Freeform 54">
              <a:extLst>
                <a:ext uri="{FF2B5EF4-FFF2-40B4-BE49-F238E27FC236}">
                  <a16:creationId xmlns:a16="http://schemas.microsoft.com/office/drawing/2014/main" id="{741E118E-8613-4B7F-A8FB-6B14C7718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754"/>
              <a:ext cx="635" cy="816"/>
            </a:xfrm>
            <a:custGeom>
              <a:avLst/>
              <a:gdLst>
                <a:gd name="T0" fmla="*/ 0 w 635"/>
                <a:gd name="T1" fmla="*/ 0 h 816"/>
                <a:gd name="T2" fmla="*/ 408 w 635"/>
                <a:gd name="T3" fmla="*/ 181 h 816"/>
                <a:gd name="T4" fmla="*/ 499 w 635"/>
                <a:gd name="T5" fmla="*/ 317 h 816"/>
                <a:gd name="T6" fmla="*/ 635 w 635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35" h="816">
                  <a:moveTo>
                    <a:pt x="0" y="0"/>
                  </a:moveTo>
                  <a:cubicBezTo>
                    <a:pt x="162" y="64"/>
                    <a:pt x="325" y="128"/>
                    <a:pt x="408" y="181"/>
                  </a:cubicBezTo>
                  <a:cubicBezTo>
                    <a:pt x="491" y="234"/>
                    <a:pt x="461" y="211"/>
                    <a:pt x="499" y="317"/>
                  </a:cubicBezTo>
                  <a:cubicBezTo>
                    <a:pt x="537" y="423"/>
                    <a:pt x="586" y="619"/>
                    <a:pt x="635" y="816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8" name="Oval 55">
              <a:extLst>
                <a:ext uri="{FF2B5EF4-FFF2-40B4-BE49-F238E27FC236}">
                  <a16:creationId xmlns:a16="http://schemas.microsoft.com/office/drawing/2014/main" id="{30A7CCC4-C423-4DD6-9BA3-172F46FD6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1026"/>
              <a:ext cx="226" cy="318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0" name="Group 56">
            <a:extLst>
              <a:ext uri="{FF2B5EF4-FFF2-40B4-BE49-F238E27FC236}">
                <a16:creationId xmlns:a16="http://schemas.microsoft.com/office/drawing/2014/main" id="{345F3DB7-6486-43DD-B2EC-87436D0462DF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2565400"/>
            <a:ext cx="1081087" cy="1152525"/>
            <a:chOff x="2290" y="1570"/>
            <a:chExt cx="681" cy="726"/>
          </a:xfrm>
        </p:grpSpPr>
        <p:sp>
          <p:nvSpPr>
            <p:cNvPr id="24615" name="Freeform 57">
              <a:extLst>
                <a:ext uri="{FF2B5EF4-FFF2-40B4-BE49-F238E27FC236}">
                  <a16:creationId xmlns:a16="http://schemas.microsoft.com/office/drawing/2014/main" id="{810D80A5-8CAF-4468-AFB0-3400B8C71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1570"/>
              <a:ext cx="681" cy="726"/>
            </a:xfrm>
            <a:custGeom>
              <a:avLst/>
              <a:gdLst>
                <a:gd name="T0" fmla="*/ 0 w 681"/>
                <a:gd name="T1" fmla="*/ 0 h 726"/>
                <a:gd name="T2" fmla="*/ 136 w 681"/>
                <a:gd name="T3" fmla="*/ 590 h 726"/>
                <a:gd name="T4" fmla="*/ 681 w 681"/>
                <a:gd name="T5" fmla="*/ 726 h 7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1" h="726">
                  <a:moveTo>
                    <a:pt x="0" y="0"/>
                  </a:moveTo>
                  <a:cubicBezTo>
                    <a:pt x="11" y="234"/>
                    <a:pt x="22" y="469"/>
                    <a:pt x="136" y="590"/>
                  </a:cubicBezTo>
                  <a:cubicBezTo>
                    <a:pt x="250" y="711"/>
                    <a:pt x="465" y="718"/>
                    <a:pt x="681" y="726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6" name="Oval 58">
              <a:extLst>
                <a:ext uri="{FF2B5EF4-FFF2-40B4-BE49-F238E27FC236}">
                  <a16:creationId xmlns:a16="http://schemas.microsoft.com/office/drawing/2014/main" id="{AAF7F560-98AF-48BE-ADE7-978BD3EE5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1797"/>
              <a:ext cx="227" cy="318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3" name="Group 59">
            <a:extLst>
              <a:ext uri="{FF2B5EF4-FFF2-40B4-BE49-F238E27FC236}">
                <a16:creationId xmlns:a16="http://schemas.microsoft.com/office/drawing/2014/main" id="{8309DDE8-E9BE-4931-A1F3-572EF28174AD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2624138"/>
            <a:ext cx="1103313" cy="1079500"/>
            <a:chOff x="2971" y="1616"/>
            <a:chExt cx="695" cy="680"/>
          </a:xfrm>
        </p:grpSpPr>
        <p:sp>
          <p:nvSpPr>
            <p:cNvPr id="24613" name="Freeform 60">
              <a:extLst>
                <a:ext uri="{FF2B5EF4-FFF2-40B4-BE49-F238E27FC236}">
                  <a16:creationId xmlns:a16="http://schemas.microsoft.com/office/drawing/2014/main" id="{9E9036B9-57DC-4DCA-80DD-55DAC2A5B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616"/>
              <a:ext cx="695" cy="680"/>
            </a:xfrm>
            <a:custGeom>
              <a:avLst/>
              <a:gdLst>
                <a:gd name="T0" fmla="*/ 635 w 695"/>
                <a:gd name="T1" fmla="*/ 0 h 680"/>
                <a:gd name="T2" fmla="*/ 589 w 695"/>
                <a:gd name="T3" fmla="*/ 408 h 680"/>
                <a:gd name="T4" fmla="*/ 0 w 695"/>
                <a:gd name="T5" fmla="*/ 680 h 6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5" h="680">
                  <a:moveTo>
                    <a:pt x="635" y="0"/>
                  </a:moveTo>
                  <a:cubicBezTo>
                    <a:pt x="665" y="147"/>
                    <a:pt x="695" y="295"/>
                    <a:pt x="589" y="408"/>
                  </a:cubicBezTo>
                  <a:cubicBezTo>
                    <a:pt x="483" y="521"/>
                    <a:pt x="241" y="600"/>
                    <a:pt x="0" y="680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4" name="Oval 61">
              <a:extLst>
                <a:ext uri="{FF2B5EF4-FFF2-40B4-BE49-F238E27FC236}">
                  <a16:creationId xmlns:a16="http://schemas.microsoft.com/office/drawing/2014/main" id="{7C9B84C3-9AE5-488F-BE81-E375DC547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1752"/>
              <a:ext cx="272" cy="317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6" name="Group 62">
            <a:extLst>
              <a:ext uri="{FF2B5EF4-FFF2-40B4-BE49-F238E27FC236}">
                <a16:creationId xmlns:a16="http://schemas.microsoft.com/office/drawing/2014/main" id="{C4FA1D1F-4B01-410D-AFE6-1D2556FED6FF}"/>
              </a:ext>
            </a:extLst>
          </p:cNvPr>
          <p:cNvGrpSpPr>
            <a:grpSpLocks/>
          </p:cNvGrpSpPr>
          <p:nvPr/>
        </p:nvGrpSpPr>
        <p:grpSpPr bwMode="auto">
          <a:xfrm>
            <a:off x="7307263" y="1268413"/>
            <a:ext cx="1368425" cy="1223962"/>
            <a:chOff x="4558" y="799"/>
            <a:chExt cx="862" cy="771"/>
          </a:xfrm>
        </p:grpSpPr>
        <p:sp>
          <p:nvSpPr>
            <p:cNvPr id="24611" name="Freeform 63">
              <a:extLst>
                <a:ext uri="{FF2B5EF4-FFF2-40B4-BE49-F238E27FC236}">
                  <a16:creationId xmlns:a16="http://schemas.microsoft.com/office/drawing/2014/main" id="{12FCE284-DDC6-4219-A4BA-D96EDBF98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799"/>
              <a:ext cx="726" cy="771"/>
            </a:xfrm>
            <a:custGeom>
              <a:avLst/>
              <a:gdLst>
                <a:gd name="T0" fmla="*/ 0 w 726"/>
                <a:gd name="T1" fmla="*/ 0 h 771"/>
                <a:gd name="T2" fmla="*/ 545 w 726"/>
                <a:gd name="T3" fmla="*/ 136 h 771"/>
                <a:gd name="T4" fmla="*/ 726 w 726"/>
                <a:gd name="T5" fmla="*/ 771 h 7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6" h="771">
                  <a:moveTo>
                    <a:pt x="0" y="0"/>
                  </a:moveTo>
                  <a:cubicBezTo>
                    <a:pt x="212" y="3"/>
                    <a:pt x="424" y="7"/>
                    <a:pt x="545" y="136"/>
                  </a:cubicBezTo>
                  <a:cubicBezTo>
                    <a:pt x="666" y="265"/>
                    <a:pt x="696" y="665"/>
                    <a:pt x="726" y="771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2" name="Oval 64">
              <a:extLst>
                <a:ext uri="{FF2B5EF4-FFF2-40B4-BE49-F238E27FC236}">
                  <a16:creationId xmlns:a16="http://schemas.microsoft.com/office/drawing/2014/main" id="{5F88E048-94BC-4230-AE1B-F4DF96A39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071"/>
              <a:ext cx="590" cy="27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9" name="Group 65">
            <a:extLst>
              <a:ext uri="{FF2B5EF4-FFF2-40B4-BE49-F238E27FC236}">
                <a16:creationId xmlns:a16="http://schemas.microsoft.com/office/drawing/2014/main" id="{0A4761C3-4B13-41E3-94D1-9CDC7153C4B1}"/>
              </a:ext>
            </a:extLst>
          </p:cNvPr>
          <p:cNvGrpSpPr>
            <a:grpSpLocks/>
          </p:cNvGrpSpPr>
          <p:nvPr/>
        </p:nvGrpSpPr>
        <p:grpSpPr bwMode="auto">
          <a:xfrm>
            <a:off x="7307263" y="2420938"/>
            <a:ext cx="1368425" cy="1223962"/>
            <a:chOff x="4558" y="1525"/>
            <a:chExt cx="862" cy="771"/>
          </a:xfrm>
        </p:grpSpPr>
        <p:sp>
          <p:nvSpPr>
            <p:cNvPr id="24609" name="Freeform 66">
              <a:extLst>
                <a:ext uri="{FF2B5EF4-FFF2-40B4-BE49-F238E27FC236}">
                  <a16:creationId xmlns:a16="http://schemas.microsoft.com/office/drawing/2014/main" id="{83F02184-85F8-4826-BF6C-DA6D4733C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1525"/>
              <a:ext cx="726" cy="771"/>
            </a:xfrm>
            <a:custGeom>
              <a:avLst/>
              <a:gdLst>
                <a:gd name="T0" fmla="*/ 726 w 726"/>
                <a:gd name="T1" fmla="*/ 0 h 771"/>
                <a:gd name="T2" fmla="*/ 545 w 726"/>
                <a:gd name="T3" fmla="*/ 590 h 771"/>
                <a:gd name="T4" fmla="*/ 0 w 726"/>
                <a:gd name="T5" fmla="*/ 771 h 7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6" h="771">
                  <a:moveTo>
                    <a:pt x="726" y="0"/>
                  </a:moveTo>
                  <a:cubicBezTo>
                    <a:pt x="696" y="230"/>
                    <a:pt x="666" y="461"/>
                    <a:pt x="545" y="590"/>
                  </a:cubicBezTo>
                  <a:cubicBezTo>
                    <a:pt x="424" y="719"/>
                    <a:pt x="91" y="741"/>
                    <a:pt x="0" y="771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0" name="Oval 67">
              <a:extLst>
                <a:ext uri="{FF2B5EF4-FFF2-40B4-BE49-F238E27FC236}">
                  <a16:creationId xmlns:a16="http://schemas.microsoft.com/office/drawing/2014/main" id="{9B3DBFE7-8D32-407A-BD47-A903ABB8A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797"/>
              <a:ext cx="454" cy="272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72" name="Group 68">
            <a:extLst>
              <a:ext uri="{FF2B5EF4-FFF2-40B4-BE49-F238E27FC236}">
                <a16:creationId xmlns:a16="http://schemas.microsoft.com/office/drawing/2014/main" id="{71EC1AE6-8F3A-4C49-8D48-1B9A852A90FD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1268413"/>
            <a:ext cx="719137" cy="1223962"/>
            <a:chOff x="4332" y="799"/>
            <a:chExt cx="453" cy="771"/>
          </a:xfrm>
        </p:grpSpPr>
        <p:sp>
          <p:nvSpPr>
            <p:cNvPr id="24607" name="Line 69">
              <a:extLst>
                <a:ext uri="{FF2B5EF4-FFF2-40B4-BE49-F238E27FC236}">
                  <a16:creationId xmlns:a16="http://schemas.microsoft.com/office/drawing/2014/main" id="{69C14AE9-6E4C-4968-94ED-831856305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799"/>
              <a:ext cx="91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8" name="Oval 70">
              <a:extLst>
                <a:ext uri="{FF2B5EF4-FFF2-40B4-BE49-F238E27FC236}">
                  <a16:creationId xmlns:a16="http://schemas.microsoft.com/office/drawing/2014/main" id="{1313C9EA-9022-42F1-B968-FFB8CE7D6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253"/>
              <a:ext cx="226" cy="1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75" name="Group 71">
            <a:extLst>
              <a:ext uri="{FF2B5EF4-FFF2-40B4-BE49-F238E27FC236}">
                <a16:creationId xmlns:a16="http://schemas.microsoft.com/office/drawing/2014/main" id="{FB4B4211-3E85-40E6-962B-A5D19FA73DEB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2420938"/>
            <a:ext cx="719137" cy="1223962"/>
            <a:chOff x="4332" y="1525"/>
            <a:chExt cx="453" cy="771"/>
          </a:xfrm>
        </p:grpSpPr>
        <p:sp>
          <p:nvSpPr>
            <p:cNvPr id="24605" name="Line 72">
              <a:extLst>
                <a:ext uri="{FF2B5EF4-FFF2-40B4-BE49-F238E27FC236}">
                  <a16:creationId xmlns:a16="http://schemas.microsoft.com/office/drawing/2014/main" id="{BF40BFC3-6A9D-4B7D-87C7-9C59A763D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4" y="1525"/>
              <a:ext cx="91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6" name="Oval 73">
              <a:extLst>
                <a:ext uri="{FF2B5EF4-FFF2-40B4-BE49-F238E27FC236}">
                  <a16:creationId xmlns:a16="http://schemas.microsoft.com/office/drawing/2014/main" id="{B7120AF0-E75D-45E4-92A5-7DC1AE929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616"/>
              <a:ext cx="181" cy="272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78" name="Group 74">
            <a:extLst>
              <a:ext uri="{FF2B5EF4-FFF2-40B4-BE49-F238E27FC236}">
                <a16:creationId xmlns:a16="http://schemas.microsoft.com/office/drawing/2014/main" id="{EA851781-134B-41CA-8232-B748BF975A37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933825"/>
            <a:ext cx="647700" cy="1223963"/>
            <a:chOff x="1973" y="2478"/>
            <a:chExt cx="408" cy="771"/>
          </a:xfrm>
        </p:grpSpPr>
        <p:sp>
          <p:nvSpPr>
            <p:cNvPr id="24603" name="Line 75">
              <a:extLst>
                <a:ext uri="{FF2B5EF4-FFF2-40B4-BE49-F238E27FC236}">
                  <a16:creationId xmlns:a16="http://schemas.microsoft.com/office/drawing/2014/main" id="{C12AB49D-F082-4D91-A9EC-D9DF60702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2478"/>
              <a:ext cx="136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4" name="Oval 76">
              <a:extLst>
                <a:ext uri="{FF2B5EF4-FFF2-40B4-BE49-F238E27FC236}">
                  <a16:creationId xmlns:a16="http://schemas.microsoft.com/office/drawing/2014/main" id="{A23A4E09-C9D5-4E00-A497-FCF698610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840"/>
              <a:ext cx="272" cy="227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81" name="Group 77">
            <a:extLst>
              <a:ext uri="{FF2B5EF4-FFF2-40B4-BE49-F238E27FC236}">
                <a16:creationId xmlns:a16="http://schemas.microsoft.com/office/drawing/2014/main" id="{93510A6E-77FC-4A18-BB5A-8CAA9C4B55EC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013325"/>
            <a:ext cx="647700" cy="1296988"/>
            <a:chOff x="1973" y="3203"/>
            <a:chExt cx="408" cy="817"/>
          </a:xfrm>
        </p:grpSpPr>
        <p:sp>
          <p:nvSpPr>
            <p:cNvPr id="24601" name="Line 78">
              <a:extLst>
                <a:ext uri="{FF2B5EF4-FFF2-40B4-BE49-F238E27FC236}">
                  <a16:creationId xmlns:a16="http://schemas.microsoft.com/office/drawing/2014/main" id="{CD3A0C79-5688-4912-A120-EF50A5DE46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45" y="3203"/>
              <a:ext cx="136" cy="81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2" name="Oval 79">
              <a:extLst>
                <a:ext uri="{FF2B5EF4-FFF2-40B4-BE49-F238E27FC236}">
                  <a16:creationId xmlns:a16="http://schemas.microsoft.com/office/drawing/2014/main" id="{F9FCC5FC-171D-4387-A568-56701C938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3339"/>
              <a:ext cx="227" cy="27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84" name="Group 80">
            <a:extLst>
              <a:ext uri="{FF2B5EF4-FFF2-40B4-BE49-F238E27FC236}">
                <a16:creationId xmlns:a16="http://schemas.microsoft.com/office/drawing/2014/main" id="{A317FE5E-F285-4FA6-9EB4-2E5B3E500851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084763"/>
            <a:ext cx="1655762" cy="720725"/>
            <a:chOff x="1973" y="3203"/>
            <a:chExt cx="1043" cy="454"/>
          </a:xfrm>
        </p:grpSpPr>
        <p:sp>
          <p:nvSpPr>
            <p:cNvPr id="24599" name="Line 81">
              <a:extLst>
                <a:ext uri="{FF2B5EF4-FFF2-40B4-BE49-F238E27FC236}">
                  <a16:creationId xmlns:a16="http://schemas.microsoft.com/office/drawing/2014/main" id="{E325D086-29E8-415D-A735-AC70D2B56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3203"/>
              <a:ext cx="635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0" name="Oval 82">
              <a:extLst>
                <a:ext uri="{FF2B5EF4-FFF2-40B4-BE49-F238E27FC236}">
                  <a16:creationId xmlns:a16="http://schemas.microsoft.com/office/drawing/2014/main" id="{1377E759-622B-4BBE-B03E-C0C9EE24D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3294"/>
              <a:ext cx="771" cy="363"/>
            </a:xfrm>
            <a:prstGeom prst="ellipse">
              <a:avLst/>
            </a:prstGeom>
            <a:noFill/>
            <a:ln w="28575">
              <a:solidFill>
                <a:srgbClr val="943634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51987" name="Freeform 83">
            <a:extLst>
              <a:ext uri="{FF2B5EF4-FFF2-40B4-BE49-F238E27FC236}">
                <a16:creationId xmlns:a16="http://schemas.microsoft.com/office/drawing/2014/main" id="{DDCA1203-87F9-4E55-ACE6-73F65724837E}"/>
              </a:ext>
            </a:extLst>
          </p:cNvPr>
          <p:cNvSpPr>
            <a:spLocks/>
          </p:cNvSpPr>
          <p:nvPr/>
        </p:nvSpPr>
        <p:spPr bwMode="auto">
          <a:xfrm>
            <a:off x="1765300" y="3860800"/>
            <a:ext cx="1223963" cy="1200150"/>
          </a:xfrm>
          <a:custGeom>
            <a:avLst/>
            <a:gdLst>
              <a:gd name="T0" fmla="*/ 0 w 771"/>
              <a:gd name="T1" fmla="*/ 78125638 h 756"/>
              <a:gd name="T2" fmla="*/ 1486892795 w 771"/>
              <a:gd name="T3" fmla="*/ 304939700 h 756"/>
              <a:gd name="T4" fmla="*/ 1943042056 w 771"/>
              <a:gd name="T5" fmla="*/ 1905238125 h 7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71" h="756">
                <a:moveTo>
                  <a:pt x="0" y="31"/>
                </a:moveTo>
                <a:cubicBezTo>
                  <a:pt x="231" y="15"/>
                  <a:pt x="462" y="0"/>
                  <a:pt x="590" y="121"/>
                </a:cubicBezTo>
                <a:cubicBezTo>
                  <a:pt x="718" y="242"/>
                  <a:pt x="741" y="650"/>
                  <a:pt x="771" y="756"/>
                </a:cubicBezTo>
              </a:path>
            </a:pathLst>
          </a:custGeom>
          <a:noFill/>
          <a:ln w="28575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1988" name="Freeform 84">
            <a:extLst>
              <a:ext uri="{FF2B5EF4-FFF2-40B4-BE49-F238E27FC236}">
                <a16:creationId xmlns:a16="http://schemas.microsoft.com/office/drawing/2014/main" id="{00F2BCE0-D151-4573-9395-74A00E7359EE}"/>
              </a:ext>
            </a:extLst>
          </p:cNvPr>
          <p:cNvSpPr>
            <a:spLocks/>
          </p:cNvSpPr>
          <p:nvPr/>
        </p:nvSpPr>
        <p:spPr bwMode="auto">
          <a:xfrm>
            <a:off x="539750" y="3933825"/>
            <a:ext cx="2471738" cy="2771775"/>
          </a:xfrm>
          <a:custGeom>
            <a:avLst/>
            <a:gdLst>
              <a:gd name="T0" fmla="*/ 1522174683 w 1557"/>
              <a:gd name="T1" fmla="*/ 0 h 1746"/>
              <a:gd name="T2" fmla="*/ 37803145 w 1557"/>
              <a:gd name="T3" fmla="*/ 1600300013 h 1746"/>
              <a:gd name="T4" fmla="*/ 1292841212 w 1557"/>
              <a:gd name="T5" fmla="*/ 2147483646 h 1746"/>
              <a:gd name="T6" fmla="*/ 2147483646 w 1557"/>
              <a:gd name="T7" fmla="*/ 2147483646 h 174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57" h="1746">
                <a:moveTo>
                  <a:pt x="604" y="0"/>
                </a:moveTo>
                <a:cubicBezTo>
                  <a:pt x="317" y="181"/>
                  <a:pt x="30" y="363"/>
                  <a:pt x="15" y="635"/>
                </a:cubicBezTo>
                <a:cubicBezTo>
                  <a:pt x="0" y="907"/>
                  <a:pt x="256" y="1520"/>
                  <a:pt x="513" y="1633"/>
                </a:cubicBezTo>
                <a:cubicBezTo>
                  <a:pt x="770" y="1746"/>
                  <a:pt x="1391" y="1369"/>
                  <a:pt x="1557" y="1316"/>
                </a:cubicBezTo>
              </a:path>
            </a:pathLst>
          </a:custGeom>
          <a:noFill/>
          <a:ln w="28575" cap="flat" cmpd="sng">
            <a:solidFill>
              <a:schemeClr val="hlink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2002" name="Text Box 98">
            <a:extLst>
              <a:ext uri="{FF2B5EF4-FFF2-40B4-BE49-F238E27FC236}">
                <a16:creationId xmlns:a16="http://schemas.microsoft.com/office/drawing/2014/main" id="{D7273A26-29B9-4EF9-88CC-FB53E3FC6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557338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252003" name="Text Box 99">
            <a:extLst>
              <a:ext uri="{FF2B5EF4-FFF2-40B4-BE49-F238E27FC236}">
                <a16:creationId xmlns:a16="http://schemas.microsoft.com/office/drawing/2014/main" id="{1E2B59AF-069B-4689-A8E5-7EAFA2FBB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225" y="4333875"/>
            <a:ext cx="5521325" cy="164306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请思考弹幕：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含有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条支路的拓扑图，其一种树的树枝数等于多少？连枝数等于多少？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2000"/>
                                        <p:tgtEl>
                                          <p:spTgt spid="25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 decel="100000"/>
                                        <p:tgtEl>
                                          <p:spTgt spid="2520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25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5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5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25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25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5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25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000"/>
                                        <p:tgtEl>
                                          <p:spTgt spid="25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2000"/>
                                        <p:tgtEl>
                                          <p:spTgt spid="25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2000"/>
                                        <p:tgtEl>
                                          <p:spTgt spid="25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2000"/>
                                        <p:tgtEl>
                                          <p:spTgt spid="25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2000"/>
                                        <p:tgtEl>
                                          <p:spTgt spid="25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2000"/>
                                        <p:tgtEl>
                                          <p:spTgt spid="25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2000"/>
                                        <p:tgtEl>
                                          <p:spTgt spid="25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2000"/>
                                        <p:tgtEl>
                                          <p:spTgt spid="25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2000"/>
                                        <p:tgtEl>
                                          <p:spTgt spid="25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4" dur="2000" fill="hold"/>
                                        <p:tgtEl>
                                          <p:spTgt spid="25200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6" grpId="0"/>
      <p:bldP spid="251928" grpId="0"/>
      <p:bldP spid="252002" grpId="0"/>
      <p:bldP spid="252003" grpId="0" animBg="1"/>
      <p:bldP spid="25200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Text Box 2">
            <a:extLst>
              <a:ext uri="{FF2B5EF4-FFF2-40B4-BE49-F238E27FC236}">
                <a16:creationId xmlns:a16="http://schemas.microsoft.com/office/drawing/2014/main" id="{B2D045A3-524B-4B20-BEBF-7C12AA5FF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79930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§3-2   KCL</a:t>
            </a:r>
            <a:r>
              <a:rPr kumimoji="1" lang="zh-CN" altLang="en-US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40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sp>
        <p:nvSpPr>
          <p:cNvPr id="252931" name="Text Box 3">
            <a:extLst>
              <a:ext uri="{FF2B5EF4-FFF2-40B4-BE49-F238E27FC236}">
                <a16:creationId xmlns:a16="http://schemas.microsoft.com/office/drawing/2014/main" id="{A6E56540-D234-4F5C-854B-48FB9CCAD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08050"/>
            <a:ext cx="48244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1.KCL</a:t>
            </a:r>
            <a:r>
              <a:rPr kumimoji="1"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graphicFrame>
        <p:nvGraphicFramePr>
          <p:cNvPr id="252932" name="Object 4">
            <a:extLst>
              <a:ext uri="{FF2B5EF4-FFF2-40B4-BE49-F238E27FC236}">
                <a16:creationId xmlns:a16="http://schemas.microsoft.com/office/drawing/2014/main" id="{9B2FE086-7E8F-4114-A233-98BA93DDCC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484313"/>
          <a:ext cx="25209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8" name="公式" r:id="rId3" imgW="904674" imgH="218987" progId="Equation.3">
                  <p:embed/>
                </p:oleObj>
              </mc:Choice>
              <mc:Fallback>
                <p:oleObj name="公式" r:id="rId3" imgW="904674" imgH="21898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484313"/>
                        <a:ext cx="252095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3" name="Oval 5">
            <a:extLst>
              <a:ext uri="{FF2B5EF4-FFF2-40B4-BE49-F238E27FC236}">
                <a16:creationId xmlns:a16="http://schemas.microsoft.com/office/drawing/2014/main" id="{4208552A-9446-4DB8-B526-3C07B6D38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630363"/>
            <a:ext cx="358775" cy="2889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</a:p>
        </p:txBody>
      </p:sp>
      <p:sp>
        <p:nvSpPr>
          <p:cNvPr id="252934" name="Oval 6">
            <a:extLst>
              <a:ext uri="{FF2B5EF4-FFF2-40B4-BE49-F238E27FC236}">
                <a16:creationId xmlns:a16="http://schemas.microsoft.com/office/drawing/2014/main" id="{0F0595F5-FF73-417F-A49B-700733208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17925"/>
            <a:ext cx="358775" cy="2889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④</a:t>
            </a:r>
          </a:p>
        </p:txBody>
      </p:sp>
      <p:sp>
        <p:nvSpPr>
          <p:cNvPr id="252935" name="Oval 7">
            <a:extLst>
              <a:ext uri="{FF2B5EF4-FFF2-40B4-BE49-F238E27FC236}">
                <a16:creationId xmlns:a16="http://schemas.microsoft.com/office/drawing/2014/main" id="{33B78384-6A7A-47A0-B72A-883C02A98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997200"/>
            <a:ext cx="358775" cy="2889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</a:t>
            </a:r>
          </a:p>
        </p:txBody>
      </p:sp>
      <p:sp>
        <p:nvSpPr>
          <p:cNvPr id="252936" name="Oval 8">
            <a:extLst>
              <a:ext uri="{FF2B5EF4-FFF2-40B4-BE49-F238E27FC236}">
                <a16:creationId xmlns:a16="http://schemas.microsoft.com/office/drawing/2014/main" id="{E0665758-E336-41C1-8568-3D5C2880C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349500"/>
            <a:ext cx="358775" cy="28892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</a:t>
            </a:r>
          </a:p>
        </p:txBody>
      </p:sp>
      <p:graphicFrame>
        <p:nvGraphicFramePr>
          <p:cNvPr id="252937" name="Object 9">
            <a:extLst>
              <a:ext uri="{FF2B5EF4-FFF2-40B4-BE49-F238E27FC236}">
                <a16:creationId xmlns:a16="http://schemas.microsoft.com/office/drawing/2014/main" id="{67A870D0-37B6-40AD-AA9E-0F52824223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3573463"/>
          <a:ext cx="280828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9" name="公式" r:id="rId5" imgW="1047938" imgH="218987" progId="Equation.3">
                  <p:embed/>
                </p:oleObj>
              </mc:Choice>
              <mc:Fallback>
                <p:oleObj name="公式" r:id="rId5" imgW="1047938" imgH="21898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573463"/>
                        <a:ext cx="2808288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8" name="Object 10">
            <a:extLst>
              <a:ext uri="{FF2B5EF4-FFF2-40B4-BE49-F238E27FC236}">
                <a16:creationId xmlns:a16="http://schemas.microsoft.com/office/drawing/2014/main" id="{9770F17A-4359-4CE8-B718-71F717C8A6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2852738"/>
          <a:ext cx="2543175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0" name="公式" r:id="rId7" imgW="923933" imgH="218987" progId="Equation.3">
                  <p:embed/>
                </p:oleObj>
              </mc:Choice>
              <mc:Fallback>
                <p:oleObj name="公式" r:id="rId7" imgW="923933" imgH="21898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852738"/>
                        <a:ext cx="2543175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9" name="Object 11">
            <a:extLst>
              <a:ext uri="{FF2B5EF4-FFF2-40B4-BE49-F238E27FC236}">
                <a16:creationId xmlns:a16="http://schemas.microsoft.com/office/drawing/2014/main" id="{3D303761-ABC8-4C8F-AAE4-88D570BB28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2205038"/>
          <a:ext cx="27781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1" name="公式" r:id="rId9" imgW="1038074" imgH="218987" progId="Equation.3">
                  <p:embed/>
                </p:oleObj>
              </mc:Choice>
              <mc:Fallback>
                <p:oleObj name="公式" r:id="rId9" imgW="1038074" imgH="21898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205038"/>
                        <a:ext cx="277812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45" name="Text Box 17">
            <a:extLst>
              <a:ext uri="{FF2B5EF4-FFF2-40B4-BE49-F238E27FC236}">
                <a16:creationId xmlns:a16="http://schemas.microsoft.com/office/drawing/2014/main" id="{248FF0F5-ED75-4A59-8867-390F5430C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4508500"/>
            <a:ext cx="37449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①＋  ②＋ ③＋④＝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252946" name="Text Box 18">
            <a:extLst>
              <a:ext uri="{FF2B5EF4-FFF2-40B4-BE49-F238E27FC236}">
                <a16:creationId xmlns:a16="http://schemas.microsoft.com/office/drawing/2014/main" id="{F6DF5806-828E-46DD-901A-FDC0BEA3F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525" y="5589588"/>
            <a:ext cx="7235825" cy="51911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个结点的电路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独立的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方程为 </a:t>
            </a:r>
            <a:r>
              <a:rPr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个。</a:t>
            </a:r>
          </a:p>
        </p:txBody>
      </p:sp>
      <p:grpSp>
        <p:nvGrpSpPr>
          <p:cNvPr id="252953" name="Group 25">
            <a:extLst>
              <a:ext uri="{FF2B5EF4-FFF2-40B4-BE49-F238E27FC236}">
                <a16:creationId xmlns:a16="http://schemas.microsoft.com/office/drawing/2014/main" id="{70EA1F80-BC50-4087-9290-0AA0C600E993}"/>
              </a:ext>
            </a:extLst>
          </p:cNvPr>
          <p:cNvGrpSpPr>
            <a:grpSpLocks/>
          </p:cNvGrpSpPr>
          <p:nvPr/>
        </p:nvGrpSpPr>
        <p:grpSpPr bwMode="auto">
          <a:xfrm>
            <a:off x="406400" y="4868863"/>
            <a:ext cx="1644650" cy="850900"/>
            <a:chOff x="385" y="3022"/>
            <a:chExt cx="1036" cy="536"/>
          </a:xfrm>
        </p:grpSpPr>
        <p:pic>
          <p:nvPicPr>
            <p:cNvPr id="32806" name="Picture 26" descr="123">
              <a:extLst>
                <a:ext uri="{FF2B5EF4-FFF2-40B4-BE49-F238E27FC236}">
                  <a16:creationId xmlns:a16="http://schemas.microsoft.com/office/drawing/2014/main" id="{F3E715A3-006E-4918-9DFC-A635B10C61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807" name="Text Box 27">
              <a:extLst>
                <a:ext uri="{FF2B5EF4-FFF2-40B4-BE49-F238E27FC236}">
                  <a16:creationId xmlns:a16="http://schemas.microsoft.com/office/drawing/2014/main" id="{4BB4A602-393A-4AD0-AE66-1A5D648ED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结论</a:t>
              </a:r>
            </a:p>
          </p:txBody>
        </p:sp>
      </p:grpSp>
      <p:grpSp>
        <p:nvGrpSpPr>
          <p:cNvPr id="252959" name="Group 31">
            <a:extLst>
              <a:ext uri="{FF2B5EF4-FFF2-40B4-BE49-F238E27FC236}">
                <a16:creationId xmlns:a16="http://schemas.microsoft.com/office/drawing/2014/main" id="{C527D250-3529-4B1E-B1C5-23233ADC157C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060575"/>
            <a:ext cx="2806700" cy="2736850"/>
            <a:chOff x="431" y="1298"/>
            <a:chExt cx="1768" cy="1724"/>
          </a:xfrm>
        </p:grpSpPr>
        <p:sp>
          <p:nvSpPr>
            <p:cNvPr id="32784" name="Line 32">
              <a:extLst>
                <a:ext uri="{FF2B5EF4-FFF2-40B4-BE49-F238E27FC236}">
                  <a16:creationId xmlns:a16="http://schemas.microsoft.com/office/drawing/2014/main" id="{04636368-D76E-4E93-B536-6AEF3C8FE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2" y="2115"/>
              <a:ext cx="590" cy="5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5" name="Line 33">
              <a:extLst>
                <a:ext uri="{FF2B5EF4-FFF2-40B4-BE49-F238E27FC236}">
                  <a16:creationId xmlns:a16="http://schemas.microsoft.com/office/drawing/2014/main" id="{9D2A9E84-558B-4D15-9DFC-55008DE618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3" y="2115"/>
              <a:ext cx="589" cy="5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6" name="Line 34">
              <a:extLst>
                <a:ext uri="{FF2B5EF4-FFF2-40B4-BE49-F238E27FC236}">
                  <a16:creationId xmlns:a16="http://schemas.microsoft.com/office/drawing/2014/main" id="{F4AAED0D-DCF0-4028-AD9C-BC4C26735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525"/>
              <a:ext cx="59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7" name="Line 35">
              <a:extLst>
                <a:ext uri="{FF2B5EF4-FFF2-40B4-BE49-F238E27FC236}">
                  <a16:creationId xmlns:a16="http://schemas.microsoft.com/office/drawing/2014/main" id="{66B85A0C-7DE0-4A9F-A046-18EA14D0B1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2" y="1525"/>
              <a:ext cx="59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8" name="Arc 36">
              <a:extLst>
                <a:ext uri="{FF2B5EF4-FFF2-40B4-BE49-F238E27FC236}">
                  <a16:creationId xmlns:a16="http://schemas.microsoft.com/office/drawing/2014/main" id="{7B5EE976-7435-4AA5-A567-6B073B04F23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03" y="2126"/>
              <a:ext cx="1179" cy="896"/>
            </a:xfrm>
            <a:custGeom>
              <a:avLst/>
              <a:gdLst>
                <a:gd name="T0" fmla="*/ 0 w 43200"/>
                <a:gd name="T1" fmla="*/ 37 h 21600"/>
                <a:gd name="T2" fmla="*/ 32 w 43200"/>
                <a:gd name="T3" fmla="*/ 37 h 21600"/>
                <a:gd name="T4" fmla="*/ 16 w 43200"/>
                <a:gd name="T5" fmla="*/ 37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9" name="Line 37">
              <a:extLst>
                <a:ext uri="{FF2B5EF4-FFF2-40B4-BE49-F238E27FC236}">
                  <a16:creationId xmlns:a16="http://schemas.microsoft.com/office/drawing/2014/main" id="{E629E9A8-7AD5-446A-8553-09A3878FD2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292" y="1536"/>
              <a:ext cx="0" cy="1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0" name="Line 38">
              <a:extLst>
                <a:ext uri="{FF2B5EF4-FFF2-40B4-BE49-F238E27FC236}">
                  <a16:creationId xmlns:a16="http://schemas.microsoft.com/office/drawing/2014/main" id="{D141CD9F-9971-4F2E-A7BC-088D59B428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3" y="2261"/>
              <a:ext cx="349" cy="3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1" name="Line 39">
              <a:extLst>
                <a:ext uri="{FF2B5EF4-FFF2-40B4-BE49-F238E27FC236}">
                  <a16:creationId xmlns:a16="http://schemas.microsoft.com/office/drawing/2014/main" id="{2D9CA9FA-F0EF-4907-AEBC-63EDB1040C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842"/>
              <a:ext cx="0" cy="4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2" name="Line 40">
              <a:extLst>
                <a:ext uri="{FF2B5EF4-FFF2-40B4-BE49-F238E27FC236}">
                  <a16:creationId xmlns:a16="http://schemas.microsoft.com/office/drawing/2014/main" id="{5870C690-321E-456C-B43F-02C8126802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9" y="2266"/>
              <a:ext cx="300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3" name="Text Box 41">
              <a:extLst>
                <a:ext uri="{FF2B5EF4-FFF2-40B4-BE49-F238E27FC236}">
                  <a16:creationId xmlns:a16="http://schemas.microsoft.com/office/drawing/2014/main" id="{22B93BE9-AB32-49C5-996E-87520D174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478"/>
              <a:ext cx="1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2794" name="Text Box 42">
              <a:extLst>
                <a:ext uri="{FF2B5EF4-FFF2-40B4-BE49-F238E27FC236}">
                  <a16:creationId xmlns:a16="http://schemas.microsoft.com/office/drawing/2014/main" id="{40AB1266-87C1-4864-B022-F0E149299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2341"/>
              <a:ext cx="1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2795" name="Text Box 43">
              <a:extLst>
                <a:ext uri="{FF2B5EF4-FFF2-40B4-BE49-F238E27FC236}">
                  <a16:creationId xmlns:a16="http://schemas.microsoft.com/office/drawing/2014/main" id="{CA53F8E5-1C3D-4035-BB30-B09FE3C16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" y="2039"/>
              <a:ext cx="2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2796" name="Text Box 44">
              <a:extLst>
                <a:ext uri="{FF2B5EF4-FFF2-40B4-BE49-F238E27FC236}">
                  <a16:creationId xmlns:a16="http://schemas.microsoft.com/office/drawing/2014/main" id="{03A78330-43B1-4959-9F77-C966EB2864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7" y="1888"/>
              <a:ext cx="1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2797" name="Text Box 45">
              <a:extLst>
                <a:ext uri="{FF2B5EF4-FFF2-40B4-BE49-F238E27FC236}">
                  <a16:creationId xmlns:a16="http://schemas.microsoft.com/office/drawing/2014/main" id="{29310488-3554-4346-933F-C290C5B948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1434"/>
              <a:ext cx="19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798" name="Text Box 46">
              <a:extLst>
                <a:ext uri="{FF2B5EF4-FFF2-40B4-BE49-F238E27FC236}">
                  <a16:creationId xmlns:a16="http://schemas.microsoft.com/office/drawing/2014/main" id="{36D96CAE-6D93-4C59-9897-488A7AD3D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" y="1535"/>
              <a:ext cx="1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799" name="Oval 47">
              <a:extLst>
                <a:ext uri="{FF2B5EF4-FFF2-40B4-BE49-F238E27FC236}">
                  <a16:creationId xmlns:a16="http://schemas.microsoft.com/office/drawing/2014/main" id="{E69DA1AD-FC80-412E-A41C-43355F1E9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2750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  <p:sp>
          <p:nvSpPr>
            <p:cNvPr id="32800" name="Oval 48">
              <a:extLst>
                <a:ext uri="{FF2B5EF4-FFF2-40B4-BE49-F238E27FC236}">
                  <a16:creationId xmlns:a16="http://schemas.microsoft.com/office/drawing/2014/main" id="{34E83DB7-57AD-4915-A3E4-43135DBA6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024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32801" name="Oval 49">
              <a:extLst>
                <a:ext uri="{FF2B5EF4-FFF2-40B4-BE49-F238E27FC236}">
                  <a16:creationId xmlns:a16="http://schemas.microsoft.com/office/drawing/2014/main" id="{34E5DC6F-FA7C-42DE-9EF4-1C9E0F1C9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1298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32802" name="Oval 50">
              <a:extLst>
                <a:ext uri="{FF2B5EF4-FFF2-40B4-BE49-F238E27FC236}">
                  <a16:creationId xmlns:a16="http://schemas.microsoft.com/office/drawing/2014/main" id="{928F4B42-D040-46B2-BC80-5CCDE3C98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1979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32803" name="Line 51">
              <a:extLst>
                <a:ext uri="{FF2B5EF4-FFF2-40B4-BE49-F238E27FC236}">
                  <a16:creationId xmlns:a16="http://schemas.microsoft.com/office/drawing/2014/main" id="{C5703C50-51CF-4BC6-8FEE-8D7BD340A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0" y="1752"/>
              <a:ext cx="226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4" name="Line 52">
              <a:extLst>
                <a:ext uri="{FF2B5EF4-FFF2-40B4-BE49-F238E27FC236}">
                  <a16:creationId xmlns:a16="http://schemas.microsoft.com/office/drawing/2014/main" id="{0180B0B8-0BBE-482B-A5E9-B339DCE167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83" y="1616"/>
              <a:ext cx="226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5" name="Freeform 53">
              <a:extLst>
                <a:ext uri="{FF2B5EF4-FFF2-40B4-BE49-F238E27FC236}">
                  <a16:creationId xmlns:a16="http://schemas.microsoft.com/office/drawing/2014/main" id="{CBCE89DC-D256-49D1-B29D-E06E12DF4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2432"/>
              <a:ext cx="136" cy="363"/>
            </a:xfrm>
            <a:custGeom>
              <a:avLst/>
              <a:gdLst>
                <a:gd name="T0" fmla="*/ 136 w 136"/>
                <a:gd name="T1" fmla="*/ 363 h 363"/>
                <a:gd name="T2" fmla="*/ 45 w 136"/>
                <a:gd name="T3" fmla="*/ 181 h 363"/>
                <a:gd name="T4" fmla="*/ 0 w 136"/>
                <a:gd name="T5" fmla="*/ 0 h 3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" h="363">
                  <a:moveTo>
                    <a:pt x="136" y="363"/>
                  </a:moveTo>
                  <a:cubicBezTo>
                    <a:pt x="102" y="302"/>
                    <a:pt x="68" y="241"/>
                    <a:pt x="45" y="181"/>
                  </a:cubicBezTo>
                  <a:cubicBezTo>
                    <a:pt x="22" y="121"/>
                    <a:pt x="11" y="60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5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0"/>
                                        <p:tgtEl>
                                          <p:spTgt spid="25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5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252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5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5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000"/>
                                        <p:tgtEl>
                                          <p:spTgt spid="25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5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2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2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0" grpId="0"/>
      <p:bldP spid="252931" grpId="0"/>
      <p:bldP spid="252933" grpId="0" animBg="1"/>
      <p:bldP spid="252934" grpId="0" animBg="1"/>
      <p:bldP spid="252935" grpId="0" animBg="1"/>
      <p:bldP spid="252936" grpId="0" animBg="1"/>
      <p:bldP spid="252945" grpId="0"/>
      <p:bldP spid="25294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Text Box 2">
            <a:extLst>
              <a:ext uri="{FF2B5EF4-FFF2-40B4-BE49-F238E27FC236}">
                <a16:creationId xmlns:a16="http://schemas.microsoft.com/office/drawing/2014/main" id="{8798196C-3146-48D7-9C1F-49F3D0C76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836613"/>
            <a:ext cx="4103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</a:t>
            </a:r>
            <a:r>
              <a:rPr kumimoji="1"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graphicFrame>
        <p:nvGraphicFramePr>
          <p:cNvPr id="253961" name="Object 9">
            <a:extLst>
              <a:ext uri="{FF2B5EF4-FFF2-40B4-BE49-F238E27FC236}">
                <a16:creationId xmlns:a16="http://schemas.microsoft.com/office/drawing/2014/main" id="{E334EA61-E333-4F13-8139-808159B3BA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1912938"/>
          <a:ext cx="28257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1" name="公式" r:id="rId3" imgW="1047938" imgH="218987" progId="Equation.3">
                  <p:embed/>
                </p:oleObj>
              </mc:Choice>
              <mc:Fallback>
                <p:oleObj name="公式" r:id="rId3" imgW="1047938" imgH="21898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912938"/>
                        <a:ext cx="282575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62" name="Oval 10">
            <a:extLst>
              <a:ext uri="{FF2B5EF4-FFF2-40B4-BE49-F238E27FC236}">
                <a16:creationId xmlns:a16="http://schemas.microsoft.com/office/drawing/2014/main" id="{E79C4E2B-BDF8-452F-901D-1F29562AC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2128838"/>
            <a:ext cx="358775" cy="287337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253963" name="Oval 11">
            <a:extLst>
              <a:ext uri="{FF2B5EF4-FFF2-40B4-BE49-F238E27FC236}">
                <a16:creationId xmlns:a16="http://schemas.microsoft.com/office/drawing/2014/main" id="{215E08DF-D5FF-4076-9229-56D61AD2B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3568700"/>
            <a:ext cx="358775" cy="360363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253964" name="Oval 12">
            <a:extLst>
              <a:ext uri="{FF2B5EF4-FFF2-40B4-BE49-F238E27FC236}">
                <a16:creationId xmlns:a16="http://schemas.microsoft.com/office/drawing/2014/main" id="{A918FA1E-63B9-4AEB-9F34-CA4803853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849563"/>
            <a:ext cx="358775" cy="3587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253965" name="Object 13">
            <a:extLst>
              <a:ext uri="{FF2B5EF4-FFF2-40B4-BE49-F238E27FC236}">
                <a16:creationId xmlns:a16="http://schemas.microsoft.com/office/drawing/2014/main" id="{340FD777-6DB8-46CC-B606-7FD524F6D7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4071938"/>
          <a:ext cx="3529012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2" name="公式" r:id="rId5" imgW="1352784" imgH="218987" progId="Equation.3">
                  <p:embed/>
                </p:oleObj>
              </mc:Choice>
              <mc:Fallback>
                <p:oleObj name="公式" r:id="rId5" imgW="1352784" imgH="21898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071938"/>
                        <a:ext cx="3529012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6" name="Object 14">
            <a:extLst>
              <a:ext uri="{FF2B5EF4-FFF2-40B4-BE49-F238E27FC236}">
                <a16:creationId xmlns:a16="http://schemas.microsoft.com/office/drawing/2014/main" id="{5EC3C21E-D46C-4E3F-9E60-A38B14808D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3352800"/>
          <a:ext cx="28797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3" name="公式" r:id="rId7" imgW="1057332" imgH="218987" progId="Equation.3">
                  <p:embed/>
                </p:oleObj>
              </mc:Choice>
              <mc:Fallback>
                <p:oleObj name="公式" r:id="rId7" imgW="1057332" imgH="21898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352800"/>
                        <a:ext cx="28797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7" name="Object 15">
            <a:extLst>
              <a:ext uri="{FF2B5EF4-FFF2-40B4-BE49-F238E27FC236}">
                <a16:creationId xmlns:a16="http://schemas.microsoft.com/office/drawing/2014/main" id="{E0F2CE9E-E723-484B-AA63-61C18CD75A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0413" y="2633663"/>
          <a:ext cx="28702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4" name="公式" r:id="rId9" imgW="1047938" imgH="218987" progId="Equation.3">
                  <p:embed/>
                </p:oleObj>
              </mc:Choice>
              <mc:Fallback>
                <p:oleObj name="公式" r:id="rId9" imgW="1047938" imgH="218987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0413" y="2633663"/>
                        <a:ext cx="28702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3968" name="Group 16">
            <a:extLst>
              <a:ext uri="{FF2B5EF4-FFF2-40B4-BE49-F238E27FC236}">
                <a16:creationId xmlns:a16="http://schemas.microsoft.com/office/drawing/2014/main" id="{31E2CA33-C21B-4A99-8631-AC494B5D7754}"/>
              </a:ext>
            </a:extLst>
          </p:cNvPr>
          <p:cNvGrpSpPr>
            <a:grpSpLocks/>
          </p:cNvGrpSpPr>
          <p:nvPr/>
        </p:nvGrpSpPr>
        <p:grpSpPr bwMode="auto">
          <a:xfrm>
            <a:off x="3060700" y="4071938"/>
            <a:ext cx="1223963" cy="519112"/>
            <a:chOff x="1973" y="1480"/>
            <a:chExt cx="771" cy="295"/>
          </a:xfrm>
        </p:grpSpPr>
        <p:sp>
          <p:nvSpPr>
            <p:cNvPr id="33838" name="Oval 17">
              <a:extLst>
                <a:ext uri="{FF2B5EF4-FFF2-40B4-BE49-F238E27FC236}">
                  <a16:creationId xmlns:a16="http://schemas.microsoft.com/office/drawing/2014/main" id="{2F0303BF-0B15-4F59-9D01-ABFC96DFC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1570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：</a:t>
              </a:r>
            </a:p>
          </p:txBody>
        </p:sp>
        <p:sp>
          <p:nvSpPr>
            <p:cNvPr id="33839" name="Oval 18">
              <a:extLst>
                <a:ext uri="{FF2B5EF4-FFF2-40B4-BE49-F238E27FC236}">
                  <a16:creationId xmlns:a16="http://schemas.microsoft.com/office/drawing/2014/main" id="{A1DDBF71-401F-4C0A-9672-92A92E524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1570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：</a:t>
              </a:r>
            </a:p>
          </p:txBody>
        </p:sp>
        <p:sp>
          <p:nvSpPr>
            <p:cNvPr id="33840" name="Text Box 19">
              <a:extLst>
                <a:ext uri="{FF2B5EF4-FFF2-40B4-BE49-F238E27FC236}">
                  <a16:creationId xmlns:a16="http://schemas.microsoft.com/office/drawing/2014/main" id="{070A3BA8-7C5F-4C8D-807E-4CFAE6C2D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1480"/>
              <a:ext cx="544" cy="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</a:t>
              </a:r>
            </a:p>
          </p:txBody>
        </p:sp>
      </p:grpSp>
      <p:sp>
        <p:nvSpPr>
          <p:cNvPr id="253972" name="Text Box 20">
            <a:extLst>
              <a:ext uri="{FF2B5EF4-FFF2-40B4-BE49-F238E27FC236}">
                <a16:creationId xmlns:a16="http://schemas.microsoft.com/office/drawing/2014/main" id="{F188774A-6983-4D72-81CB-1DE8BB8F0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408113"/>
            <a:ext cx="5111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对网孔列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253973" name="Text Box 21">
            <a:extLst>
              <a:ext uri="{FF2B5EF4-FFF2-40B4-BE49-F238E27FC236}">
                <a16:creationId xmlns:a16="http://schemas.microsoft.com/office/drawing/2014/main" id="{2169B9FC-CC95-4F98-B6A9-679C435D4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864100"/>
            <a:ext cx="7416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可以证明通过对以上三个网孔方程进行加、减运算可以得到其他回路的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方程。</a:t>
            </a:r>
          </a:p>
        </p:txBody>
      </p:sp>
      <p:grpSp>
        <p:nvGrpSpPr>
          <p:cNvPr id="253974" name="Group 22">
            <a:extLst>
              <a:ext uri="{FF2B5EF4-FFF2-40B4-BE49-F238E27FC236}">
                <a16:creationId xmlns:a16="http://schemas.microsoft.com/office/drawing/2014/main" id="{09C5BFD0-756A-410C-87E4-213465627256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4648200"/>
            <a:ext cx="1647825" cy="850900"/>
            <a:chOff x="385" y="3022"/>
            <a:chExt cx="1038" cy="536"/>
          </a:xfrm>
        </p:grpSpPr>
        <p:pic>
          <p:nvPicPr>
            <p:cNvPr id="33836" name="Picture 23" descr="123">
              <a:extLst>
                <a:ext uri="{FF2B5EF4-FFF2-40B4-BE49-F238E27FC236}">
                  <a16:creationId xmlns:a16="http://schemas.microsoft.com/office/drawing/2014/main" id="{8DAE0569-A912-4A6D-A40A-A8ACBE4184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37" name="Text Box 24">
              <a:extLst>
                <a:ext uri="{FF2B5EF4-FFF2-40B4-BE49-F238E27FC236}">
                  <a16:creationId xmlns:a16="http://schemas.microsoft.com/office/drawing/2014/main" id="{E4A76DCC-20AD-4BD1-9611-03F2EEC85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084"/>
              <a:ext cx="6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grpSp>
        <p:nvGrpSpPr>
          <p:cNvPr id="33806" name="Group 51">
            <a:extLst>
              <a:ext uri="{FF2B5EF4-FFF2-40B4-BE49-F238E27FC236}">
                <a16:creationId xmlns:a16="http://schemas.microsoft.com/office/drawing/2014/main" id="{58659CD6-4A76-44F9-A476-CAF8E9451277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1408113"/>
            <a:ext cx="2806700" cy="2736850"/>
            <a:chOff x="431" y="1298"/>
            <a:chExt cx="1768" cy="1724"/>
          </a:xfrm>
        </p:grpSpPr>
        <p:sp>
          <p:nvSpPr>
            <p:cNvPr id="33814" name="Line 52">
              <a:extLst>
                <a:ext uri="{FF2B5EF4-FFF2-40B4-BE49-F238E27FC236}">
                  <a16:creationId xmlns:a16="http://schemas.microsoft.com/office/drawing/2014/main" id="{AD17FED8-05F0-4767-A2F9-EDB93444DA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2" y="2115"/>
              <a:ext cx="590" cy="5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5" name="Line 53">
              <a:extLst>
                <a:ext uri="{FF2B5EF4-FFF2-40B4-BE49-F238E27FC236}">
                  <a16:creationId xmlns:a16="http://schemas.microsoft.com/office/drawing/2014/main" id="{52A7C16B-59A2-42FD-BEBF-2D355FCC8B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3" y="2115"/>
              <a:ext cx="589" cy="5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6" name="Line 54">
              <a:extLst>
                <a:ext uri="{FF2B5EF4-FFF2-40B4-BE49-F238E27FC236}">
                  <a16:creationId xmlns:a16="http://schemas.microsoft.com/office/drawing/2014/main" id="{1A630E03-1A46-45A7-AC52-DE431A19F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525"/>
              <a:ext cx="59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7" name="Line 55">
              <a:extLst>
                <a:ext uri="{FF2B5EF4-FFF2-40B4-BE49-F238E27FC236}">
                  <a16:creationId xmlns:a16="http://schemas.microsoft.com/office/drawing/2014/main" id="{E05D2D8C-40AB-4EAB-BCA7-DDA9AF2407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2" y="1525"/>
              <a:ext cx="590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8" name="Arc 56">
              <a:extLst>
                <a:ext uri="{FF2B5EF4-FFF2-40B4-BE49-F238E27FC236}">
                  <a16:creationId xmlns:a16="http://schemas.microsoft.com/office/drawing/2014/main" id="{F4463E1D-C324-4C4E-9D7B-571BCC1CD81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03" y="2126"/>
              <a:ext cx="1179" cy="896"/>
            </a:xfrm>
            <a:custGeom>
              <a:avLst/>
              <a:gdLst>
                <a:gd name="T0" fmla="*/ 0 w 43200"/>
                <a:gd name="T1" fmla="*/ 37 h 21600"/>
                <a:gd name="T2" fmla="*/ 32 w 43200"/>
                <a:gd name="T3" fmla="*/ 37 h 21600"/>
                <a:gd name="T4" fmla="*/ 16 w 43200"/>
                <a:gd name="T5" fmla="*/ 37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9" name="Line 57">
              <a:extLst>
                <a:ext uri="{FF2B5EF4-FFF2-40B4-BE49-F238E27FC236}">
                  <a16:creationId xmlns:a16="http://schemas.microsoft.com/office/drawing/2014/main" id="{68987833-463B-4BA2-9826-87DFA8288AD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292" y="1536"/>
              <a:ext cx="0" cy="11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0" name="Line 58">
              <a:extLst>
                <a:ext uri="{FF2B5EF4-FFF2-40B4-BE49-F238E27FC236}">
                  <a16:creationId xmlns:a16="http://schemas.microsoft.com/office/drawing/2014/main" id="{952822CE-2554-42FF-835A-7330AF6454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3" y="2261"/>
              <a:ext cx="349" cy="3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1" name="Line 59">
              <a:extLst>
                <a:ext uri="{FF2B5EF4-FFF2-40B4-BE49-F238E27FC236}">
                  <a16:creationId xmlns:a16="http://schemas.microsoft.com/office/drawing/2014/main" id="{D4BE5958-ADE3-45BE-ADEF-B1EEC100D2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842"/>
              <a:ext cx="0" cy="4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2" name="Line 60">
              <a:extLst>
                <a:ext uri="{FF2B5EF4-FFF2-40B4-BE49-F238E27FC236}">
                  <a16:creationId xmlns:a16="http://schemas.microsoft.com/office/drawing/2014/main" id="{78BB5B0E-7193-4A44-8BAC-8EF164AC30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9" y="2266"/>
              <a:ext cx="300" cy="3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3" name="Text Box 61">
              <a:extLst>
                <a:ext uri="{FF2B5EF4-FFF2-40B4-BE49-F238E27FC236}">
                  <a16:creationId xmlns:a16="http://schemas.microsoft.com/office/drawing/2014/main" id="{5FD945E3-5452-4728-9AD6-69E74CE6A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478"/>
              <a:ext cx="1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3824" name="Text Box 62">
              <a:extLst>
                <a:ext uri="{FF2B5EF4-FFF2-40B4-BE49-F238E27FC236}">
                  <a16:creationId xmlns:a16="http://schemas.microsoft.com/office/drawing/2014/main" id="{C3EE55E2-5E01-4D60-AB53-C0FD2E900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2341"/>
              <a:ext cx="1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3825" name="Text Box 63">
              <a:extLst>
                <a:ext uri="{FF2B5EF4-FFF2-40B4-BE49-F238E27FC236}">
                  <a16:creationId xmlns:a16="http://schemas.microsoft.com/office/drawing/2014/main" id="{63919AFC-ADF9-4F21-AB2B-F981C727D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" y="2039"/>
              <a:ext cx="2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3826" name="Text Box 64">
              <a:extLst>
                <a:ext uri="{FF2B5EF4-FFF2-40B4-BE49-F238E27FC236}">
                  <a16:creationId xmlns:a16="http://schemas.microsoft.com/office/drawing/2014/main" id="{2F58D289-E704-4511-9D86-7E04CACE4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7" y="1888"/>
              <a:ext cx="1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3827" name="Text Box 65">
              <a:extLst>
                <a:ext uri="{FF2B5EF4-FFF2-40B4-BE49-F238E27FC236}">
                  <a16:creationId xmlns:a16="http://schemas.microsoft.com/office/drawing/2014/main" id="{B936D2BD-8ED3-472B-99CC-5CB9278BA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6" y="1434"/>
              <a:ext cx="19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3828" name="Text Box 66">
              <a:extLst>
                <a:ext uri="{FF2B5EF4-FFF2-40B4-BE49-F238E27FC236}">
                  <a16:creationId xmlns:a16="http://schemas.microsoft.com/office/drawing/2014/main" id="{ED015ADD-1952-49AC-A884-372C45CFC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" y="1535"/>
              <a:ext cx="1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829" name="Oval 67">
              <a:extLst>
                <a:ext uri="{FF2B5EF4-FFF2-40B4-BE49-F238E27FC236}">
                  <a16:creationId xmlns:a16="http://schemas.microsoft.com/office/drawing/2014/main" id="{C74D3D7F-3F23-4CE3-B8F8-8E0531A78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2750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  <p:sp>
          <p:nvSpPr>
            <p:cNvPr id="33830" name="Oval 68">
              <a:extLst>
                <a:ext uri="{FF2B5EF4-FFF2-40B4-BE49-F238E27FC236}">
                  <a16:creationId xmlns:a16="http://schemas.microsoft.com/office/drawing/2014/main" id="{87FC2C5E-32CB-4875-9072-3A09EE0EB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024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33831" name="Oval 69">
              <a:extLst>
                <a:ext uri="{FF2B5EF4-FFF2-40B4-BE49-F238E27FC236}">
                  <a16:creationId xmlns:a16="http://schemas.microsoft.com/office/drawing/2014/main" id="{83C43DBC-544D-4183-8537-C9CA1FDBB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" y="1298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33832" name="Oval 70">
              <a:extLst>
                <a:ext uri="{FF2B5EF4-FFF2-40B4-BE49-F238E27FC236}">
                  <a16:creationId xmlns:a16="http://schemas.microsoft.com/office/drawing/2014/main" id="{4D87FA11-588E-4CFF-8879-7B03413A8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1979"/>
              <a:ext cx="226" cy="18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33833" name="Line 71">
              <a:extLst>
                <a:ext uri="{FF2B5EF4-FFF2-40B4-BE49-F238E27FC236}">
                  <a16:creationId xmlns:a16="http://schemas.microsoft.com/office/drawing/2014/main" id="{AAE6AEA0-22F4-44B2-AF25-9E1D75A864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0" y="1752"/>
              <a:ext cx="226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4" name="Line 72">
              <a:extLst>
                <a:ext uri="{FF2B5EF4-FFF2-40B4-BE49-F238E27FC236}">
                  <a16:creationId xmlns:a16="http://schemas.microsoft.com/office/drawing/2014/main" id="{0967DA94-19B8-4159-A2B0-2C7E0DFC52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83" y="1616"/>
              <a:ext cx="226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5" name="Freeform 73">
              <a:extLst>
                <a:ext uri="{FF2B5EF4-FFF2-40B4-BE49-F238E27FC236}">
                  <a16:creationId xmlns:a16="http://schemas.microsoft.com/office/drawing/2014/main" id="{0E9AD644-68AA-4E98-9438-6DF4B1A23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2432"/>
              <a:ext cx="136" cy="363"/>
            </a:xfrm>
            <a:custGeom>
              <a:avLst/>
              <a:gdLst>
                <a:gd name="T0" fmla="*/ 136 w 136"/>
                <a:gd name="T1" fmla="*/ 363 h 363"/>
                <a:gd name="T2" fmla="*/ 45 w 136"/>
                <a:gd name="T3" fmla="*/ 181 h 363"/>
                <a:gd name="T4" fmla="*/ 0 w 136"/>
                <a:gd name="T5" fmla="*/ 0 h 3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" h="363">
                  <a:moveTo>
                    <a:pt x="136" y="363"/>
                  </a:moveTo>
                  <a:cubicBezTo>
                    <a:pt x="102" y="302"/>
                    <a:pt x="68" y="241"/>
                    <a:pt x="45" y="181"/>
                  </a:cubicBezTo>
                  <a:cubicBezTo>
                    <a:pt x="22" y="121"/>
                    <a:pt x="11" y="60"/>
                    <a:pt x="0" y="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07" name="Oval 74">
            <a:extLst>
              <a:ext uri="{FF2B5EF4-FFF2-40B4-BE49-F238E27FC236}">
                <a16:creationId xmlns:a16="http://schemas.microsoft.com/office/drawing/2014/main" id="{A5B4C3B3-3B93-4981-8909-88B9E284C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2344738"/>
            <a:ext cx="287338" cy="576262"/>
          </a:xfrm>
          <a:prstGeom prst="ellipse">
            <a:avLst/>
          </a:prstGeom>
          <a:noFill/>
          <a:ln w="1588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808" name="Oval 75">
            <a:extLst>
              <a:ext uri="{FF2B5EF4-FFF2-40B4-BE49-F238E27FC236}">
                <a16:creationId xmlns:a16="http://schemas.microsoft.com/office/drawing/2014/main" id="{0EF446F8-A68B-4153-9D33-18A5B20A1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344738"/>
            <a:ext cx="287338" cy="576262"/>
          </a:xfrm>
          <a:prstGeom prst="ellipse">
            <a:avLst/>
          </a:prstGeom>
          <a:noFill/>
          <a:ln w="1588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809" name="Oval 76">
            <a:extLst>
              <a:ext uri="{FF2B5EF4-FFF2-40B4-BE49-F238E27FC236}">
                <a16:creationId xmlns:a16="http://schemas.microsoft.com/office/drawing/2014/main" id="{D49C58B1-EC14-4C2B-9257-6DB24E530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279775"/>
            <a:ext cx="215900" cy="504825"/>
          </a:xfrm>
          <a:prstGeom prst="ellipse">
            <a:avLst/>
          </a:prstGeom>
          <a:noFill/>
          <a:ln w="1588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4029" name="Text Box 77">
            <a:extLst>
              <a:ext uri="{FF2B5EF4-FFF2-40B4-BE49-F238E27FC236}">
                <a16:creationId xmlns:a16="http://schemas.microsoft.com/office/drawing/2014/main" id="{F3B6FC55-CBE8-4BA2-8073-4CA758BE1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5888"/>
            <a:ext cx="5256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</a:t>
            </a:r>
            <a:r>
              <a:rPr kumimoji="1" lang="en-US" altLang="zh-CN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sp>
        <p:nvSpPr>
          <p:cNvPr id="33811" name="Text Box 78">
            <a:extLst>
              <a:ext uri="{FF2B5EF4-FFF2-40B4-BE49-F238E27FC236}">
                <a16:creationId xmlns:a16="http://schemas.microsoft.com/office/drawing/2014/main" id="{E52B7636-7696-490A-9668-F03B6D857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1638" y="240506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3812" name="Text Box 79">
            <a:extLst>
              <a:ext uri="{FF2B5EF4-FFF2-40B4-BE49-F238E27FC236}">
                <a16:creationId xmlns:a16="http://schemas.microsoft.com/office/drawing/2014/main" id="{1C76B734-C66E-4641-9891-D28596BFB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3495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3813" name="Text Box 80">
            <a:extLst>
              <a:ext uri="{FF2B5EF4-FFF2-40B4-BE49-F238E27FC236}">
                <a16:creationId xmlns:a16="http://schemas.microsoft.com/office/drawing/2014/main" id="{E8C3B3DB-1190-48A8-A630-D1037B401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2845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5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5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25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0"/>
                                        <p:tgtEl>
                                          <p:spTgt spid="25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5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0"/>
                                        <p:tgtEl>
                                          <p:spTgt spid="253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53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0"/>
                                        <p:tgtEl>
                                          <p:spTgt spid="25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3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3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5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3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3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4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4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4" grpId="0"/>
      <p:bldP spid="253962" grpId="0" animBg="1"/>
      <p:bldP spid="253963" grpId="0" animBg="1"/>
      <p:bldP spid="253964" grpId="0" animBg="1"/>
      <p:bldP spid="253972" grpId="0"/>
      <p:bldP spid="253972" grpId="1"/>
      <p:bldP spid="253973" grpId="0"/>
      <p:bldP spid="2540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Text Box 2">
            <a:extLst>
              <a:ext uri="{FF2B5EF4-FFF2-40B4-BE49-F238E27FC236}">
                <a16:creationId xmlns:a16="http://schemas.microsoft.com/office/drawing/2014/main" id="{9D27D08D-DC77-4A9C-9F70-491C5FBD6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573463"/>
            <a:ext cx="81375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基本回路数</a:t>
            </a:r>
            <a:r>
              <a:rPr kumimoji="1" lang="en-US" altLang="zh-CN" sz="32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32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32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kumimoji="1" lang="en-US" altLang="zh-CN" sz="32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32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32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kumimoji="1" lang="en-US" altLang="zh-CN" sz="32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1) 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即为连支的数目</a:t>
            </a:r>
            <a:endParaRPr kumimoji="1"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4979" name="Text Box 3">
            <a:extLst>
              <a:ext uri="{FF2B5EF4-FFF2-40B4-BE49-F238E27FC236}">
                <a16:creationId xmlns:a16="http://schemas.microsoft.com/office/drawing/2014/main" id="{E05FB9BC-F24A-4133-A75B-1865EC915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16113"/>
            <a:ext cx="80660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 startAt="2"/>
            </a:pPr>
            <a:r>
              <a:rPr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个结点、</a:t>
            </a:r>
            <a:r>
              <a:rPr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条支路的电路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独立的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方程数为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1,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即为树支的数目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;</a:t>
            </a:r>
          </a:p>
        </p:txBody>
      </p:sp>
      <p:grpSp>
        <p:nvGrpSpPr>
          <p:cNvPr id="34820" name="Group 11">
            <a:extLst>
              <a:ext uri="{FF2B5EF4-FFF2-40B4-BE49-F238E27FC236}">
                <a16:creationId xmlns:a16="http://schemas.microsoft.com/office/drawing/2014/main" id="{2773754A-881B-436D-AF42-31B9A6BDAD8A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981075"/>
            <a:ext cx="1644650" cy="850900"/>
            <a:chOff x="385" y="3022"/>
            <a:chExt cx="1036" cy="536"/>
          </a:xfrm>
        </p:grpSpPr>
        <p:pic>
          <p:nvPicPr>
            <p:cNvPr id="34822" name="Picture 12" descr="123">
              <a:extLst>
                <a:ext uri="{FF2B5EF4-FFF2-40B4-BE49-F238E27FC236}">
                  <a16:creationId xmlns:a16="http://schemas.microsoft.com/office/drawing/2014/main" id="{7A32635E-8DFC-48B6-9EE7-443515BEB7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3" name="Text Box 13">
              <a:extLst>
                <a:ext uri="{FF2B5EF4-FFF2-40B4-BE49-F238E27FC236}">
                  <a16:creationId xmlns:a16="http://schemas.microsoft.com/office/drawing/2014/main" id="{19EFB2C0-38EE-4B2F-A7AA-31857E5B0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结论</a:t>
              </a:r>
            </a:p>
          </p:txBody>
        </p:sp>
      </p:grpSp>
      <p:sp>
        <p:nvSpPr>
          <p:cNvPr id="34821" name="Text Box 17">
            <a:extLst>
              <a:ext uri="{FF2B5EF4-FFF2-40B4-BE49-F238E27FC236}">
                <a16:creationId xmlns:a16="http://schemas.microsoft.com/office/drawing/2014/main" id="{257D8173-DADE-4752-A5C8-D1E70100B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5888"/>
            <a:ext cx="5256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</a:t>
            </a:r>
            <a:r>
              <a:rPr kumimoji="1" lang="en-US" altLang="zh-CN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5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8" grpId="0"/>
      <p:bldP spid="25497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301FB3-A76B-481E-9EA2-4F13ADC757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00563" y="6346825"/>
            <a:ext cx="514350" cy="365125"/>
          </a:xfrm>
        </p:spPr>
        <p:txBody>
          <a:bodyPr/>
          <a:lstStyle/>
          <a:p>
            <a:pPr>
              <a:defRPr/>
            </a:pPr>
            <a:fld id="{616D1B0F-CF1A-48DF-BBD5-3F768747F9DD}" type="slidenum">
              <a:rPr lang="zh-CN" altLang="en-US" smtClean="0"/>
              <a:pPr>
                <a:defRPr/>
              </a:pPr>
              <a:t>13</a:t>
            </a:fld>
            <a:endParaRPr lang="en-US" altLang="zh-CN" dirty="0"/>
          </a:p>
        </p:txBody>
      </p:sp>
      <p:sp>
        <p:nvSpPr>
          <p:cNvPr id="35844" name="矩形 4">
            <a:extLst>
              <a:ext uri="{FF2B5EF4-FFF2-40B4-BE49-F238E27FC236}">
                <a16:creationId xmlns:a16="http://schemas.microsoft.com/office/drawing/2014/main" id="{92703DCF-718E-49D7-B0DE-43543663DCD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96913" y="796925"/>
            <a:ext cx="7315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对于含有</a:t>
            </a:r>
            <a:r>
              <a:rPr lang="en-US" altLang="zh-CN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zh-CN" altLang="en-US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个节点，</a:t>
            </a:r>
            <a:r>
              <a:rPr lang="en-US" altLang="zh-CN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条支路的电路，选定一个树，下列描述不正确的是（  ）</a:t>
            </a:r>
          </a:p>
        </p:txBody>
      </p:sp>
      <p:sp>
        <p:nvSpPr>
          <p:cNvPr id="35845" name="矩形 5">
            <a:extLst>
              <a:ext uri="{FF2B5EF4-FFF2-40B4-BE49-F238E27FC236}">
                <a16:creationId xmlns:a16="http://schemas.microsoft.com/office/drawing/2014/main" id="{216B20DC-46EA-4EF0-9D42-062344C73EC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77988" y="1916832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有与树枝数相等的</a:t>
            </a:r>
            <a:r>
              <a:rPr lang="en-US" altLang="zh-CN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n-1</a:t>
            </a:r>
            <a:r>
              <a:rPr lang="zh-CN" altLang="en-US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个独立的</a:t>
            </a:r>
            <a:r>
              <a:rPr lang="en-US" altLang="zh-CN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KCL</a:t>
            </a:r>
            <a:r>
              <a:rPr lang="zh-CN" altLang="en-US" sz="2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方程</a:t>
            </a:r>
          </a:p>
        </p:txBody>
      </p:sp>
      <p:sp>
        <p:nvSpPr>
          <p:cNvPr id="35846" name="矩形 6">
            <a:extLst>
              <a:ext uri="{FF2B5EF4-FFF2-40B4-BE49-F238E27FC236}">
                <a16:creationId xmlns:a16="http://schemas.microsoft.com/office/drawing/2014/main" id="{846A6746-3379-4B44-8D62-9E1CE38304E1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77988" y="2727747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独立回路一定是基本回路</a:t>
            </a:r>
          </a:p>
        </p:txBody>
      </p:sp>
      <p:sp>
        <p:nvSpPr>
          <p:cNvPr id="35847" name="矩形 7">
            <a:extLst>
              <a:ext uri="{FF2B5EF4-FFF2-40B4-BE49-F238E27FC236}">
                <a16:creationId xmlns:a16="http://schemas.microsoft.com/office/drawing/2014/main" id="{E8F3133D-E9A6-4930-8097-3E62F81E1F3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77988" y="3515271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独立回路数等于基本回路数，基本回路一定是独立回路</a:t>
            </a:r>
          </a:p>
        </p:txBody>
      </p:sp>
      <p:sp>
        <p:nvSpPr>
          <p:cNvPr id="35848" name="矩形 8">
            <a:extLst>
              <a:ext uri="{FF2B5EF4-FFF2-40B4-BE49-F238E27FC236}">
                <a16:creationId xmlns:a16="http://schemas.microsoft.com/office/drawing/2014/main" id="{50EFAE08-908E-48A1-81C8-020792AB7E18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677988" y="4230787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有与连枝数相等的</a:t>
            </a:r>
            <a:r>
              <a:rPr lang="en-US" altLang="zh-CN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b-n+1</a:t>
            </a:r>
            <a:r>
              <a:rPr lang="zh-CN" altLang="en-US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个独立的</a:t>
            </a:r>
            <a:r>
              <a:rPr lang="en-US" altLang="zh-CN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KVL</a:t>
            </a:r>
            <a:r>
              <a:rPr lang="zh-CN" altLang="en-US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方程</a:t>
            </a:r>
          </a:p>
        </p:txBody>
      </p:sp>
      <p:sp>
        <p:nvSpPr>
          <p:cNvPr id="35849" name="椭圆 9">
            <a:extLst>
              <a:ext uri="{FF2B5EF4-FFF2-40B4-BE49-F238E27FC236}">
                <a16:creationId xmlns:a16="http://schemas.microsoft.com/office/drawing/2014/main" id="{80115FBC-94EE-45F6-8C2B-98E71EC89CF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963613" y="1981125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endParaRPr lang="zh-CN" altLang="en-US" sz="1600" b="1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850" name="椭圆 10">
            <a:extLst>
              <a:ext uri="{FF2B5EF4-FFF2-40B4-BE49-F238E27FC236}">
                <a16:creationId xmlns:a16="http://schemas.microsoft.com/office/drawing/2014/main" id="{F2156442-C896-4B33-9BB8-BFC3526D7E4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963613" y="2792040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endParaRPr lang="zh-CN" altLang="en-US" sz="1600" b="1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851" name="椭圆 11">
            <a:extLst>
              <a:ext uri="{FF2B5EF4-FFF2-40B4-BE49-F238E27FC236}">
                <a16:creationId xmlns:a16="http://schemas.microsoft.com/office/drawing/2014/main" id="{FB6F8B11-41E0-4C0B-A74F-7597FD5AB61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963613" y="3579564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endParaRPr lang="zh-CN" altLang="en-US" sz="1600" b="1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852" name="椭圆 12">
            <a:extLst>
              <a:ext uri="{FF2B5EF4-FFF2-40B4-BE49-F238E27FC236}">
                <a16:creationId xmlns:a16="http://schemas.microsoft.com/office/drawing/2014/main" id="{82153D71-8F1E-48B1-AA76-C138846B602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963613" y="4295080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</a:t>
            </a:r>
            <a:endParaRPr lang="zh-CN" altLang="en-US" sz="1600" b="1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853" name="矩形: 圆角 13">
            <a:extLst>
              <a:ext uri="{FF2B5EF4-FFF2-40B4-BE49-F238E27FC236}">
                <a16:creationId xmlns:a16="http://schemas.microsoft.com/office/drawing/2014/main" id="{D8F0647D-4ADF-40CC-8D66-802EAF353273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27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</a:rPr>
              <a:t>提交</a:t>
            </a:r>
          </a:p>
        </p:txBody>
      </p:sp>
      <p:sp>
        <p:nvSpPr>
          <p:cNvPr id="35855" name="矩形 17">
            <a:extLst>
              <a:ext uri="{FF2B5EF4-FFF2-40B4-BE49-F238E27FC236}">
                <a16:creationId xmlns:a16="http://schemas.microsoft.com/office/drawing/2014/main" id="{C4E315BE-9AE7-478F-9172-3BEEE56925A7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692275" y="4946303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基本回路是单连枝回路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E817176-037E-4D8C-8A83-C1A895607061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944068" y="4930874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A416466-A3D2-4FF5-A7CA-B1A43E734FB5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7BB60304-30E6-409A-93AB-E050127EB26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857" name="ColorBlock">
              <a:extLst>
                <a:ext uri="{FF2B5EF4-FFF2-40B4-BE49-F238E27FC236}">
                  <a16:creationId xmlns:a16="http://schemas.microsoft.com/office/drawing/2014/main" id="{123EFA52-9C71-426B-A89C-D9C385938D43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58" name="TypeText">
              <a:extLst>
                <a:ext uri="{FF2B5EF4-FFF2-40B4-BE49-F238E27FC236}">
                  <a16:creationId xmlns:a16="http://schemas.microsoft.com/office/drawing/2014/main" id="{C3ED6C79-625E-4D0A-B42E-9C036AC7F18B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54000" y="0"/>
              <a:ext cx="1270000" cy="63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 b="1">
                  <a:solidFill>
                    <a:srgbClr val="000000"/>
                  </a:solidFill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2539E870-F297-45D8-AC28-513450E03C1F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4318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292FE0D-D897-49C2-9DD6-84939746E8F3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11" name="Text Box 31">
            <a:extLst>
              <a:ext uri="{FF2B5EF4-FFF2-40B4-BE49-F238E27FC236}">
                <a16:creationId xmlns:a16="http://schemas.microsoft.com/office/drawing/2014/main" id="{E76F02BB-EC93-426C-B1C6-F00E112F0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08050"/>
            <a:ext cx="48244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800000"/>
              </a:buClr>
              <a:buSzPct val="80000"/>
              <a:buFont typeface="Wingdings" panose="05000000000000000000" pitchFamily="2" charset="2"/>
              <a:buChar char="u"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线性电路的一般分析方法 </a:t>
            </a:r>
            <a:endParaRPr kumimoji="1" lang="zh-CN" altLang="en-US" sz="280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312" name="Text Box 32">
            <a:extLst>
              <a:ext uri="{FF2B5EF4-FFF2-40B4-BE49-F238E27FC236}">
                <a16:creationId xmlns:a16="http://schemas.microsoft.com/office/drawing/2014/main" id="{6D34453D-1E6F-44E7-935F-B1A4CC498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1412875"/>
            <a:ext cx="7200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普遍性：对任何线性电路都适用。</a:t>
            </a:r>
            <a:endParaRPr kumimoji="1" lang="zh-CN" altLang="en-US" sz="2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313" name="Text Box 33">
            <a:extLst>
              <a:ext uri="{FF2B5EF4-FFF2-40B4-BE49-F238E27FC236}">
                <a16:creationId xmlns:a16="http://schemas.microsoft.com/office/drawing/2014/main" id="{EDC8BBFE-BB89-45A1-A854-644E2EFB2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4148138"/>
            <a:ext cx="8526463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复杂电路的一般分析法就是根据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及元件电压和电流关系列方程、解方程。根据列方程时所选</a:t>
            </a:r>
            <a:r>
              <a:rPr kumimoji="1" lang="zh-CN" altLang="en-US" sz="2800" b="1" u="sng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变量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的不同可分为</a:t>
            </a:r>
            <a:r>
              <a:rPr kumimoji="1" lang="zh-CN" altLang="en-US" sz="2800" b="1" u="sng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zh-CN" altLang="en-US" sz="2800" b="1" u="sng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zh-CN" altLang="en-US" sz="2800" b="1" u="sng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节点电压法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kumimoji="1" lang="zh-CN" altLang="en-US" sz="2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314" name="Text Box 34">
            <a:extLst>
              <a:ext uri="{FF2B5EF4-FFF2-40B4-BE49-F238E27FC236}">
                <a16:creationId xmlns:a16="http://schemas.microsoft.com/office/drawing/2014/main" id="{4CAB72A8-3D27-4BED-9C50-D0B101992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3644900"/>
            <a:ext cx="705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元件的电压、电流关系特性。</a:t>
            </a:r>
          </a:p>
        </p:txBody>
      </p:sp>
      <p:sp>
        <p:nvSpPr>
          <p:cNvPr id="97315" name="Text Box 35">
            <a:extLst>
              <a:ext uri="{FF2B5EF4-FFF2-40B4-BE49-F238E27FC236}">
                <a16:creationId xmlns:a16="http://schemas.microsoft.com/office/drawing/2014/main" id="{AE1BFBDD-657C-4A3B-9322-A7040D268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3068638"/>
            <a:ext cx="73453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电路的连接关系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定律。</a:t>
            </a:r>
          </a:p>
        </p:txBody>
      </p:sp>
      <p:sp>
        <p:nvSpPr>
          <p:cNvPr id="97316" name="Text Box 36">
            <a:extLst>
              <a:ext uri="{FF2B5EF4-FFF2-40B4-BE49-F238E27FC236}">
                <a16:creationId xmlns:a16="http://schemas.microsoft.com/office/drawing/2014/main" id="{4096483A-D716-462F-AAED-C3F361DE2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" y="2492375"/>
            <a:ext cx="2736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800000"/>
              </a:buClr>
              <a:buSzPct val="80000"/>
              <a:buFont typeface="Wingdings" panose="05000000000000000000" pitchFamily="2" charset="2"/>
              <a:buChar char="u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方法的基础</a:t>
            </a:r>
          </a:p>
        </p:txBody>
      </p:sp>
      <p:sp>
        <p:nvSpPr>
          <p:cNvPr id="97317" name="Text Box 37">
            <a:extLst>
              <a:ext uri="{FF2B5EF4-FFF2-40B4-BE49-F238E27FC236}">
                <a16:creationId xmlns:a16="http://schemas.microsoft.com/office/drawing/2014/main" id="{248D68D2-BD3C-453D-8F50-E8B54048D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1901825"/>
            <a:ext cx="6481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00000"/>
              </a:buClr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系统性：计算方法有规律可循。</a:t>
            </a:r>
            <a:endParaRPr kumimoji="1" lang="zh-CN" altLang="en-US" sz="2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97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7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7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"/>
                                        <p:tgtEl>
                                          <p:spTgt spid="9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"/>
                                        <p:tgtEl>
                                          <p:spTgt spid="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"/>
                                        <p:tgtEl>
                                          <p:spTgt spid="97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11" grpId="0"/>
      <p:bldP spid="97312" grpId="0" autoUpdateAnimBg="0"/>
      <p:bldP spid="97313" grpId="0" autoUpdateAnimBg="0"/>
      <p:bldP spid="97314" grpId="0" autoUpdateAnimBg="0"/>
      <p:bldP spid="97315" grpId="0" autoUpdateAnimBg="0"/>
      <p:bldP spid="97316" grpId="0"/>
      <p:bldP spid="9731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2">
            <a:extLst>
              <a:ext uri="{FF2B5EF4-FFF2-40B4-BE49-F238E27FC236}">
                <a16:creationId xmlns:a16="http://schemas.microsoft.com/office/drawing/2014/main" id="{10374DD3-2631-4560-AF65-C70F8A79B4E9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8027988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§3-3</a:t>
            </a:r>
            <a:r>
              <a:rPr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支路电流法（又称支路分析法）</a:t>
            </a:r>
          </a:p>
        </p:txBody>
      </p:sp>
      <p:sp>
        <p:nvSpPr>
          <p:cNvPr id="37891" name="Text Box 35">
            <a:extLst>
              <a:ext uri="{FF2B5EF4-FFF2-40B4-BE49-F238E27FC236}">
                <a16:creationId xmlns:a16="http://schemas.microsoft.com/office/drawing/2014/main" id="{59BA3923-BC90-47D4-8A1B-5FB2244C3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2060848"/>
            <a:ext cx="8137525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对于有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个节点、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条支路的电路，要求解支路电流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未知量共有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个。只要列出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个独立的电路方程，便可以求解这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个变量。</a:t>
            </a:r>
            <a:endParaRPr kumimoji="1"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892" name="Text Box 36">
            <a:extLst>
              <a:ext uri="{FF2B5EF4-FFF2-40B4-BE49-F238E27FC236}">
                <a16:creationId xmlns:a16="http://schemas.microsoft.com/office/drawing/2014/main" id="{6D894DF1-9A7C-44DD-B3B7-DE0D4507D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25538"/>
            <a:ext cx="2952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</a:t>
            </a:r>
          </a:p>
        </p:txBody>
      </p:sp>
      <p:sp>
        <p:nvSpPr>
          <p:cNvPr id="37893" name="AutoShape 37">
            <a:extLst>
              <a:ext uri="{FF2B5EF4-FFF2-40B4-BE49-F238E27FC236}">
                <a16:creationId xmlns:a16="http://schemas.microsoft.com/office/drawing/2014/main" id="{AA8F6B3F-76E5-41F8-AA74-FA51208AD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1412875"/>
            <a:ext cx="576263" cy="71438"/>
          </a:xfrm>
          <a:prstGeom prst="rightArrow">
            <a:avLst>
              <a:gd name="adj1" fmla="val 50000"/>
              <a:gd name="adj2" fmla="val 201665"/>
            </a:avLst>
          </a:prstGeom>
          <a:solidFill>
            <a:srgbClr val="0099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894" name="Text Box 38">
            <a:extLst>
              <a:ext uri="{FF2B5EF4-FFF2-40B4-BE49-F238E27FC236}">
                <a16:creationId xmlns:a16="http://schemas.microsoft.com/office/drawing/2014/main" id="{1F23932F-2CB9-4272-BC17-70EDB4B5E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538420"/>
            <a:ext cx="3816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独立方程的列写</a:t>
            </a:r>
          </a:p>
        </p:txBody>
      </p:sp>
      <p:sp>
        <p:nvSpPr>
          <p:cNvPr id="37895" name="Rectangle 39">
            <a:extLst>
              <a:ext uri="{FF2B5EF4-FFF2-40B4-BE49-F238E27FC236}">
                <a16:creationId xmlns:a16="http://schemas.microsoft.com/office/drawing/2014/main" id="{BFCE56AE-D481-4C16-A3FD-562930B15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981075"/>
            <a:ext cx="5184775" cy="95064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以各支路电流 </a:t>
            </a:r>
            <a:r>
              <a:rPr kumimoji="1" lang="en-US" altLang="zh-CN" sz="2400" b="1" i="1" dirty="0" err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 err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为未知量列写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方程分析电路的方法。</a:t>
            </a:r>
          </a:p>
        </p:txBody>
      </p:sp>
      <p:sp>
        <p:nvSpPr>
          <p:cNvPr id="37896" name="Rectangle 40">
            <a:extLst>
              <a:ext uri="{FF2B5EF4-FFF2-40B4-BE49-F238E27FC236}">
                <a16:creationId xmlns:a16="http://schemas.microsoft.com/office/drawing/2014/main" id="{4728CB07-CAB2-4691-A90D-D255BC44F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043245"/>
            <a:ext cx="7920037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从电路的 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个节点中，列写以支路电流</a:t>
            </a:r>
            <a:r>
              <a:rPr kumimoji="1" lang="en-US" altLang="zh-CN" sz="3200" b="1" i="1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200" b="1" baseline="-2500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表示的任意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个节点的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37897" name="Rectangle 41">
            <a:extLst>
              <a:ext uri="{FF2B5EF4-FFF2-40B4-BE49-F238E27FC236}">
                <a16:creationId xmlns:a16="http://schemas.microsoft.com/office/drawing/2014/main" id="{18177207-71E1-4D86-BEC9-4BF2608FD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267207"/>
            <a:ext cx="7632700" cy="1068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选择基本回路列写以</a:t>
            </a:r>
            <a:r>
              <a:rPr kumimoji="1" lang="en-US" altLang="zh-CN" sz="3600" b="1" i="1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="1" baseline="-2500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-(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-1)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方程。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44C8F06F-2563-47FE-BEC5-30E48B376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5175"/>
            <a:ext cx="8748713" cy="97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支路法列写的是 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 所以方程列写方便、直观，但方程数较多，宜于在支路数不多的情况下使用。</a:t>
            </a:r>
          </a:p>
        </p:txBody>
      </p:sp>
      <p:sp>
        <p:nvSpPr>
          <p:cNvPr id="314371" name="Text Box 3">
            <a:extLst>
              <a:ext uri="{FF2B5EF4-FFF2-40B4-BE49-F238E27FC236}">
                <a16:creationId xmlns:a16="http://schemas.microsoft.com/office/drawing/2014/main" id="{19B2C1D5-F668-4B88-9629-3B0DA0FD1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16113"/>
            <a:ext cx="1152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</a:t>
            </a:r>
          </a:p>
        </p:txBody>
      </p:sp>
      <p:sp>
        <p:nvSpPr>
          <p:cNvPr id="314372" name="Text Box 4">
            <a:extLst>
              <a:ext uri="{FF2B5EF4-FFF2-40B4-BE49-F238E27FC236}">
                <a16:creationId xmlns:a16="http://schemas.microsoft.com/office/drawing/2014/main" id="{EBEB3347-2359-4906-AA67-9ABC02E5B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916113"/>
            <a:ext cx="7273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求各支路电流及各电压源发出的功率。</a:t>
            </a:r>
          </a:p>
        </p:txBody>
      </p:sp>
      <p:grpSp>
        <p:nvGrpSpPr>
          <p:cNvPr id="314373" name="Group 5">
            <a:extLst>
              <a:ext uri="{FF2B5EF4-FFF2-40B4-BE49-F238E27FC236}">
                <a16:creationId xmlns:a16="http://schemas.microsoft.com/office/drawing/2014/main" id="{CDFFF1B1-B356-4958-B2A8-9F27BC700E16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3284538"/>
            <a:ext cx="360363" cy="936625"/>
            <a:chOff x="2952" y="2232"/>
            <a:chExt cx="384" cy="996"/>
          </a:xfrm>
        </p:grpSpPr>
        <p:sp>
          <p:nvSpPr>
            <p:cNvPr id="38959" name="Oval 6">
              <a:extLst>
                <a:ext uri="{FF2B5EF4-FFF2-40B4-BE49-F238E27FC236}">
                  <a16:creationId xmlns:a16="http://schemas.microsoft.com/office/drawing/2014/main" id="{03A51E9C-0272-496A-A2A6-D4C0E64B3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60" name="Text Box 7">
              <a:extLst>
                <a:ext uri="{FF2B5EF4-FFF2-40B4-BE49-F238E27FC236}">
                  <a16:creationId xmlns:a16="http://schemas.microsoft.com/office/drawing/2014/main" id="{E55FCAE3-3236-4E0E-B236-2444B41AB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6"/>
              <a:ext cx="264" cy="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61" name="Line 8">
              <a:extLst>
                <a:ext uri="{FF2B5EF4-FFF2-40B4-BE49-F238E27FC236}">
                  <a16:creationId xmlns:a16="http://schemas.microsoft.com/office/drawing/2014/main" id="{F2376159-F1E2-44BB-BD34-9BB146ACAA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4377" name="Group 9">
            <a:extLst>
              <a:ext uri="{FF2B5EF4-FFF2-40B4-BE49-F238E27FC236}">
                <a16:creationId xmlns:a16="http://schemas.microsoft.com/office/drawing/2014/main" id="{F9A6556F-B347-4836-8C02-FE8ADA409301}"/>
              </a:ext>
            </a:extLst>
          </p:cNvPr>
          <p:cNvGrpSpPr>
            <a:grpSpLocks/>
          </p:cNvGrpSpPr>
          <p:nvPr/>
        </p:nvGrpSpPr>
        <p:grpSpPr bwMode="auto">
          <a:xfrm>
            <a:off x="2771775" y="3355975"/>
            <a:ext cx="431800" cy="792163"/>
            <a:chOff x="2952" y="2232"/>
            <a:chExt cx="384" cy="996"/>
          </a:xfrm>
        </p:grpSpPr>
        <p:sp>
          <p:nvSpPr>
            <p:cNvPr id="38956" name="Oval 10">
              <a:extLst>
                <a:ext uri="{FF2B5EF4-FFF2-40B4-BE49-F238E27FC236}">
                  <a16:creationId xmlns:a16="http://schemas.microsoft.com/office/drawing/2014/main" id="{EBEE8D1E-877B-4778-A622-FAE0656DB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57" name="Text Box 11">
              <a:extLst>
                <a:ext uri="{FF2B5EF4-FFF2-40B4-BE49-F238E27FC236}">
                  <a16:creationId xmlns:a16="http://schemas.microsoft.com/office/drawing/2014/main" id="{3827D21A-E854-442C-9AAD-066921024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7"/>
              <a:ext cx="264" cy="6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958" name="Line 12">
              <a:extLst>
                <a:ext uri="{FF2B5EF4-FFF2-40B4-BE49-F238E27FC236}">
                  <a16:creationId xmlns:a16="http://schemas.microsoft.com/office/drawing/2014/main" id="{6377EAE8-0089-4DE7-B86A-D5D4BA0B6A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4381" name="Text Box 13">
            <a:extLst>
              <a:ext uri="{FF2B5EF4-FFF2-40B4-BE49-F238E27FC236}">
                <a16:creationId xmlns:a16="http://schemas.microsoft.com/office/drawing/2014/main" id="{861D71A0-7124-42BA-B94A-3E682042F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2563813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314382" name="Text Box 14">
            <a:extLst>
              <a:ext uri="{FF2B5EF4-FFF2-40B4-BE49-F238E27FC236}">
                <a16:creationId xmlns:a16="http://schemas.microsoft.com/office/drawing/2014/main" id="{0EB2355A-CF2E-4B1C-94DF-E69FEC937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2563813"/>
            <a:ext cx="3960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n–1=1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314383" name="Text Box 15">
            <a:extLst>
              <a:ext uri="{FF2B5EF4-FFF2-40B4-BE49-F238E27FC236}">
                <a16:creationId xmlns:a16="http://schemas.microsoft.com/office/drawing/2014/main" id="{9FEB8566-B05F-4E4C-80AF-5F63B03EF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068638"/>
            <a:ext cx="4032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14384" name="Text Box 16">
            <a:extLst>
              <a:ext uri="{FF2B5EF4-FFF2-40B4-BE49-F238E27FC236}">
                <a16:creationId xmlns:a16="http://schemas.microsoft.com/office/drawing/2014/main" id="{D1F7A162-6755-4235-98EE-78B45E45E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44900"/>
            <a:ext cx="4643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–( 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–1)=2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314385" name="Text Box 17">
            <a:extLst>
              <a:ext uri="{FF2B5EF4-FFF2-40B4-BE49-F238E27FC236}">
                <a16:creationId xmlns:a16="http://schemas.microsoft.com/office/drawing/2014/main" id="{72601019-5093-4F0C-8DC6-02FA42B8F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4724400"/>
            <a:ext cx="2520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  <a:endParaRPr kumimoji="1" lang="en-US" altLang="zh-CN" baseline="-250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386" name="Text Box 18">
            <a:extLst>
              <a:ext uri="{FF2B5EF4-FFF2-40B4-BE49-F238E27FC236}">
                <a16:creationId xmlns:a16="http://schemas.microsoft.com/office/drawing/2014/main" id="{5952F0AE-7A29-43BB-80DD-537E82209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4149725"/>
            <a:ext cx="3384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=70-6=64</a:t>
            </a:r>
            <a:endParaRPr kumimoji="1" lang="en-US" altLang="zh-CN" baseline="-250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387" name="AutoShape 19">
            <a:extLst>
              <a:ext uri="{FF2B5EF4-FFF2-40B4-BE49-F238E27FC236}">
                <a16:creationId xmlns:a16="http://schemas.microsoft.com/office/drawing/2014/main" id="{71F821E2-DBA8-40A2-900C-991A9F20A238}"/>
              </a:ext>
            </a:extLst>
          </p:cNvPr>
          <p:cNvSpPr>
            <a:spLocks/>
          </p:cNvSpPr>
          <p:nvPr/>
        </p:nvSpPr>
        <p:spPr bwMode="auto">
          <a:xfrm>
            <a:off x="4572000" y="4219575"/>
            <a:ext cx="287338" cy="1079500"/>
          </a:xfrm>
          <a:prstGeom prst="leftBrace">
            <a:avLst>
              <a:gd name="adj1" fmla="val 31307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388" name="Text Box 20">
            <a:extLst>
              <a:ext uri="{FF2B5EF4-FFF2-40B4-BE49-F238E27FC236}">
                <a16:creationId xmlns:a16="http://schemas.microsoft.com/office/drawing/2014/main" id="{E629A906-C621-4A43-B9AF-C9A05AF14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445125"/>
            <a:ext cx="3024188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=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endParaRPr kumimoji="1" lang="en-US" altLang="zh-CN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14389" name="Group 21">
            <a:extLst>
              <a:ext uri="{FF2B5EF4-FFF2-40B4-BE49-F238E27FC236}">
                <a16:creationId xmlns:a16="http://schemas.microsoft.com/office/drawing/2014/main" id="{C5C1005A-1189-44DE-BB47-F66D490DC21F}"/>
              </a:ext>
            </a:extLst>
          </p:cNvPr>
          <p:cNvGrpSpPr>
            <a:grpSpLocks/>
          </p:cNvGrpSpPr>
          <p:nvPr/>
        </p:nvGrpSpPr>
        <p:grpSpPr bwMode="auto">
          <a:xfrm>
            <a:off x="39688" y="2563813"/>
            <a:ext cx="4819650" cy="2957512"/>
            <a:chOff x="385" y="2568"/>
            <a:chExt cx="3036" cy="1863"/>
          </a:xfrm>
        </p:grpSpPr>
        <p:sp>
          <p:nvSpPr>
            <p:cNvPr id="38929" name="Oval 22">
              <a:extLst>
                <a:ext uri="{FF2B5EF4-FFF2-40B4-BE49-F238E27FC236}">
                  <a16:creationId xmlns:a16="http://schemas.microsoft.com/office/drawing/2014/main" id="{7DE80F03-980C-47FE-B657-A97D0288A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30" name="Oval 23">
              <a:extLst>
                <a:ext uri="{FF2B5EF4-FFF2-40B4-BE49-F238E27FC236}">
                  <a16:creationId xmlns:a16="http://schemas.microsoft.com/office/drawing/2014/main" id="{DD66D442-1013-433A-ABBE-8E8202451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31" name="Text Box 24">
              <a:extLst>
                <a:ext uri="{FF2B5EF4-FFF2-40B4-BE49-F238E27FC236}">
                  <a16:creationId xmlns:a16="http://schemas.microsoft.com/office/drawing/2014/main" id="{6784272E-5B97-47F2-89EE-D2A504E2A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566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70V</a:t>
              </a:r>
            </a:p>
          </p:txBody>
        </p:sp>
        <p:sp>
          <p:nvSpPr>
            <p:cNvPr id="38932" name="Text Box 25">
              <a:extLst>
                <a:ext uri="{FF2B5EF4-FFF2-40B4-BE49-F238E27FC236}">
                  <a16:creationId xmlns:a16="http://schemas.microsoft.com/office/drawing/2014/main" id="{66F2ADB2-9038-44BE-AE21-83842FF71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" y="3566"/>
              <a:ext cx="6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6V</a:t>
              </a:r>
            </a:p>
          </p:txBody>
        </p:sp>
        <p:sp>
          <p:nvSpPr>
            <p:cNvPr id="38933" name="Text Box 26">
              <a:extLst>
                <a:ext uri="{FF2B5EF4-FFF2-40B4-BE49-F238E27FC236}">
                  <a16:creationId xmlns:a16="http://schemas.microsoft.com/office/drawing/2014/main" id="{BF8C8073-5737-40D6-9F9D-EB19B1DB71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8934" name="Text Box 27">
              <a:extLst>
                <a:ext uri="{FF2B5EF4-FFF2-40B4-BE49-F238E27FC236}">
                  <a16:creationId xmlns:a16="http://schemas.microsoft.com/office/drawing/2014/main" id="{B18B29C5-4EDF-4C02-B2C6-C144FCCE4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4101"/>
              <a:ext cx="23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8935" name="Text Box 28">
              <a:extLst>
                <a:ext uri="{FF2B5EF4-FFF2-40B4-BE49-F238E27FC236}">
                  <a16:creationId xmlns:a16="http://schemas.microsoft.com/office/drawing/2014/main" id="{6169D21D-346B-446D-8BB4-3F01A6036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568"/>
              <a:ext cx="215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8936" name="Text Box 29">
              <a:extLst>
                <a:ext uri="{FF2B5EF4-FFF2-40B4-BE49-F238E27FC236}">
                  <a16:creationId xmlns:a16="http://schemas.microsoft.com/office/drawing/2014/main" id="{6D5D4FE7-2DAE-4280-8BC8-4292E0E48E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8937" name="Text Box 30">
              <a:extLst>
                <a:ext uri="{FF2B5EF4-FFF2-40B4-BE49-F238E27FC236}">
                  <a16:creationId xmlns:a16="http://schemas.microsoft.com/office/drawing/2014/main" id="{5537CCB7-1A2A-4F9C-B382-5EABB87D0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3793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38938" name="Text Box 31">
              <a:extLst>
                <a:ext uri="{FF2B5EF4-FFF2-40B4-BE49-F238E27FC236}">
                  <a16:creationId xmlns:a16="http://schemas.microsoft.com/office/drawing/2014/main" id="{EBEA7216-EBC5-4574-8DBC-9C9374BC3A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8939" name="Text Box 32">
              <a:extLst>
                <a:ext uri="{FF2B5EF4-FFF2-40B4-BE49-F238E27FC236}">
                  <a16:creationId xmlns:a16="http://schemas.microsoft.com/office/drawing/2014/main" id="{8B3029F5-0F9D-4923-96DB-C68DFD3A1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3838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38940" name="Group 33">
              <a:extLst>
                <a:ext uri="{FF2B5EF4-FFF2-40B4-BE49-F238E27FC236}">
                  <a16:creationId xmlns:a16="http://schemas.microsoft.com/office/drawing/2014/main" id="{D809C800-8637-46E2-9130-66A60F155B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2931"/>
              <a:ext cx="280" cy="327"/>
              <a:chOff x="612" y="588"/>
              <a:chExt cx="280" cy="327"/>
            </a:xfrm>
          </p:grpSpPr>
          <p:sp>
            <p:nvSpPr>
              <p:cNvPr id="38954" name="Line 34">
                <a:extLst>
                  <a:ext uri="{FF2B5EF4-FFF2-40B4-BE49-F238E27FC236}">
                    <a16:creationId xmlns:a16="http://schemas.microsoft.com/office/drawing/2014/main" id="{A1E3ED80-248F-40F1-AC8E-60C9EF15E7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5" name="Text Box 35">
                <a:extLst>
                  <a:ext uri="{FF2B5EF4-FFF2-40B4-BE49-F238E27FC236}">
                    <a16:creationId xmlns:a16="http://schemas.microsoft.com/office/drawing/2014/main" id="{63226823-D3C3-4807-88A9-811F318A7E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8941" name="Group 36">
              <a:extLst>
                <a:ext uri="{FF2B5EF4-FFF2-40B4-BE49-F238E27FC236}">
                  <a16:creationId xmlns:a16="http://schemas.microsoft.com/office/drawing/2014/main" id="{7D323CA1-75FE-4DA6-9447-AE86A0B431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3" y="2886"/>
              <a:ext cx="377" cy="327"/>
              <a:chOff x="2839" y="174"/>
              <a:chExt cx="377" cy="327"/>
            </a:xfrm>
          </p:grpSpPr>
          <p:sp>
            <p:nvSpPr>
              <p:cNvPr id="38952" name="Line 37">
                <a:extLst>
                  <a:ext uri="{FF2B5EF4-FFF2-40B4-BE49-F238E27FC236}">
                    <a16:creationId xmlns:a16="http://schemas.microsoft.com/office/drawing/2014/main" id="{2E17E11D-468E-46FD-8CE8-3FD355E93B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3" name="Text Box 38">
                <a:extLst>
                  <a:ext uri="{FF2B5EF4-FFF2-40B4-BE49-F238E27FC236}">
                    <a16:creationId xmlns:a16="http://schemas.microsoft.com/office/drawing/2014/main" id="{768C80AC-4A74-4413-A5D8-C5E512C5CF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3" y="174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8942" name="Group 39">
              <a:extLst>
                <a:ext uri="{FF2B5EF4-FFF2-40B4-BE49-F238E27FC236}">
                  <a16:creationId xmlns:a16="http://schemas.microsoft.com/office/drawing/2014/main" id="{C940CBB6-9010-4A53-920E-840893C6C3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2976"/>
              <a:ext cx="280" cy="327"/>
              <a:chOff x="612" y="588"/>
              <a:chExt cx="280" cy="327"/>
            </a:xfrm>
          </p:grpSpPr>
          <p:sp>
            <p:nvSpPr>
              <p:cNvPr id="38950" name="Line 40">
                <a:extLst>
                  <a:ext uri="{FF2B5EF4-FFF2-40B4-BE49-F238E27FC236}">
                    <a16:creationId xmlns:a16="http://schemas.microsoft.com/office/drawing/2014/main" id="{C32D3C30-29F9-4CCC-879D-54C86DC9AA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1" name="Text Box 41">
                <a:extLst>
                  <a:ext uri="{FF2B5EF4-FFF2-40B4-BE49-F238E27FC236}">
                    <a16:creationId xmlns:a16="http://schemas.microsoft.com/office/drawing/2014/main" id="{25928135-A654-4D08-AE90-FBB6BA6060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8943" name="Text Box 42">
              <a:extLst>
                <a:ext uri="{FF2B5EF4-FFF2-40B4-BE49-F238E27FC236}">
                  <a16:creationId xmlns:a16="http://schemas.microsoft.com/office/drawing/2014/main" id="{59FC5896-F27F-4204-880F-BC5E019E1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02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8944" name="Text Box 43">
              <a:extLst>
                <a:ext uri="{FF2B5EF4-FFF2-40B4-BE49-F238E27FC236}">
                  <a16:creationId xmlns:a16="http://schemas.microsoft.com/office/drawing/2014/main" id="{D59C97DD-56DE-4B91-A46E-76FBC2FB7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976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8945" name="Rectangle 44">
              <a:extLst>
                <a:ext uri="{FF2B5EF4-FFF2-40B4-BE49-F238E27FC236}">
                  <a16:creationId xmlns:a16="http://schemas.microsoft.com/office/drawing/2014/main" id="{9E21747B-C25A-4934-A254-53251D47E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2886"/>
              <a:ext cx="1542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46" name="Line 45">
              <a:extLst>
                <a:ext uri="{FF2B5EF4-FFF2-40B4-BE49-F238E27FC236}">
                  <a16:creationId xmlns:a16="http://schemas.microsoft.com/office/drawing/2014/main" id="{EAE5DA6D-D19F-4286-8782-7579C18365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288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7" name="Rectangle 46">
              <a:extLst>
                <a:ext uri="{FF2B5EF4-FFF2-40B4-BE49-F238E27FC236}">
                  <a16:creationId xmlns:a16="http://schemas.microsoft.com/office/drawing/2014/main" id="{FD371D3B-4AFA-40F7-ACBD-F79FCEC83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306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48" name="Rectangle 47">
              <a:extLst>
                <a:ext uri="{FF2B5EF4-FFF2-40B4-BE49-F238E27FC236}">
                  <a16:creationId xmlns:a16="http://schemas.microsoft.com/office/drawing/2014/main" id="{F48A19B9-9AE2-4415-B7F9-C22CF1F96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02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49" name="Rectangle 48">
              <a:extLst>
                <a:ext uri="{FF2B5EF4-FFF2-40B4-BE49-F238E27FC236}">
                  <a16:creationId xmlns:a16="http://schemas.microsoft.com/office/drawing/2014/main" id="{691B7331-8746-4784-A25C-BD97F99B8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3294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14418" name="AutoShape 50">
            <a:extLst>
              <a:ext uri="{FF2B5EF4-FFF2-40B4-BE49-F238E27FC236}">
                <a16:creationId xmlns:a16="http://schemas.microsoft.com/office/drawing/2014/main" id="{13BCB8C3-E247-4A9B-BB53-6D59B444DB88}"/>
              </a:ext>
            </a:extLst>
          </p:cNvPr>
          <p:cNvSpPr>
            <a:spLocks/>
          </p:cNvSpPr>
          <p:nvPr/>
        </p:nvSpPr>
        <p:spPr bwMode="auto">
          <a:xfrm>
            <a:off x="8101013" y="4292600"/>
            <a:ext cx="287337" cy="936625"/>
          </a:xfrm>
          <a:prstGeom prst="rightBrace">
            <a:avLst>
              <a:gd name="adj1" fmla="val 27164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1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 decel="100000"/>
                                        <p:tgtEl>
                                          <p:spTgt spid="3143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3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1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1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70" decel="100000"/>
                                        <p:tgtEl>
                                          <p:spTgt spid="314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770" decel="100000"/>
                                        <p:tgtEl>
                                          <p:spTgt spid="31437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2" dur="770" fill="hold"/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4" dur="770" fill="hold"/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70" decel="100000"/>
                                        <p:tgtEl>
                                          <p:spTgt spid="314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770" decel="100000"/>
                                        <p:tgtEl>
                                          <p:spTgt spid="31437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2" dur="770" fill="hold"/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4" dur="770" fill="hold"/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1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31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14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314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/>
      <p:bldP spid="314372" grpId="0" autoUpdateAnimBg="0"/>
      <p:bldP spid="314381" grpId="0"/>
      <p:bldP spid="314382" grpId="0" autoUpdateAnimBg="0"/>
      <p:bldP spid="314383" grpId="0" autoUpdateAnimBg="0"/>
      <p:bldP spid="314384" grpId="0" autoUpdateAnimBg="0"/>
      <p:bldP spid="314385" grpId="0" autoUpdateAnimBg="0"/>
      <p:bldP spid="314386" grpId="0" autoUpdateAnimBg="0"/>
      <p:bldP spid="314388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5394" name="Object 2">
            <a:extLst>
              <a:ext uri="{FF2B5EF4-FFF2-40B4-BE49-F238E27FC236}">
                <a16:creationId xmlns:a16="http://schemas.microsoft.com/office/drawing/2014/main" id="{65B0E814-640B-494F-B391-52812F5880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1052513"/>
          <a:ext cx="29527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80" name="公式" r:id="rId3" imgW="1190732" imgH="200230" progId="Equation.3">
                  <p:embed/>
                </p:oleObj>
              </mc:Choice>
              <mc:Fallback>
                <p:oleObj name="公式" r:id="rId3" imgW="1190732" imgH="20023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052513"/>
                        <a:ext cx="29527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5" name="Object 3">
            <a:extLst>
              <a:ext uri="{FF2B5EF4-FFF2-40B4-BE49-F238E27FC236}">
                <a16:creationId xmlns:a16="http://schemas.microsoft.com/office/drawing/2014/main" id="{593A23BA-0D2A-41D2-882C-B2B2B1B05B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5025" y="1693863"/>
          <a:ext cx="36576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81" name="公式" r:id="rId5" imgW="1590460" imgH="218987" progId="Equation.3">
                  <p:embed/>
                </p:oleObj>
              </mc:Choice>
              <mc:Fallback>
                <p:oleObj name="公式" r:id="rId5" imgW="1590460" imgH="21898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1693863"/>
                        <a:ext cx="365760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6" name="Object 4">
            <a:extLst>
              <a:ext uri="{FF2B5EF4-FFF2-40B4-BE49-F238E27FC236}">
                <a16:creationId xmlns:a16="http://schemas.microsoft.com/office/drawing/2014/main" id="{077C3941-5690-427C-9BBF-A71A9566FA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5025" y="2341563"/>
          <a:ext cx="38322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82" name="公式" r:id="rId7" imgW="1667024" imgH="218987" progId="Equation.3">
                  <p:embed/>
                </p:oleObj>
              </mc:Choice>
              <mc:Fallback>
                <p:oleObj name="公式" r:id="rId7" imgW="1667024" imgH="21898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2341563"/>
                        <a:ext cx="38322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7" name="Object 5">
            <a:extLst>
              <a:ext uri="{FF2B5EF4-FFF2-40B4-BE49-F238E27FC236}">
                <a16:creationId xmlns:a16="http://schemas.microsoft.com/office/drawing/2014/main" id="{C7D488B4-CE79-4E5A-85E1-851A848DAF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5025" y="2989263"/>
          <a:ext cx="31686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83" name="公式" r:id="rId9" imgW="1419014" imgH="218987" progId="Equation.3">
                  <p:embed/>
                </p:oleObj>
              </mc:Choice>
              <mc:Fallback>
                <p:oleObj name="公式" r:id="rId9" imgW="1419014" imgH="21898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2989263"/>
                        <a:ext cx="316865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8" name="Object 6">
            <a:extLst>
              <a:ext uri="{FF2B5EF4-FFF2-40B4-BE49-F238E27FC236}">
                <a16:creationId xmlns:a16="http://schemas.microsoft.com/office/drawing/2014/main" id="{B65997D4-6623-4499-9266-D0457EC7F8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3789363"/>
          <a:ext cx="30257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84" name="公式" r:id="rId11" imgW="1390831" imgH="218987" progId="Equation.3">
                  <p:embed/>
                </p:oleObj>
              </mc:Choice>
              <mc:Fallback>
                <p:oleObj name="公式" r:id="rId11" imgW="1390831" imgH="21898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789363"/>
                        <a:ext cx="30257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43" name="Group 7">
            <a:extLst>
              <a:ext uri="{FF2B5EF4-FFF2-40B4-BE49-F238E27FC236}">
                <a16:creationId xmlns:a16="http://schemas.microsoft.com/office/drawing/2014/main" id="{CD22281F-AAA3-4B18-951F-2C39D8AD56CF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981075"/>
            <a:ext cx="4819650" cy="2952750"/>
            <a:chOff x="385" y="2568"/>
            <a:chExt cx="3036" cy="1860"/>
          </a:xfrm>
        </p:grpSpPr>
        <p:sp>
          <p:nvSpPr>
            <p:cNvPr id="39953" name="Oval 8">
              <a:extLst>
                <a:ext uri="{FF2B5EF4-FFF2-40B4-BE49-F238E27FC236}">
                  <a16:creationId xmlns:a16="http://schemas.microsoft.com/office/drawing/2014/main" id="{17503BF4-0579-4309-9A77-44342F37D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9954" name="Oval 9">
              <a:extLst>
                <a:ext uri="{FF2B5EF4-FFF2-40B4-BE49-F238E27FC236}">
                  <a16:creationId xmlns:a16="http://schemas.microsoft.com/office/drawing/2014/main" id="{47135752-FC83-4225-830B-8E4E03CA0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9955" name="Text Box 10">
              <a:extLst>
                <a:ext uri="{FF2B5EF4-FFF2-40B4-BE49-F238E27FC236}">
                  <a16:creationId xmlns:a16="http://schemas.microsoft.com/office/drawing/2014/main" id="{69586E70-514A-414E-9CE2-F5F8B62CAA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566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70V</a:t>
              </a:r>
            </a:p>
          </p:txBody>
        </p:sp>
        <p:sp>
          <p:nvSpPr>
            <p:cNvPr id="39956" name="Text Box 11">
              <a:extLst>
                <a:ext uri="{FF2B5EF4-FFF2-40B4-BE49-F238E27FC236}">
                  <a16:creationId xmlns:a16="http://schemas.microsoft.com/office/drawing/2014/main" id="{F53B4488-5304-4024-A13E-2B5CF60DB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" y="3566"/>
              <a:ext cx="6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6V</a:t>
              </a:r>
            </a:p>
          </p:txBody>
        </p:sp>
        <p:sp>
          <p:nvSpPr>
            <p:cNvPr id="39957" name="Text Box 12">
              <a:extLst>
                <a:ext uri="{FF2B5EF4-FFF2-40B4-BE49-F238E27FC236}">
                  <a16:creationId xmlns:a16="http://schemas.microsoft.com/office/drawing/2014/main" id="{6BC3436C-928B-4CBB-968D-11F2C8C92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9958" name="Text Box 13">
              <a:extLst>
                <a:ext uri="{FF2B5EF4-FFF2-40B4-BE49-F238E27FC236}">
                  <a16:creationId xmlns:a16="http://schemas.microsoft.com/office/drawing/2014/main" id="{34C33B61-06D4-4B11-82D9-BF88448D0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410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9959" name="Text Box 14">
              <a:extLst>
                <a:ext uri="{FF2B5EF4-FFF2-40B4-BE49-F238E27FC236}">
                  <a16:creationId xmlns:a16="http://schemas.microsoft.com/office/drawing/2014/main" id="{0CCAA073-0519-481C-8BC7-1D179B3C05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568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9960" name="Text Box 15">
              <a:extLst>
                <a:ext uri="{FF2B5EF4-FFF2-40B4-BE49-F238E27FC236}">
                  <a16:creationId xmlns:a16="http://schemas.microsoft.com/office/drawing/2014/main" id="{8BD949FC-A21A-4CF2-9813-B49B01058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9961" name="Text Box 16">
              <a:extLst>
                <a:ext uri="{FF2B5EF4-FFF2-40B4-BE49-F238E27FC236}">
                  <a16:creationId xmlns:a16="http://schemas.microsoft.com/office/drawing/2014/main" id="{EDC415E8-6CB6-46DA-8BF2-196CF783D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3793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39962" name="Text Box 17">
              <a:extLst>
                <a:ext uri="{FF2B5EF4-FFF2-40B4-BE49-F238E27FC236}">
                  <a16:creationId xmlns:a16="http://schemas.microsoft.com/office/drawing/2014/main" id="{3D0EC6D4-5709-4078-9172-65FC007BC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9963" name="Text Box 18">
              <a:extLst>
                <a:ext uri="{FF2B5EF4-FFF2-40B4-BE49-F238E27FC236}">
                  <a16:creationId xmlns:a16="http://schemas.microsoft.com/office/drawing/2014/main" id="{C803A567-8EFF-4167-8D35-C9C452D71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3838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39964" name="Group 19">
              <a:extLst>
                <a:ext uri="{FF2B5EF4-FFF2-40B4-BE49-F238E27FC236}">
                  <a16:creationId xmlns:a16="http://schemas.microsoft.com/office/drawing/2014/main" id="{C5E4E54E-A5DC-4522-8FBD-45A45534BA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2931"/>
              <a:ext cx="280" cy="327"/>
              <a:chOff x="612" y="588"/>
              <a:chExt cx="280" cy="327"/>
            </a:xfrm>
          </p:grpSpPr>
          <p:sp>
            <p:nvSpPr>
              <p:cNvPr id="39978" name="Line 20">
                <a:extLst>
                  <a:ext uri="{FF2B5EF4-FFF2-40B4-BE49-F238E27FC236}">
                    <a16:creationId xmlns:a16="http://schemas.microsoft.com/office/drawing/2014/main" id="{607274F0-2543-4C33-A155-A14604E0E9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9" name="Text Box 21">
                <a:extLst>
                  <a:ext uri="{FF2B5EF4-FFF2-40B4-BE49-F238E27FC236}">
                    <a16:creationId xmlns:a16="http://schemas.microsoft.com/office/drawing/2014/main" id="{DC171FB7-039E-4CF7-AEC3-1E5BB6F270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9965" name="Group 22">
              <a:extLst>
                <a:ext uri="{FF2B5EF4-FFF2-40B4-BE49-F238E27FC236}">
                  <a16:creationId xmlns:a16="http://schemas.microsoft.com/office/drawing/2014/main" id="{3049480D-A1B0-453A-ACF6-7D67125F12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3" y="2886"/>
              <a:ext cx="377" cy="327"/>
              <a:chOff x="2839" y="174"/>
              <a:chExt cx="377" cy="327"/>
            </a:xfrm>
          </p:grpSpPr>
          <p:sp>
            <p:nvSpPr>
              <p:cNvPr id="39976" name="Line 23">
                <a:extLst>
                  <a:ext uri="{FF2B5EF4-FFF2-40B4-BE49-F238E27FC236}">
                    <a16:creationId xmlns:a16="http://schemas.microsoft.com/office/drawing/2014/main" id="{F232366F-1ABB-4912-BACE-E5D3B5BAF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7" name="Text Box 24">
                <a:extLst>
                  <a:ext uri="{FF2B5EF4-FFF2-40B4-BE49-F238E27FC236}">
                    <a16:creationId xmlns:a16="http://schemas.microsoft.com/office/drawing/2014/main" id="{0E3E0194-0E4D-49F3-AC05-5CD636C72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3" y="174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9966" name="Group 25">
              <a:extLst>
                <a:ext uri="{FF2B5EF4-FFF2-40B4-BE49-F238E27FC236}">
                  <a16:creationId xmlns:a16="http://schemas.microsoft.com/office/drawing/2014/main" id="{043EE6F7-C05E-4CB9-A0FA-86EDE4B1AD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2976"/>
              <a:ext cx="280" cy="327"/>
              <a:chOff x="612" y="588"/>
              <a:chExt cx="280" cy="327"/>
            </a:xfrm>
          </p:grpSpPr>
          <p:sp>
            <p:nvSpPr>
              <p:cNvPr id="39974" name="Line 26">
                <a:extLst>
                  <a:ext uri="{FF2B5EF4-FFF2-40B4-BE49-F238E27FC236}">
                    <a16:creationId xmlns:a16="http://schemas.microsoft.com/office/drawing/2014/main" id="{E812781D-8D02-44D6-B761-045A6BB31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5" name="Text Box 27">
                <a:extLst>
                  <a:ext uri="{FF2B5EF4-FFF2-40B4-BE49-F238E27FC236}">
                    <a16:creationId xmlns:a16="http://schemas.microsoft.com/office/drawing/2014/main" id="{23AEDF74-A5CE-4A54-A61D-2B03DC3F2F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9967" name="Text Box 28">
              <a:extLst>
                <a:ext uri="{FF2B5EF4-FFF2-40B4-BE49-F238E27FC236}">
                  <a16:creationId xmlns:a16="http://schemas.microsoft.com/office/drawing/2014/main" id="{002956C8-5BDF-4F2A-8D5E-69E4D7301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02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9968" name="Text Box 29">
              <a:extLst>
                <a:ext uri="{FF2B5EF4-FFF2-40B4-BE49-F238E27FC236}">
                  <a16:creationId xmlns:a16="http://schemas.microsoft.com/office/drawing/2014/main" id="{20E1D4A7-EF55-470A-A92C-6743F6289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976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11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9969" name="Rectangle 30">
              <a:extLst>
                <a:ext uri="{FF2B5EF4-FFF2-40B4-BE49-F238E27FC236}">
                  <a16:creationId xmlns:a16="http://schemas.microsoft.com/office/drawing/2014/main" id="{72C44E13-5E8C-4FC9-9F6C-7A9699EB6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2886"/>
              <a:ext cx="1542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70" name="Line 31">
              <a:extLst>
                <a:ext uri="{FF2B5EF4-FFF2-40B4-BE49-F238E27FC236}">
                  <a16:creationId xmlns:a16="http://schemas.microsoft.com/office/drawing/2014/main" id="{BC37E75C-8E25-4B08-B1FD-F5BC023A8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288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1" name="Rectangle 32">
              <a:extLst>
                <a:ext uri="{FF2B5EF4-FFF2-40B4-BE49-F238E27FC236}">
                  <a16:creationId xmlns:a16="http://schemas.microsoft.com/office/drawing/2014/main" id="{863D1117-6BF6-4D84-A9F8-952D1862B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306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72" name="Rectangle 33">
              <a:extLst>
                <a:ext uri="{FF2B5EF4-FFF2-40B4-BE49-F238E27FC236}">
                  <a16:creationId xmlns:a16="http://schemas.microsoft.com/office/drawing/2014/main" id="{F8C2D9F8-9725-4D41-A27A-42069BFAD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022"/>
              <a:ext cx="127" cy="31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73" name="Rectangle 34">
              <a:extLst>
                <a:ext uri="{FF2B5EF4-FFF2-40B4-BE49-F238E27FC236}">
                  <a16:creationId xmlns:a16="http://schemas.microsoft.com/office/drawing/2014/main" id="{82AE770C-DEB4-4B87-A004-BFC934913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3294"/>
              <a:ext cx="127" cy="31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39944" name="Group 35">
            <a:extLst>
              <a:ext uri="{FF2B5EF4-FFF2-40B4-BE49-F238E27FC236}">
                <a16:creationId xmlns:a16="http://schemas.microsoft.com/office/drawing/2014/main" id="{2BDC98D1-D52B-4452-AEA7-CF447D32896C}"/>
              </a:ext>
            </a:extLst>
          </p:cNvPr>
          <p:cNvGrpSpPr>
            <a:grpSpLocks/>
          </p:cNvGrpSpPr>
          <p:nvPr/>
        </p:nvGrpSpPr>
        <p:grpSpPr bwMode="auto">
          <a:xfrm>
            <a:off x="3132138" y="2420938"/>
            <a:ext cx="431800" cy="792162"/>
            <a:chOff x="2952" y="2232"/>
            <a:chExt cx="384" cy="996"/>
          </a:xfrm>
        </p:grpSpPr>
        <p:sp>
          <p:nvSpPr>
            <p:cNvPr id="39950" name="Oval 36">
              <a:extLst>
                <a:ext uri="{FF2B5EF4-FFF2-40B4-BE49-F238E27FC236}">
                  <a16:creationId xmlns:a16="http://schemas.microsoft.com/office/drawing/2014/main" id="{EBFCCEBA-0F4C-469A-B82F-DA530627B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51" name="Text Box 37">
              <a:extLst>
                <a:ext uri="{FF2B5EF4-FFF2-40B4-BE49-F238E27FC236}">
                  <a16:creationId xmlns:a16="http://schemas.microsoft.com/office/drawing/2014/main" id="{AD88BAA0-4F75-4C3D-B5E5-18E6000F5C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7"/>
              <a:ext cx="264" cy="6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952" name="Line 38">
              <a:extLst>
                <a:ext uri="{FF2B5EF4-FFF2-40B4-BE49-F238E27FC236}">
                  <a16:creationId xmlns:a16="http://schemas.microsoft.com/office/drawing/2014/main" id="{ECB07382-2281-4D92-93D9-2DB5F5BE8A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945" name="Group 39">
            <a:extLst>
              <a:ext uri="{FF2B5EF4-FFF2-40B4-BE49-F238E27FC236}">
                <a16:creationId xmlns:a16="http://schemas.microsoft.com/office/drawing/2014/main" id="{D3B7AC53-7C29-4979-AD8E-F5D6AB0D2CF4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1773238"/>
            <a:ext cx="360363" cy="936625"/>
            <a:chOff x="2952" y="2232"/>
            <a:chExt cx="384" cy="996"/>
          </a:xfrm>
        </p:grpSpPr>
        <p:sp>
          <p:nvSpPr>
            <p:cNvPr id="39947" name="Oval 40">
              <a:extLst>
                <a:ext uri="{FF2B5EF4-FFF2-40B4-BE49-F238E27FC236}">
                  <a16:creationId xmlns:a16="http://schemas.microsoft.com/office/drawing/2014/main" id="{D525145A-5C19-4E52-A73F-BAE9EC5E0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48" name="Text Box 41">
              <a:extLst>
                <a:ext uri="{FF2B5EF4-FFF2-40B4-BE49-F238E27FC236}">
                  <a16:creationId xmlns:a16="http://schemas.microsoft.com/office/drawing/2014/main" id="{FD1CCE26-E7E3-4C51-ABD2-682FAD0AE9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6"/>
              <a:ext cx="264" cy="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949" name="Line 42">
              <a:extLst>
                <a:ext uri="{FF2B5EF4-FFF2-40B4-BE49-F238E27FC236}">
                  <a16:creationId xmlns:a16="http://schemas.microsoft.com/office/drawing/2014/main" id="{C5567BE8-73C5-4F4A-8336-1B6EF0A4C6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" name="Text Box 83">
            <a:extLst>
              <a:ext uri="{FF2B5EF4-FFF2-40B4-BE49-F238E27FC236}">
                <a16:creationId xmlns:a16="http://schemas.microsoft.com/office/drawing/2014/main" id="{64C654CB-88B6-4F43-8AD9-C7C99EDE7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" y="4845050"/>
            <a:ext cx="7210425" cy="11255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可以弹幕：支路电流法和</a:t>
            </a:r>
            <a:r>
              <a:rPr kumimoji="1" lang="en-US" altLang="zh-CN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2b</a:t>
            </a: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有何关系？当电路中含有受控源时如何处理？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71" descr="绿色大理石">
            <a:extLst>
              <a:ext uri="{FF2B5EF4-FFF2-40B4-BE49-F238E27FC236}">
                <a16:creationId xmlns:a16="http://schemas.microsoft.com/office/drawing/2014/main" id="{3EF4CC55-F7B3-4BAB-B1EB-FC84797E0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3"/>
            <a:ext cx="5040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206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支路电流法的一般步骤：</a:t>
            </a:r>
          </a:p>
        </p:txBody>
      </p:sp>
      <p:sp>
        <p:nvSpPr>
          <p:cNvPr id="40963" name="Text Box 72">
            <a:extLst>
              <a:ext uri="{FF2B5EF4-FFF2-40B4-BE49-F238E27FC236}">
                <a16:creationId xmlns:a16="http://schemas.microsoft.com/office/drawing/2014/main" id="{1EC352FE-5A00-4651-828D-712FE02E7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08050"/>
            <a:ext cx="80645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选定支流电流</a:t>
            </a:r>
            <a:r>
              <a:rPr kumimoji="1" lang="en-US" altLang="zh-CN" sz="32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2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为求解未知量，标定各支路电流的参考方向，并先将受控源看作独立源；</a:t>
            </a:r>
          </a:p>
        </p:txBody>
      </p:sp>
      <p:sp>
        <p:nvSpPr>
          <p:cNvPr id="40964" name="Text Box 73">
            <a:extLst>
              <a:ext uri="{FF2B5EF4-FFF2-40B4-BE49-F238E27FC236}">
                <a16:creationId xmlns:a16="http://schemas.microsoft.com/office/drawing/2014/main" id="{8DD3CA0C-FA5A-48D1-B963-ED8B1F5A4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989138"/>
            <a:ext cx="7991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–1)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，列写其节点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方程；</a:t>
            </a:r>
            <a:endParaRPr kumimoji="1"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5" name="Text Box 74">
            <a:extLst>
              <a:ext uri="{FF2B5EF4-FFF2-40B4-BE49-F238E27FC236}">
                <a16:creationId xmlns:a16="http://schemas.microsoft.com/office/drawing/2014/main" id="{165854DA-A654-43C8-BCAC-0125007B4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565400"/>
            <a:ext cx="80645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AutoNum type="circleNumDbPlain" startAt="3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–(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–1)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个独立回路，指定回路绕行方  向，结合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和支路方程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列写以支路电流表示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方程；</a:t>
            </a:r>
          </a:p>
        </p:txBody>
      </p:sp>
      <p:sp>
        <p:nvSpPr>
          <p:cNvPr id="40966" name="Text Box 75">
            <a:extLst>
              <a:ext uri="{FF2B5EF4-FFF2-40B4-BE49-F238E27FC236}">
                <a16:creationId xmlns:a16="http://schemas.microsoft.com/office/drawing/2014/main" id="{43011D59-F1B8-44D4-BEB1-0EDE82496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373688"/>
            <a:ext cx="7632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⑤求解上述方程，得到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个支路电流；</a:t>
            </a:r>
          </a:p>
        </p:txBody>
      </p:sp>
      <p:sp>
        <p:nvSpPr>
          <p:cNvPr id="40967" name="Text Box 76">
            <a:extLst>
              <a:ext uri="{FF2B5EF4-FFF2-40B4-BE49-F238E27FC236}">
                <a16:creationId xmlns:a16="http://schemas.microsoft.com/office/drawing/2014/main" id="{DB979EF1-FD33-4CB0-A810-016D814CA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876925"/>
            <a:ext cx="76327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⑥进一步计算支路电压和进行其它分析。</a:t>
            </a:r>
          </a:p>
        </p:txBody>
      </p:sp>
      <p:sp>
        <p:nvSpPr>
          <p:cNvPr id="40968" name="Text Box 83">
            <a:extLst>
              <a:ext uri="{FF2B5EF4-FFF2-40B4-BE49-F238E27FC236}">
                <a16:creationId xmlns:a16="http://schemas.microsoft.com/office/drawing/2014/main" id="{1BA4C475-4F3B-4258-8F63-FCB8BA956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292600"/>
            <a:ext cx="80645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④将控制量用未知量支流电流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表示，代入所列的方程，消去中间变量。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10">
            <a:extLst>
              <a:ext uri="{FF2B5EF4-FFF2-40B4-BE49-F238E27FC236}">
                <a16:creationId xmlns:a16="http://schemas.microsoft.com/office/drawing/2014/main" id="{563A7F63-8578-4B64-BE28-811A24DA4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1555750"/>
            <a:ext cx="6192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</a:t>
            </a: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受控源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的电路，方程列写分两步：</a:t>
            </a:r>
          </a:p>
        </p:txBody>
      </p:sp>
      <p:sp>
        <p:nvSpPr>
          <p:cNvPr id="41987" name="Text Box 11">
            <a:extLst>
              <a:ext uri="{FF2B5EF4-FFF2-40B4-BE49-F238E27FC236}">
                <a16:creationId xmlns:a16="http://schemas.microsoft.com/office/drawing/2014/main" id="{423FC42C-4399-4D88-B981-BBAD86393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973263"/>
            <a:ext cx="8064500" cy="154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先将受控源看作独立源列方程；</a:t>
            </a:r>
          </a:p>
          <a:p>
            <a:pPr algn="just" eaLnBrk="1" hangingPunct="1">
              <a:spcBef>
                <a:spcPct val="2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将控制量用未知量表示，并代入①中所列的方程，消去中间变量。</a:t>
            </a:r>
          </a:p>
        </p:txBody>
      </p:sp>
      <p:grpSp>
        <p:nvGrpSpPr>
          <p:cNvPr id="41988" name="Group 12">
            <a:extLst>
              <a:ext uri="{FF2B5EF4-FFF2-40B4-BE49-F238E27FC236}">
                <a16:creationId xmlns:a16="http://schemas.microsoft.com/office/drawing/2014/main" id="{EE1E0A36-F06E-471F-92A3-D69966377607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1268413"/>
            <a:ext cx="1644650" cy="850900"/>
            <a:chOff x="385" y="3022"/>
            <a:chExt cx="1036" cy="536"/>
          </a:xfrm>
        </p:grpSpPr>
        <p:pic>
          <p:nvPicPr>
            <p:cNvPr id="41990" name="Picture 13" descr="123">
              <a:extLst>
                <a:ext uri="{FF2B5EF4-FFF2-40B4-BE49-F238E27FC236}">
                  <a16:creationId xmlns:a16="http://schemas.microsoft.com/office/drawing/2014/main" id="{B5768D18-4312-470E-9FF5-0FBDE7C88B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991" name="Text Box 14">
              <a:extLst>
                <a:ext uri="{FF2B5EF4-FFF2-40B4-BE49-F238E27FC236}">
                  <a16:creationId xmlns:a16="http://schemas.microsoft.com/office/drawing/2014/main" id="{606C43A8-04BC-4B3B-A10D-3613A29F74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sp>
        <p:nvSpPr>
          <p:cNvPr id="41989" name="Text Box 55">
            <a:extLst>
              <a:ext uri="{FF2B5EF4-FFF2-40B4-BE49-F238E27FC236}">
                <a16:creationId xmlns:a16="http://schemas.microsoft.com/office/drawing/2014/main" id="{C01D68B2-EC92-4966-B854-F737A5C38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933825"/>
            <a:ext cx="8748712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支路法列写的是 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 所以方程列写方便、直观，但方程数较多，宜于在支路数不多的情况下使用。</a:t>
            </a: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Text Box 3">
            <a:extLst>
              <a:ext uri="{FF2B5EF4-FFF2-40B4-BE49-F238E27FC236}">
                <a16:creationId xmlns:a16="http://schemas.microsoft.com/office/drawing/2014/main" id="{A6FA547D-A0DB-4F96-A000-2DA5AAE7F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36613"/>
            <a:ext cx="12969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</a:t>
            </a:r>
          </a:p>
        </p:txBody>
      </p:sp>
      <p:sp>
        <p:nvSpPr>
          <p:cNvPr id="169988" name="Text Box 4">
            <a:extLst>
              <a:ext uri="{FF2B5EF4-FFF2-40B4-BE49-F238E27FC236}">
                <a16:creationId xmlns:a16="http://schemas.microsoft.com/office/drawing/2014/main" id="{5E06E996-E692-4654-96DE-32DB84CBF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1628775"/>
            <a:ext cx="31686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KCL: –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169989" name="Text Box 5">
            <a:extLst>
              <a:ext uri="{FF2B5EF4-FFF2-40B4-BE49-F238E27FC236}">
                <a16:creationId xmlns:a16="http://schemas.microsoft.com/office/drawing/2014/main" id="{15316FE9-F9E8-49CF-9C8F-48667B7B7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836613"/>
            <a:ext cx="7272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列写支路电流方程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.(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电路中含有受控源）</a:t>
            </a:r>
          </a:p>
        </p:txBody>
      </p:sp>
      <p:sp>
        <p:nvSpPr>
          <p:cNvPr id="169990" name="Text Box 6">
            <a:extLst>
              <a:ext uri="{FF2B5EF4-FFF2-40B4-BE49-F238E27FC236}">
                <a16:creationId xmlns:a16="http://schemas.microsoft.com/office/drawing/2014/main" id="{3A0F74B7-C353-40B2-ABB6-06C9F8767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1284288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169991" name="Text Box 7">
            <a:extLst>
              <a:ext uri="{FF2B5EF4-FFF2-40B4-BE49-F238E27FC236}">
                <a16:creationId xmlns:a16="http://schemas.microsoft.com/office/drawing/2014/main" id="{44B40CC7-7C5F-4C3D-B9E9-95388E985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2852738"/>
            <a:ext cx="3743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 11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69992" name="Text Box 8">
            <a:extLst>
              <a:ext uri="{FF2B5EF4-FFF2-40B4-BE49-F238E27FC236}">
                <a16:creationId xmlns:a16="http://schemas.microsoft.com/office/drawing/2014/main" id="{CDD37DDB-E5FE-42C4-B338-9618A4DB2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2205038"/>
            <a:ext cx="3887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 7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=70-5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69993" name="AutoShape 9">
            <a:extLst>
              <a:ext uri="{FF2B5EF4-FFF2-40B4-BE49-F238E27FC236}">
                <a16:creationId xmlns:a16="http://schemas.microsoft.com/office/drawing/2014/main" id="{A56D622F-910B-4718-A85E-AE4745EFC65D}"/>
              </a:ext>
            </a:extLst>
          </p:cNvPr>
          <p:cNvSpPr>
            <a:spLocks/>
          </p:cNvSpPr>
          <p:nvPr/>
        </p:nvSpPr>
        <p:spPr bwMode="auto">
          <a:xfrm rot="10800000">
            <a:off x="5292725" y="2003425"/>
            <a:ext cx="288925" cy="1441450"/>
          </a:xfrm>
          <a:prstGeom prst="rightBrace">
            <a:avLst>
              <a:gd name="adj1" fmla="val 41575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9994" name="Text Box 10">
            <a:extLst>
              <a:ext uri="{FF2B5EF4-FFF2-40B4-BE49-F238E27FC236}">
                <a16:creationId xmlns:a16="http://schemas.microsoft.com/office/drawing/2014/main" id="{456C186F-D32F-4EB7-8E9C-A272C4C78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500438"/>
            <a:ext cx="3097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增补方程：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=7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9995" name="Text Box 11">
            <a:extLst>
              <a:ext uri="{FF2B5EF4-FFF2-40B4-BE49-F238E27FC236}">
                <a16:creationId xmlns:a16="http://schemas.microsoft.com/office/drawing/2014/main" id="{6418D54C-37E1-4B68-98EE-5C24F34AC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235450"/>
            <a:ext cx="6192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</a:t>
            </a: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受控源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的电路，方程列写分两步：</a:t>
            </a:r>
          </a:p>
        </p:txBody>
      </p:sp>
      <p:sp>
        <p:nvSpPr>
          <p:cNvPr id="169996" name="Text Box 12">
            <a:extLst>
              <a:ext uri="{FF2B5EF4-FFF2-40B4-BE49-F238E27FC236}">
                <a16:creationId xmlns:a16="http://schemas.microsoft.com/office/drawing/2014/main" id="{80544F2C-9485-4F2F-9D1A-CFA247165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652963"/>
            <a:ext cx="8064500" cy="154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先将受控源看作独立源列方程；</a:t>
            </a:r>
          </a:p>
          <a:p>
            <a:pPr algn="just" eaLnBrk="1" hangingPunct="1">
              <a:spcBef>
                <a:spcPct val="2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将控制量用未知量表示，并代入①中所列的方程，消去中间变量。</a:t>
            </a:r>
          </a:p>
        </p:txBody>
      </p:sp>
      <p:grpSp>
        <p:nvGrpSpPr>
          <p:cNvPr id="169997" name="Group 13">
            <a:extLst>
              <a:ext uri="{FF2B5EF4-FFF2-40B4-BE49-F238E27FC236}">
                <a16:creationId xmlns:a16="http://schemas.microsoft.com/office/drawing/2014/main" id="{6371C2BB-74A5-42B6-BB92-3BE89FA0C005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3948113"/>
            <a:ext cx="1644650" cy="850900"/>
            <a:chOff x="385" y="3022"/>
            <a:chExt cx="1036" cy="536"/>
          </a:xfrm>
        </p:grpSpPr>
        <p:pic>
          <p:nvPicPr>
            <p:cNvPr id="43060" name="Picture 14" descr="123">
              <a:extLst>
                <a:ext uri="{FF2B5EF4-FFF2-40B4-BE49-F238E27FC236}">
                  <a16:creationId xmlns:a16="http://schemas.microsoft.com/office/drawing/2014/main" id="{5300867E-3300-4898-87B0-8FE7A94279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61" name="Text Box 15">
              <a:extLst>
                <a:ext uri="{FF2B5EF4-FFF2-40B4-BE49-F238E27FC236}">
                  <a16:creationId xmlns:a16="http://schemas.microsoft.com/office/drawing/2014/main" id="{2FD3E159-EB93-484E-A890-5377E9AE11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grpSp>
        <p:nvGrpSpPr>
          <p:cNvPr id="170000" name="Group 16">
            <a:extLst>
              <a:ext uri="{FF2B5EF4-FFF2-40B4-BE49-F238E27FC236}">
                <a16:creationId xmlns:a16="http://schemas.microsoft.com/office/drawing/2014/main" id="{95DE8F23-C6FB-453F-B375-89C27EEBAFA3}"/>
              </a:ext>
            </a:extLst>
          </p:cNvPr>
          <p:cNvGrpSpPr>
            <a:grpSpLocks/>
          </p:cNvGrpSpPr>
          <p:nvPr/>
        </p:nvGrpSpPr>
        <p:grpSpPr bwMode="auto">
          <a:xfrm>
            <a:off x="0" y="1284288"/>
            <a:ext cx="4826000" cy="2957512"/>
            <a:chOff x="2018" y="391"/>
            <a:chExt cx="3040" cy="1863"/>
          </a:xfrm>
        </p:grpSpPr>
        <p:sp>
          <p:nvSpPr>
            <p:cNvPr id="43023" name="AutoShape 17">
              <a:extLst>
                <a:ext uri="{FF2B5EF4-FFF2-40B4-BE49-F238E27FC236}">
                  <a16:creationId xmlns:a16="http://schemas.microsoft.com/office/drawing/2014/main" id="{1BDEBD45-3A02-408F-BC3B-BD2D8EA3C2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21" y="1248"/>
              <a:ext cx="453" cy="462"/>
            </a:xfrm>
            <a:prstGeom prst="flowChartSor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24" name="Text Box 18">
              <a:extLst>
                <a:ext uri="{FF2B5EF4-FFF2-40B4-BE49-F238E27FC236}">
                  <a16:creationId xmlns:a16="http://schemas.microsoft.com/office/drawing/2014/main" id="{2939AF37-C3FF-4877-BFE1-CD24441B5D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1" y="1389"/>
              <a:ext cx="7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endPara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25" name="Text Box 19">
              <a:extLst>
                <a:ext uri="{FF2B5EF4-FFF2-40B4-BE49-F238E27FC236}">
                  <a16:creationId xmlns:a16="http://schemas.microsoft.com/office/drawing/2014/main" id="{D0E178AF-9AB3-432D-ADFE-69FD70AFE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6" y="844"/>
              <a:ext cx="3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026" name="Text Box 20">
              <a:extLst>
                <a:ext uri="{FF2B5EF4-FFF2-40B4-BE49-F238E27FC236}">
                  <a16:creationId xmlns:a16="http://schemas.microsoft.com/office/drawing/2014/main" id="{56C4AD61-86D3-47CB-A781-908396DAC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1117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43027" name="Text Box 21">
              <a:extLst>
                <a:ext uri="{FF2B5EF4-FFF2-40B4-BE49-F238E27FC236}">
                  <a16:creationId xmlns:a16="http://schemas.microsoft.com/office/drawing/2014/main" id="{D4D81928-EA5D-4258-9A61-ABB19A5C1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1" y="1389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3028" name="Oval 22">
              <a:extLst>
                <a:ext uri="{FF2B5EF4-FFF2-40B4-BE49-F238E27FC236}">
                  <a16:creationId xmlns:a16="http://schemas.microsoft.com/office/drawing/2014/main" id="{93E1A528-F5AE-474B-8B46-11DD0DECA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1344"/>
              <a:ext cx="363" cy="36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29" name="Text Box 23">
              <a:extLst>
                <a:ext uri="{FF2B5EF4-FFF2-40B4-BE49-F238E27FC236}">
                  <a16:creationId xmlns:a16="http://schemas.microsoft.com/office/drawing/2014/main" id="{56F00001-3924-4DCF-BC40-99AF625F2F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8" y="1389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70V</a:t>
              </a:r>
            </a:p>
          </p:txBody>
        </p:sp>
        <p:sp>
          <p:nvSpPr>
            <p:cNvPr id="43030" name="Text Box 24">
              <a:extLst>
                <a:ext uri="{FF2B5EF4-FFF2-40B4-BE49-F238E27FC236}">
                  <a16:creationId xmlns:a16="http://schemas.microsoft.com/office/drawing/2014/main" id="{21F6FCF7-96DB-4C47-9B3A-78B4D9B1F8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1117"/>
              <a:ext cx="5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3031" name="Text Box 25">
              <a:extLst>
                <a:ext uri="{FF2B5EF4-FFF2-40B4-BE49-F238E27FC236}">
                  <a16:creationId xmlns:a16="http://schemas.microsoft.com/office/drawing/2014/main" id="{52C809AF-145B-4DFA-99A3-EC8CB0134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1924"/>
              <a:ext cx="23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3032" name="Text Box 26">
              <a:extLst>
                <a:ext uri="{FF2B5EF4-FFF2-40B4-BE49-F238E27FC236}">
                  <a16:creationId xmlns:a16="http://schemas.microsoft.com/office/drawing/2014/main" id="{443B07BC-7ADC-4D42-B977-4E342795F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391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3033" name="Text Box 27">
              <a:extLst>
                <a:ext uri="{FF2B5EF4-FFF2-40B4-BE49-F238E27FC236}">
                  <a16:creationId xmlns:a16="http://schemas.microsoft.com/office/drawing/2014/main" id="{E78DF12E-38A1-4DEF-BBA3-3D4179410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72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034" name="Text Box 28">
              <a:extLst>
                <a:ext uri="{FF2B5EF4-FFF2-40B4-BE49-F238E27FC236}">
                  <a16:creationId xmlns:a16="http://schemas.microsoft.com/office/drawing/2014/main" id="{2A055924-C267-40B2-8DAC-96624866A6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1616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43035" name="Line 29">
              <a:extLst>
                <a:ext uri="{FF2B5EF4-FFF2-40B4-BE49-F238E27FC236}">
                  <a16:creationId xmlns:a16="http://schemas.microsoft.com/office/drawing/2014/main" id="{23E9AD9E-0E15-431B-ABBB-D5824476C0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5" y="75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6" name="Text Box 30">
              <a:extLst>
                <a:ext uri="{FF2B5EF4-FFF2-40B4-BE49-F238E27FC236}">
                  <a16:creationId xmlns:a16="http://schemas.microsoft.com/office/drawing/2014/main" id="{2C1632E9-A5D7-46A3-8752-1E79F3537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709"/>
              <a:ext cx="2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3037" name="Group 31">
              <a:extLst>
                <a:ext uri="{FF2B5EF4-FFF2-40B4-BE49-F238E27FC236}">
                  <a16:creationId xmlns:a16="http://schemas.microsoft.com/office/drawing/2014/main" id="{D0EED7A8-329E-4F63-AE5C-6D3AED3658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9" y="708"/>
              <a:ext cx="377" cy="327"/>
              <a:chOff x="2839" y="174"/>
              <a:chExt cx="377" cy="327"/>
            </a:xfrm>
          </p:grpSpPr>
          <p:sp>
            <p:nvSpPr>
              <p:cNvPr id="43058" name="Line 32">
                <a:extLst>
                  <a:ext uri="{FF2B5EF4-FFF2-40B4-BE49-F238E27FC236}">
                    <a16:creationId xmlns:a16="http://schemas.microsoft.com/office/drawing/2014/main" id="{3629126A-AEFD-431D-887F-8AD4472309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59" name="Text Box 33">
                <a:extLst>
                  <a:ext uri="{FF2B5EF4-FFF2-40B4-BE49-F238E27FC236}">
                    <a16:creationId xmlns:a16="http://schemas.microsoft.com/office/drawing/2014/main" id="{00BF1E3B-C1C6-4F98-B9E6-69DBE7E11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3" y="174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038" name="Group 34">
              <a:extLst>
                <a:ext uri="{FF2B5EF4-FFF2-40B4-BE49-F238E27FC236}">
                  <a16:creationId xmlns:a16="http://schemas.microsoft.com/office/drawing/2014/main" id="{6632D971-2782-4907-AD0E-1FA4D1F63F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" y="799"/>
              <a:ext cx="280" cy="327"/>
              <a:chOff x="612" y="588"/>
              <a:chExt cx="280" cy="327"/>
            </a:xfrm>
          </p:grpSpPr>
          <p:sp>
            <p:nvSpPr>
              <p:cNvPr id="43056" name="Line 35">
                <a:extLst>
                  <a:ext uri="{FF2B5EF4-FFF2-40B4-BE49-F238E27FC236}">
                    <a16:creationId xmlns:a16="http://schemas.microsoft.com/office/drawing/2014/main" id="{A25CC4E8-40F9-4BF6-984C-3A67DE8FDA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57" name="Text Box 36">
                <a:extLst>
                  <a:ext uri="{FF2B5EF4-FFF2-40B4-BE49-F238E27FC236}">
                    <a16:creationId xmlns:a16="http://schemas.microsoft.com/office/drawing/2014/main" id="{E2F011AE-E9A1-4929-B1F8-7CBD4D20E1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039" name="Text Box 37">
              <a:extLst>
                <a:ext uri="{FF2B5EF4-FFF2-40B4-BE49-F238E27FC236}">
                  <a16:creationId xmlns:a16="http://schemas.microsoft.com/office/drawing/2014/main" id="{26F89822-50FD-465D-8FB9-9075830E7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799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3040" name="Text Box 38">
              <a:extLst>
                <a:ext uri="{FF2B5EF4-FFF2-40B4-BE49-F238E27FC236}">
                  <a16:creationId xmlns:a16="http://schemas.microsoft.com/office/drawing/2014/main" id="{0D3D6CD6-5DCA-4457-ADEB-B5A8B777B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799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3041" name="Rectangle 39">
              <a:extLst>
                <a:ext uri="{FF2B5EF4-FFF2-40B4-BE49-F238E27FC236}">
                  <a16:creationId xmlns:a16="http://schemas.microsoft.com/office/drawing/2014/main" id="{A51C4901-B1B6-4AB7-9FBE-918686B28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709"/>
              <a:ext cx="1814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42" name="Line 40">
              <a:extLst>
                <a:ext uri="{FF2B5EF4-FFF2-40B4-BE49-F238E27FC236}">
                  <a16:creationId xmlns:a16="http://schemas.microsoft.com/office/drawing/2014/main" id="{028219A8-D32C-4C62-8791-F2B915C920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709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3" name="Rectangle 41">
              <a:extLst>
                <a:ext uri="{FF2B5EF4-FFF2-40B4-BE49-F238E27FC236}">
                  <a16:creationId xmlns:a16="http://schemas.microsoft.com/office/drawing/2014/main" id="{3A5EFB30-C230-4562-81E3-48E75908C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890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44" name="Rectangle 42">
              <a:extLst>
                <a:ext uri="{FF2B5EF4-FFF2-40B4-BE49-F238E27FC236}">
                  <a16:creationId xmlns:a16="http://schemas.microsoft.com/office/drawing/2014/main" id="{83B0960F-418D-4069-883B-0D98E5224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" y="845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45" name="Rectangle 43">
              <a:extLst>
                <a:ext uri="{FF2B5EF4-FFF2-40B4-BE49-F238E27FC236}">
                  <a16:creationId xmlns:a16="http://schemas.microsoft.com/office/drawing/2014/main" id="{A872EABC-87C9-469C-B91B-772C1E170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111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3046" name="Group 44">
              <a:extLst>
                <a:ext uri="{FF2B5EF4-FFF2-40B4-BE49-F238E27FC236}">
                  <a16:creationId xmlns:a16="http://schemas.microsoft.com/office/drawing/2014/main" id="{5653D6D3-1DF9-4553-B2F8-163E84C401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3" y="1207"/>
              <a:ext cx="272" cy="499"/>
              <a:chOff x="2952" y="2232"/>
              <a:chExt cx="384" cy="996"/>
            </a:xfrm>
          </p:grpSpPr>
          <p:sp>
            <p:nvSpPr>
              <p:cNvPr id="43053" name="Oval 45">
                <a:extLst>
                  <a:ext uri="{FF2B5EF4-FFF2-40B4-BE49-F238E27FC236}">
                    <a16:creationId xmlns:a16="http://schemas.microsoft.com/office/drawing/2014/main" id="{FB38B792-CEDA-42AF-8BC7-8D50C9157D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2" y="2232"/>
                <a:ext cx="384" cy="9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054" name="Text Box 46">
                <a:extLst>
                  <a:ext uri="{FF2B5EF4-FFF2-40B4-BE49-F238E27FC236}">
                    <a16:creationId xmlns:a16="http://schemas.microsoft.com/office/drawing/2014/main" id="{D2196EE3-DAC9-4E30-A185-92E90386FE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5" y="2567"/>
                <a:ext cx="264" cy="6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3055" name="Line 47">
                <a:extLst>
                  <a:ext uri="{FF2B5EF4-FFF2-40B4-BE49-F238E27FC236}">
                    <a16:creationId xmlns:a16="http://schemas.microsoft.com/office/drawing/2014/main" id="{FAA5E6D5-3337-4B72-926B-682A4D1E7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52" y="2700"/>
                <a:ext cx="0" cy="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47" name="Group 48">
              <a:extLst>
                <a:ext uri="{FF2B5EF4-FFF2-40B4-BE49-F238E27FC236}">
                  <a16:creationId xmlns:a16="http://schemas.microsoft.com/office/drawing/2014/main" id="{CDC8E69C-B51B-4F07-9F95-B211611B14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799"/>
              <a:ext cx="227" cy="590"/>
              <a:chOff x="2952" y="2232"/>
              <a:chExt cx="384" cy="996"/>
            </a:xfrm>
          </p:grpSpPr>
          <p:sp>
            <p:nvSpPr>
              <p:cNvPr id="43050" name="Oval 49">
                <a:extLst>
                  <a:ext uri="{FF2B5EF4-FFF2-40B4-BE49-F238E27FC236}">
                    <a16:creationId xmlns:a16="http://schemas.microsoft.com/office/drawing/2014/main" id="{3412EC58-55CA-4349-A9C9-F4998D905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2" y="2232"/>
                <a:ext cx="384" cy="9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051" name="Text Box 50">
                <a:extLst>
                  <a:ext uri="{FF2B5EF4-FFF2-40B4-BE49-F238E27FC236}">
                    <a16:creationId xmlns:a16="http://schemas.microsoft.com/office/drawing/2014/main" id="{D9C11533-1A50-4DFC-A2D8-F43C46A878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5" y="2566"/>
                <a:ext cx="264" cy="5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3052" name="Line 51">
                <a:extLst>
                  <a:ext uri="{FF2B5EF4-FFF2-40B4-BE49-F238E27FC236}">
                    <a16:creationId xmlns:a16="http://schemas.microsoft.com/office/drawing/2014/main" id="{F6A5BBB3-F718-42F9-AF1B-134F83C0C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52" y="2700"/>
                <a:ext cx="0" cy="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048" name="Text Box 52">
              <a:extLst>
                <a:ext uri="{FF2B5EF4-FFF2-40B4-BE49-F238E27FC236}">
                  <a16:creationId xmlns:a16="http://schemas.microsoft.com/office/drawing/2014/main" id="{DC958C84-5CAC-4186-BAD5-E527A0A6F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7" y="1117"/>
              <a:ext cx="3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049" name="Text Box 53">
              <a:extLst>
                <a:ext uri="{FF2B5EF4-FFF2-40B4-BE49-F238E27FC236}">
                  <a16:creationId xmlns:a16="http://schemas.microsoft.com/office/drawing/2014/main" id="{0A1EBE67-AAA9-4EB9-8081-8CD0DED66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1" y="1525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</p:grpSp>
      <p:sp>
        <p:nvSpPr>
          <p:cNvPr id="170038" name="Text Box 54">
            <a:extLst>
              <a:ext uri="{FF2B5EF4-FFF2-40B4-BE49-F238E27FC236}">
                <a16:creationId xmlns:a16="http://schemas.microsoft.com/office/drawing/2014/main" id="{1FD99DEC-7EF4-464B-9C22-9035FDFC5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1268413"/>
            <a:ext cx="2160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7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69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70" decel="100000"/>
                                        <p:tgtEl>
                                          <p:spTgt spid="1699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770" decel="100000"/>
                                        <p:tgtEl>
                                          <p:spTgt spid="16999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0" dur="770" fill="hold"/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2" dur="770" fill="hold"/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6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" fill="hold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" fill="hold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/>
      <p:bldP spid="169988" grpId="0"/>
      <p:bldP spid="169989" grpId="0"/>
      <p:bldP spid="169990" grpId="0"/>
      <p:bldP spid="169992" grpId="0"/>
      <p:bldP spid="169993" grpId="0" animBg="1"/>
      <p:bldP spid="169994" grpId="0"/>
      <p:bldP spid="169995" grpId="0"/>
      <p:bldP spid="1700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6" name="Rectangle 6">
            <a:extLst>
              <a:ext uri="{FF2B5EF4-FFF2-40B4-BE49-F238E27FC236}">
                <a16:creationId xmlns:a16="http://schemas.microsoft.com/office/drawing/2014/main" id="{7012957A-2487-4391-82FB-F5D90ABC7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268413"/>
            <a:ext cx="7704137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定义：任意选择参考点：其它结点与参考点的电位差（或电压）即为结点电压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位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，方向为从独立结点指向参考结点。</a:t>
            </a:r>
          </a:p>
        </p:txBody>
      </p:sp>
      <p:grpSp>
        <p:nvGrpSpPr>
          <p:cNvPr id="271367" name="Group 7">
            <a:extLst>
              <a:ext uri="{FF2B5EF4-FFF2-40B4-BE49-F238E27FC236}">
                <a16:creationId xmlns:a16="http://schemas.microsoft.com/office/drawing/2014/main" id="{7CE9A345-1D11-4251-8271-93B2DD81A421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3394075"/>
            <a:ext cx="1296987" cy="647700"/>
            <a:chOff x="748" y="754"/>
            <a:chExt cx="817" cy="408"/>
          </a:xfrm>
        </p:grpSpPr>
        <p:sp>
          <p:nvSpPr>
            <p:cNvPr id="44055" name="Text Box 8">
              <a:extLst>
                <a:ext uri="{FF2B5EF4-FFF2-40B4-BE49-F238E27FC236}">
                  <a16:creationId xmlns:a16="http://schemas.microsoft.com/office/drawing/2014/main" id="{37633AFC-519C-436E-8A3D-65C4709CA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754"/>
              <a:ext cx="6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4056" name="Line 9">
              <a:extLst>
                <a:ext uri="{FF2B5EF4-FFF2-40B4-BE49-F238E27FC236}">
                  <a16:creationId xmlns:a16="http://schemas.microsoft.com/office/drawing/2014/main" id="{76AA1AF5-1E49-482C-8D07-D81582A59F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1162"/>
              <a:ext cx="81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1370" name="Group 10">
            <a:extLst>
              <a:ext uri="{FF2B5EF4-FFF2-40B4-BE49-F238E27FC236}">
                <a16:creationId xmlns:a16="http://schemas.microsoft.com/office/drawing/2014/main" id="{19B38AC7-F9C4-4F4A-A15F-FB694667DE5B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114800"/>
            <a:ext cx="3822700" cy="1330325"/>
            <a:chOff x="0" y="1413"/>
            <a:chExt cx="2408" cy="838"/>
          </a:xfrm>
        </p:grpSpPr>
        <p:sp>
          <p:nvSpPr>
            <p:cNvPr id="44043" name="Line 11">
              <a:extLst>
                <a:ext uri="{FF2B5EF4-FFF2-40B4-BE49-F238E27FC236}">
                  <a16:creationId xmlns:a16="http://schemas.microsoft.com/office/drawing/2014/main" id="{D9BBDE66-59BD-4AD8-A53F-BD4E783C6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1879"/>
              <a:ext cx="0" cy="2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4044" name="Group 12">
              <a:extLst>
                <a:ext uri="{FF2B5EF4-FFF2-40B4-BE49-F238E27FC236}">
                  <a16:creationId xmlns:a16="http://schemas.microsoft.com/office/drawing/2014/main" id="{971E040A-5E9E-4C23-9E0F-9A9877F54D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3" y="2114"/>
              <a:ext cx="279" cy="137"/>
              <a:chOff x="720" y="1824"/>
              <a:chExt cx="261" cy="120"/>
            </a:xfrm>
          </p:grpSpPr>
          <p:sp>
            <p:nvSpPr>
              <p:cNvPr id="44052" name="Line 13">
                <a:extLst>
                  <a:ext uri="{FF2B5EF4-FFF2-40B4-BE49-F238E27FC236}">
                    <a16:creationId xmlns:a16="http://schemas.microsoft.com/office/drawing/2014/main" id="{281E2CAC-47AE-44E5-9D94-24B04344F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3" name="Line 14">
                <a:extLst>
                  <a:ext uri="{FF2B5EF4-FFF2-40B4-BE49-F238E27FC236}">
                    <a16:creationId xmlns:a16="http://schemas.microsoft.com/office/drawing/2014/main" id="{83863C5B-5857-4932-B351-15CDF29CB3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4" name="Line 15">
                <a:extLst>
                  <a:ext uri="{FF2B5EF4-FFF2-40B4-BE49-F238E27FC236}">
                    <a16:creationId xmlns:a16="http://schemas.microsoft.com/office/drawing/2014/main" id="{89A72C6D-85CF-4296-92BD-4E868461C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4045" name="Text Box 16">
              <a:extLst>
                <a:ext uri="{FF2B5EF4-FFF2-40B4-BE49-F238E27FC236}">
                  <a16:creationId xmlns:a16="http://schemas.microsoft.com/office/drawing/2014/main" id="{344CA446-127D-4661-BAEE-A42B47496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570"/>
              <a:ext cx="35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4046" name="Text Box 17">
              <a:extLst>
                <a:ext uri="{FF2B5EF4-FFF2-40B4-BE49-F238E27FC236}">
                  <a16:creationId xmlns:a16="http://schemas.microsoft.com/office/drawing/2014/main" id="{3B86D55F-5330-4581-9137-276B4E394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661"/>
              <a:ext cx="3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4047" name="Rectangle 18">
              <a:extLst>
                <a:ext uri="{FF2B5EF4-FFF2-40B4-BE49-F238E27FC236}">
                  <a16:creationId xmlns:a16="http://schemas.microsoft.com/office/drawing/2014/main" id="{8E93754B-50FA-4074-9F37-B4DB3B0C7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" y="1413"/>
              <a:ext cx="776" cy="46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FF9900"/>
                      </a:gs>
                      <a:gs pos="100000">
                        <a:srgbClr val="764700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048" name="Line 19">
              <a:extLst>
                <a:ext uri="{FF2B5EF4-FFF2-40B4-BE49-F238E27FC236}">
                  <a16:creationId xmlns:a16="http://schemas.microsoft.com/office/drawing/2014/main" id="{6DDC96DD-5738-458C-BB6A-230BD4A52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" y="1621"/>
              <a:ext cx="5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9" name="Line 20">
              <a:extLst>
                <a:ext uri="{FF2B5EF4-FFF2-40B4-BE49-F238E27FC236}">
                  <a16:creationId xmlns:a16="http://schemas.microsoft.com/office/drawing/2014/main" id="{1C070F5E-F748-40A0-893E-C42E141C2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2" y="1621"/>
              <a:ext cx="5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0" name="Line 21">
              <a:extLst>
                <a:ext uri="{FF2B5EF4-FFF2-40B4-BE49-F238E27FC236}">
                  <a16:creationId xmlns:a16="http://schemas.microsoft.com/office/drawing/2014/main" id="{754F690F-E782-45C4-A083-E483DDB8E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1797"/>
              <a:ext cx="590" cy="3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1" name="Line 22">
              <a:extLst>
                <a:ext uri="{FF2B5EF4-FFF2-40B4-BE49-F238E27FC236}">
                  <a16:creationId xmlns:a16="http://schemas.microsoft.com/office/drawing/2014/main" id="{0C18B572-CB20-4067-BF71-51832754FB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9" y="1706"/>
              <a:ext cx="635" cy="45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37" name="Rectangle 24">
            <a:extLst>
              <a:ext uri="{FF2B5EF4-FFF2-40B4-BE49-F238E27FC236}">
                <a16:creationId xmlns:a16="http://schemas.microsoft.com/office/drawing/2014/main" id="{A1AF4AEA-C348-4962-BFC8-D88BECE0A35C}"/>
              </a:ext>
            </a:extLst>
          </p:cNvPr>
          <p:cNvSpPr>
            <a:spLocks/>
          </p:cNvSpPr>
          <p:nvPr/>
        </p:nvSpPr>
        <p:spPr bwMode="auto">
          <a:xfrm>
            <a:off x="179388" y="0"/>
            <a:ext cx="777716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§3-4 </a:t>
            </a:r>
            <a:r>
              <a:rPr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结点电压法（结点分析法）</a:t>
            </a: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5CCC86D1-D72B-499F-AAFD-EC56F412F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3255963"/>
            <a:ext cx="3749675" cy="460375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如果选择</a:t>
            </a:r>
            <a:r>
              <a:rPr kumimoji="1" lang="zh-CN" altLang="en-US" sz="24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节点电压</a:t>
            </a:r>
            <a:r>
              <a: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作变量            </a:t>
            </a:r>
          </a:p>
        </p:txBody>
      </p:sp>
      <p:sp>
        <p:nvSpPr>
          <p:cNvPr id="23" name="Text Box 45">
            <a:extLst>
              <a:ext uri="{FF2B5EF4-FFF2-40B4-BE49-F238E27FC236}">
                <a16:creationId xmlns:a16="http://schemas.microsoft.com/office/drawing/2014/main" id="{ADBBF933-1B75-42FE-B68E-15B525ECB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2300" y="3829050"/>
            <a:ext cx="4476750" cy="536575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、支路电压可由节点电压求出</a:t>
            </a:r>
            <a:endParaRPr kumimoji="1" lang="zh-CN" altLang="en-US" sz="240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2CE7C3F6-0E95-4D80-93BA-A5BB344D0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4567238"/>
            <a:ext cx="2546350" cy="457200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KVL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自动满足             </a:t>
            </a:r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0F67D0B6-8A03-41EE-BB36-621CCA7A4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263" y="5132388"/>
            <a:ext cx="37211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+(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)+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≡0          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17729D62-1FD6-410F-AF93-7887AF937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3263" y="5702300"/>
            <a:ext cx="3887787" cy="460375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、只需列写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方程即可</a:t>
            </a:r>
            <a:endParaRPr kumimoji="1" lang="zh-CN" altLang="en-US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27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6" grpId="0"/>
      <p:bldP spid="22" grpId="0" animBg="1"/>
      <p:bldP spid="23" grpId="0" animBg="1"/>
      <p:bldP spid="24" grpId="0" animBg="1"/>
      <p:bldP spid="25" grpId="0" build="p" autoUpdateAnimBg="0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2">
            <a:extLst>
              <a:ext uri="{FF2B5EF4-FFF2-40B4-BE49-F238E27FC236}">
                <a16:creationId xmlns:a16="http://schemas.microsoft.com/office/drawing/2014/main" id="{1258FF67-4AA8-4342-9446-A465987B41CD}"/>
              </a:ext>
            </a:extLst>
          </p:cNvPr>
          <p:cNvSpPr>
            <a:spLocks/>
          </p:cNvSpPr>
          <p:nvPr/>
        </p:nvSpPr>
        <p:spPr bwMode="auto">
          <a:xfrm>
            <a:off x="179388" y="0"/>
            <a:ext cx="777716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§3-4 </a:t>
            </a:r>
            <a:r>
              <a:rPr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结点电压法（结点分析法）</a:t>
            </a:r>
          </a:p>
        </p:txBody>
      </p:sp>
      <p:sp>
        <p:nvSpPr>
          <p:cNvPr id="45059" name="Text Box 33">
            <a:extLst>
              <a:ext uri="{FF2B5EF4-FFF2-40B4-BE49-F238E27FC236}">
                <a16:creationId xmlns:a16="http://schemas.microsoft.com/office/drawing/2014/main" id="{9D3809FA-B59F-415A-933A-ACD0B80A5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571875"/>
            <a:ext cx="80645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选结点电压为未知量，则</a:t>
            </a:r>
            <a:r>
              <a:rPr kumimoji="1" lang="en-US" altLang="zh-CN" sz="280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自动满足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，无需列写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方程。各支路电流、电压可视为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结点电压的线性组合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，求出结点电压后，便可方便地得到各支路电压、电流。</a:t>
            </a:r>
          </a:p>
        </p:txBody>
      </p:sp>
      <p:sp>
        <p:nvSpPr>
          <p:cNvPr id="45060" name="Text Box 34">
            <a:extLst>
              <a:ext uri="{FF2B5EF4-FFF2-40B4-BE49-F238E27FC236}">
                <a16:creationId xmlns:a16="http://schemas.microsoft.com/office/drawing/2014/main" id="{83835218-5E73-4386-9645-C71A994A9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068638"/>
            <a:ext cx="3168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800000"/>
              </a:buClr>
              <a:buFont typeface="Wingdings" panose="05000000000000000000" pitchFamily="2" charset="2"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 基本思想</a:t>
            </a:r>
          </a:p>
        </p:txBody>
      </p:sp>
      <p:sp>
        <p:nvSpPr>
          <p:cNvPr id="45061" name="Text Box 35">
            <a:extLst>
              <a:ext uri="{FF2B5EF4-FFF2-40B4-BE49-F238E27FC236}">
                <a16:creationId xmlns:a16="http://schemas.microsoft.com/office/drawing/2014/main" id="{2D4EE812-BECF-47C0-96FA-9E6EE885C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27100"/>
            <a:ext cx="3095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结点电压法</a:t>
            </a:r>
          </a:p>
        </p:txBody>
      </p:sp>
      <p:sp>
        <p:nvSpPr>
          <p:cNvPr id="45062" name="Rectangle 36">
            <a:extLst>
              <a:ext uri="{FF2B5EF4-FFF2-40B4-BE49-F238E27FC236}">
                <a16:creationId xmlns:a16="http://schemas.microsoft.com/office/drawing/2014/main" id="{DF00833B-6C3C-48CC-A59F-CABFCDBFF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628775"/>
            <a:ext cx="8316912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以</a:t>
            </a:r>
            <a:r>
              <a:rPr kumimoji="1" lang="en-US" altLang="zh-CN" sz="2800" b="1" i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</a:t>
            </a: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个结点电压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为未知量列写电路</a:t>
            </a: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分析电路的方法。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19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Text Box 2">
            <a:extLst>
              <a:ext uri="{FF2B5EF4-FFF2-40B4-BE49-F238E27FC236}">
                <a16:creationId xmlns:a16="http://schemas.microsoft.com/office/drawing/2014/main" id="{9B3960EB-424F-4707-986B-43E63D12A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12875"/>
            <a:ext cx="4427538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把支路电压用结点电压表示：</a:t>
            </a:r>
          </a:p>
        </p:txBody>
      </p:sp>
      <p:graphicFrame>
        <p:nvGraphicFramePr>
          <p:cNvPr id="267267" name="Object 3">
            <a:extLst>
              <a:ext uri="{FF2B5EF4-FFF2-40B4-BE49-F238E27FC236}">
                <a16:creationId xmlns:a16="http://schemas.microsoft.com/office/drawing/2014/main" id="{F5289B85-DE88-4E46-845D-D65D5F6CBF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2517775"/>
          <a:ext cx="273685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37" name="Equation" r:id="rId3" imgW="638345" imgH="171626" progId="Equation.DSMT4">
                  <p:embed/>
                </p:oleObj>
              </mc:Choice>
              <mc:Fallback>
                <p:oleObj name="Equation" r:id="rId3" imgW="638345" imgH="17162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2517775"/>
                        <a:ext cx="273685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8" name="Object 4">
            <a:extLst>
              <a:ext uri="{FF2B5EF4-FFF2-40B4-BE49-F238E27FC236}">
                <a16:creationId xmlns:a16="http://schemas.microsoft.com/office/drawing/2014/main" id="{FE0783BD-28E3-4889-AF4A-88A9423278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188" y="3309938"/>
          <a:ext cx="2233612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38" name="Equation" r:id="rId5" imgW="638345" imgH="171626" progId="Equation.DSMT4">
                  <p:embed/>
                </p:oleObj>
              </mc:Choice>
              <mc:Fallback>
                <p:oleObj name="Equation" r:id="rId5" imgW="638345" imgH="17162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3309938"/>
                        <a:ext cx="2233612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Text Box 7">
            <a:extLst>
              <a:ext uri="{FF2B5EF4-FFF2-40B4-BE49-F238E27FC236}">
                <a16:creationId xmlns:a16="http://schemas.microsoft.com/office/drawing/2014/main" id="{4C1F7A16-FE1F-41B0-B7D6-CC347E43F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913"/>
            <a:ext cx="3673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设节点电压为</a:t>
            </a:r>
          </a:p>
        </p:txBody>
      </p:sp>
      <p:grpSp>
        <p:nvGrpSpPr>
          <p:cNvPr id="46086" name="Group 11">
            <a:extLst>
              <a:ext uri="{FF2B5EF4-FFF2-40B4-BE49-F238E27FC236}">
                <a16:creationId xmlns:a16="http://schemas.microsoft.com/office/drawing/2014/main" id="{0C8EE608-3B40-407C-B31E-ECB9C07C6ABA}"/>
              </a:ext>
            </a:extLst>
          </p:cNvPr>
          <p:cNvGrpSpPr>
            <a:grpSpLocks/>
          </p:cNvGrpSpPr>
          <p:nvPr/>
        </p:nvGrpSpPr>
        <p:grpSpPr bwMode="auto">
          <a:xfrm>
            <a:off x="4337050" y="305240"/>
            <a:ext cx="4808538" cy="3240088"/>
            <a:chOff x="2472" y="164"/>
            <a:chExt cx="3029" cy="2041"/>
          </a:xfrm>
        </p:grpSpPr>
        <p:grpSp>
          <p:nvGrpSpPr>
            <p:cNvPr id="46103" name="Group 12">
              <a:extLst>
                <a:ext uri="{FF2B5EF4-FFF2-40B4-BE49-F238E27FC236}">
                  <a16:creationId xmlns:a16="http://schemas.microsoft.com/office/drawing/2014/main" id="{D5C28E63-8375-47C6-B764-D680179996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2" y="618"/>
              <a:ext cx="2375" cy="1587"/>
              <a:chOff x="2880" y="2523"/>
              <a:chExt cx="2375" cy="1587"/>
            </a:xfrm>
          </p:grpSpPr>
          <p:grpSp>
            <p:nvGrpSpPr>
              <p:cNvPr id="46146" name="Group 13">
                <a:extLst>
                  <a:ext uri="{FF2B5EF4-FFF2-40B4-BE49-F238E27FC236}">
                    <a16:creationId xmlns:a16="http://schemas.microsoft.com/office/drawing/2014/main" id="{6BC99882-E742-4254-AE9C-83FE0183C2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523"/>
                <a:ext cx="198" cy="288"/>
                <a:chOff x="612" y="981"/>
                <a:chExt cx="198" cy="288"/>
              </a:xfrm>
            </p:grpSpPr>
            <p:sp>
              <p:nvSpPr>
                <p:cNvPr id="46155" name="Text Box 14">
                  <a:extLst>
                    <a:ext uri="{FF2B5EF4-FFF2-40B4-BE49-F238E27FC236}">
                      <a16:creationId xmlns:a16="http://schemas.microsoft.com/office/drawing/2014/main" id="{59150308-D958-4B01-BC3F-EAC71A4D85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6156" name="Oval 15">
                  <a:extLst>
                    <a:ext uri="{FF2B5EF4-FFF2-40B4-BE49-F238E27FC236}">
                      <a16:creationId xmlns:a16="http://schemas.microsoft.com/office/drawing/2014/main" id="{D22BEF9B-4FBD-40AD-9949-F2BB521610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6147" name="Group 16">
                <a:extLst>
                  <a:ext uri="{FF2B5EF4-FFF2-40B4-BE49-F238E27FC236}">
                    <a16:creationId xmlns:a16="http://schemas.microsoft.com/office/drawing/2014/main" id="{ED8CCE0E-2713-47E2-8344-E2E1B2364E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7" y="2568"/>
                <a:ext cx="198" cy="288"/>
                <a:chOff x="612" y="981"/>
                <a:chExt cx="198" cy="288"/>
              </a:xfrm>
            </p:grpSpPr>
            <p:sp>
              <p:nvSpPr>
                <p:cNvPr id="46153" name="Text Box 17">
                  <a:extLst>
                    <a:ext uri="{FF2B5EF4-FFF2-40B4-BE49-F238E27FC236}">
                      <a16:creationId xmlns:a16="http://schemas.microsoft.com/office/drawing/2014/main" id="{E5D23411-45CF-427E-BD38-51E3DAF8A1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46154" name="Oval 18">
                  <a:extLst>
                    <a:ext uri="{FF2B5EF4-FFF2-40B4-BE49-F238E27FC236}">
                      <a16:creationId xmlns:a16="http://schemas.microsoft.com/office/drawing/2014/main" id="{D7F9AD89-B650-4A30-873A-EA76623E2F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6148" name="Group 19">
                <a:extLst>
                  <a:ext uri="{FF2B5EF4-FFF2-40B4-BE49-F238E27FC236}">
                    <a16:creationId xmlns:a16="http://schemas.microsoft.com/office/drawing/2014/main" id="{10FA34B6-3302-404A-89AB-304A660740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7" y="2795"/>
                <a:ext cx="198" cy="288"/>
                <a:chOff x="612" y="981"/>
                <a:chExt cx="198" cy="288"/>
              </a:xfrm>
            </p:grpSpPr>
            <p:sp>
              <p:nvSpPr>
                <p:cNvPr id="46151" name="Text Box 20">
                  <a:extLst>
                    <a:ext uri="{FF2B5EF4-FFF2-40B4-BE49-F238E27FC236}">
                      <a16:creationId xmlns:a16="http://schemas.microsoft.com/office/drawing/2014/main" id="{7EB577B9-5BFF-4C4C-B78F-95EE2675DE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46152" name="Oval 21">
                  <a:extLst>
                    <a:ext uri="{FF2B5EF4-FFF2-40B4-BE49-F238E27FC236}">
                      <a16:creationId xmlns:a16="http://schemas.microsoft.com/office/drawing/2014/main" id="{252FC18C-97B1-48A7-BD4E-5DABBE825E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149" name="Line 22">
                <a:extLst>
                  <a:ext uri="{FF2B5EF4-FFF2-40B4-BE49-F238E27FC236}">
                    <a16:creationId xmlns:a16="http://schemas.microsoft.com/office/drawing/2014/main" id="{F55C3A62-F963-4AA5-B456-05C5165FF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3884"/>
                <a:ext cx="0" cy="2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50" name="Line 23">
                <a:extLst>
                  <a:ext uri="{FF2B5EF4-FFF2-40B4-BE49-F238E27FC236}">
                    <a16:creationId xmlns:a16="http://schemas.microsoft.com/office/drawing/2014/main" id="{9E444FB3-7385-4B15-86AA-2D33E81F55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4110"/>
                <a:ext cx="27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104" name="Oval 24">
              <a:extLst>
                <a:ext uri="{FF2B5EF4-FFF2-40B4-BE49-F238E27FC236}">
                  <a16:creationId xmlns:a16="http://schemas.microsoft.com/office/drawing/2014/main" id="{5120A99D-1C4C-486F-A495-DA5961F5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1479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05" name="Line 25">
              <a:extLst>
                <a:ext uri="{FF2B5EF4-FFF2-40B4-BE49-F238E27FC236}">
                  <a16:creationId xmlns:a16="http://schemas.microsoft.com/office/drawing/2014/main" id="{DE89D2E7-34FE-40E9-9DCF-D35357880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572"/>
              <a:ext cx="18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6" name="Line 26">
              <a:extLst>
                <a:ext uri="{FF2B5EF4-FFF2-40B4-BE49-F238E27FC236}">
                  <a16:creationId xmlns:a16="http://schemas.microsoft.com/office/drawing/2014/main" id="{48D5F6FB-E4F4-4764-9A95-1D09B447CA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572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7" name="Line 27">
              <a:extLst>
                <a:ext uri="{FF2B5EF4-FFF2-40B4-BE49-F238E27FC236}">
                  <a16:creationId xmlns:a16="http://schemas.microsoft.com/office/drawing/2014/main" id="{FEB454CB-C24B-49A8-ABAB-6893F5E4A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935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8" name="Line 28">
              <a:extLst>
                <a:ext uri="{FF2B5EF4-FFF2-40B4-BE49-F238E27FC236}">
                  <a16:creationId xmlns:a16="http://schemas.microsoft.com/office/drawing/2014/main" id="{03C05389-7E36-40B2-96B8-AE585B1CD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1975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9" name="Line 29">
              <a:extLst>
                <a:ext uri="{FF2B5EF4-FFF2-40B4-BE49-F238E27FC236}">
                  <a16:creationId xmlns:a16="http://schemas.microsoft.com/office/drawing/2014/main" id="{E48218BD-9838-4EC4-92CB-1EC08D8BB0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8" y="890"/>
              <a:ext cx="2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0" name="Line 30">
              <a:extLst>
                <a:ext uri="{FF2B5EF4-FFF2-40B4-BE49-F238E27FC236}">
                  <a16:creationId xmlns:a16="http://schemas.microsoft.com/office/drawing/2014/main" id="{C91C8B40-6301-49D9-B988-F74060DC0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932"/>
              <a:ext cx="240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1" name="Line 31">
              <a:extLst>
                <a:ext uri="{FF2B5EF4-FFF2-40B4-BE49-F238E27FC236}">
                  <a16:creationId xmlns:a16="http://schemas.microsoft.com/office/drawing/2014/main" id="{85056DDC-5B20-4CD2-897A-8EE73CAF5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935"/>
              <a:ext cx="1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2" name="Line 32">
              <a:extLst>
                <a:ext uri="{FF2B5EF4-FFF2-40B4-BE49-F238E27FC236}">
                  <a16:creationId xmlns:a16="http://schemas.microsoft.com/office/drawing/2014/main" id="{27934B06-F452-48F5-99DD-B5102A5066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8" y="54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3" name="Line 33">
              <a:extLst>
                <a:ext uri="{FF2B5EF4-FFF2-40B4-BE49-F238E27FC236}">
                  <a16:creationId xmlns:a16="http://schemas.microsoft.com/office/drawing/2014/main" id="{D44A886D-BA3A-4E09-B66B-5F45D9776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" y="572"/>
              <a:ext cx="3" cy="1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4" name="Line 34">
              <a:extLst>
                <a:ext uri="{FF2B5EF4-FFF2-40B4-BE49-F238E27FC236}">
                  <a16:creationId xmlns:a16="http://schemas.microsoft.com/office/drawing/2014/main" id="{3808303B-05DF-40BD-875E-8C91C6491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101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5" name="Line 35">
              <a:extLst>
                <a:ext uri="{FF2B5EF4-FFF2-40B4-BE49-F238E27FC236}">
                  <a16:creationId xmlns:a16="http://schemas.microsoft.com/office/drawing/2014/main" id="{A773D2F1-23A7-410A-A1EB-4FD6D620F2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98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6" name="Text Box 36">
              <a:extLst>
                <a:ext uri="{FF2B5EF4-FFF2-40B4-BE49-F238E27FC236}">
                  <a16:creationId xmlns:a16="http://schemas.microsoft.com/office/drawing/2014/main" id="{F8DC0990-3083-4017-BDBB-8498FBB1F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844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17" name="Text Box 37">
              <a:extLst>
                <a:ext uri="{FF2B5EF4-FFF2-40B4-BE49-F238E27FC236}">
                  <a16:creationId xmlns:a16="http://schemas.microsoft.com/office/drawing/2014/main" id="{2DFC8271-063C-4316-800C-21176F534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1538"/>
              <a:ext cx="3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18" name="Text Box 38">
              <a:extLst>
                <a:ext uri="{FF2B5EF4-FFF2-40B4-BE49-F238E27FC236}">
                  <a16:creationId xmlns:a16="http://schemas.microsoft.com/office/drawing/2014/main" id="{024614AE-1A8F-4C2F-A562-4D5DBCEA1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64"/>
              <a:ext cx="3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19" name="Text Box 39">
              <a:extLst>
                <a:ext uri="{FF2B5EF4-FFF2-40B4-BE49-F238E27FC236}">
                  <a16:creationId xmlns:a16="http://schemas.microsoft.com/office/drawing/2014/main" id="{499E254C-7773-49FD-92D7-70469C06E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0" name="Text Box 40">
              <a:extLst>
                <a:ext uri="{FF2B5EF4-FFF2-40B4-BE49-F238E27FC236}">
                  <a16:creationId xmlns:a16="http://schemas.microsoft.com/office/drawing/2014/main" id="{804DA9E5-7D83-4FB7-8C34-264E7F332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" y="935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1" name="Text Box 41">
              <a:extLst>
                <a:ext uri="{FF2B5EF4-FFF2-40B4-BE49-F238E27FC236}">
                  <a16:creationId xmlns:a16="http://schemas.microsoft.com/office/drawing/2014/main" id="{25349D55-1C65-4272-90A6-2D56122C7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572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2" name="Text Box 42">
              <a:extLst>
                <a:ext uri="{FF2B5EF4-FFF2-40B4-BE49-F238E27FC236}">
                  <a16:creationId xmlns:a16="http://schemas.microsoft.com/office/drawing/2014/main" id="{A4D94BF2-7648-483B-BF1C-3F015A660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572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3" name="Text Box 43">
              <a:extLst>
                <a:ext uri="{FF2B5EF4-FFF2-40B4-BE49-F238E27FC236}">
                  <a16:creationId xmlns:a16="http://schemas.microsoft.com/office/drawing/2014/main" id="{3A5C4EC6-DA37-48A9-8C51-C77FFABA3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35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4" name="Text Box 44">
              <a:extLst>
                <a:ext uri="{FF2B5EF4-FFF2-40B4-BE49-F238E27FC236}">
                  <a16:creationId xmlns:a16="http://schemas.microsoft.com/office/drawing/2014/main" id="{63CF0EB0-44A6-4A33-AE0E-CDA344465F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" y="948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5" name="Text Box 45">
              <a:extLst>
                <a:ext uri="{FF2B5EF4-FFF2-40B4-BE49-F238E27FC236}">
                  <a16:creationId xmlns:a16="http://schemas.microsoft.com/office/drawing/2014/main" id="{621E004A-6360-4019-8AE3-1DA59B7FC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6" name="Text Box 46">
              <a:extLst>
                <a:ext uri="{FF2B5EF4-FFF2-40B4-BE49-F238E27FC236}">
                  <a16:creationId xmlns:a16="http://schemas.microsoft.com/office/drawing/2014/main" id="{3DA91320-CDC5-4987-8EFF-AEFF1AA26E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039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7" name="Text Box 47">
              <a:extLst>
                <a:ext uri="{FF2B5EF4-FFF2-40B4-BE49-F238E27FC236}">
                  <a16:creationId xmlns:a16="http://schemas.microsoft.com/office/drawing/2014/main" id="{B91EC914-F5AE-498E-9EE7-A992713989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8" name="Text Box 48">
              <a:extLst>
                <a:ext uri="{FF2B5EF4-FFF2-40B4-BE49-F238E27FC236}">
                  <a16:creationId xmlns:a16="http://schemas.microsoft.com/office/drawing/2014/main" id="{0A47DBD8-F1F5-4A21-BE0A-A1E483B31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29" name="Line 49">
              <a:extLst>
                <a:ext uri="{FF2B5EF4-FFF2-40B4-BE49-F238E27FC236}">
                  <a16:creationId xmlns:a16="http://schemas.microsoft.com/office/drawing/2014/main" id="{AEF2FC43-046B-410D-9E65-45FD0FB319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98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0" name="Line 50">
              <a:extLst>
                <a:ext uri="{FF2B5EF4-FFF2-40B4-BE49-F238E27FC236}">
                  <a16:creationId xmlns:a16="http://schemas.microsoft.com/office/drawing/2014/main" id="{70F5F003-CD66-4E33-9943-239A581877C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52" y="86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1" name="Line 51">
              <a:extLst>
                <a:ext uri="{FF2B5EF4-FFF2-40B4-BE49-F238E27FC236}">
                  <a16:creationId xmlns:a16="http://schemas.microsoft.com/office/drawing/2014/main" id="{F1DD176F-0D8F-4727-A69A-1B1CAD4EE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" y="935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32" name="Line 52">
              <a:extLst>
                <a:ext uri="{FF2B5EF4-FFF2-40B4-BE49-F238E27FC236}">
                  <a16:creationId xmlns:a16="http://schemas.microsoft.com/office/drawing/2014/main" id="{998E639C-064C-4803-BC3D-D02C61AE3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9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3" name="Text Box 53">
              <a:extLst>
                <a:ext uri="{FF2B5EF4-FFF2-40B4-BE49-F238E27FC236}">
                  <a16:creationId xmlns:a16="http://schemas.microsoft.com/office/drawing/2014/main" id="{027E2EB9-E7A5-4F08-B9DB-9E7F4CC47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34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6134" name="Text Box 54">
              <a:extLst>
                <a:ext uri="{FF2B5EF4-FFF2-40B4-BE49-F238E27FC236}">
                  <a16:creationId xmlns:a16="http://schemas.microsoft.com/office/drawing/2014/main" id="{EAE74BE7-1005-410D-A3A7-C301F7C8F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1615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6135" name="Rectangle 55">
              <a:extLst>
                <a:ext uri="{FF2B5EF4-FFF2-40B4-BE49-F238E27FC236}">
                  <a16:creationId xmlns:a16="http://schemas.microsoft.com/office/drawing/2014/main" id="{66D0AB49-68C2-487B-BBEB-04F34B4FF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36" name="Rectangle 56">
              <a:extLst>
                <a:ext uri="{FF2B5EF4-FFF2-40B4-BE49-F238E27FC236}">
                  <a16:creationId xmlns:a16="http://schemas.microsoft.com/office/drawing/2014/main" id="{B7012AB5-2C30-4E79-851F-DA5598F9F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37" name="Rectangle 57">
              <a:extLst>
                <a:ext uri="{FF2B5EF4-FFF2-40B4-BE49-F238E27FC236}">
                  <a16:creationId xmlns:a16="http://schemas.microsoft.com/office/drawing/2014/main" id="{60FBA96B-8AFA-482D-8DFC-A655F5265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" y="1071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38" name="Rectangle 58">
              <a:extLst>
                <a:ext uri="{FF2B5EF4-FFF2-40B4-BE49-F238E27FC236}">
                  <a16:creationId xmlns:a16="http://schemas.microsoft.com/office/drawing/2014/main" id="{A380F56A-AD94-4931-A3E9-F3492B874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139" name="Rectangle 59">
              <a:extLst>
                <a:ext uri="{FF2B5EF4-FFF2-40B4-BE49-F238E27FC236}">
                  <a16:creationId xmlns:a16="http://schemas.microsoft.com/office/drawing/2014/main" id="{567DE8C2-FFBC-4699-9654-FA75FAEFD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6140" name="Group 60">
              <a:extLst>
                <a:ext uri="{FF2B5EF4-FFF2-40B4-BE49-F238E27FC236}">
                  <a16:creationId xmlns:a16="http://schemas.microsoft.com/office/drawing/2014/main" id="{3C8904D7-6B0D-43ED-A9F4-AF533576CB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" y="1252"/>
              <a:ext cx="363" cy="363"/>
              <a:chOff x="4785" y="709"/>
              <a:chExt cx="363" cy="363"/>
            </a:xfrm>
          </p:grpSpPr>
          <p:sp>
            <p:nvSpPr>
              <p:cNvPr id="46144" name="Oval 61">
                <a:extLst>
                  <a:ext uri="{FF2B5EF4-FFF2-40B4-BE49-F238E27FC236}">
                    <a16:creationId xmlns:a16="http://schemas.microsoft.com/office/drawing/2014/main" id="{F21D9D20-A6E4-4E9F-A551-D8D4C277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145" name="Line 62">
                <a:extLst>
                  <a:ext uri="{FF2B5EF4-FFF2-40B4-BE49-F238E27FC236}">
                    <a16:creationId xmlns:a16="http://schemas.microsoft.com/office/drawing/2014/main" id="{360CD793-B090-4A37-B095-5EABB1E1A0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6141" name="Group 63">
              <a:extLst>
                <a:ext uri="{FF2B5EF4-FFF2-40B4-BE49-F238E27FC236}">
                  <a16:creationId xmlns:a16="http://schemas.microsoft.com/office/drawing/2014/main" id="{24B001BA-8F75-42A0-8D58-02DC4BD3661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4" y="391"/>
              <a:ext cx="363" cy="363"/>
              <a:chOff x="4785" y="709"/>
              <a:chExt cx="363" cy="363"/>
            </a:xfrm>
          </p:grpSpPr>
          <p:sp>
            <p:nvSpPr>
              <p:cNvPr id="46142" name="Oval 64">
                <a:extLst>
                  <a:ext uri="{FF2B5EF4-FFF2-40B4-BE49-F238E27FC236}">
                    <a16:creationId xmlns:a16="http://schemas.microsoft.com/office/drawing/2014/main" id="{AA898DC2-3EB6-44A7-9F7E-2D5C6F395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143" name="Line 65">
                <a:extLst>
                  <a:ext uri="{FF2B5EF4-FFF2-40B4-BE49-F238E27FC236}">
                    <a16:creationId xmlns:a16="http://schemas.microsoft.com/office/drawing/2014/main" id="{1C0B7EFE-369A-4E05-AFF7-9AC30D642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46087" name="Object 67">
            <a:extLst>
              <a:ext uri="{FF2B5EF4-FFF2-40B4-BE49-F238E27FC236}">
                <a16:creationId xmlns:a16="http://schemas.microsoft.com/office/drawing/2014/main" id="{D20F7798-58A4-4332-9158-5475C3A27B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1125" y="101600"/>
          <a:ext cx="242093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39" name="Equation" r:id="rId7" imgW="619086" imgH="171626" progId="Equation.DSMT4">
                  <p:embed/>
                </p:oleObj>
              </mc:Choice>
              <mc:Fallback>
                <p:oleObj name="Equation" r:id="rId7" imgW="619086" imgH="171626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101600"/>
                        <a:ext cx="2420938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332" name="Text Box 68">
            <a:extLst>
              <a:ext uri="{FF2B5EF4-FFF2-40B4-BE49-F238E27FC236}">
                <a16:creationId xmlns:a16="http://schemas.microsoft.com/office/drawing/2014/main" id="{4D3BE653-41A1-4BCE-ABEC-C291580E5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908050"/>
            <a:ext cx="504031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支路电压取与支路电流方向关参</a:t>
            </a:r>
          </a:p>
        </p:txBody>
      </p:sp>
      <p:graphicFrame>
        <p:nvGraphicFramePr>
          <p:cNvPr id="267333" name="Object 69">
            <a:extLst>
              <a:ext uri="{FF2B5EF4-FFF2-40B4-BE49-F238E27FC236}">
                <a16:creationId xmlns:a16="http://schemas.microsoft.com/office/drawing/2014/main" id="{850D529C-CDB1-491A-B9D9-A58A11A16A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188" y="1773238"/>
          <a:ext cx="1657350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40" name="Equation" r:id="rId9" imgW="371546" imgH="171626" progId="Equation.DSMT4">
                  <p:embed/>
                </p:oleObj>
              </mc:Choice>
              <mc:Fallback>
                <p:oleObj name="Equation" r:id="rId9" imgW="371546" imgH="171626" progId="Equation.DSMT4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1773238"/>
                        <a:ext cx="1657350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36" name="Object 72">
            <a:extLst>
              <a:ext uri="{FF2B5EF4-FFF2-40B4-BE49-F238E27FC236}">
                <a16:creationId xmlns:a16="http://schemas.microsoft.com/office/drawing/2014/main" id="{A5DDD6D7-A04B-4D63-9364-10619E995E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188" y="4030663"/>
          <a:ext cx="1519237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41" name="Equation" r:id="rId11" imgW="390334" imgH="171626" progId="Equation.DSMT4">
                  <p:embed/>
                </p:oleObj>
              </mc:Choice>
              <mc:Fallback>
                <p:oleObj name="Equation" r:id="rId11" imgW="390334" imgH="171626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4030663"/>
                        <a:ext cx="1519237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37" name="Object 73">
            <a:extLst>
              <a:ext uri="{FF2B5EF4-FFF2-40B4-BE49-F238E27FC236}">
                <a16:creationId xmlns:a16="http://schemas.microsoft.com/office/drawing/2014/main" id="{8E1CC243-3AE3-4638-BA16-3D6764792C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650" y="4606925"/>
          <a:ext cx="257492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42" name="Equation" r:id="rId13" imgW="638345" imgH="171626" progId="Equation.DSMT4">
                  <p:embed/>
                </p:oleObj>
              </mc:Choice>
              <mc:Fallback>
                <p:oleObj name="Equation" r:id="rId13" imgW="638345" imgH="171626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4606925"/>
                        <a:ext cx="2574925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38" name="Object 74">
            <a:extLst>
              <a:ext uri="{FF2B5EF4-FFF2-40B4-BE49-F238E27FC236}">
                <a16:creationId xmlns:a16="http://schemas.microsoft.com/office/drawing/2014/main" id="{98F17375-C58C-428E-A84B-39400C864C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5254625"/>
          <a:ext cx="271938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43" name="Equation" r:id="rId15" imgW="638345" imgH="171626" progId="Equation.DSMT4">
                  <p:embed/>
                </p:oleObj>
              </mc:Choice>
              <mc:Fallback>
                <p:oleObj name="Equation" r:id="rId15" imgW="638345" imgH="171626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254625"/>
                        <a:ext cx="2719387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340" name="Oval 76">
            <a:extLst>
              <a:ext uri="{FF2B5EF4-FFF2-40B4-BE49-F238E27FC236}">
                <a16:creationId xmlns:a16="http://schemas.microsoft.com/office/drawing/2014/main" id="{5EA6584C-BC74-46FF-9D18-68E270F1B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1844675"/>
            <a:ext cx="865187" cy="1079500"/>
          </a:xfrm>
          <a:prstGeom prst="ellipse">
            <a:avLst/>
          </a:prstGeom>
          <a:noFill/>
          <a:ln w="38100" algn="ctr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7341" name="Object 77">
            <a:extLst>
              <a:ext uri="{FF2B5EF4-FFF2-40B4-BE49-F238E27FC236}">
                <a16:creationId xmlns:a16="http://schemas.microsoft.com/office/drawing/2014/main" id="{25A05E58-2AB0-48ED-86F2-3FBF328B7B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0938" y="3387725"/>
          <a:ext cx="5508625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44" name="Equation" r:id="rId17" imgW="1286084" imgH="371387" progId="Equation.DSMT4">
                  <p:embed/>
                </p:oleObj>
              </mc:Choice>
              <mc:Fallback>
                <p:oleObj name="Equation" r:id="rId17" imgW="1286084" imgH="371387" progId="Equation.DSMT4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938" y="3387725"/>
                        <a:ext cx="5508625" cy="153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342" name="Rectangle 78">
            <a:extLst>
              <a:ext uri="{FF2B5EF4-FFF2-40B4-BE49-F238E27FC236}">
                <a16:creationId xmlns:a16="http://schemas.microsoft.com/office/drawing/2014/main" id="{D8C5A17A-0898-49A5-84E5-C3F9D97BD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5013325"/>
            <a:ext cx="5221287" cy="1373188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所以：当用节点电压表示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方程时，</a:t>
            </a: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自动满足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，无须列写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，只需列写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</a:p>
        </p:txBody>
      </p:sp>
      <p:sp>
        <p:nvSpPr>
          <p:cNvPr id="267343" name="AutoShape 79">
            <a:extLst>
              <a:ext uri="{FF2B5EF4-FFF2-40B4-BE49-F238E27FC236}">
                <a16:creationId xmlns:a16="http://schemas.microsoft.com/office/drawing/2014/main" id="{3A67A588-1AD6-45B1-92DC-818CB047E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3500438"/>
            <a:ext cx="1655763" cy="574675"/>
          </a:xfrm>
          <a:prstGeom prst="wedgeRoundRectCallout">
            <a:avLst>
              <a:gd name="adj1" fmla="val -83940"/>
              <a:gd name="adj2" fmla="val -35361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参考点</a:t>
            </a:r>
          </a:p>
        </p:txBody>
      </p:sp>
      <p:sp>
        <p:nvSpPr>
          <p:cNvPr id="267344" name="Text Box 80">
            <a:extLst>
              <a:ext uri="{FF2B5EF4-FFF2-40B4-BE49-F238E27FC236}">
                <a16:creationId xmlns:a16="http://schemas.microsoft.com/office/drawing/2014/main" id="{400F3CD9-606E-4058-B9A8-A3D21F006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3141663"/>
            <a:ext cx="3381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6A4E209-1D63-486E-BD9E-B073E39BF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897063"/>
            <a:ext cx="3384550" cy="4797425"/>
          </a:xfrm>
          <a:prstGeom prst="roundRect">
            <a:avLst>
              <a:gd name="adj" fmla="val 16667"/>
            </a:avLst>
          </a:prstGeom>
          <a:solidFill>
            <a:schemeClr val="accent1">
              <a:alpha val="7097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3" name="Text Box 7">
            <a:extLst>
              <a:ext uri="{FF2B5EF4-FFF2-40B4-BE49-F238E27FC236}">
                <a16:creationId xmlns:a16="http://schemas.microsoft.com/office/drawing/2014/main" id="{C804530D-D986-4F7D-8548-FD276B973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463" y="3611563"/>
            <a:ext cx="1673225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支路电压用所求未知量节点电压表示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5CAFF5E0-95D4-4CF0-85F2-71A847573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863" y="3687763"/>
            <a:ext cx="5318125" cy="1085850"/>
          </a:xfrm>
          <a:prstGeom prst="roundRect">
            <a:avLst>
              <a:gd name="adj" fmla="val 16667"/>
            </a:avLst>
          </a:prstGeom>
          <a:solidFill>
            <a:schemeClr val="accent1">
              <a:alpha val="7097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5" name="Text Box 7">
            <a:extLst>
              <a:ext uri="{FF2B5EF4-FFF2-40B4-BE49-F238E27FC236}">
                <a16:creationId xmlns:a16="http://schemas.microsoft.com/office/drawing/2014/main" id="{973A6529-8ABC-47A9-8523-5A8D16496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776663"/>
            <a:ext cx="1673225" cy="92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5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endParaRPr kumimoji="1" lang="zh-CN" altLang="en-US" sz="5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" name="Text Box 7">
            <a:extLst>
              <a:ext uri="{FF2B5EF4-FFF2-40B4-BE49-F238E27FC236}">
                <a16:creationId xmlns:a16="http://schemas.microsoft.com/office/drawing/2014/main" id="{4789FE2D-AF5F-42D0-A834-6A13C100C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6150" y="3783013"/>
            <a:ext cx="2786063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用节点电压表示的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267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67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6" grpId="0"/>
      <p:bldP spid="267332" grpId="0"/>
      <p:bldP spid="267342" grpId="0" animBg="1"/>
      <p:bldP spid="267343" grpId="0" animBg="1"/>
      <p:bldP spid="267344" grpId="0"/>
      <p:bldP spid="2" grpId="0" animBg="1"/>
      <p:bldP spid="73" grpId="0"/>
      <p:bldP spid="74" grpId="0" animBg="1"/>
      <p:bldP spid="75" grpId="0"/>
      <p:bldP spid="7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7" name="Text Box 3">
            <a:extLst>
              <a:ext uri="{FF2B5EF4-FFF2-40B4-BE49-F238E27FC236}">
                <a16:creationId xmlns:a16="http://schemas.microsoft.com/office/drawing/2014/main" id="{9E995F88-4A33-44FA-A43E-4D456ABBA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08050"/>
            <a:ext cx="3816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方程的列写步骤</a:t>
            </a:r>
          </a:p>
        </p:txBody>
      </p:sp>
      <p:sp>
        <p:nvSpPr>
          <p:cNvPr id="175108" name="Text Box 4">
            <a:extLst>
              <a:ext uri="{FF2B5EF4-FFF2-40B4-BE49-F238E27FC236}">
                <a16:creationId xmlns:a16="http://schemas.microsoft.com/office/drawing/2014/main" id="{4B2E8028-7804-4F06-8BFF-757F44EA8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628775"/>
            <a:ext cx="8353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选定参考结点，标明其余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个独立结点的电压；</a:t>
            </a:r>
            <a:endParaRPr kumimoji="1" lang="zh-CN" altLang="en-US" sz="2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75109" name="Group 5">
            <a:extLst>
              <a:ext uri="{FF2B5EF4-FFF2-40B4-BE49-F238E27FC236}">
                <a16:creationId xmlns:a16="http://schemas.microsoft.com/office/drawing/2014/main" id="{44E6C539-4C63-48D4-97B6-5D1A0BC55CA0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2708275"/>
            <a:ext cx="3770312" cy="2519363"/>
            <a:chOff x="2880" y="2523"/>
            <a:chExt cx="2375" cy="1587"/>
          </a:xfrm>
        </p:grpSpPr>
        <p:grpSp>
          <p:nvGrpSpPr>
            <p:cNvPr id="47158" name="Group 6">
              <a:extLst>
                <a:ext uri="{FF2B5EF4-FFF2-40B4-BE49-F238E27FC236}">
                  <a16:creationId xmlns:a16="http://schemas.microsoft.com/office/drawing/2014/main" id="{211DA535-12C9-4226-BD2C-8736B5BAA1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523"/>
              <a:ext cx="198" cy="288"/>
              <a:chOff x="612" y="981"/>
              <a:chExt cx="198" cy="288"/>
            </a:xfrm>
          </p:grpSpPr>
          <p:sp>
            <p:nvSpPr>
              <p:cNvPr id="47167" name="Text Box 7">
                <a:extLst>
                  <a:ext uri="{FF2B5EF4-FFF2-40B4-BE49-F238E27FC236}">
                    <a16:creationId xmlns:a16="http://schemas.microsoft.com/office/drawing/2014/main" id="{7A580535-BAFC-4CD2-A024-5E8EE345BF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981"/>
                <a:ext cx="19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68" name="Oval 8">
                <a:extLst>
                  <a:ext uri="{FF2B5EF4-FFF2-40B4-BE49-F238E27FC236}">
                    <a16:creationId xmlns:a16="http://schemas.microsoft.com/office/drawing/2014/main" id="{4EC01567-44AE-4AB4-82A8-F34733B858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041"/>
                <a:ext cx="181" cy="18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159" name="Group 9">
              <a:extLst>
                <a:ext uri="{FF2B5EF4-FFF2-40B4-BE49-F238E27FC236}">
                  <a16:creationId xmlns:a16="http://schemas.microsoft.com/office/drawing/2014/main" id="{91730064-1C66-4A4E-9CE1-8F38457148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7" y="2568"/>
              <a:ext cx="198" cy="288"/>
              <a:chOff x="612" y="981"/>
              <a:chExt cx="198" cy="288"/>
            </a:xfrm>
          </p:grpSpPr>
          <p:sp>
            <p:nvSpPr>
              <p:cNvPr id="47165" name="Text Box 10">
                <a:extLst>
                  <a:ext uri="{FF2B5EF4-FFF2-40B4-BE49-F238E27FC236}">
                    <a16:creationId xmlns:a16="http://schemas.microsoft.com/office/drawing/2014/main" id="{7C92D170-5690-4DA6-BC7E-8916CB5537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981"/>
                <a:ext cx="19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7166" name="Oval 11">
                <a:extLst>
                  <a:ext uri="{FF2B5EF4-FFF2-40B4-BE49-F238E27FC236}">
                    <a16:creationId xmlns:a16="http://schemas.microsoft.com/office/drawing/2014/main" id="{3CDB1052-4FCC-4FEC-A461-CE5B33CFB0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041"/>
                <a:ext cx="181" cy="18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160" name="Group 12">
              <a:extLst>
                <a:ext uri="{FF2B5EF4-FFF2-40B4-BE49-F238E27FC236}">
                  <a16:creationId xmlns:a16="http://schemas.microsoft.com/office/drawing/2014/main" id="{5D6D6202-33C8-490E-B913-AFD67EF0F0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" y="2795"/>
              <a:ext cx="198" cy="288"/>
              <a:chOff x="612" y="981"/>
              <a:chExt cx="198" cy="288"/>
            </a:xfrm>
          </p:grpSpPr>
          <p:sp>
            <p:nvSpPr>
              <p:cNvPr id="47163" name="Text Box 13">
                <a:extLst>
                  <a:ext uri="{FF2B5EF4-FFF2-40B4-BE49-F238E27FC236}">
                    <a16:creationId xmlns:a16="http://schemas.microsoft.com/office/drawing/2014/main" id="{49D64C3B-55B5-4D5C-BF13-94C12D4A32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981"/>
                <a:ext cx="19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7164" name="Oval 14">
                <a:extLst>
                  <a:ext uri="{FF2B5EF4-FFF2-40B4-BE49-F238E27FC236}">
                    <a16:creationId xmlns:a16="http://schemas.microsoft.com/office/drawing/2014/main" id="{7886E850-370B-4424-A728-CF4C9F688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041"/>
                <a:ext cx="181" cy="18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7161" name="Line 15">
              <a:extLst>
                <a:ext uri="{FF2B5EF4-FFF2-40B4-BE49-F238E27FC236}">
                  <a16:creationId xmlns:a16="http://schemas.microsoft.com/office/drawing/2014/main" id="{BC93565A-CD1C-4E5D-8533-83CAB04063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3884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2" name="Line 16">
              <a:extLst>
                <a:ext uri="{FF2B5EF4-FFF2-40B4-BE49-F238E27FC236}">
                  <a16:creationId xmlns:a16="http://schemas.microsoft.com/office/drawing/2014/main" id="{EE5B9C7E-4527-4F8E-B3F4-80834FF983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4110"/>
              <a:ext cx="27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5121" name="Text Box 17">
            <a:extLst>
              <a:ext uri="{FF2B5EF4-FFF2-40B4-BE49-F238E27FC236}">
                <a16:creationId xmlns:a16="http://schemas.microsoft.com/office/drawing/2014/main" id="{C3702191-62E1-4DF9-B80C-DB13883C4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276475"/>
            <a:ext cx="2740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175122" name="Text Box 18">
            <a:extLst>
              <a:ext uri="{FF2B5EF4-FFF2-40B4-BE49-F238E27FC236}">
                <a16:creationId xmlns:a16="http://schemas.microsoft.com/office/drawing/2014/main" id="{94B15E28-7441-4D2D-8959-1EDB9A3A8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789363"/>
            <a:ext cx="2330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 sz="28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5123" name="Text Box 19">
            <a:extLst>
              <a:ext uri="{FF2B5EF4-FFF2-40B4-BE49-F238E27FC236}">
                <a16:creationId xmlns:a16="http://schemas.microsoft.com/office/drawing/2014/main" id="{2928BFCE-3DF7-49A5-BBB8-BBE50BF49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4516438"/>
            <a:ext cx="2301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  <a:endParaRPr kumimoji="1" lang="en-US" altLang="zh-CN" sz="36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5124" name="AutoShape 20">
            <a:extLst>
              <a:ext uri="{FF2B5EF4-FFF2-40B4-BE49-F238E27FC236}">
                <a16:creationId xmlns:a16="http://schemas.microsoft.com/office/drawing/2014/main" id="{1C581666-82CD-43B1-BFDC-D3303B20B16A}"/>
              </a:ext>
            </a:extLst>
          </p:cNvPr>
          <p:cNvSpPr>
            <a:spLocks/>
          </p:cNvSpPr>
          <p:nvPr/>
        </p:nvSpPr>
        <p:spPr bwMode="auto">
          <a:xfrm>
            <a:off x="684213" y="4149725"/>
            <a:ext cx="215900" cy="1728788"/>
          </a:xfrm>
          <a:prstGeom prst="leftBrace">
            <a:avLst>
              <a:gd name="adj1" fmla="val 6672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5125" name="Text Box 21">
            <a:extLst>
              <a:ext uri="{FF2B5EF4-FFF2-40B4-BE49-F238E27FC236}">
                <a16:creationId xmlns:a16="http://schemas.microsoft.com/office/drawing/2014/main" id="{EDD51AAA-2D62-495B-9A71-ECCA5F735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313" y="5229225"/>
            <a:ext cx="211137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 sz="28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5126" name="Object 22">
            <a:extLst>
              <a:ext uri="{FF2B5EF4-FFF2-40B4-BE49-F238E27FC236}">
                <a16:creationId xmlns:a16="http://schemas.microsoft.com/office/drawing/2014/main" id="{BA3A1D23-75C6-40CE-9464-7A8E95D061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2936875"/>
          <a:ext cx="2938462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29" name="公式" r:id="rId3" imgW="1133426" imgH="238213" progId="Equation.3">
                  <p:embed/>
                </p:oleObj>
              </mc:Choice>
              <mc:Fallback>
                <p:oleObj name="公式" r:id="rId3" imgW="1133426" imgH="238213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936875"/>
                        <a:ext cx="2938462" cy="708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5127" name="Group 23">
            <a:extLst>
              <a:ext uri="{FF2B5EF4-FFF2-40B4-BE49-F238E27FC236}">
                <a16:creationId xmlns:a16="http://schemas.microsoft.com/office/drawing/2014/main" id="{F6934F28-8940-4B6B-959A-85163EEC3BC5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1989138"/>
            <a:ext cx="4808538" cy="2879725"/>
            <a:chOff x="2472" y="1253"/>
            <a:chExt cx="3029" cy="1814"/>
          </a:xfrm>
        </p:grpSpPr>
        <p:sp>
          <p:nvSpPr>
            <p:cNvPr id="47116" name="Oval 24">
              <a:extLst>
                <a:ext uri="{FF2B5EF4-FFF2-40B4-BE49-F238E27FC236}">
                  <a16:creationId xmlns:a16="http://schemas.microsoft.com/office/drawing/2014/main" id="{6EB73A69-83D2-45AA-AA86-FD4DFB33E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2568"/>
              <a:ext cx="363" cy="363"/>
            </a:xfrm>
            <a:prstGeom prst="ellipse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17" name="Line 25">
              <a:extLst>
                <a:ext uri="{FF2B5EF4-FFF2-40B4-BE49-F238E27FC236}">
                  <a16:creationId xmlns:a16="http://schemas.microsoft.com/office/drawing/2014/main" id="{607DDEA6-A3E1-4006-A360-723F0B6F03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1661"/>
              <a:ext cx="18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8" name="Line 26">
              <a:extLst>
                <a:ext uri="{FF2B5EF4-FFF2-40B4-BE49-F238E27FC236}">
                  <a16:creationId xmlns:a16="http://schemas.microsoft.com/office/drawing/2014/main" id="{2EFA9430-8C49-456D-A96E-D912998E5D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1661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9" name="Line 27">
              <a:extLst>
                <a:ext uri="{FF2B5EF4-FFF2-40B4-BE49-F238E27FC236}">
                  <a16:creationId xmlns:a16="http://schemas.microsoft.com/office/drawing/2014/main" id="{949751FE-4446-4DA7-9C4E-24E335838E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2024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0" name="Line 28">
              <a:extLst>
                <a:ext uri="{FF2B5EF4-FFF2-40B4-BE49-F238E27FC236}">
                  <a16:creationId xmlns:a16="http://schemas.microsoft.com/office/drawing/2014/main" id="{7553D48D-8D15-4681-BE1F-803D19A1D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3064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1" name="Line 29">
              <a:extLst>
                <a:ext uri="{FF2B5EF4-FFF2-40B4-BE49-F238E27FC236}">
                  <a16:creationId xmlns:a16="http://schemas.microsoft.com/office/drawing/2014/main" id="{D44F059F-3C02-4523-AE2B-6D4AA0F044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8" y="1979"/>
              <a:ext cx="2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2" name="Line 30">
              <a:extLst>
                <a:ext uri="{FF2B5EF4-FFF2-40B4-BE49-F238E27FC236}">
                  <a16:creationId xmlns:a16="http://schemas.microsoft.com/office/drawing/2014/main" id="{430CD040-B138-4F6B-AEF0-AC8737224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2021"/>
              <a:ext cx="240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3" name="Line 31">
              <a:extLst>
                <a:ext uri="{FF2B5EF4-FFF2-40B4-BE49-F238E27FC236}">
                  <a16:creationId xmlns:a16="http://schemas.microsoft.com/office/drawing/2014/main" id="{F2ABF73F-D698-47C6-BC36-B98CD525D1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2024"/>
              <a:ext cx="1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4" name="Line 32">
              <a:extLst>
                <a:ext uri="{FF2B5EF4-FFF2-40B4-BE49-F238E27FC236}">
                  <a16:creationId xmlns:a16="http://schemas.microsoft.com/office/drawing/2014/main" id="{C7123AFA-08D5-4D95-BA0B-F504290A2F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8" y="1637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5" name="Line 33">
              <a:extLst>
                <a:ext uri="{FF2B5EF4-FFF2-40B4-BE49-F238E27FC236}">
                  <a16:creationId xmlns:a16="http://schemas.microsoft.com/office/drawing/2014/main" id="{6FE07B62-5DD6-488E-BC04-C08F4B840C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" y="1661"/>
              <a:ext cx="3" cy="1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6" name="Line 34">
              <a:extLst>
                <a:ext uri="{FF2B5EF4-FFF2-40B4-BE49-F238E27FC236}">
                  <a16:creationId xmlns:a16="http://schemas.microsoft.com/office/drawing/2014/main" id="{BBBBAB75-E134-4B00-AEF4-28BEBA0EB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210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7" name="Line 35">
              <a:extLst>
                <a:ext uri="{FF2B5EF4-FFF2-40B4-BE49-F238E27FC236}">
                  <a16:creationId xmlns:a16="http://schemas.microsoft.com/office/drawing/2014/main" id="{904329A5-FFA5-445C-A5E1-431322DE40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2069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28" name="Text Box 36">
              <a:extLst>
                <a:ext uri="{FF2B5EF4-FFF2-40B4-BE49-F238E27FC236}">
                  <a16:creationId xmlns:a16="http://schemas.microsoft.com/office/drawing/2014/main" id="{B4467584-8DB2-425C-A623-C091DD7B5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1933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29" name="Text Box 37">
              <a:extLst>
                <a:ext uri="{FF2B5EF4-FFF2-40B4-BE49-F238E27FC236}">
                  <a16:creationId xmlns:a16="http://schemas.microsoft.com/office/drawing/2014/main" id="{92DFA942-B303-4E14-B8DE-471E5F6BA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2627"/>
              <a:ext cx="3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0" name="Text Box 38">
              <a:extLst>
                <a:ext uri="{FF2B5EF4-FFF2-40B4-BE49-F238E27FC236}">
                  <a16:creationId xmlns:a16="http://schemas.microsoft.com/office/drawing/2014/main" id="{416FDDBD-3253-4AAA-8F54-3A591D5B6C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253"/>
              <a:ext cx="3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1" name="Text Box 39">
              <a:extLst>
                <a:ext uri="{FF2B5EF4-FFF2-40B4-BE49-F238E27FC236}">
                  <a16:creationId xmlns:a16="http://schemas.microsoft.com/office/drawing/2014/main" id="{563CD0B0-100F-4621-A364-FDBF13F2C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2341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2" name="Text Box 40">
              <a:extLst>
                <a:ext uri="{FF2B5EF4-FFF2-40B4-BE49-F238E27FC236}">
                  <a16:creationId xmlns:a16="http://schemas.microsoft.com/office/drawing/2014/main" id="{333083EB-7020-4E6C-A1E6-3506B1EE1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" y="2024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3" name="Text Box 41">
              <a:extLst>
                <a:ext uri="{FF2B5EF4-FFF2-40B4-BE49-F238E27FC236}">
                  <a16:creationId xmlns:a16="http://schemas.microsoft.com/office/drawing/2014/main" id="{D1078AF8-1123-4F61-A3E8-4FEBD276C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661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4" name="Text Box 42">
              <a:extLst>
                <a:ext uri="{FF2B5EF4-FFF2-40B4-BE49-F238E27FC236}">
                  <a16:creationId xmlns:a16="http://schemas.microsoft.com/office/drawing/2014/main" id="{5EF43EED-82A4-4AFC-AC8A-E09758B8E1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1661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5" name="Text Box 43">
              <a:extLst>
                <a:ext uri="{FF2B5EF4-FFF2-40B4-BE49-F238E27FC236}">
                  <a16:creationId xmlns:a16="http://schemas.microsoft.com/office/drawing/2014/main" id="{BE48760F-C701-41E2-8D10-40A9E7764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2024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6" name="Text Box 44">
              <a:extLst>
                <a:ext uri="{FF2B5EF4-FFF2-40B4-BE49-F238E27FC236}">
                  <a16:creationId xmlns:a16="http://schemas.microsoft.com/office/drawing/2014/main" id="{269DB0C4-43C2-4C97-9B58-F87316D26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" y="2037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7" name="Text Box 45">
              <a:extLst>
                <a:ext uri="{FF2B5EF4-FFF2-40B4-BE49-F238E27FC236}">
                  <a16:creationId xmlns:a16="http://schemas.microsoft.com/office/drawing/2014/main" id="{381D9ACC-348C-4729-AED9-6F2B43781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1661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8" name="Text Box 46">
              <a:extLst>
                <a:ext uri="{FF2B5EF4-FFF2-40B4-BE49-F238E27FC236}">
                  <a16:creationId xmlns:a16="http://schemas.microsoft.com/office/drawing/2014/main" id="{67E33D31-3B31-44B5-8F94-B798F5AE6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2128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39" name="Text Box 47">
              <a:extLst>
                <a:ext uri="{FF2B5EF4-FFF2-40B4-BE49-F238E27FC236}">
                  <a16:creationId xmlns:a16="http://schemas.microsoft.com/office/drawing/2014/main" id="{4A1CA789-9ADA-4859-8A2B-8FF0A44B1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16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0" name="Text Box 48">
              <a:extLst>
                <a:ext uri="{FF2B5EF4-FFF2-40B4-BE49-F238E27FC236}">
                  <a16:creationId xmlns:a16="http://schemas.microsoft.com/office/drawing/2014/main" id="{83190206-EF32-4A01-B364-EF2874F49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341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1" name="Line 49">
              <a:extLst>
                <a:ext uri="{FF2B5EF4-FFF2-40B4-BE49-F238E27FC236}">
                  <a16:creationId xmlns:a16="http://schemas.microsoft.com/office/drawing/2014/main" id="{62B07780-3BC6-42A0-B31F-E34336B04E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2069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2" name="Line 50">
              <a:extLst>
                <a:ext uri="{FF2B5EF4-FFF2-40B4-BE49-F238E27FC236}">
                  <a16:creationId xmlns:a16="http://schemas.microsoft.com/office/drawing/2014/main" id="{1566929D-C2B3-49FE-8100-41056A5B89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52" y="1949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3" name="Line 51">
              <a:extLst>
                <a:ext uri="{FF2B5EF4-FFF2-40B4-BE49-F238E27FC236}">
                  <a16:creationId xmlns:a16="http://schemas.microsoft.com/office/drawing/2014/main" id="{D1197DC3-2831-4A88-94C2-DBDBF4339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" y="202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4" name="Line 52">
              <a:extLst>
                <a:ext uri="{FF2B5EF4-FFF2-40B4-BE49-F238E27FC236}">
                  <a16:creationId xmlns:a16="http://schemas.microsoft.com/office/drawing/2014/main" id="{F83CCC3F-836C-4B08-BF58-EA8E7B9D8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2069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5" name="Text Box 53">
              <a:extLst>
                <a:ext uri="{FF2B5EF4-FFF2-40B4-BE49-F238E27FC236}">
                  <a16:creationId xmlns:a16="http://schemas.microsoft.com/office/drawing/2014/main" id="{C3FDBCE8-DA00-457A-A558-C21C34016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2432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7146" name="Text Box 54">
              <a:extLst>
                <a:ext uri="{FF2B5EF4-FFF2-40B4-BE49-F238E27FC236}">
                  <a16:creationId xmlns:a16="http://schemas.microsoft.com/office/drawing/2014/main" id="{ED283661-18B3-423E-A487-25528ECD8F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2704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7147" name="Rectangle 55">
              <a:extLst>
                <a:ext uri="{FF2B5EF4-FFF2-40B4-BE49-F238E27FC236}">
                  <a16:creationId xmlns:a16="http://schemas.microsoft.com/office/drawing/2014/main" id="{091FF9A7-AB85-442C-93F6-D1514AB71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1979"/>
              <a:ext cx="317" cy="136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8" name="Rectangle 56">
              <a:extLst>
                <a:ext uri="{FF2B5EF4-FFF2-40B4-BE49-F238E27FC236}">
                  <a16:creationId xmlns:a16="http://schemas.microsoft.com/office/drawing/2014/main" id="{6FBD4A68-95C3-4364-9FA4-411D90E8A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1979"/>
              <a:ext cx="317" cy="136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49" name="Rectangle 57">
              <a:extLst>
                <a:ext uri="{FF2B5EF4-FFF2-40B4-BE49-F238E27FC236}">
                  <a16:creationId xmlns:a16="http://schemas.microsoft.com/office/drawing/2014/main" id="{91E50571-EA29-4C74-A51B-DBC4C6ED5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" y="2160"/>
              <a:ext cx="127" cy="31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50" name="Rectangle 58">
              <a:extLst>
                <a:ext uri="{FF2B5EF4-FFF2-40B4-BE49-F238E27FC236}">
                  <a16:creationId xmlns:a16="http://schemas.microsoft.com/office/drawing/2014/main" id="{64B25B89-54F6-4613-99B4-ADB9C72B6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387"/>
              <a:ext cx="127" cy="31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151" name="Rectangle 59">
              <a:extLst>
                <a:ext uri="{FF2B5EF4-FFF2-40B4-BE49-F238E27FC236}">
                  <a16:creationId xmlns:a16="http://schemas.microsoft.com/office/drawing/2014/main" id="{8660F890-804D-4D36-BDD3-2E2B67D82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2387"/>
              <a:ext cx="127" cy="318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7152" name="Group 60">
              <a:extLst>
                <a:ext uri="{FF2B5EF4-FFF2-40B4-BE49-F238E27FC236}">
                  <a16:creationId xmlns:a16="http://schemas.microsoft.com/office/drawing/2014/main" id="{5E8B47AA-3A5F-4BB0-AD80-48FA5425D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" y="2341"/>
              <a:ext cx="363" cy="363"/>
              <a:chOff x="4785" y="709"/>
              <a:chExt cx="363" cy="363"/>
            </a:xfrm>
          </p:grpSpPr>
          <p:sp>
            <p:nvSpPr>
              <p:cNvPr id="47156" name="Oval 61">
                <a:extLst>
                  <a:ext uri="{FF2B5EF4-FFF2-40B4-BE49-F238E27FC236}">
                    <a16:creationId xmlns:a16="http://schemas.microsoft.com/office/drawing/2014/main" id="{B5486E10-2DEC-4B71-9795-852B8F4654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157" name="Line 62">
                <a:extLst>
                  <a:ext uri="{FF2B5EF4-FFF2-40B4-BE49-F238E27FC236}">
                    <a16:creationId xmlns:a16="http://schemas.microsoft.com/office/drawing/2014/main" id="{EF87BFAF-CF74-498B-9606-BD56A1C6C8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53" name="Group 63">
              <a:extLst>
                <a:ext uri="{FF2B5EF4-FFF2-40B4-BE49-F238E27FC236}">
                  <a16:creationId xmlns:a16="http://schemas.microsoft.com/office/drawing/2014/main" id="{A278346D-6CAE-4DD1-998F-380E88C1EB2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4" y="1480"/>
              <a:ext cx="363" cy="363"/>
              <a:chOff x="4785" y="709"/>
              <a:chExt cx="363" cy="363"/>
            </a:xfrm>
          </p:grpSpPr>
          <p:sp>
            <p:nvSpPr>
              <p:cNvPr id="47154" name="Oval 64">
                <a:extLst>
                  <a:ext uri="{FF2B5EF4-FFF2-40B4-BE49-F238E27FC236}">
                    <a16:creationId xmlns:a16="http://schemas.microsoft.com/office/drawing/2014/main" id="{D54271F6-4BD9-48D4-BEC8-434018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155" name="Line 65">
                <a:extLst>
                  <a:ext uri="{FF2B5EF4-FFF2-40B4-BE49-F238E27FC236}">
                    <a16:creationId xmlns:a16="http://schemas.microsoft.com/office/drawing/2014/main" id="{6BADEEC5-E0BB-4357-B504-A014706938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70" decel="1000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770" decel="100000"/>
                                        <p:tgtEl>
                                          <p:spTgt spid="17510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6" dur="770" fill="hold"/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8" dur="770" fill="hold"/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5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2000"/>
                                        <p:tgtEl>
                                          <p:spTgt spid="17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3000"/>
                                        <p:tgtEl>
                                          <p:spTgt spid="17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000"/>
                                        <p:tgtEl>
                                          <p:spTgt spid="17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0"/>
                                        <p:tgtEl>
                                          <p:spTgt spid="17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/>
      <p:bldP spid="175108" grpId="0" autoUpdateAnimBg="0"/>
      <p:bldP spid="175121" grpId="0" autoUpdateAnimBg="0"/>
      <p:bldP spid="175122" grpId="0" autoUpdateAnimBg="0"/>
      <p:bldP spid="175123" grpId="0" autoUpdateAnimBg="0"/>
      <p:bldP spid="17512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Text Box 3">
            <a:extLst>
              <a:ext uri="{FF2B5EF4-FFF2-40B4-BE49-F238E27FC236}">
                <a16:creationId xmlns:a16="http://schemas.microsoft.com/office/drawing/2014/main" id="{8E61B770-49AA-4F35-8640-31F3329B5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311150"/>
            <a:ext cx="4176713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③列写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VAR,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把支路电流用结点电压表示：</a:t>
            </a:r>
          </a:p>
        </p:txBody>
      </p:sp>
      <p:graphicFrame>
        <p:nvGraphicFramePr>
          <p:cNvPr id="176132" name="Object 4">
            <a:extLst>
              <a:ext uri="{FF2B5EF4-FFF2-40B4-BE49-F238E27FC236}">
                <a16:creationId xmlns:a16="http://schemas.microsoft.com/office/drawing/2014/main" id="{8EECF3B6-D9F0-4A41-B5F1-73F1E2BD7F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1412875"/>
          <a:ext cx="12954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95" name="Equation" r:id="rId3" imgW="619086" imgH="600222" progId="Equation.DSMT4">
                  <p:embed/>
                </p:oleObj>
              </mc:Choice>
              <mc:Fallback>
                <p:oleObj name="Equation" r:id="rId3" imgW="619086" imgH="60022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412875"/>
                        <a:ext cx="12954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3" name="Object 5">
            <a:extLst>
              <a:ext uri="{FF2B5EF4-FFF2-40B4-BE49-F238E27FC236}">
                <a16:creationId xmlns:a16="http://schemas.microsoft.com/office/drawing/2014/main" id="{B6BAF926-8F3C-4668-ABCC-BC9D626C8F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2636838"/>
          <a:ext cx="2305050" cy="138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96" name="Equation" r:id="rId5" imgW="1095379" imgH="600222" progId="Equation.DSMT4">
                  <p:embed/>
                </p:oleObj>
              </mc:Choice>
              <mc:Fallback>
                <p:oleObj name="Equation" r:id="rId5" imgW="1095379" imgH="60022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636838"/>
                        <a:ext cx="2305050" cy="1389062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5" name="Object 7">
            <a:extLst>
              <a:ext uri="{FF2B5EF4-FFF2-40B4-BE49-F238E27FC236}">
                <a16:creationId xmlns:a16="http://schemas.microsoft.com/office/drawing/2014/main" id="{1DF1C275-982C-4E6E-9ED5-EB6AEF343D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4076700"/>
          <a:ext cx="2413000" cy="144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97" name="Equation" r:id="rId7" imgW="1047938" imgH="600222" progId="Equation.DSMT4">
                  <p:embed/>
                </p:oleObj>
              </mc:Choice>
              <mc:Fallback>
                <p:oleObj name="Equation" r:id="rId7" imgW="1047938" imgH="60022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076700"/>
                        <a:ext cx="2413000" cy="1446213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34" name="Group 12">
            <a:extLst>
              <a:ext uri="{FF2B5EF4-FFF2-40B4-BE49-F238E27FC236}">
                <a16:creationId xmlns:a16="http://schemas.microsoft.com/office/drawing/2014/main" id="{FBD7CC62-68EC-4D35-ACA6-7BF0107FAE2C}"/>
              </a:ext>
            </a:extLst>
          </p:cNvPr>
          <p:cNvGrpSpPr>
            <a:grpSpLocks/>
          </p:cNvGrpSpPr>
          <p:nvPr/>
        </p:nvGrpSpPr>
        <p:grpSpPr bwMode="auto">
          <a:xfrm>
            <a:off x="4337050" y="333375"/>
            <a:ext cx="4808538" cy="3240088"/>
            <a:chOff x="2472" y="164"/>
            <a:chExt cx="3029" cy="2041"/>
          </a:xfrm>
        </p:grpSpPr>
        <p:grpSp>
          <p:nvGrpSpPr>
            <p:cNvPr id="48141" name="Group 13">
              <a:extLst>
                <a:ext uri="{FF2B5EF4-FFF2-40B4-BE49-F238E27FC236}">
                  <a16:creationId xmlns:a16="http://schemas.microsoft.com/office/drawing/2014/main" id="{8684DAC9-55FE-4B5B-8A14-102459F65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2" y="618"/>
              <a:ext cx="2375" cy="1587"/>
              <a:chOff x="2880" y="2523"/>
              <a:chExt cx="2375" cy="1587"/>
            </a:xfrm>
          </p:grpSpPr>
          <p:grpSp>
            <p:nvGrpSpPr>
              <p:cNvPr id="48184" name="Group 14">
                <a:extLst>
                  <a:ext uri="{FF2B5EF4-FFF2-40B4-BE49-F238E27FC236}">
                    <a16:creationId xmlns:a16="http://schemas.microsoft.com/office/drawing/2014/main" id="{E95E611E-3A13-4D4D-B3C2-A1742F7232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523"/>
                <a:ext cx="198" cy="288"/>
                <a:chOff x="612" y="981"/>
                <a:chExt cx="198" cy="288"/>
              </a:xfrm>
            </p:grpSpPr>
            <p:sp>
              <p:nvSpPr>
                <p:cNvPr id="48193" name="Text Box 15">
                  <a:extLst>
                    <a:ext uri="{FF2B5EF4-FFF2-40B4-BE49-F238E27FC236}">
                      <a16:creationId xmlns:a16="http://schemas.microsoft.com/office/drawing/2014/main" id="{4115EC6F-9CE4-4388-A4C2-C7B6499A07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8194" name="Oval 16">
                  <a:extLst>
                    <a:ext uri="{FF2B5EF4-FFF2-40B4-BE49-F238E27FC236}">
                      <a16:creationId xmlns:a16="http://schemas.microsoft.com/office/drawing/2014/main" id="{50CDD324-F7F5-41F8-99DE-C54A6E4EE7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8185" name="Group 17">
                <a:extLst>
                  <a:ext uri="{FF2B5EF4-FFF2-40B4-BE49-F238E27FC236}">
                    <a16:creationId xmlns:a16="http://schemas.microsoft.com/office/drawing/2014/main" id="{CEA09882-D09B-4BA7-B184-1EB85B9CB0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7" y="2568"/>
                <a:ext cx="198" cy="288"/>
                <a:chOff x="612" y="981"/>
                <a:chExt cx="198" cy="288"/>
              </a:xfrm>
            </p:grpSpPr>
            <p:sp>
              <p:nvSpPr>
                <p:cNvPr id="48191" name="Text Box 18">
                  <a:extLst>
                    <a:ext uri="{FF2B5EF4-FFF2-40B4-BE49-F238E27FC236}">
                      <a16:creationId xmlns:a16="http://schemas.microsoft.com/office/drawing/2014/main" id="{1094183F-6E08-4928-99BF-3655DD3686C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48192" name="Oval 19">
                  <a:extLst>
                    <a:ext uri="{FF2B5EF4-FFF2-40B4-BE49-F238E27FC236}">
                      <a16:creationId xmlns:a16="http://schemas.microsoft.com/office/drawing/2014/main" id="{9034879D-AA90-4146-9148-9B9C72240F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8186" name="Group 20">
                <a:extLst>
                  <a:ext uri="{FF2B5EF4-FFF2-40B4-BE49-F238E27FC236}">
                    <a16:creationId xmlns:a16="http://schemas.microsoft.com/office/drawing/2014/main" id="{AEAC5503-6602-4638-B2C0-2469C5A1D5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7" y="2795"/>
                <a:ext cx="198" cy="288"/>
                <a:chOff x="612" y="981"/>
                <a:chExt cx="198" cy="288"/>
              </a:xfrm>
            </p:grpSpPr>
            <p:sp>
              <p:nvSpPr>
                <p:cNvPr id="48189" name="Text Box 21">
                  <a:extLst>
                    <a:ext uri="{FF2B5EF4-FFF2-40B4-BE49-F238E27FC236}">
                      <a16:creationId xmlns:a16="http://schemas.microsoft.com/office/drawing/2014/main" id="{3D20143D-66C4-4A8C-8785-58206CA0292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48190" name="Oval 22">
                  <a:extLst>
                    <a:ext uri="{FF2B5EF4-FFF2-40B4-BE49-F238E27FC236}">
                      <a16:creationId xmlns:a16="http://schemas.microsoft.com/office/drawing/2014/main" id="{E24D40A0-4A71-45F8-AB9C-DFC4F59BE2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8187" name="Line 23">
                <a:extLst>
                  <a:ext uri="{FF2B5EF4-FFF2-40B4-BE49-F238E27FC236}">
                    <a16:creationId xmlns:a16="http://schemas.microsoft.com/office/drawing/2014/main" id="{8308B2F9-6E5D-4822-9773-C46A77A28B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3884"/>
                <a:ext cx="0" cy="2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88" name="Line 24">
                <a:extLst>
                  <a:ext uri="{FF2B5EF4-FFF2-40B4-BE49-F238E27FC236}">
                    <a16:creationId xmlns:a16="http://schemas.microsoft.com/office/drawing/2014/main" id="{8670B3B9-84E7-404A-A73A-0FAFF40ED3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4110"/>
                <a:ext cx="27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142" name="Oval 25">
              <a:extLst>
                <a:ext uri="{FF2B5EF4-FFF2-40B4-BE49-F238E27FC236}">
                  <a16:creationId xmlns:a16="http://schemas.microsoft.com/office/drawing/2014/main" id="{66B3C673-AC28-4A77-BD68-7D951F613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1479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43" name="Line 26">
              <a:extLst>
                <a:ext uri="{FF2B5EF4-FFF2-40B4-BE49-F238E27FC236}">
                  <a16:creationId xmlns:a16="http://schemas.microsoft.com/office/drawing/2014/main" id="{6F081339-5C6A-4EF2-94AB-F51C005FBB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572"/>
              <a:ext cx="18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4" name="Line 27">
              <a:extLst>
                <a:ext uri="{FF2B5EF4-FFF2-40B4-BE49-F238E27FC236}">
                  <a16:creationId xmlns:a16="http://schemas.microsoft.com/office/drawing/2014/main" id="{7845E1B6-FBD7-49B5-84BE-C75890201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572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5" name="Line 28">
              <a:extLst>
                <a:ext uri="{FF2B5EF4-FFF2-40B4-BE49-F238E27FC236}">
                  <a16:creationId xmlns:a16="http://schemas.microsoft.com/office/drawing/2014/main" id="{5F7F18B5-18BC-410F-AA27-1B962A567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935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6" name="Line 29">
              <a:extLst>
                <a:ext uri="{FF2B5EF4-FFF2-40B4-BE49-F238E27FC236}">
                  <a16:creationId xmlns:a16="http://schemas.microsoft.com/office/drawing/2014/main" id="{E41B9BD8-497C-4EB9-8E1F-FAF20DC9E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1975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7" name="Line 30">
              <a:extLst>
                <a:ext uri="{FF2B5EF4-FFF2-40B4-BE49-F238E27FC236}">
                  <a16:creationId xmlns:a16="http://schemas.microsoft.com/office/drawing/2014/main" id="{BEBF8B35-F9A9-4546-BF6B-C39A4DA1A4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8" y="890"/>
              <a:ext cx="2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8" name="Line 31">
              <a:extLst>
                <a:ext uri="{FF2B5EF4-FFF2-40B4-BE49-F238E27FC236}">
                  <a16:creationId xmlns:a16="http://schemas.microsoft.com/office/drawing/2014/main" id="{5840C1C7-2BA6-44FD-8F3F-2DAC5D0864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932"/>
              <a:ext cx="240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9" name="Line 32">
              <a:extLst>
                <a:ext uri="{FF2B5EF4-FFF2-40B4-BE49-F238E27FC236}">
                  <a16:creationId xmlns:a16="http://schemas.microsoft.com/office/drawing/2014/main" id="{081281F3-A81F-4B53-9A68-401AC8C459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935"/>
              <a:ext cx="1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0" name="Line 33">
              <a:extLst>
                <a:ext uri="{FF2B5EF4-FFF2-40B4-BE49-F238E27FC236}">
                  <a16:creationId xmlns:a16="http://schemas.microsoft.com/office/drawing/2014/main" id="{77FED8CB-BC1A-4A41-B36A-0F4213D9C7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8" y="54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1" name="Line 34">
              <a:extLst>
                <a:ext uri="{FF2B5EF4-FFF2-40B4-BE49-F238E27FC236}">
                  <a16:creationId xmlns:a16="http://schemas.microsoft.com/office/drawing/2014/main" id="{1841F800-2892-4C78-B799-3AADC8623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" y="572"/>
              <a:ext cx="3" cy="1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2" name="Line 35">
              <a:extLst>
                <a:ext uri="{FF2B5EF4-FFF2-40B4-BE49-F238E27FC236}">
                  <a16:creationId xmlns:a16="http://schemas.microsoft.com/office/drawing/2014/main" id="{A40B8F95-4C10-4CC2-BC28-390A31446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101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3" name="Line 36">
              <a:extLst>
                <a:ext uri="{FF2B5EF4-FFF2-40B4-BE49-F238E27FC236}">
                  <a16:creationId xmlns:a16="http://schemas.microsoft.com/office/drawing/2014/main" id="{595F029D-CDC0-41B1-82B5-9CD30C22B8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98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54" name="Text Box 37">
              <a:extLst>
                <a:ext uri="{FF2B5EF4-FFF2-40B4-BE49-F238E27FC236}">
                  <a16:creationId xmlns:a16="http://schemas.microsoft.com/office/drawing/2014/main" id="{4B680177-84BE-4294-91D3-2039281FDD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844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55" name="Text Box 38">
              <a:extLst>
                <a:ext uri="{FF2B5EF4-FFF2-40B4-BE49-F238E27FC236}">
                  <a16:creationId xmlns:a16="http://schemas.microsoft.com/office/drawing/2014/main" id="{78E48500-4051-4B2B-BA03-06419163C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1538"/>
              <a:ext cx="3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56" name="Text Box 39">
              <a:extLst>
                <a:ext uri="{FF2B5EF4-FFF2-40B4-BE49-F238E27FC236}">
                  <a16:creationId xmlns:a16="http://schemas.microsoft.com/office/drawing/2014/main" id="{1C29B5C2-04A4-430A-8702-2CB7FDAE8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64"/>
              <a:ext cx="3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57" name="Text Box 40">
              <a:extLst>
                <a:ext uri="{FF2B5EF4-FFF2-40B4-BE49-F238E27FC236}">
                  <a16:creationId xmlns:a16="http://schemas.microsoft.com/office/drawing/2014/main" id="{390A7783-1194-4D7F-AF6B-4E8949808A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58" name="Text Box 41">
              <a:extLst>
                <a:ext uri="{FF2B5EF4-FFF2-40B4-BE49-F238E27FC236}">
                  <a16:creationId xmlns:a16="http://schemas.microsoft.com/office/drawing/2014/main" id="{0DE88C75-C42E-4766-89CB-000C143DC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" y="935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59" name="Text Box 42">
              <a:extLst>
                <a:ext uri="{FF2B5EF4-FFF2-40B4-BE49-F238E27FC236}">
                  <a16:creationId xmlns:a16="http://schemas.microsoft.com/office/drawing/2014/main" id="{9B2F2BFA-B808-4D0B-826E-74886F09F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572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0" name="Text Box 43">
              <a:extLst>
                <a:ext uri="{FF2B5EF4-FFF2-40B4-BE49-F238E27FC236}">
                  <a16:creationId xmlns:a16="http://schemas.microsoft.com/office/drawing/2014/main" id="{67BB7D8B-EFE5-4952-8E1A-69F723C00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572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1" name="Text Box 44">
              <a:extLst>
                <a:ext uri="{FF2B5EF4-FFF2-40B4-BE49-F238E27FC236}">
                  <a16:creationId xmlns:a16="http://schemas.microsoft.com/office/drawing/2014/main" id="{20E80043-70EC-42AD-A34C-8B034F36C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35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2" name="Text Box 45">
              <a:extLst>
                <a:ext uri="{FF2B5EF4-FFF2-40B4-BE49-F238E27FC236}">
                  <a16:creationId xmlns:a16="http://schemas.microsoft.com/office/drawing/2014/main" id="{1D754253-927C-4DA5-AFC9-4C795849EE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" y="948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3" name="Text Box 46">
              <a:extLst>
                <a:ext uri="{FF2B5EF4-FFF2-40B4-BE49-F238E27FC236}">
                  <a16:creationId xmlns:a16="http://schemas.microsoft.com/office/drawing/2014/main" id="{BA025F2A-3CF8-424D-A42C-B2CF6BD211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4" name="Text Box 47">
              <a:extLst>
                <a:ext uri="{FF2B5EF4-FFF2-40B4-BE49-F238E27FC236}">
                  <a16:creationId xmlns:a16="http://schemas.microsoft.com/office/drawing/2014/main" id="{F97584F2-2E58-4711-81EB-6755FFDD37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039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5" name="Text Box 48">
              <a:extLst>
                <a:ext uri="{FF2B5EF4-FFF2-40B4-BE49-F238E27FC236}">
                  <a16:creationId xmlns:a16="http://schemas.microsoft.com/office/drawing/2014/main" id="{A01A5CAA-7C76-4328-912B-C99FC166F1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6" name="Text Box 49">
              <a:extLst>
                <a:ext uri="{FF2B5EF4-FFF2-40B4-BE49-F238E27FC236}">
                  <a16:creationId xmlns:a16="http://schemas.microsoft.com/office/drawing/2014/main" id="{00527613-32CA-4FE2-9CF3-6473C7C86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67" name="Line 50">
              <a:extLst>
                <a:ext uri="{FF2B5EF4-FFF2-40B4-BE49-F238E27FC236}">
                  <a16:creationId xmlns:a16="http://schemas.microsoft.com/office/drawing/2014/main" id="{345395CA-DCC0-4AC7-88B9-93101FA69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98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68" name="Line 51">
              <a:extLst>
                <a:ext uri="{FF2B5EF4-FFF2-40B4-BE49-F238E27FC236}">
                  <a16:creationId xmlns:a16="http://schemas.microsoft.com/office/drawing/2014/main" id="{9F8E1CA8-DD2F-4172-B036-95DA60AE20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52" y="86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69" name="Line 52">
              <a:extLst>
                <a:ext uri="{FF2B5EF4-FFF2-40B4-BE49-F238E27FC236}">
                  <a16:creationId xmlns:a16="http://schemas.microsoft.com/office/drawing/2014/main" id="{06FFDBE6-1818-4831-BFE0-13423952D6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" y="935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70" name="Line 53">
              <a:extLst>
                <a:ext uri="{FF2B5EF4-FFF2-40B4-BE49-F238E27FC236}">
                  <a16:creationId xmlns:a16="http://schemas.microsoft.com/office/drawing/2014/main" id="{183604B9-3C3B-430C-88ED-D9E10491D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9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1" name="Text Box 54">
              <a:extLst>
                <a:ext uri="{FF2B5EF4-FFF2-40B4-BE49-F238E27FC236}">
                  <a16:creationId xmlns:a16="http://schemas.microsoft.com/office/drawing/2014/main" id="{35CB6BAA-BE28-497E-B26F-50682112C1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34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8172" name="Text Box 55">
              <a:extLst>
                <a:ext uri="{FF2B5EF4-FFF2-40B4-BE49-F238E27FC236}">
                  <a16:creationId xmlns:a16="http://schemas.microsoft.com/office/drawing/2014/main" id="{B78626AC-764D-43EF-AD88-BAF1B78AC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1615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8173" name="Rectangle 56">
              <a:extLst>
                <a:ext uri="{FF2B5EF4-FFF2-40B4-BE49-F238E27FC236}">
                  <a16:creationId xmlns:a16="http://schemas.microsoft.com/office/drawing/2014/main" id="{601E906B-5C94-45A6-982E-28D745510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74" name="Rectangle 57">
              <a:extLst>
                <a:ext uri="{FF2B5EF4-FFF2-40B4-BE49-F238E27FC236}">
                  <a16:creationId xmlns:a16="http://schemas.microsoft.com/office/drawing/2014/main" id="{2F39534D-4842-430A-9BF7-797624708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75" name="Rectangle 58">
              <a:extLst>
                <a:ext uri="{FF2B5EF4-FFF2-40B4-BE49-F238E27FC236}">
                  <a16:creationId xmlns:a16="http://schemas.microsoft.com/office/drawing/2014/main" id="{074C7BF4-7F43-4DEE-9303-9B3043E0E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" y="1071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76" name="Rectangle 59">
              <a:extLst>
                <a:ext uri="{FF2B5EF4-FFF2-40B4-BE49-F238E27FC236}">
                  <a16:creationId xmlns:a16="http://schemas.microsoft.com/office/drawing/2014/main" id="{B89C1AB5-541F-481D-B6AD-AD71CDAB0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177" name="Rectangle 60">
              <a:extLst>
                <a:ext uri="{FF2B5EF4-FFF2-40B4-BE49-F238E27FC236}">
                  <a16:creationId xmlns:a16="http://schemas.microsoft.com/office/drawing/2014/main" id="{2C74E71C-7873-4EC9-993E-B1A3708B8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8178" name="Group 61">
              <a:extLst>
                <a:ext uri="{FF2B5EF4-FFF2-40B4-BE49-F238E27FC236}">
                  <a16:creationId xmlns:a16="http://schemas.microsoft.com/office/drawing/2014/main" id="{825F004B-4F2A-445F-BEE2-D98C591A82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" y="1252"/>
              <a:ext cx="363" cy="363"/>
              <a:chOff x="4785" y="709"/>
              <a:chExt cx="363" cy="363"/>
            </a:xfrm>
          </p:grpSpPr>
          <p:sp>
            <p:nvSpPr>
              <p:cNvPr id="48182" name="Oval 62">
                <a:extLst>
                  <a:ext uri="{FF2B5EF4-FFF2-40B4-BE49-F238E27FC236}">
                    <a16:creationId xmlns:a16="http://schemas.microsoft.com/office/drawing/2014/main" id="{D2A0EEE4-09F8-4EB0-B76F-C7E9D4751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183" name="Line 63">
                <a:extLst>
                  <a:ext uri="{FF2B5EF4-FFF2-40B4-BE49-F238E27FC236}">
                    <a16:creationId xmlns:a16="http://schemas.microsoft.com/office/drawing/2014/main" id="{99ED8922-BAA6-47CB-A40B-D6A11B0E89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8179" name="Group 64">
              <a:extLst>
                <a:ext uri="{FF2B5EF4-FFF2-40B4-BE49-F238E27FC236}">
                  <a16:creationId xmlns:a16="http://schemas.microsoft.com/office/drawing/2014/main" id="{33E1B46F-F857-456A-B8C6-2022E13763B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4" y="391"/>
              <a:ext cx="363" cy="363"/>
              <a:chOff x="4785" y="709"/>
              <a:chExt cx="363" cy="363"/>
            </a:xfrm>
          </p:grpSpPr>
          <p:sp>
            <p:nvSpPr>
              <p:cNvPr id="48180" name="Oval 65">
                <a:extLst>
                  <a:ext uri="{FF2B5EF4-FFF2-40B4-BE49-F238E27FC236}">
                    <a16:creationId xmlns:a16="http://schemas.microsoft.com/office/drawing/2014/main" id="{98560168-15A8-4169-8A0F-AFDB8AFF5F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181" name="Line 66">
                <a:extLst>
                  <a:ext uri="{FF2B5EF4-FFF2-40B4-BE49-F238E27FC236}">
                    <a16:creationId xmlns:a16="http://schemas.microsoft.com/office/drawing/2014/main" id="{9F741786-A86D-4991-90AA-8CCAC1D0A8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76197" name="AutoShape 69">
            <a:extLst>
              <a:ext uri="{FF2B5EF4-FFF2-40B4-BE49-F238E27FC236}">
                <a16:creationId xmlns:a16="http://schemas.microsoft.com/office/drawing/2014/main" id="{6271B4D0-53E9-4D97-95AC-A25BD2381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4149725"/>
            <a:ext cx="2124075" cy="574675"/>
          </a:xfrm>
          <a:prstGeom prst="wedgeRoundRectCallout">
            <a:avLst>
              <a:gd name="adj1" fmla="val -69731"/>
              <a:gd name="adj2" fmla="val -148343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参考点</a:t>
            </a:r>
          </a:p>
        </p:txBody>
      </p:sp>
      <p:sp>
        <p:nvSpPr>
          <p:cNvPr id="48136" name="Text Box 70">
            <a:extLst>
              <a:ext uri="{FF2B5EF4-FFF2-40B4-BE49-F238E27FC236}">
                <a16:creationId xmlns:a16="http://schemas.microsoft.com/office/drawing/2014/main" id="{2144E2E0-B1EF-484B-88AD-A880F4235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141663"/>
            <a:ext cx="3635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176199" name="Object 71">
            <a:extLst>
              <a:ext uri="{FF2B5EF4-FFF2-40B4-BE49-F238E27FC236}">
                <a16:creationId xmlns:a16="http://schemas.microsoft.com/office/drawing/2014/main" id="{F3DC916E-3263-499A-B5B3-3ABE687708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1412875"/>
          <a:ext cx="2303462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98" name="Equation" r:id="rId9" imgW="1095379" imgH="600222" progId="Equation.DSMT4">
                  <p:embed/>
                </p:oleObj>
              </mc:Choice>
              <mc:Fallback>
                <p:oleObj name="Equation" r:id="rId9" imgW="1095379" imgH="600222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412875"/>
                        <a:ext cx="2303462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200" name="Object 72">
            <a:extLst>
              <a:ext uri="{FF2B5EF4-FFF2-40B4-BE49-F238E27FC236}">
                <a16:creationId xmlns:a16="http://schemas.microsoft.com/office/drawing/2014/main" id="{356651A2-7224-4548-A240-0ACFD3A0A1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2708275"/>
          <a:ext cx="1373187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99" name="Equation" r:id="rId11" imgW="657134" imgH="600222" progId="Equation.DSMT4">
                  <p:embed/>
                </p:oleObj>
              </mc:Choice>
              <mc:Fallback>
                <p:oleObj name="Equation" r:id="rId11" imgW="657134" imgH="600222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708275"/>
                        <a:ext cx="1373187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201" name="Text Box 73">
            <a:extLst>
              <a:ext uri="{FF2B5EF4-FFF2-40B4-BE49-F238E27FC236}">
                <a16:creationId xmlns:a16="http://schemas.microsoft.com/office/drawing/2014/main" id="{546A8FF3-A0C5-437C-ADB2-F24703ECC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1038" y="3984625"/>
            <a:ext cx="2663825" cy="12922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因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方程自动满足，不需再列写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</a:p>
        </p:txBody>
      </p:sp>
      <p:sp>
        <p:nvSpPr>
          <p:cNvPr id="176203" name="Text Box 75">
            <a:extLst>
              <a:ext uri="{FF2B5EF4-FFF2-40B4-BE49-F238E27FC236}">
                <a16:creationId xmlns:a16="http://schemas.microsoft.com/office/drawing/2014/main" id="{D47B2511-DB36-45A9-90C8-A602EF8BB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5516563"/>
            <a:ext cx="48958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④将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方程代入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endParaRPr kumimoji="1"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3000"/>
                                        <p:tgtEl>
                                          <p:spTgt spid="17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30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3000"/>
                                        <p:tgtEl>
                                          <p:spTgt spid="17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3000"/>
                                        <p:tgtEl>
                                          <p:spTgt spid="17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2000"/>
                                        <p:tgtEl>
                                          <p:spTgt spid="17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76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7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1" grpId="0"/>
      <p:bldP spid="176197" grpId="0" animBg="1"/>
      <p:bldP spid="176201" grpId="0" animBg="1"/>
      <p:bldP spid="17620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54" name="Rectangle 70">
            <a:extLst>
              <a:ext uri="{FF2B5EF4-FFF2-40B4-BE49-F238E27FC236}">
                <a16:creationId xmlns:a16="http://schemas.microsoft.com/office/drawing/2014/main" id="{66D3F7EF-86B5-460A-B43C-A9C4C9D03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850" y="3363913"/>
            <a:ext cx="4679950" cy="331311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2386" name="Text Box 2">
            <a:extLst>
              <a:ext uri="{FF2B5EF4-FFF2-40B4-BE49-F238E27FC236}">
                <a16:creationId xmlns:a16="http://schemas.microsoft.com/office/drawing/2014/main" id="{37259BB9-BE4A-4FDF-9178-8F31983B3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708275"/>
            <a:ext cx="48244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把支路电流用结点电压表示：</a:t>
            </a:r>
          </a:p>
        </p:txBody>
      </p:sp>
      <p:graphicFrame>
        <p:nvGraphicFramePr>
          <p:cNvPr id="272387" name="Object 3">
            <a:extLst>
              <a:ext uri="{FF2B5EF4-FFF2-40B4-BE49-F238E27FC236}">
                <a16:creationId xmlns:a16="http://schemas.microsoft.com/office/drawing/2014/main" id="{17733055-2A0C-46F7-8BEB-4B5F292087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3325813"/>
          <a:ext cx="3887788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02" name="公式" r:id="rId3" imgW="1590460" imgH="476426" progId="Equation.3">
                  <p:embed/>
                </p:oleObj>
              </mc:Choice>
              <mc:Fallback>
                <p:oleObj name="公式" r:id="rId3" imgW="1590460" imgH="47642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325813"/>
                        <a:ext cx="3887788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8" name="Object 4">
            <a:extLst>
              <a:ext uri="{FF2B5EF4-FFF2-40B4-BE49-F238E27FC236}">
                <a16:creationId xmlns:a16="http://schemas.microsoft.com/office/drawing/2014/main" id="{0E90F280-8DE4-49F0-8ED9-8CA16B6AA6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440238"/>
          <a:ext cx="4570412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03" name="公式" r:id="rId5" imgW="2114664" imgH="476426" progId="Equation.3">
                  <p:embed/>
                </p:oleObj>
              </mc:Choice>
              <mc:Fallback>
                <p:oleObj name="公式" r:id="rId5" imgW="2114664" imgH="47642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440238"/>
                        <a:ext cx="4570412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89" name="AutoShape 5">
            <a:extLst>
              <a:ext uri="{FF2B5EF4-FFF2-40B4-BE49-F238E27FC236}">
                <a16:creationId xmlns:a16="http://schemas.microsoft.com/office/drawing/2014/main" id="{E0D52E4E-3CA8-4B6A-A0A8-87C167F93E74}"/>
              </a:ext>
            </a:extLst>
          </p:cNvPr>
          <p:cNvSpPr>
            <a:spLocks/>
          </p:cNvSpPr>
          <p:nvPr/>
        </p:nvSpPr>
        <p:spPr bwMode="auto">
          <a:xfrm>
            <a:off x="438150" y="3486150"/>
            <a:ext cx="503238" cy="2879725"/>
          </a:xfrm>
          <a:prstGeom prst="leftBrace">
            <a:avLst>
              <a:gd name="adj1" fmla="val 4768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2390" name="Object 6">
            <a:extLst>
              <a:ext uri="{FF2B5EF4-FFF2-40B4-BE49-F238E27FC236}">
                <a16:creationId xmlns:a16="http://schemas.microsoft.com/office/drawing/2014/main" id="{3CD41FBF-2FC8-47FE-8D39-FCF99A7E28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5446713"/>
          <a:ext cx="4249738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04" name="公式" r:id="rId7" imgW="1857259" imgH="476426" progId="Equation.3">
                  <p:embed/>
                </p:oleObj>
              </mc:Choice>
              <mc:Fallback>
                <p:oleObj name="公式" r:id="rId7" imgW="1857259" imgH="47642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446713"/>
                        <a:ext cx="4249738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Text Box 7">
            <a:extLst>
              <a:ext uri="{FF2B5EF4-FFF2-40B4-BE49-F238E27FC236}">
                <a16:creationId xmlns:a16="http://schemas.microsoft.com/office/drawing/2014/main" id="{A1E41551-AF98-4D42-BF35-FACB0C710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765175"/>
            <a:ext cx="30972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 sz="28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161" name="Text Box 8">
            <a:extLst>
              <a:ext uri="{FF2B5EF4-FFF2-40B4-BE49-F238E27FC236}">
                <a16:creationId xmlns:a16="http://schemas.microsoft.com/office/drawing/2014/main" id="{9D985269-9DEB-4D72-BB9B-F09A4FCAE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412875"/>
            <a:ext cx="295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  <a:endParaRPr kumimoji="1" lang="en-US" altLang="zh-CN" sz="36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162" name="AutoShape 9">
            <a:extLst>
              <a:ext uri="{FF2B5EF4-FFF2-40B4-BE49-F238E27FC236}">
                <a16:creationId xmlns:a16="http://schemas.microsoft.com/office/drawing/2014/main" id="{A0B6A402-D43F-4332-9CC0-63D0EC9A55F4}"/>
              </a:ext>
            </a:extLst>
          </p:cNvPr>
          <p:cNvSpPr>
            <a:spLocks/>
          </p:cNvSpPr>
          <p:nvPr/>
        </p:nvSpPr>
        <p:spPr bwMode="auto">
          <a:xfrm>
            <a:off x="611188" y="981075"/>
            <a:ext cx="215900" cy="1728788"/>
          </a:xfrm>
          <a:prstGeom prst="leftBrace">
            <a:avLst>
              <a:gd name="adj1" fmla="val 6672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163" name="Text Box 10">
            <a:extLst>
              <a:ext uri="{FF2B5EF4-FFF2-40B4-BE49-F238E27FC236}">
                <a16:creationId xmlns:a16="http://schemas.microsoft.com/office/drawing/2014/main" id="{593AD5BA-0FA9-4820-BD15-230DCE1D0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995488"/>
            <a:ext cx="2736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36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=-</a:t>
            </a:r>
            <a:r>
              <a:rPr kumimoji="1" lang="en-US" altLang="zh-CN" sz="36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 sz="2800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9164" name="Group 11">
            <a:extLst>
              <a:ext uri="{FF2B5EF4-FFF2-40B4-BE49-F238E27FC236}">
                <a16:creationId xmlns:a16="http://schemas.microsoft.com/office/drawing/2014/main" id="{52FCFD98-4505-4A38-8671-58D7F8B43ABD}"/>
              </a:ext>
            </a:extLst>
          </p:cNvPr>
          <p:cNvGrpSpPr>
            <a:grpSpLocks/>
          </p:cNvGrpSpPr>
          <p:nvPr/>
        </p:nvGrpSpPr>
        <p:grpSpPr bwMode="auto">
          <a:xfrm>
            <a:off x="4337050" y="333375"/>
            <a:ext cx="4808538" cy="3240088"/>
            <a:chOff x="2472" y="164"/>
            <a:chExt cx="3029" cy="2041"/>
          </a:xfrm>
        </p:grpSpPr>
        <p:grpSp>
          <p:nvGrpSpPr>
            <p:cNvPr id="49168" name="Group 12">
              <a:extLst>
                <a:ext uri="{FF2B5EF4-FFF2-40B4-BE49-F238E27FC236}">
                  <a16:creationId xmlns:a16="http://schemas.microsoft.com/office/drawing/2014/main" id="{95B8A6B3-3A80-4035-9C75-0ADBE0C11E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2" y="618"/>
              <a:ext cx="2375" cy="1587"/>
              <a:chOff x="2880" y="2523"/>
              <a:chExt cx="2375" cy="1587"/>
            </a:xfrm>
          </p:grpSpPr>
          <p:grpSp>
            <p:nvGrpSpPr>
              <p:cNvPr id="49211" name="Group 13">
                <a:extLst>
                  <a:ext uri="{FF2B5EF4-FFF2-40B4-BE49-F238E27FC236}">
                    <a16:creationId xmlns:a16="http://schemas.microsoft.com/office/drawing/2014/main" id="{2D8BE592-7D73-4FFC-BFCC-76EA801D80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523"/>
                <a:ext cx="198" cy="288"/>
                <a:chOff x="612" y="981"/>
                <a:chExt cx="198" cy="288"/>
              </a:xfrm>
            </p:grpSpPr>
            <p:sp>
              <p:nvSpPr>
                <p:cNvPr id="49220" name="Text Box 14">
                  <a:extLst>
                    <a:ext uri="{FF2B5EF4-FFF2-40B4-BE49-F238E27FC236}">
                      <a16:creationId xmlns:a16="http://schemas.microsoft.com/office/drawing/2014/main" id="{831F2712-6A86-4105-A335-F93123B0EE8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9221" name="Oval 15">
                  <a:extLst>
                    <a:ext uri="{FF2B5EF4-FFF2-40B4-BE49-F238E27FC236}">
                      <a16:creationId xmlns:a16="http://schemas.microsoft.com/office/drawing/2014/main" id="{5DE58646-6A4B-422F-9E44-F9348932D8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9212" name="Group 16">
                <a:extLst>
                  <a:ext uri="{FF2B5EF4-FFF2-40B4-BE49-F238E27FC236}">
                    <a16:creationId xmlns:a16="http://schemas.microsoft.com/office/drawing/2014/main" id="{A926CBA5-09FE-4DF7-B795-4DAF36D73E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7" y="2568"/>
                <a:ext cx="198" cy="288"/>
                <a:chOff x="612" y="981"/>
                <a:chExt cx="198" cy="288"/>
              </a:xfrm>
            </p:grpSpPr>
            <p:sp>
              <p:nvSpPr>
                <p:cNvPr id="49218" name="Text Box 17">
                  <a:extLst>
                    <a:ext uri="{FF2B5EF4-FFF2-40B4-BE49-F238E27FC236}">
                      <a16:creationId xmlns:a16="http://schemas.microsoft.com/office/drawing/2014/main" id="{FA28793F-47BD-43DA-BC6D-940BC5F99E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49219" name="Oval 18">
                  <a:extLst>
                    <a:ext uri="{FF2B5EF4-FFF2-40B4-BE49-F238E27FC236}">
                      <a16:creationId xmlns:a16="http://schemas.microsoft.com/office/drawing/2014/main" id="{38FF4CD3-0252-4CEC-BF4D-50647325C2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9213" name="Group 19">
                <a:extLst>
                  <a:ext uri="{FF2B5EF4-FFF2-40B4-BE49-F238E27FC236}">
                    <a16:creationId xmlns:a16="http://schemas.microsoft.com/office/drawing/2014/main" id="{1D360B9C-E8AC-42D9-BFD4-D769642E84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7" y="2795"/>
                <a:ext cx="198" cy="288"/>
                <a:chOff x="612" y="981"/>
                <a:chExt cx="198" cy="288"/>
              </a:xfrm>
            </p:grpSpPr>
            <p:sp>
              <p:nvSpPr>
                <p:cNvPr id="49216" name="Text Box 20">
                  <a:extLst>
                    <a:ext uri="{FF2B5EF4-FFF2-40B4-BE49-F238E27FC236}">
                      <a16:creationId xmlns:a16="http://schemas.microsoft.com/office/drawing/2014/main" id="{5A231040-D35D-4633-92CB-901B15D06F2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49217" name="Oval 21">
                  <a:extLst>
                    <a:ext uri="{FF2B5EF4-FFF2-40B4-BE49-F238E27FC236}">
                      <a16:creationId xmlns:a16="http://schemas.microsoft.com/office/drawing/2014/main" id="{F23076B7-4EF4-4747-AF58-597D1B1005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9214" name="Line 22">
                <a:extLst>
                  <a:ext uri="{FF2B5EF4-FFF2-40B4-BE49-F238E27FC236}">
                    <a16:creationId xmlns:a16="http://schemas.microsoft.com/office/drawing/2014/main" id="{30DD5A88-9F8D-48D4-A5BD-FEC6883998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3884"/>
                <a:ext cx="0" cy="2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15" name="Line 23">
                <a:extLst>
                  <a:ext uri="{FF2B5EF4-FFF2-40B4-BE49-F238E27FC236}">
                    <a16:creationId xmlns:a16="http://schemas.microsoft.com/office/drawing/2014/main" id="{18139CB3-86D0-45AF-9062-F6F3B5B73F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4110"/>
                <a:ext cx="27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69" name="Oval 24">
              <a:extLst>
                <a:ext uri="{FF2B5EF4-FFF2-40B4-BE49-F238E27FC236}">
                  <a16:creationId xmlns:a16="http://schemas.microsoft.com/office/drawing/2014/main" id="{969F2908-2EDC-42EF-8B89-D46756088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1479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70" name="Line 25">
              <a:extLst>
                <a:ext uri="{FF2B5EF4-FFF2-40B4-BE49-F238E27FC236}">
                  <a16:creationId xmlns:a16="http://schemas.microsoft.com/office/drawing/2014/main" id="{83A6FA82-0C11-4543-8829-6FDDEC82FB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572"/>
              <a:ext cx="18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1" name="Line 26">
              <a:extLst>
                <a:ext uri="{FF2B5EF4-FFF2-40B4-BE49-F238E27FC236}">
                  <a16:creationId xmlns:a16="http://schemas.microsoft.com/office/drawing/2014/main" id="{59DED588-0E39-4424-9958-666D51A8A4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572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2" name="Line 27">
              <a:extLst>
                <a:ext uri="{FF2B5EF4-FFF2-40B4-BE49-F238E27FC236}">
                  <a16:creationId xmlns:a16="http://schemas.microsoft.com/office/drawing/2014/main" id="{609F95C7-6CE8-4793-9D8A-FB3396CF2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935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3" name="Line 28">
              <a:extLst>
                <a:ext uri="{FF2B5EF4-FFF2-40B4-BE49-F238E27FC236}">
                  <a16:creationId xmlns:a16="http://schemas.microsoft.com/office/drawing/2014/main" id="{2C035BCF-7CCF-4E70-B142-BCE478D88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1975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4" name="Line 29">
              <a:extLst>
                <a:ext uri="{FF2B5EF4-FFF2-40B4-BE49-F238E27FC236}">
                  <a16:creationId xmlns:a16="http://schemas.microsoft.com/office/drawing/2014/main" id="{41B3736B-281E-49D2-8D20-0FE6A8BC6B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8" y="890"/>
              <a:ext cx="2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5" name="Line 30">
              <a:extLst>
                <a:ext uri="{FF2B5EF4-FFF2-40B4-BE49-F238E27FC236}">
                  <a16:creationId xmlns:a16="http://schemas.microsoft.com/office/drawing/2014/main" id="{926B4B6E-DF6E-47FF-8FCC-78252F7EC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932"/>
              <a:ext cx="240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6" name="Line 31">
              <a:extLst>
                <a:ext uri="{FF2B5EF4-FFF2-40B4-BE49-F238E27FC236}">
                  <a16:creationId xmlns:a16="http://schemas.microsoft.com/office/drawing/2014/main" id="{96D95BD7-83C1-443D-9EA8-EBED98CD0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935"/>
              <a:ext cx="1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7" name="Line 32">
              <a:extLst>
                <a:ext uri="{FF2B5EF4-FFF2-40B4-BE49-F238E27FC236}">
                  <a16:creationId xmlns:a16="http://schemas.microsoft.com/office/drawing/2014/main" id="{C24EC469-A265-4648-AE95-02962FA81E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8" y="54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8" name="Line 33">
              <a:extLst>
                <a:ext uri="{FF2B5EF4-FFF2-40B4-BE49-F238E27FC236}">
                  <a16:creationId xmlns:a16="http://schemas.microsoft.com/office/drawing/2014/main" id="{F68F3170-3DA4-4045-9C25-5D305B87AE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" y="572"/>
              <a:ext cx="3" cy="1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9" name="Line 34">
              <a:extLst>
                <a:ext uri="{FF2B5EF4-FFF2-40B4-BE49-F238E27FC236}">
                  <a16:creationId xmlns:a16="http://schemas.microsoft.com/office/drawing/2014/main" id="{8A1ECB07-5D22-45ED-AE27-3D38C1549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101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0" name="Line 35">
              <a:extLst>
                <a:ext uri="{FF2B5EF4-FFF2-40B4-BE49-F238E27FC236}">
                  <a16:creationId xmlns:a16="http://schemas.microsoft.com/office/drawing/2014/main" id="{67250BCF-3942-4F98-AEC9-75A19EB6E0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98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1" name="Text Box 36">
              <a:extLst>
                <a:ext uri="{FF2B5EF4-FFF2-40B4-BE49-F238E27FC236}">
                  <a16:creationId xmlns:a16="http://schemas.microsoft.com/office/drawing/2014/main" id="{92426421-A56D-4942-894F-9D362169E7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844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2" name="Text Box 37">
              <a:extLst>
                <a:ext uri="{FF2B5EF4-FFF2-40B4-BE49-F238E27FC236}">
                  <a16:creationId xmlns:a16="http://schemas.microsoft.com/office/drawing/2014/main" id="{E27791C0-68D8-4B81-8862-097A07217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1538"/>
              <a:ext cx="3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3" name="Text Box 38">
              <a:extLst>
                <a:ext uri="{FF2B5EF4-FFF2-40B4-BE49-F238E27FC236}">
                  <a16:creationId xmlns:a16="http://schemas.microsoft.com/office/drawing/2014/main" id="{05C7349D-7004-4D16-A1E4-BCB3E6145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64"/>
              <a:ext cx="3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4" name="Text Box 39">
              <a:extLst>
                <a:ext uri="{FF2B5EF4-FFF2-40B4-BE49-F238E27FC236}">
                  <a16:creationId xmlns:a16="http://schemas.microsoft.com/office/drawing/2014/main" id="{10720951-445E-4C37-998E-1C12F7CAB2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5" name="Text Box 40">
              <a:extLst>
                <a:ext uri="{FF2B5EF4-FFF2-40B4-BE49-F238E27FC236}">
                  <a16:creationId xmlns:a16="http://schemas.microsoft.com/office/drawing/2014/main" id="{33661615-3149-4D3B-9A89-AFBE78095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" y="935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6" name="Text Box 41">
              <a:extLst>
                <a:ext uri="{FF2B5EF4-FFF2-40B4-BE49-F238E27FC236}">
                  <a16:creationId xmlns:a16="http://schemas.microsoft.com/office/drawing/2014/main" id="{546DD921-C0CF-4A95-84F2-356CAC593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572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7" name="Text Box 42">
              <a:extLst>
                <a:ext uri="{FF2B5EF4-FFF2-40B4-BE49-F238E27FC236}">
                  <a16:creationId xmlns:a16="http://schemas.microsoft.com/office/drawing/2014/main" id="{89756F0A-7F72-48B2-AE81-B69A4CC26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572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8" name="Text Box 43">
              <a:extLst>
                <a:ext uri="{FF2B5EF4-FFF2-40B4-BE49-F238E27FC236}">
                  <a16:creationId xmlns:a16="http://schemas.microsoft.com/office/drawing/2014/main" id="{8565E3EC-1EE8-46E6-857F-C8764F436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35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89" name="Text Box 44">
              <a:extLst>
                <a:ext uri="{FF2B5EF4-FFF2-40B4-BE49-F238E27FC236}">
                  <a16:creationId xmlns:a16="http://schemas.microsoft.com/office/drawing/2014/main" id="{4B74A4C0-3C43-450B-9D58-D86173B5A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" y="948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90" name="Text Box 45">
              <a:extLst>
                <a:ext uri="{FF2B5EF4-FFF2-40B4-BE49-F238E27FC236}">
                  <a16:creationId xmlns:a16="http://schemas.microsoft.com/office/drawing/2014/main" id="{2D029283-12C6-4797-A428-F79BB82A28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91" name="Text Box 46">
              <a:extLst>
                <a:ext uri="{FF2B5EF4-FFF2-40B4-BE49-F238E27FC236}">
                  <a16:creationId xmlns:a16="http://schemas.microsoft.com/office/drawing/2014/main" id="{D98AB8BD-EF69-45C1-ADB6-6F346A33CA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039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92" name="Text Box 47">
              <a:extLst>
                <a:ext uri="{FF2B5EF4-FFF2-40B4-BE49-F238E27FC236}">
                  <a16:creationId xmlns:a16="http://schemas.microsoft.com/office/drawing/2014/main" id="{7B6A97CA-3438-4352-B7B8-96B7F850D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93" name="Text Box 48">
              <a:extLst>
                <a:ext uri="{FF2B5EF4-FFF2-40B4-BE49-F238E27FC236}">
                  <a16:creationId xmlns:a16="http://schemas.microsoft.com/office/drawing/2014/main" id="{24D2F89A-3BFE-4799-812F-BA3D8A26B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194" name="Line 49">
              <a:extLst>
                <a:ext uri="{FF2B5EF4-FFF2-40B4-BE49-F238E27FC236}">
                  <a16:creationId xmlns:a16="http://schemas.microsoft.com/office/drawing/2014/main" id="{02BFA3FE-9A41-4E7C-855C-A263B4D4B6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98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95" name="Line 50">
              <a:extLst>
                <a:ext uri="{FF2B5EF4-FFF2-40B4-BE49-F238E27FC236}">
                  <a16:creationId xmlns:a16="http://schemas.microsoft.com/office/drawing/2014/main" id="{10F60291-FDBC-4AF3-A87E-4A5D01AD2E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52" y="86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96" name="Line 51">
              <a:extLst>
                <a:ext uri="{FF2B5EF4-FFF2-40B4-BE49-F238E27FC236}">
                  <a16:creationId xmlns:a16="http://schemas.microsoft.com/office/drawing/2014/main" id="{1F2C07C4-B7BE-47B6-B86F-DC2A16EDF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" y="935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97" name="Line 52">
              <a:extLst>
                <a:ext uri="{FF2B5EF4-FFF2-40B4-BE49-F238E27FC236}">
                  <a16:creationId xmlns:a16="http://schemas.microsoft.com/office/drawing/2014/main" id="{A20D46D9-C6A3-4521-B8A3-7351E4F2F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9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8" name="Text Box 53">
              <a:extLst>
                <a:ext uri="{FF2B5EF4-FFF2-40B4-BE49-F238E27FC236}">
                  <a16:creationId xmlns:a16="http://schemas.microsoft.com/office/drawing/2014/main" id="{FDEAFF4B-02D6-494C-866A-F89534D1F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34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9199" name="Text Box 54">
              <a:extLst>
                <a:ext uri="{FF2B5EF4-FFF2-40B4-BE49-F238E27FC236}">
                  <a16:creationId xmlns:a16="http://schemas.microsoft.com/office/drawing/2014/main" id="{27B32808-1850-4659-9CE2-670B4D6F7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1615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9200" name="Rectangle 55">
              <a:extLst>
                <a:ext uri="{FF2B5EF4-FFF2-40B4-BE49-F238E27FC236}">
                  <a16:creationId xmlns:a16="http://schemas.microsoft.com/office/drawing/2014/main" id="{0AA3D9A6-A5D1-4B46-9863-FE84D1DE1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201" name="Rectangle 56">
              <a:extLst>
                <a:ext uri="{FF2B5EF4-FFF2-40B4-BE49-F238E27FC236}">
                  <a16:creationId xmlns:a16="http://schemas.microsoft.com/office/drawing/2014/main" id="{DD92A507-FF09-4177-979E-ACE5CE3EA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202" name="Rectangle 57">
              <a:extLst>
                <a:ext uri="{FF2B5EF4-FFF2-40B4-BE49-F238E27FC236}">
                  <a16:creationId xmlns:a16="http://schemas.microsoft.com/office/drawing/2014/main" id="{6730F85D-1692-4FAA-A674-50D64B085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" y="1071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203" name="Rectangle 58">
              <a:extLst>
                <a:ext uri="{FF2B5EF4-FFF2-40B4-BE49-F238E27FC236}">
                  <a16:creationId xmlns:a16="http://schemas.microsoft.com/office/drawing/2014/main" id="{1B6A50F7-32B7-411A-B743-FD64E42F7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204" name="Rectangle 59">
              <a:extLst>
                <a:ext uri="{FF2B5EF4-FFF2-40B4-BE49-F238E27FC236}">
                  <a16:creationId xmlns:a16="http://schemas.microsoft.com/office/drawing/2014/main" id="{621C4AE2-5799-48E9-8DCF-0A3188D59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9205" name="Group 60">
              <a:extLst>
                <a:ext uri="{FF2B5EF4-FFF2-40B4-BE49-F238E27FC236}">
                  <a16:creationId xmlns:a16="http://schemas.microsoft.com/office/drawing/2014/main" id="{71D54EE2-3F37-477E-B49E-EB32AC29BD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" y="1252"/>
              <a:ext cx="363" cy="363"/>
              <a:chOff x="4785" y="709"/>
              <a:chExt cx="363" cy="363"/>
            </a:xfrm>
          </p:grpSpPr>
          <p:sp>
            <p:nvSpPr>
              <p:cNvPr id="49209" name="Oval 61">
                <a:extLst>
                  <a:ext uri="{FF2B5EF4-FFF2-40B4-BE49-F238E27FC236}">
                    <a16:creationId xmlns:a16="http://schemas.microsoft.com/office/drawing/2014/main" id="{DD2E59DC-6B2C-42FA-BEC8-3E1DD1210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210" name="Line 62">
                <a:extLst>
                  <a:ext uri="{FF2B5EF4-FFF2-40B4-BE49-F238E27FC236}">
                    <a16:creationId xmlns:a16="http://schemas.microsoft.com/office/drawing/2014/main" id="{C8C2A6C8-D47C-405E-9293-79DE2C6AE5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9206" name="Group 63">
              <a:extLst>
                <a:ext uri="{FF2B5EF4-FFF2-40B4-BE49-F238E27FC236}">
                  <a16:creationId xmlns:a16="http://schemas.microsoft.com/office/drawing/2014/main" id="{40F83367-95AB-411A-BC81-93EA4864C56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4" y="391"/>
              <a:ext cx="363" cy="363"/>
              <a:chOff x="4785" y="709"/>
              <a:chExt cx="363" cy="363"/>
            </a:xfrm>
          </p:grpSpPr>
          <p:sp>
            <p:nvSpPr>
              <p:cNvPr id="49207" name="Oval 64">
                <a:extLst>
                  <a:ext uri="{FF2B5EF4-FFF2-40B4-BE49-F238E27FC236}">
                    <a16:creationId xmlns:a16="http://schemas.microsoft.com/office/drawing/2014/main" id="{95C7EC1B-0D86-4270-A00A-96D22CD693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208" name="Line 65">
                <a:extLst>
                  <a:ext uri="{FF2B5EF4-FFF2-40B4-BE49-F238E27FC236}">
                    <a16:creationId xmlns:a16="http://schemas.microsoft.com/office/drawing/2014/main" id="{83937DBE-8242-4182-9E81-103F6B4479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72451" name="AutoShape 67">
            <a:extLst>
              <a:ext uri="{FF2B5EF4-FFF2-40B4-BE49-F238E27FC236}">
                <a16:creationId xmlns:a16="http://schemas.microsoft.com/office/drawing/2014/main" id="{29A1795E-2D2A-4E2A-9AFD-921C316C4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3644900"/>
            <a:ext cx="2124075" cy="574675"/>
          </a:xfrm>
          <a:prstGeom prst="wedgeRoundRectCallout">
            <a:avLst>
              <a:gd name="adj1" fmla="val -76458"/>
              <a:gd name="adj2" fmla="val -60495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参考点</a:t>
            </a:r>
          </a:p>
        </p:txBody>
      </p:sp>
      <p:sp>
        <p:nvSpPr>
          <p:cNvPr id="49166" name="Text Box 68">
            <a:extLst>
              <a:ext uri="{FF2B5EF4-FFF2-40B4-BE49-F238E27FC236}">
                <a16:creationId xmlns:a16="http://schemas.microsoft.com/office/drawing/2014/main" id="{03148069-1629-4F05-92F8-C5963DC0C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141663"/>
            <a:ext cx="3635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72455" name="AutoShape 71">
            <a:extLst>
              <a:ext uri="{FF2B5EF4-FFF2-40B4-BE49-F238E27FC236}">
                <a16:creationId xmlns:a16="http://schemas.microsoft.com/office/drawing/2014/main" id="{370AC339-524C-45AF-B5C8-104D1FC9B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4365625"/>
            <a:ext cx="2590800" cy="2303463"/>
          </a:xfrm>
          <a:prstGeom prst="wedgeRoundRectCallout">
            <a:avLst>
              <a:gd name="adj1" fmla="val -70954"/>
              <a:gd name="adj2" fmla="val -45519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以节点电压表示的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方程，仅需直接列写这个方程组即可。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0"/>
                                        <p:tgtEl>
                                          <p:spTgt spid="27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3000"/>
                                        <p:tgtEl>
                                          <p:spTgt spid="27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3000"/>
                                        <p:tgtEl>
                                          <p:spTgt spid="27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2000"/>
                                        <p:tgtEl>
                                          <p:spTgt spid="27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7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0" dur="2000"/>
                                        <p:tgtEl>
                                          <p:spTgt spid="27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6" grpId="0"/>
      <p:bldP spid="272389" grpId="0" animBg="1"/>
      <p:bldP spid="272451" grpId="0" animBg="1"/>
      <p:bldP spid="27245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5" name="Text Box 3">
            <a:extLst>
              <a:ext uri="{FF2B5EF4-FFF2-40B4-BE49-F238E27FC236}">
                <a16:creationId xmlns:a16="http://schemas.microsoft.com/office/drawing/2014/main" id="{7FE29BD6-8011-4659-90AB-13B249B3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-66675"/>
            <a:ext cx="4176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整理得节点电压方程：</a:t>
            </a:r>
          </a:p>
        </p:txBody>
      </p:sp>
      <p:graphicFrame>
        <p:nvGraphicFramePr>
          <p:cNvPr id="177156" name="Object 4">
            <a:extLst>
              <a:ext uri="{FF2B5EF4-FFF2-40B4-BE49-F238E27FC236}">
                <a16:creationId xmlns:a16="http://schemas.microsoft.com/office/drawing/2014/main" id="{F58DB90D-E2F1-4B2C-AD8A-CE5EBA384F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0675" y="538163"/>
          <a:ext cx="48133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46" name="Equation" r:id="rId3" imgW="2108160" imgH="431640" progId="Equation.DSMT4">
                  <p:embed/>
                </p:oleObj>
              </mc:Choice>
              <mc:Fallback>
                <p:oleObj name="Equation" r:id="rId3" imgW="210816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675" y="538163"/>
                        <a:ext cx="48133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7" name="Object 5">
            <a:extLst>
              <a:ext uri="{FF2B5EF4-FFF2-40B4-BE49-F238E27FC236}">
                <a16:creationId xmlns:a16="http://schemas.microsoft.com/office/drawing/2014/main" id="{1DF6F206-1A7E-47FA-BDA6-655DD865FF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7963" y="1574800"/>
          <a:ext cx="568325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47" name="Equation" r:id="rId5" imgW="2844720" imgH="431640" progId="Equation.DSMT4">
                  <p:embed/>
                </p:oleObj>
              </mc:Choice>
              <mc:Fallback>
                <p:oleObj name="Equation" r:id="rId5" imgW="2844720" imgH="431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1574800"/>
                        <a:ext cx="568325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58" name="AutoShape 6">
            <a:extLst>
              <a:ext uri="{FF2B5EF4-FFF2-40B4-BE49-F238E27FC236}">
                <a16:creationId xmlns:a16="http://schemas.microsoft.com/office/drawing/2014/main" id="{49654A83-611D-4459-B2FA-7D80006BBFB0}"/>
              </a:ext>
            </a:extLst>
          </p:cNvPr>
          <p:cNvSpPr>
            <a:spLocks/>
          </p:cNvSpPr>
          <p:nvPr/>
        </p:nvSpPr>
        <p:spPr bwMode="auto">
          <a:xfrm>
            <a:off x="1042988" y="835025"/>
            <a:ext cx="287337" cy="2592388"/>
          </a:xfrm>
          <a:prstGeom prst="leftBrace">
            <a:avLst>
              <a:gd name="adj1" fmla="val 7518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7163" name="Object 11">
            <a:extLst>
              <a:ext uri="{FF2B5EF4-FFF2-40B4-BE49-F238E27FC236}">
                <a16:creationId xmlns:a16="http://schemas.microsoft.com/office/drawing/2014/main" id="{86DF4C64-8E2F-4ED5-9BBA-03B0EC4FAF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65425" y="2722563"/>
          <a:ext cx="5840413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48" name="Equation" r:id="rId7" imgW="4178160" imgH="736560" progId="Equation.DSMT4">
                  <p:embed/>
                </p:oleObj>
              </mc:Choice>
              <mc:Fallback>
                <p:oleObj name="Equation" r:id="rId7" imgW="4178160" imgH="73656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425" y="2722563"/>
                        <a:ext cx="5840413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67" name="AutoShape 15">
            <a:extLst>
              <a:ext uri="{FF2B5EF4-FFF2-40B4-BE49-F238E27FC236}">
                <a16:creationId xmlns:a16="http://schemas.microsoft.com/office/drawing/2014/main" id="{855577BE-B019-41B5-B515-408475C71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4488" y="4149725"/>
            <a:ext cx="2124075" cy="574675"/>
          </a:xfrm>
          <a:prstGeom prst="wedgeRoundRectCallout">
            <a:avLst>
              <a:gd name="adj1" fmla="val -4046"/>
              <a:gd name="adj2" fmla="val -137458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等效电流源</a:t>
            </a:r>
          </a:p>
        </p:txBody>
      </p:sp>
      <p:grpSp>
        <p:nvGrpSpPr>
          <p:cNvPr id="50184" name="Group 18">
            <a:extLst>
              <a:ext uri="{FF2B5EF4-FFF2-40B4-BE49-F238E27FC236}">
                <a16:creationId xmlns:a16="http://schemas.microsoft.com/office/drawing/2014/main" id="{F77E0E92-8250-4776-B505-779F8C46C7D9}"/>
              </a:ext>
            </a:extLst>
          </p:cNvPr>
          <p:cNvGrpSpPr>
            <a:grpSpLocks/>
          </p:cNvGrpSpPr>
          <p:nvPr/>
        </p:nvGrpSpPr>
        <p:grpSpPr bwMode="auto">
          <a:xfrm>
            <a:off x="1924050" y="3573463"/>
            <a:ext cx="4808538" cy="3240087"/>
            <a:chOff x="2472" y="164"/>
            <a:chExt cx="3029" cy="2041"/>
          </a:xfrm>
        </p:grpSpPr>
        <p:grpSp>
          <p:nvGrpSpPr>
            <p:cNvPr id="50212" name="Group 19">
              <a:extLst>
                <a:ext uri="{FF2B5EF4-FFF2-40B4-BE49-F238E27FC236}">
                  <a16:creationId xmlns:a16="http://schemas.microsoft.com/office/drawing/2014/main" id="{7262027E-7506-4DE2-877F-999C66429B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2" y="618"/>
              <a:ext cx="2375" cy="1587"/>
              <a:chOff x="2880" y="2523"/>
              <a:chExt cx="2375" cy="1587"/>
            </a:xfrm>
          </p:grpSpPr>
          <p:grpSp>
            <p:nvGrpSpPr>
              <p:cNvPr id="50255" name="Group 20">
                <a:extLst>
                  <a:ext uri="{FF2B5EF4-FFF2-40B4-BE49-F238E27FC236}">
                    <a16:creationId xmlns:a16="http://schemas.microsoft.com/office/drawing/2014/main" id="{0BBAFA4A-6872-45F1-B30F-12658DCA27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523"/>
                <a:ext cx="198" cy="288"/>
                <a:chOff x="612" y="981"/>
                <a:chExt cx="198" cy="288"/>
              </a:xfrm>
            </p:grpSpPr>
            <p:sp>
              <p:nvSpPr>
                <p:cNvPr id="50264" name="Text Box 21">
                  <a:extLst>
                    <a:ext uri="{FF2B5EF4-FFF2-40B4-BE49-F238E27FC236}">
                      <a16:creationId xmlns:a16="http://schemas.microsoft.com/office/drawing/2014/main" id="{4C5D95BB-53CE-4A7B-A5C8-62463F39D5A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50265" name="Oval 22">
                  <a:extLst>
                    <a:ext uri="{FF2B5EF4-FFF2-40B4-BE49-F238E27FC236}">
                      <a16:creationId xmlns:a16="http://schemas.microsoft.com/office/drawing/2014/main" id="{8E4C6503-7C9B-4C77-8AD7-AFD98A9A85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56" name="Group 23">
                <a:extLst>
                  <a:ext uri="{FF2B5EF4-FFF2-40B4-BE49-F238E27FC236}">
                    <a16:creationId xmlns:a16="http://schemas.microsoft.com/office/drawing/2014/main" id="{ACD755E6-E4E6-4C66-8326-5FE6D42071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7" y="2568"/>
                <a:ext cx="198" cy="288"/>
                <a:chOff x="612" y="981"/>
                <a:chExt cx="198" cy="288"/>
              </a:xfrm>
            </p:grpSpPr>
            <p:sp>
              <p:nvSpPr>
                <p:cNvPr id="50262" name="Text Box 24">
                  <a:extLst>
                    <a:ext uri="{FF2B5EF4-FFF2-40B4-BE49-F238E27FC236}">
                      <a16:creationId xmlns:a16="http://schemas.microsoft.com/office/drawing/2014/main" id="{B7913CD3-49ED-401E-AD9A-5B4154ECCA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50263" name="Oval 25">
                  <a:extLst>
                    <a:ext uri="{FF2B5EF4-FFF2-40B4-BE49-F238E27FC236}">
                      <a16:creationId xmlns:a16="http://schemas.microsoft.com/office/drawing/2014/main" id="{852D7A33-B00D-48AB-ADBE-BAFE8C5AE5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0257" name="Group 26">
                <a:extLst>
                  <a:ext uri="{FF2B5EF4-FFF2-40B4-BE49-F238E27FC236}">
                    <a16:creationId xmlns:a16="http://schemas.microsoft.com/office/drawing/2014/main" id="{2654F50B-D31A-47E6-8E4E-C1200219AA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87" y="2795"/>
                <a:ext cx="198" cy="288"/>
                <a:chOff x="612" y="981"/>
                <a:chExt cx="198" cy="288"/>
              </a:xfrm>
            </p:grpSpPr>
            <p:sp>
              <p:nvSpPr>
                <p:cNvPr id="50260" name="Text Box 27">
                  <a:extLst>
                    <a:ext uri="{FF2B5EF4-FFF2-40B4-BE49-F238E27FC236}">
                      <a16:creationId xmlns:a16="http://schemas.microsoft.com/office/drawing/2014/main" id="{1D752986-2E61-4AF1-AF1E-EDB5F2D508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12" y="981"/>
                  <a:ext cx="19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1" lang="en-US" altLang="zh-CN" sz="240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50261" name="Oval 28">
                  <a:extLst>
                    <a:ext uri="{FF2B5EF4-FFF2-40B4-BE49-F238E27FC236}">
                      <a16:creationId xmlns:a16="http://schemas.microsoft.com/office/drawing/2014/main" id="{0F466BC7-390F-4EB8-A09F-740CCD1C93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1041"/>
                  <a:ext cx="181" cy="18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 b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0258" name="Line 29">
                <a:extLst>
                  <a:ext uri="{FF2B5EF4-FFF2-40B4-BE49-F238E27FC236}">
                    <a16:creationId xmlns:a16="http://schemas.microsoft.com/office/drawing/2014/main" id="{BBB313D9-AABD-45AB-940B-4D4677EC4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3884"/>
                <a:ext cx="0" cy="2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59" name="Line 30">
                <a:extLst>
                  <a:ext uri="{FF2B5EF4-FFF2-40B4-BE49-F238E27FC236}">
                    <a16:creationId xmlns:a16="http://schemas.microsoft.com/office/drawing/2014/main" id="{0F2D7F4A-8CD2-4A03-B6BD-62699C316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4" y="4110"/>
                <a:ext cx="27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213" name="Oval 31">
              <a:extLst>
                <a:ext uri="{FF2B5EF4-FFF2-40B4-BE49-F238E27FC236}">
                  <a16:creationId xmlns:a16="http://schemas.microsoft.com/office/drawing/2014/main" id="{A617FBB1-0326-4CD2-9C52-4A03C936B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1479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14" name="Line 32">
              <a:extLst>
                <a:ext uri="{FF2B5EF4-FFF2-40B4-BE49-F238E27FC236}">
                  <a16:creationId xmlns:a16="http://schemas.microsoft.com/office/drawing/2014/main" id="{3EBE5B5A-F997-4CC7-A6C4-944B54C44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8" y="572"/>
              <a:ext cx="18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5" name="Line 33">
              <a:extLst>
                <a:ext uri="{FF2B5EF4-FFF2-40B4-BE49-F238E27FC236}">
                  <a16:creationId xmlns:a16="http://schemas.microsoft.com/office/drawing/2014/main" id="{021A463D-F634-4EF1-86E0-2D69BA9CA5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572"/>
              <a:ext cx="3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6" name="Line 34">
              <a:extLst>
                <a:ext uri="{FF2B5EF4-FFF2-40B4-BE49-F238E27FC236}">
                  <a16:creationId xmlns:a16="http://schemas.microsoft.com/office/drawing/2014/main" id="{AF6696C8-AFF8-46BF-96F4-D4F6BC0652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935"/>
              <a:ext cx="0" cy="10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7" name="Line 35">
              <a:extLst>
                <a:ext uri="{FF2B5EF4-FFF2-40B4-BE49-F238E27FC236}">
                  <a16:creationId xmlns:a16="http://schemas.microsoft.com/office/drawing/2014/main" id="{53A45631-5F46-456E-AE9E-7D019F67B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1975"/>
              <a:ext cx="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8" name="Line 36">
              <a:extLst>
                <a:ext uri="{FF2B5EF4-FFF2-40B4-BE49-F238E27FC236}">
                  <a16:creationId xmlns:a16="http://schemas.microsoft.com/office/drawing/2014/main" id="{700562DB-2514-4621-B9DA-9A3348799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8" y="890"/>
              <a:ext cx="20" cy="10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19" name="Line 37">
              <a:extLst>
                <a:ext uri="{FF2B5EF4-FFF2-40B4-BE49-F238E27FC236}">
                  <a16:creationId xmlns:a16="http://schemas.microsoft.com/office/drawing/2014/main" id="{18B0620E-00EA-4E8D-ACCD-C224BA852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2" y="932"/>
              <a:ext cx="2401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0" name="Line 38">
              <a:extLst>
                <a:ext uri="{FF2B5EF4-FFF2-40B4-BE49-F238E27FC236}">
                  <a16:creationId xmlns:a16="http://schemas.microsoft.com/office/drawing/2014/main" id="{AA78A2B5-2C31-47D5-9D82-DBBD4F910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935"/>
              <a:ext cx="10" cy="10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1" name="Line 39">
              <a:extLst>
                <a:ext uri="{FF2B5EF4-FFF2-40B4-BE49-F238E27FC236}">
                  <a16:creationId xmlns:a16="http://schemas.microsoft.com/office/drawing/2014/main" id="{01E3AEFF-21AC-4ED7-8C34-D912D4746F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8" y="548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2" name="Line 40">
              <a:extLst>
                <a:ext uri="{FF2B5EF4-FFF2-40B4-BE49-F238E27FC236}">
                  <a16:creationId xmlns:a16="http://schemas.microsoft.com/office/drawing/2014/main" id="{FAFDA87D-9B08-4065-98BF-A4F0702745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0" y="572"/>
              <a:ext cx="3" cy="14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3" name="Line 41">
              <a:extLst>
                <a:ext uri="{FF2B5EF4-FFF2-40B4-BE49-F238E27FC236}">
                  <a16:creationId xmlns:a16="http://schemas.microsoft.com/office/drawing/2014/main" id="{278A42D1-E754-48F1-9B6D-982D4F89F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" y="1013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4" name="Line 42">
              <a:extLst>
                <a:ext uri="{FF2B5EF4-FFF2-40B4-BE49-F238E27FC236}">
                  <a16:creationId xmlns:a16="http://schemas.microsoft.com/office/drawing/2014/main" id="{BBF5D80D-07D4-43D6-8C07-4F254DF46B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9" y="98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5" name="Text Box 43">
              <a:extLst>
                <a:ext uri="{FF2B5EF4-FFF2-40B4-BE49-F238E27FC236}">
                  <a16:creationId xmlns:a16="http://schemas.microsoft.com/office/drawing/2014/main" id="{19F2499D-A6C6-42BB-8342-4E2745967A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844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26" name="Text Box 44">
              <a:extLst>
                <a:ext uri="{FF2B5EF4-FFF2-40B4-BE49-F238E27FC236}">
                  <a16:creationId xmlns:a16="http://schemas.microsoft.com/office/drawing/2014/main" id="{E5F6CAFC-8F0F-430F-991A-58BB286D5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1538"/>
              <a:ext cx="3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27" name="Text Box 45">
              <a:extLst>
                <a:ext uri="{FF2B5EF4-FFF2-40B4-BE49-F238E27FC236}">
                  <a16:creationId xmlns:a16="http://schemas.microsoft.com/office/drawing/2014/main" id="{6D056CBD-A993-45B8-A6B7-0B433A441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1" y="164"/>
              <a:ext cx="3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28" name="Text Box 46">
              <a:extLst>
                <a:ext uri="{FF2B5EF4-FFF2-40B4-BE49-F238E27FC236}">
                  <a16:creationId xmlns:a16="http://schemas.microsoft.com/office/drawing/2014/main" id="{C8C5A273-437B-43CF-B3CC-EA7B6CAC5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29" name="Text Box 47">
              <a:extLst>
                <a:ext uri="{FF2B5EF4-FFF2-40B4-BE49-F238E27FC236}">
                  <a16:creationId xmlns:a16="http://schemas.microsoft.com/office/drawing/2014/main" id="{27EF5A62-5A13-4F65-B268-B7BFF9FC6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" y="935"/>
              <a:ext cx="3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0" name="Text Box 48">
              <a:extLst>
                <a:ext uri="{FF2B5EF4-FFF2-40B4-BE49-F238E27FC236}">
                  <a16:creationId xmlns:a16="http://schemas.microsoft.com/office/drawing/2014/main" id="{BD729A12-0F88-4FB3-A409-6BA326031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572"/>
              <a:ext cx="3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1" name="Text Box 49">
              <a:extLst>
                <a:ext uri="{FF2B5EF4-FFF2-40B4-BE49-F238E27FC236}">
                  <a16:creationId xmlns:a16="http://schemas.microsoft.com/office/drawing/2014/main" id="{7B19A6F1-DF4A-49C0-842E-40670506E1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572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2" name="Text Box 50">
              <a:extLst>
                <a:ext uri="{FF2B5EF4-FFF2-40B4-BE49-F238E27FC236}">
                  <a16:creationId xmlns:a16="http://schemas.microsoft.com/office/drawing/2014/main" id="{008F6E9D-903D-476F-9DE6-F75BAD9C52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935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3" name="Text Box 51">
              <a:extLst>
                <a:ext uri="{FF2B5EF4-FFF2-40B4-BE49-F238E27FC236}">
                  <a16:creationId xmlns:a16="http://schemas.microsoft.com/office/drawing/2014/main" id="{9472FEF5-8DF6-45CA-9A8A-B95EAB9FC5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6" y="948"/>
              <a:ext cx="2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4" name="Text Box 52">
              <a:extLst>
                <a:ext uri="{FF2B5EF4-FFF2-40B4-BE49-F238E27FC236}">
                  <a16:creationId xmlns:a16="http://schemas.microsoft.com/office/drawing/2014/main" id="{10A6A11C-69F5-4814-B7F5-9B0249F9F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5" name="Text Box 53">
              <a:extLst>
                <a:ext uri="{FF2B5EF4-FFF2-40B4-BE49-F238E27FC236}">
                  <a16:creationId xmlns:a16="http://schemas.microsoft.com/office/drawing/2014/main" id="{53B4D06A-AC43-42C4-83FC-4A24B7E51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039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6" name="Text Box 54">
              <a:extLst>
                <a:ext uri="{FF2B5EF4-FFF2-40B4-BE49-F238E27FC236}">
                  <a16:creationId xmlns:a16="http://schemas.microsoft.com/office/drawing/2014/main" id="{5A06472A-3545-4679-B09C-F4E0FE159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8" y="563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7" name="Text Box 55">
              <a:extLst>
                <a:ext uri="{FF2B5EF4-FFF2-40B4-BE49-F238E27FC236}">
                  <a16:creationId xmlns:a16="http://schemas.microsoft.com/office/drawing/2014/main" id="{AF406B24-D874-4C6D-A786-D70C67845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252"/>
              <a:ext cx="3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38" name="Line 56">
              <a:extLst>
                <a:ext uri="{FF2B5EF4-FFF2-40B4-BE49-F238E27FC236}">
                  <a16:creationId xmlns:a16="http://schemas.microsoft.com/office/drawing/2014/main" id="{62327330-059D-4285-9A34-A490FD0EB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98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39" name="Line 57">
              <a:extLst>
                <a:ext uri="{FF2B5EF4-FFF2-40B4-BE49-F238E27FC236}">
                  <a16:creationId xmlns:a16="http://schemas.microsoft.com/office/drawing/2014/main" id="{1100F7E0-7C82-4150-84E4-C15FF61573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52" y="86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40" name="Line 58">
              <a:extLst>
                <a:ext uri="{FF2B5EF4-FFF2-40B4-BE49-F238E27FC236}">
                  <a16:creationId xmlns:a16="http://schemas.microsoft.com/office/drawing/2014/main" id="{77D83629-F034-4220-ADAD-8B7874CE49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" y="935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41" name="Line 59">
              <a:extLst>
                <a:ext uri="{FF2B5EF4-FFF2-40B4-BE49-F238E27FC236}">
                  <a16:creationId xmlns:a16="http://schemas.microsoft.com/office/drawing/2014/main" id="{CF4D9699-892F-465F-B9A5-5316655C7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98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42" name="Text Box 60">
              <a:extLst>
                <a:ext uri="{FF2B5EF4-FFF2-40B4-BE49-F238E27FC236}">
                  <a16:creationId xmlns:a16="http://schemas.microsoft.com/office/drawing/2014/main" id="{C37CE07D-E2B4-4487-A562-E2A932C1C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134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0243" name="Text Box 61">
              <a:extLst>
                <a:ext uri="{FF2B5EF4-FFF2-40B4-BE49-F238E27FC236}">
                  <a16:creationId xmlns:a16="http://schemas.microsoft.com/office/drawing/2014/main" id="{F555E994-1BC0-4AE4-A66C-96C3B0EBE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1615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50244" name="Rectangle 62">
              <a:extLst>
                <a:ext uri="{FF2B5EF4-FFF2-40B4-BE49-F238E27FC236}">
                  <a16:creationId xmlns:a16="http://schemas.microsoft.com/office/drawing/2014/main" id="{0572BD7B-7751-4008-8FD0-F45FCD71C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45" name="Rectangle 63">
              <a:extLst>
                <a:ext uri="{FF2B5EF4-FFF2-40B4-BE49-F238E27FC236}">
                  <a16:creationId xmlns:a16="http://schemas.microsoft.com/office/drawing/2014/main" id="{BA61AF2E-E3D8-417A-B32F-518C640C3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89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46" name="Rectangle 64">
              <a:extLst>
                <a:ext uri="{FF2B5EF4-FFF2-40B4-BE49-F238E27FC236}">
                  <a16:creationId xmlns:a16="http://schemas.microsoft.com/office/drawing/2014/main" id="{56DFDD1B-1683-4E30-9ACC-AA6879DE8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2" y="1071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47" name="Rectangle 65">
              <a:extLst>
                <a:ext uri="{FF2B5EF4-FFF2-40B4-BE49-F238E27FC236}">
                  <a16:creationId xmlns:a16="http://schemas.microsoft.com/office/drawing/2014/main" id="{354951A4-27B8-4C5E-B1A5-981212055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48" name="Rectangle 66">
              <a:extLst>
                <a:ext uri="{FF2B5EF4-FFF2-40B4-BE49-F238E27FC236}">
                  <a16:creationId xmlns:a16="http://schemas.microsoft.com/office/drawing/2014/main" id="{A4EEEC3B-CACC-4FCD-B9FD-4DF0F7855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298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50249" name="Group 67">
              <a:extLst>
                <a:ext uri="{FF2B5EF4-FFF2-40B4-BE49-F238E27FC236}">
                  <a16:creationId xmlns:a16="http://schemas.microsoft.com/office/drawing/2014/main" id="{20BA3443-DD19-4F0E-B0EA-32B7358C26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8" y="1252"/>
              <a:ext cx="363" cy="363"/>
              <a:chOff x="4785" y="709"/>
              <a:chExt cx="363" cy="363"/>
            </a:xfrm>
          </p:grpSpPr>
          <p:sp>
            <p:nvSpPr>
              <p:cNvPr id="50253" name="Oval 68">
                <a:extLst>
                  <a:ext uri="{FF2B5EF4-FFF2-40B4-BE49-F238E27FC236}">
                    <a16:creationId xmlns:a16="http://schemas.microsoft.com/office/drawing/2014/main" id="{66B9F6EC-E82C-40E3-A57C-3170E8A9E5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254" name="Line 69">
                <a:extLst>
                  <a:ext uri="{FF2B5EF4-FFF2-40B4-BE49-F238E27FC236}">
                    <a16:creationId xmlns:a16="http://schemas.microsoft.com/office/drawing/2014/main" id="{5BA7DC5F-944A-494C-9FCD-7F08AD48F7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0250" name="Group 70">
              <a:extLst>
                <a:ext uri="{FF2B5EF4-FFF2-40B4-BE49-F238E27FC236}">
                  <a16:creationId xmlns:a16="http://schemas.microsoft.com/office/drawing/2014/main" id="{9D67A51A-811B-4855-A624-5D04A5B3790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4" y="391"/>
              <a:ext cx="363" cy="363"/>
              <a:chOff x="4785" y="709"/>
              <a:chExt cx="363" cy="363"/>
            </a:xfrm>
          </p:grpSpPr>
          <p:sp>
            <p:nvSpPr>
              <p:cNvPr id="50251" name="Oval 71">
                <a:extLst>
                  <a:ext uri="{FF2B5EF4-FFF2-40B4-BE49-F238E27FC236}">
                    <a16:creationId xmlns:a16="http://schemas.microsoft.com/office/drawing/2014/main" id="{56B53513-8E5B-4834-B0FE-6BFC1FD36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252" name="Line 72">
                <a:extLst>
                  <a:ext uri="{FF2B5EF4-FFF2-40B4-BE49-F238E27FC236}">
                    <a16:creationId xmlns:a16="http://schemas.microsoft.com/office/drawing/2014/main" id="{0031B7F8-252C-48AB-848B-1221866ED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77226" name="AutoShape 74">
            <a:extLst>
              <a:ext uri="{FF2B5EF4-FFF2-40B4-BE49-F238E27FC236}">
                <a16:creationId xmlns:a16="http://schemas.microsoft.com/office/drawing/2014/main" id="{29E5610E-7B93-48D0-B0FB-499044E93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" y="3559175"/>
            <a:ext cx="1322388" cy="3081338"/>
          </a:xfrm>
          <a:prstGeom prst="wedgeRoundRectCallout">
            <a:avLst>
              <a:gd name="adj1" fmla="val 78264"/>
              <a:gd name="adj2" fmla="val -34565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观察方程特点，可直接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</a:t>
            </a: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列写这个节点电压方程组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6908860-4F89-4207-B2B1-F59692479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587375"/>
            <a:ext cx="1169987" cy="925513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053F4A-6E50-4D73-8F02-C7171DD9F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685800"/>
            <a:ext cx="6715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FABF9580-2B3F-49F1-8602-3B7D3CC56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0175" y="685800"/>
            <a:ext cx="558800" cy="820738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8EFC24-D474-45C7-A62B-CE1D7573F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774700"/>
            <a:ext cx="790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12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F122A240-5CE2-4079-A1BE-B018D0527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8138" y="706438"/>
            <a:ext cx="1101725" cy="688975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5AB8012-6EAD-4660-94B7-190F4510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774700"/>
            <a:ext cx="790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n1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B74B4147-C356-4C85-8658-8C4F7F468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688" y="1698625"/>
            <a:ext cx="544512" cy="868363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2D0D506-38BE-4C6F-852D-2C90B6302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963863"/>
            <a:ext cx="684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31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6CCE5E6-AA1C-4061-9785-A6F09367C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1820863"/>
            <a:ext cx="684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21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423EFE11-2212-4B47-8921-AC99EBDC2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1739900"/>
            <a:ext cx="1762125" cy="868363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B842194-D859-4EBC-8CC9-0F582923B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1812925"/>
            <a:ext cx="6842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22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35FCA7E1-8237-41CD-A767-379D55B49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1639888"/>
            <a:ext cx="612775" cy="820737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1CDACD9-6E0C-48F4-9C84-B57D1B051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1793875"/>
            <a:ext cx="6842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23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4A7EF37B-0FA7-4C79-8461-19FD8F384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1668463"/>
            <a:ext cx="431800" cy="820737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EB7757D6-B17F-4335-8D22-E8778479F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1739900"/>
            <a:ext cx="790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n2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25D64EF3-0C6C-48FB-96FE-F8E012B5B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2835275"/>
            <a:ext cx="615950" cy="820738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0E54A11-B25C-4A1D-A446-46038E6D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5938" y="2960688"/>
            <a:ext cx="7604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32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A643325F-4733-4E78-99D9-B45F9035A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775" y="2806700"/>
            <a:ext cx="1225550" cy="935038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1DD1858-58C8-4CA7-8959-EF14529BB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2960688"/>
            <a:ext cx="685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33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F4571D46-F6DA-41A1-BBBD-EF970BFA6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900" y="2838450"/>
            <a:ext cx="1658938" cy="820738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E4C740E-ADF9-4BB6-A6DD-3553D1F8E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960688"/>
            <a:ext cx="7905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n3</a:t>
            </a:r>
            <a:endParaRPr lang="zh-CN" altLang="en-US" sz="2800" b="1">
              <a:solidFill>
                <a:srgbClr val="FF0066"/>
              </a:solidFill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96F2DC5-5F12-4717-ACB3-F1A62E145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876550"/>
            <a:ext cx="13811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0×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n1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endParaRPr lang="zh-CN" altLang="en-US" sz="2800" b="1">
              <a:latin typeface="Arial" panose="020B0604020202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A42BEBB3-3D59-4F49-84AF-E0053FA63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790825"/>
            <a:ext cx="433387" cy="822325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94" name="Text Box 3">
            <a:extLst>
              <a:ext uri="{FF2B5EF4-FFF2-40B4-BE49-F238E27FC236}">
                <a16:creationId xmlns:a16="http://schemas.microsoft.com/office/drawing/2014/main" id="{7237D913-3A18-49F3-980A-52ACEAF7D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790575"/>
            <a:ext cx="685800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①：</a:t>
            </a:r>
          </a:p>
        </p:txBody>
      </p:sp>
      <p:sp>
        <p:nvSpPr>
          <p:cNvPr id="95" name="Text Box 3">
            <a:extLst>
              <a:ext uri="{FF2B5EF4-FFF2-40B4-BE49-F238E27FC236}">
                <a16:creationId xmlns:a16="http://schemas.microsoft.com/office/drawing/2014/main" id="{A61F1704-97A6-4B97-BFE7-0E4EC86C1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71663"/>
            <a:ext cx="676275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②：</a:t>
            </a:r>
          </a:p>
        </p:txBody>
      </p:sp>
      <p:sp>
        <p:nvSpPr>
          <p:cNvPr id="96" name="Text Box 3">
            <a:extLst>
              <a:ext uri="{FF2B5EF4-FFF2-40B4-BE49-F238E27FC236}">
                <a16:creationId xmlns:a16="http://schemas.microsoft.com/office/drawing/2014/main" id="{CF43EC15-6DF9-4477-AE1C-F81AF1062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2851150"/>
            <a:ext cx="677863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3000"/>
                                        <p:tgtEl>
                                          <p:spTgt spid="17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3000"/>
                                        <p:tgtEl>
                                          <p:spTgt spid="17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3000"/>
                                        <p:tgtEl>
                                          <p:spTgt spid="17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17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5" dur="2000"/>
                                        <p:tgtEl>
                                          <p:spTgt spid="17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autoUpdateAnimBg="0"/>
      <p:bldP spid="177158" grpId="0" animBg="1"/>
      <p:bldP spid="177167" grpId="0" animBg="1"/>
      <p:bldP spid="177226" grpId="0" animBg="1"/>
      <p:bldP spid="2" grpId="0" animBg="1"/>
      <p:bldP spid="4" grpId="0"/>
      <p:bldP spid="71" grpId="0" animBg="1"/>
      <p:bldP spid="73" grpId="0"/>
      <p:bldP spid="74" grpId="0" animBg="1"/>
      <p:bldP spid="75" grpId="0"/>
      <p:bldP spid="77" grpId="0" animBg="1"/>
      <p:bldP spid="78" grpId="0"/>
      <p:bldP spid="79" grpId="0"/>
      <p:bldP spid="80" grpId="0" animBg="1"/>
      <p:bldP spid="81" grpId="0"/>
      <p:bldP spid="82" grpId="0" animBg="1"/>
      <p:bldP spid="83" grpId="0"/>
      <p:bldP spid="84" grpId="0" animBg="1"/>
      <p:bldP spid="85" grpId="0"/>
      <p:bldP spid="86" grpId="0" animBg="1"/>
      <p:bldP spid="87" grpId="0"/>
      <p:bldP spid="88" grpId="0" animBg="1"/>
      <p:bldP spid="89" grpId="0"/>
      <p:bldP spid="90" grpId="0" animBg="1"/>
      <p:bldP spid="76" grpId="0"/>
      <p:bldP spid="91" grpId="0"/>
      <p:bldP spid="92" grpId="0" animBg="1"/>
      <p:bldP spid="94" grpId="0" animBg="1" autoUpdateAnimBg="0"/>
      <p:bldP spid="95" grpId="0" animBg="1" autoUpdateAnimBg="0"/>
      <p:bldP spid="96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91" name="Text Box 15" descr="绿色大理石">
            <a:extLst>
              <a:ext uri="{FF2B5EF4-FFF2-40B4-BE49-F238E27FC236}">
                <a16:creationId xmlns:a16="http://schemas.microsoft.com/office/drawing/2014/main" id="{84FF7095-B03D-4D4B-AEFF-4989F1069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8738"/>
            <a:ext cx="4464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令   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=1/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8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=1, 2, 3, 4, 5</a:t>
            </a:r>
          </a:p>
        </p:txBody>
      </p:sp>
      <p:sp>
        <p:nvSpPr>
          <p:cNvPr id="178192" name="Text Box 16">
            <a:extLst>
              <a:ext uri="{FF2B5EF4-FFF2-40B4-BE49-F238E27FC236}">
                <a16:creationId xmlns:a16="http://schemas.microsoft.com/office/drawing/2014/main" id="{D5E59BEE-0403-40CF-A76F-008072041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44450"/>
            <a:ext cx="331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上式简记为：</a:t>
            </a:r>
          </a:p>
        </p:txBody>
      </p:sp>
      <p:grpSp>
        <p:nvGrpSpPr>
          <p:cNvPr id="178198" name="Group 22">
            <a:extLst>
              <a:ext uri="{FF2B5EF4-FFF2-40B4-BE49-F238E27FC236}">
                <a16:creationId xmlns:a16="http://schemas.microsoft.com/office/drawing/2014/main" id="{8A4AE392-87D7-41D8-B757-BA442B677E75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760933"/>
            <a:ext cx="5975350" cy="1731963"/>
            <a:chOff x="476" y="400"/>
            <a:chExt cx="3764" cy="1091"/>
          </a:xfrm>
        </p:grpSpPr>
        <p:sp>
          <p:nvSpPr>
            <p:cNvPr id="51213" name="Text Box 17">
              <a:extLst>
                <a:ext uri="{FF2B5EF4-FFF2-40B4-BE49-F238E27FC236}">
                  <a16:creationId xmlns:a16="http://schemas.microsoft.com/office/drawing/2014/main" id="{4FDE8F0E-B3E2-4926-82DC-7AEB60D52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400"/>
              <a:ext cx="353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12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＋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13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n3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</a:p>
          </p:txBody>
        </p:sp>
        <p:sp>
          <p:nvSpPr>
            <p:cNvPr id="51214" name="AutoShape 18">
              <a:extLst>
                <a:ext uri="{FF2B5EF4-FFF2-40B4-BE49-F238E27FC236}">
                  <a16:creationId xmlns:a16="http://schemas.microsoft.com/office/drawing/2014/main" id="{E0757C39-A6B4-4710-A593-232B1BC67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472"/>
              <a:ext cx="175" cy="1017"/>
            </a:xfrm>
            <a:prstGeom prst="leftBrace">
              <a:avLst>
                <a:gd name="adj1" fmla="val 4842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1215" name="Text Box 19">
              <a:extLst>
                <a:ext uri="{FF2B5EF4-FFF2-40B4-BE49-F238E27FC236}">
                  <a16:creationId xmlns:a16="http://schemas.microsoft.com/office/drawing/2014/main" id="{CF11B0C7-CD58-4F2F-BDD2-4737D9B8C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763"/>
              <a:ext cx="3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21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22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＋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23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n3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</a:p>
          </p:txBody>
        </p:sp>
        <p:sp>
          <p:nvSpPr>
            <p:cNvPr id="51216" name="Text Box 20">
              <a:extLst>
                <a:ext uri="{FF2B5EF4-FFF2-40B4-BE49-F238E27FC236}">
                  <a16:creationId xmlns:a16="http://schemas.microsoft.com/office/drawing/2014/main" id="{A488A748-AF29-4141-86F2-1FCE76D902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126"/>
              <a:ext cx="3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31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32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＋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33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n3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32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n3</a:t>
              </a:r>
            </a:p>
          </p:txBody>
        </p:sp>
      </p:grpSp>
      <p:sp>
        <p:nvSpPr>
          <p:cNvPr id="178197" name="AutoShape 21">
            <a:extLst>
              <a:ext uri="{FF2B5EF4-FFF2-40B4-BE49-F238E27FC236}">
                <a16:creationId xmlns:a16="http://schemas.microsoft.com/office/drawing/2014/main" id="{30D03573-1093-4B91-A670-3C4298C9D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1066800"/>
            <a:ext cx="2663825" cy="1008063"/>
          </a:xfrm>
          <a:prstGeom prst="wedgeRoundRectCallout">
            <a:avLst>
              <a:gd name="adj1" fmla="val -72051"/>
              <a:gd name="adj2" fmla="val 26852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标准形式的结点电压方程</a:t>
            </a:r>
          </a:p>
        </p:txBody>
      </p:sp>
      <p:sp>
        <p:nvSpPr>
          <p:cNvPr id="17" name="Text Box 16" descr="绿色大理石">
            <a:extLst>
              <a:ext uri="{FF2B5EF4-FFF2-40B4-BE49-F238E27FC236}">
                <a16:creationId xmlns:a16="http://schemas.microsoft.com/office/drawing/2014/main" id="{B7803D57-9CD6-4933-B3B8-058B55ACF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" y="2731963"/>
            <a:ext cx="7273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独立节点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的节点电压方程标准形式：</a:t>
            </a:r>
          </a:p>
        </p:txBody>
      </p:sp>
      <p:grpSp>
        <p:nvGrpSpPr>
          <p:cNvPr id="18" name="Group 7">
            <a:extLst>
              <a:ext uri="{FF2B5EF4-FFF2-40B4-BE49-F238E27FC236}">
                <a16:creationId xmlns:a16="http://schemas.microsoft.com/office/drawing/2014/main" id="{1CB2685A-E57A-4638-BD7D-95289DDDA0A3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3221707"/>
            <a:ext cx="6538912" cy="2295525"/>
            <a:chOff x="960" y="300"/>
            <a:chExt cx="4119" cy="1446"/>
          </a:xfrm>
        </p:grpSpPr>
        <p:sp>
          <p:nvSpPr>
            <p:cNvPr id="19" name="Text Box 8">
              <a:extLst>
                <a:ext uri="{FF2B5EF4-FFF2-40B4-BE49-F238E27FC236}">
                  <a16:creationId xmlns:a16="http://schemas.microsoft.com/office/drawing/2014/main" id="{2318C572-F547-46E2-852B-DC289A18E3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00"/>
              <a:ext cx="355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12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1,n-1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endPara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9">
              <a:extLst>
                <a:ext uri="{FF2B5EF4-FFF2-40B4-BE49-F238E27FC236}">
                  <a16:creationId xmlns:a16="http://schemas.microsoft.com/office/drawing/2014/main" id="{27A1E621-60D0-4825-955D-B73A0FCF8B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658"/>
              <a:ext cx="355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22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endPara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CC589EF9-0D96-47E8-BED3-AC90D2BB6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" y="1030"/>
              <a:ext cx="13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MT Extra" panose="05050102010205020202" pitchFamily="18" charset="2"/>
                </a:rPr>
                <a:t>   </a:t>
              </a:r>
            </a:p>
          </p:txBody>
        </p:sp>
        <p:sp>
          <p:nvSpPr>
            <p:cNvPr id="22" name="Text Box 11">
              <a:extLst>
                <a:ext uri="{FF2B5EF4-FFF2-40B4-BE49-F238E27FC236}">
                  <a16:creationId xmlns:a16="http://schemas.microsoft.com/office/drawing/2014/main" id="{C879D85F-8589-4BBD-9DB5-9129E27AA0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1378"/>
              <a:ext cx="396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n-1,1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-1,2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-1,n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n,n</a:t>
              </a:r>
              <a:endPara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AutoShape 12">
              <a:extLst>
                <a:ext uri="{FF2B5EF4-FFF2-40B4-BE49-F238E27FC236}">
                  <a16:creationId xmlns:a16="http://schemas.microsoft.com/office/drawing/2014/main" id="{0C4906D1-442C-4C37-8CAC-DBAAFFB2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480"/>
              <a:ext cx="144" cy="1248"/>
            </a:xfrm>
            <a:prstGeom prst="leftBrace">
              <a:avLst>
                <a:gd name="adj1" fmla="val 72222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402416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91" grpId="0"/>
      <p:bldP spid="178192" grpId="0"/>
      <p:bldP spid="178197" grpId="0" animBg="1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87" name="Group 7">
            <a:extLst>
              <a:ext uri="{FF2B5EF4-FFF2-40B4-BE49-F238E27FC236}">
                <a16:creationId xmlns:a16="http://schemas.microsoft.com/office/drawing/2014/main" id="{FAEDB1FB-26E3-4825-89E5-FE4EAE848EB2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836613"/>
            <a:ext cx="6538912" cy="2295525"/>
            <a:chOff x="960" y="300"/>
            <a:chExt cx="4119" cy="1446"/>
          </a:xfrm>
        </p:grpSpPr>
        <p:sp>
          <p:nvSpPr>
            <p:cNvPr id="53256" name="Text Box 8">
              <a:extLst>
                <a:ext uri="{FF2B5EF4-FFF2-40B4-BE49-F238E27FC236}">
                  <a16:creationId xmlns:a16="http://schemas.microsoft.com/office/drawing/2014/main" id="{2C61318D-DC0C-454C-B866-EECB7FF59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00"/>
              <a:ext cx="355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12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1,n-1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endPara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57" name="Text Box 9">
              <a:extLst>
                <a:ext uri="{FF2B5EF4-FFF2-40B4-BE49-F238E27FC236}">
                  <a16:creationId xmlns:a16="http://schemas.microsoft.com/office/drawing/2014/main" id="{2DEA95A5-3215-4818-A7B6-95BB5DB09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658"/>
              <a:ext cx="3556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22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endPara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58" name="Text Box 10">
              <a:extLst>
                <a:ext uri="{FF2B5EF4-FFF2-40B4-BE49-F238E27FC236}">
                  <a16:creationId xmlns:a16="http://schemas.microsoft.com/office/drawing/2014/main" id="{8383250D-FFF3-479E-8A98-1D25A0646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" y="1030"/>
              <a:ext cx="13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MT Extra" panose="05050102010205020202" pitchFamily="18" charset="2"/>
                </a:rPr>
                <a:t>   </a:t>
              </a:r>
            </a:p>
          </p:txBody>
        </p:sp>
        <p:sp>
          <p:nvSpPr>
            <p:cNvPr id="53259" name="Text Box 11">
              <a:extLst>
                <a:ext uri="{FF2B5EF4-FFF2-40B4-BE49-F238E27FC236}">
                  <a16:creationId xmlns:a16="http://schemas.microsoft.com/office/drawing/2014/main" id="{BC019549-9E81-485C-8C96-574F2D8F2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1378"/>
              <a:ext cx="396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n-1,1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-1,2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-1,n</a:t>
              </a:r>
              <a:r>
                <a:rPr kumimoji="1" lang="en-US" altLang="zh-CN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i="1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baseline="-250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n,n</a:t>
              </a:r>
              <a:endParaRPr kumimoji="1" lang="en-US" altLang="zh-CN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60" name="AutoShape 12">
              <a:extLst>
                <a:ext uri="{FF2B5EF4-FFF2-40B4-BE49-F238E27FC236}">
                  <a16:creationId xmlns:a16="http://schemas.microsoft.com/office/drawing/2014/main" id="{BCC9E40D-AD66-467A-A844-208D61FE2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480"/>
              <a:ext cx="144" cy="1248"/>
            </a:xfrm>
            <a:prstGeom prst="leftBrace">
              <a:avLst>
                <a:gd name="adj1" fmla="val 72222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74093" name="Text Box 13">
            <a:extLst>
              <a:ext uri="{FF2B5EF4-FFF2-40B4-BE49-F238E27FC236}">
                <a16:creationId xmlns:a16="http://schemas.microsoft.com/office/drawing/2014/main" id="{E7E322A9-AD95-477B-BD3E-7EA53F37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068638"/>
            <a:ext cx="7343775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ii</a:t>
            </a: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自电导，总为正（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为什么总为正值？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）。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4094" name="Text Box 14">
            <a:extLst>
              <a:ext uri="{FF2B5EF4-FFF2-40B4-BE49-F238E27FC236}">
                <a16:creationId xmlns:a16="http://schemas.microsoft.com/office/drawing/2014/main" id="{F750A688-B72C-491B-9785-D7B40643C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763" y="5399088"/>
            <a:ext cx="7705725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ni 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流入结点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的所有电流源电流的代数和。</a:t>
            </a:r>
          </a:p>
        </p:txBody>
      </p:sp>
      <p:sp>
        <p:nvSpPr>
          <p:cNvPr id="174095" name="Text Box 15">
            <a:extLst>
              <a:ext uri="{FF2B5EF4-FFF2-40B4-BE49-F238E27FC236}">
                <a16:creationId xmlns:a16="http://schemas.microsoft.com/office/drawing/2014/main" id="{913C1513-FC8B-4DF2-BC03-778AE3A07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608388"/>
            <a:ext cx="7777162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ji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互电导，结点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与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之间所有支路电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导之和，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总为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为什么总为负值？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kumimoji="1"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096" name="Text Box 16" descr="绿色大理石">
            <a:extLst>
              <a:ext uri="{FF2B5EF4-FFF2-40B4-BE49-F238E27FC236}">
                <a16:creationId xmlns:a16="http://schemas.microsoft.com/office/drawing/2014/main" id="{F5BAD726-5D69-4AD4-B84E-20133E69F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5100"/>
            <a:ext cx="7273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独立节点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的节点电压方程标准形式：</a:t>
            </a:r>
          </a:p>
        </p:txBody>
      </p:sp>
      <p:sp>
        <p:nvSpPr>
          <p:cNvPr id="174100" name="Text Box 20">
            <a:extLst>
              <a:ext uri="{FF2B5EF4-FFF2-40B4-BE49-F238E27FC236}">
                <a16:creationId xmlns:a16="http://schemas.microsoft.com/office/drawing/2014/main" id="{2AB90728-DB27-4E69-A8F8-DAD90B249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849813"/>
            <a:ext cx="83534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当电路不含受控源时，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G</a:t>
            </a:r>
            <a:r>
              <a:rPr kumimoji="1" lang="en-US" altLang="zh-CN" sz="2800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ji </a:t>
            </a:r>
            <a:r>
              <a:rPr kumimoji="1" lang="zh-CN" altLang="en-US" sz="2800" b="1" baseline="-2500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系数矩阵为对称阵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"/>
                                        <p:tgtEl>
                                          <p:spTgt spid="17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"/>
                                        <p:tgtEl>
                                          <p:spTgt spid="174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"/>
                                        <p:tgtEl>
                                          <p:spTgt spid="17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2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93" grpId="0" autoUpdateAnimBg="0"/>
      <p:bldP spid="174094" grpId="0" autoUpdateAnimBg="0"/>
      <p:bldP spid="174095" grpId="0" autoUpdateAnimBg="0"/>
      <p:bldP spid="174096" grpId="0"/>
      <p:bldP spid="17410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7" name="Text Box 11" descr="绿色大理石">
            <a:extLst>
              <a:ext uri="{FF2B5EF4-FFF2-40B4-BE49-F238E27FC236}">
                <a16:creationId xmlns:a16="http://schemas.microsoft.com/office/drawing/2014/main" id="{A379F715-A588-4A0C-800B-997D66535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3"/>
            <a:ext cx="7993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个独立节点的节点电压方程矩阵形式为：</a:t>
            </a:r>
          </a:p>
        </p:txBody>
      </p:sp>
      <p:sp>
        <p:nvSpPr>
          <p:cNvPr id="331792" name="Text Box 16">
            <a:extLst>
              <a:ext uri="{FF2B5EF4-FFF2-40B4-BE49-F238E27FC236}">
                <a16:creationId xmlns:a16="http://schemas.microsoft.com/office/drawing/2014/main" id="{4645CCA8-06C9-47FD-8ED7-C2EB64AFD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379913"/>
            <a:ext cx="7200900" cy="13843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思考：（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）当支路电流不能直接用节点电压表示时；或（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）当电路含有受控源元件时，如何用观察法列写节点电压方程？</a:t>
            </a:r>
          </a:p>
        </p:txBody>
      </p:sp>
      <p:graphicFrame>
        <p:nvGraphicFramePr>
          <p:cNvPr id="331794" name="Object 18">
            <a:extLst>
              <a:ext uri="{FF2B5EF4-FFF2-40B4-BE49-F238E27FC236}">
                <a16:creationId xmlns:a16="http://schemas.microsoft.com/office/drawing/2014/main" id="{9B41E241-A78C-4BBC-9D75-9E828636B0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125" y="981075"/>
          <a:ext cx="6813550" cy="262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8" name="Equation" r:id="rId3" imgW="3324184" imgH="1362222" progId="Equation.DSMT4">
                  <p:embed/>
                </p:oleObj>
              </mc:Choice>
              <mc:Fallback>
                <p:oleObj name="Equation" r:id="rId3" imgW="3324184" imgH="1362222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981075"/>
                        <a:ext cx="6813550" cy="2627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067" descr="PE01753_">
            <a:extLst>
              <a:ext uri="{FF2B5EF4-FFF2-40B4-BE49-F238E27FC236}">
                <a16:creationId xmlns:a16="http://schemas.microsoft.com/office/drawing/2014/main" id="{04DD3807-017E-4B72-AFFD-AEFEDABD6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4365625"/>
            <a:ext cx="982663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0"/>
                                        <p:tgtEl>
                                          <p:spTgt spid="33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7" grpId="0"/>
      <p:bldP spid="331792" grpId="0" animBg="1"/>
      <p:bldP spid="331792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1">
            <a:extLst>
              <a:ext uri="{FF2B5EF4-FFF2-40B4-BE49-F238E27FC236}">
                <a16:creationId xmlns:a16="http://schemas.microsoft.com/office/drawing/2014/main" id="{9A99B537-03FC-422A-A515-B023899ACA3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4418832" y="5775325"/>
            <a:ext cx="51435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A51DA2-05DE-4CB1-9654-EFCF1C43F4B8}" type="slidenum">
              <a:rPr lang="zh-CN" altLang="en-US" b="1" smtClean="0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31</a:t>
            </a:fld>
            <a:endParaRPr lang="en-US" altLang="zh-CN" b="1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0" name="矩形 4">
            <a:extLst>
              <a:ext uri="{FF2B5EF4-FFF2-40B4-BE49-F238E27FC236}">
                <a16:creationId xmlns:a16="http://schemas.microsoft.com/office/drawing/2014/main" id="{C97F1715-299B-4A02-B340-EB517160A8EB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428625"/>
            <a:ext cx="4665663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节点的自电导为 </a:t>
            </a:r>
            <a:r>
              <a:rPr lang="en-US" altLang="zh-CN" sz="2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          )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。注入节点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的等效电流源的电流为</a:t>
            </a:r>
            <a:r>
              <a:rPr lang="zh-CN" altLang="en-US" sz="2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1" name="矩形 5">
            <a:extLst>
              <a:ext uri="{FF2B5EF4-FFF2-40B4-BE49-F238E27FC236}">
                <a16:creationId xmlns:a16="http://schemas.microsoft.com/office/drawing/2014/main" id="{F113A082-C692-4D60-A785-9784139D267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81919" y="2786063"/>
            <a:ext cx="1717551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52,  0.5A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2" name="矩形 6">
            <a:extLst>
              <a:ext uri="{FF2B5EF4-FFF2-40B4-BE49-F238E27FC236}">
                <a16:creationId xmlns:a16="http://schemas.microsoft.com/office/drawing/2014/main" id="{B3FCD351-3B0B-4523-8D85-773FFE359286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81919" y="3471863"/>
            <a:ext cx="1450032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52, -0.5A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3" name="矩形 7">
            <a:extLst>
              <a:ext uri="{FF2B5EF4-FFF2-40B4-BE49-F238E27FC236}">
                <a16:creationId xmlns:a16="http://schemas.microsoft.com/office/drawing/2014/main" id="{90EC4A5C-18A6-4B93-B08C-8E299DF541D1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81919" y="4157663"/>
            <a:ext cx="2381969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0.625,  -0.5A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4" name="矩形 8">
            <a:extLst>
              <a:ext uri="{FF2B5EF4-FFF2-40B4-BE49-F238E27FC236}">
                <a16:creationId xmlns:a16="http://schemas.microsoft.com/office/drawing/2014/main" id="{05CD780D-EBBE-43D2-BD69-C7BA36F45D6A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331640" y="48434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0.625, 0.5A</a:t>
            </a:r>
            <a:endParaRPr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5" name="椭圆 9">
            <a:extLst>
              <a:ext uri="{FF2B5EF4-FFF2-40B4-BE49-F238E27FC236}">
                <a16:creationId xmlns:a16="http://schemas.microsoft.com/office/drawing/2014/main" id="{3B10E2C5-B48F-4AD0-A250-26977EA2FA5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467544" y="28503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600" b="1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6" name="椭圆 10">
            <a:extLst>
              <a:ext uri="{FF2B5EF4-FFF2-40B4-BE49-F238E27FC236}">
                <a16:creationId xmlns:a16="http://schemas.microsoft.com/office/drawing/2014/main" id="{42E98598-CAFC-416A-9922-7A4233F9D18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467544" y="35361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600" b="1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7" name="椭圆 11">
            <a:extLst>
              <a:ext uri="{FF2B5EF4-FFF2-40B4-BE49-F238E27FC236}">
                <a16:creationId xmlns:a16="http://schemas.microsoft.com/office/drawing/2014/main" id="{4348BCE2-0680-4C10-935A-8E1662A352C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467544" y="4221956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8" name="椭圆 12">
            <a:extLst>
              <a:ext uri="{FF2B5EF4-FFF2-40B4-BE49-F238E27FC236}">
                <a16:creationId xmlns:a16="http://schemas.microsoft.com/office/drawing/2014/main" id="{E490ACB2-C149-4439-B470-6C89131B613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467544" y="49077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600" b="1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09" name="矩形: 圆角 13">
            <a:extLst>
              <a:ext uri="{FF2B5EF4-FFF2-40B4-BE49-F238E27FC236}">
                <a16:creationId xmlns:a16="http://schemas.microsoft.com/office/drawing/2014/main" id="{7834FC01-1250-4295-8CC4-40F587E15AF2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084168" y="5280820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提交</a:t>
            </a:r>
          </a:p>
        </p:txBody>
      </p:sp>
      <p:pic>
        <p:nvPicPr>
          <p:cNvPr id="55311" name="图片 63">
            <a:extLst>
              <a:ext uri="{FF2B5EF4-FFF2-40B4-BE49-F238E27FC236}">
                <a16:creationId xmlns:a16="http://schemas.microsoft.com/office/drawing/2014/main" id="{C6C7E706-A03C-4FB8-A706-10C767378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976" y="2119313"/>
            <a:ext cx="6132512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5FD5FE6E-F661-48B8-98C6-2FAB5E4DCE7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D2EC0D49-87CB-4F23-9BDA-6551CC9B23E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312" name="ColorBlock">
              <a:extLst>
                <a:ext uri="{FF2B5EF4-FFF2-40B4-BE49-F238E27FC236}">
                  <a16:creationId xmlns:a16="http://schemas.microsoft.com/office/drawing/2014/main" id="{22C6AA55-DB0F-424D-B31E-3ABE3A0D4594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313" name="TypeText">
              <a:extLst>
                <a:ext uri="{FF2B5EF4-FFF2-40B4-BE49-F238E27FC236}">
                  <a16:creationId xmlns:a16="http://schemas.microsoft.com/office/drawing/2014/main" id="{2ED0946D-B593-4F7B-9603-6865BA31D234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270000" cy="63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单选题</a:t>
              </a:r>
            </a:p>
          </p:txBody>
        </p:sp>
        <p:sp>
          <p:nvSpPr>
            <p:cNvPr id="5" name="TipText">
              <a:extLst>
                <a:ext uri="{FF2B5EF4-FFF2-40B4-BE49-F238E27FC236}">
                  <a16:creationId xmlns:a16="http://schemas.microsoft.com/office/drawing/2014/main" id="{54AA3D64-4334-472D-A594-700662ED11F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14793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66A1AEF-2156-4851-A769-43FE260D8A5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6B66CCD-4B0D-4CFC-A250-9167E1FFED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65713" y="5584155"/>
            <a:ext cx="514350" cy="365125"/>
          </a:xfrm>
        </p:spPr>
        <p:txBody>
          <a:bodyPr/>
          <a:lstStyle/>
          <a:p>
            <a:pPr>
              <a:defRPr/>
            </a:pPr>
            <a:fld id="{CE0ADF0A-ADE9-4DA8-BA95-61C3627F2D95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56324" name="矩形 4">
            <a:extLst>
              <a:ext uri="{FF2B5EF4-FFF2-40B4-BE49-F238E27FC236}">
                <a16:creationId xmlns:a16="http://schemas.microsoft.com/office/drawing/2014/main" id="{94D95ADE-409A-476F-896A-6DB45B868AC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41934" y="515267"/>
            <a:ext cx="6398666" cy="197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节点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的自电导、节点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和结点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的互电导为，</a:t>
            </a:r>
            <a:r>
              <a:rPr lang="zh-CN" altLang="en-US" sz="2800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 sz="2800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      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325" name="矩形 5">
            <a:extLst>
              <a:ext uri="{FF2B5EF4-FFF2-40B4-BE49-F238E27FC236}">
                <a16:creationId xmlns:a16="http://schemas.microsoft.com/office/drawing/2014/main" id="{9EEF3CA7-495F-43AF-96BC-B01244470FC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013868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2</a:t>
            </a:r>
            <a:r>
              <a:rPr lang="zh-CN" altLang="en-US" sz="2600" dirty="0">
                <a:solidFill>
                  <a:srgbClr val="000000"/>
                </a:solidFill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</a:rPr>
              <a:t>0.5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56326" name="矩形 6">
            <a:extLst>
              <a:ext uri="{FF2B5EF4-FFF2-40B4-BE49-F238E27FC236}">
                <a16:creationId xmlns:a16="http://schemas.microsoft.com/office/drawing/2014/main" id="{A9E8B678-F165-4E4E-B417-E3DEAFAC852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2699668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2</a:t>
            </a:r>
            <a:r>
              <a:rPr lang="zh-CN" altLang="en-US" sz="2600" dirty="0">
                <a:solidFill>
                  <a:srgbClr val="000000"/>
                </a:solidFill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</a:rPr>
              <a:t>1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56327" name="矩形 7">
            <a:extLst>
              <a:ext uri="{FF2B5EF4-FFF2-40B4-BE49-F238E27FC236}">
                <a16:creationId xmlns:a16="http://schemas.microsoft.com/office/drawing/2014/main" id="{7D58BE59-EA2B-4779-A4DC-46B156DF113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3385468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7</a:t>
            </a:r>
            <a:r>
              <a:rPr lang="zh-CN" altLang="en-US" sz="2600" dirty="0">
                <a:solidFill>
                  <a:srgbClr val="000000"/>
                </a:solidFill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</a:rPr>
              <a:t>0.5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56328" name="矩形 8">
            <a:extLst>
              <a:ext uri="{FF2B5EF4-FFF2-40B4-BE49-F238E27FC236}">
                <a16:creationId xmlns:a16="http://schemas.microsoft.com/office/drawing/2014/main" id="{EF903256-7625-490A-B3DF-108CB7FC93D3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4071268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2.5</a:t>
            </a:r>
            <a:r>
              <a:rPr lang="zh-CN" altLang="en-US" sz="2600" dirty="0">
                <a:solidFill>
                  <a:srgbClr val="000000"/>
                </a:solidFill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</a:rPr>
              <a:t>1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56329" name="椭圆 9">
            <a:extLst>
              <a:ext uri="{FF2B5EF4-FFF2-40B4-BE49-F238E27FC236}">
                <a16:creationId xmlns:a16="http://schemas.microsoft.com/office/drawing/2014/main" id="{2FD21B2F-1B5D-493A-9FD3-346B1A91F0D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078161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A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6330" name="椭圆 10">
            <a:extLst>
              <a:ext uri="{FF2B5EF4-FFF2-40B4-BE49-F238E27FC236}">
                <a16:creationId xmlns:a16="http://schemas.microsoft.com/office/drawing/2014/main" id="{E855E9BB-9AAA-4C85-8A38-64CC85C0B92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2763961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B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6331" name="椭圆 11">
            <a:extLst>
              <a:ext uri="{FF2B5EF4-FFF2-40B4-BE49-F238E27FC236}">
                <a16:creationId xmlns:a16="http://schemas.microsoft.com/office/drawing/2014/main" id="{40877EDF-BB48-4CBE-A74F-DB2D35C0E3B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3449761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C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6332" name="椭圆 12">
            <a:extLst>
              <a:ext uri="{FF2B5EF4-FFF2-40B4-BE49-F238E27FC236}">
                <a16:creationId xmlns:a16="http://schemas.microsoft.com/office/drawing/2014/main" id="{1D7C1EAD-D0B1-45FE-84E3-897B08CE560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135561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D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6333" name="矩形: 圆角 13">
            <a:extLst>
              <a:ext uri="{FF2B5EF4-FFF2-40B4-BE49-F238E27FC236}">
                <a16:creationId xmlns:a16="http://schemas.microsoft.com/office/drawing/2014/main" id="{FA68C456-25AC-4726-A34A-BEEE9B17E88A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5442868"/>
            <a:ext cx="1543050" cy="411163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 dirty="0">
                <a:solidFill>
                  <a:srgbClr val="FFFFFF"/>
                </a:solidFill>
              </a:rPr>
              <a:t>提交</a:t>
            </a:r>
          </a:p>
        </p:txBody>
      </p:sp>
      <p:pic>
        <p:nvPicPr>
          <p:cNvPr id="56335" name="图片 76">
            <a:extLst>
              <a:ext uri="{FF2B5EF4-FFF2-40B4-BE49-F238E27FC236}">
                <a16:creationId xmlns:a16="http://schemas.microsoft.com/office/drawing/2014/main" id="{A731B26B-82E4-4139-8314-A5E437877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873" y="2091888"/>
            <a:ext cx="4824413" cy="289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C4F3995A-62F8-465D-A29E-3E0C3DA4A2A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B29BCE62-EB83-4365-8C5A-CD9D5680E5B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36" name="ColorBlock">
              <a:extLst>
                <a:ext uri="{FF2B5EF4-FFF2-40B4-BE49-F238E27FC236}">
                  <a16:creationId xmlns:a16="http://schemas.microsoft.com/office/drawing/2014/main" id="{3AA2AD38-DB3D-41A4-ACAC-35507AAE2876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37" name="TypeText">
              <a:extLst>
                <a:ext uri="{FF2B5EF4-FFF2-40B4-BE49-F238E27FC236}">
                  <a16:creationId xmlns:a16="http://schemas.microsoft.com/office/drawing/2014/main" id="{DBD52639-D5F2-42EA-980E-CC56A453A29A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270000" cy="63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 b="1">
                  <a:solidFill>
                    <a:srgbClr val="000000"/>
                  </a:solidFill>
                </a:rPr>
                <a:t>单选题</a:t>
              </a:r>
            </a:p>
          </p:txBody>
        </p:sp>
        <p:sp>
          <p:nvSpPr>
            <p:cNvPr id="6" name="TipText">
              <a:extLst>
                <a:ext uri="{FF2B5EF4-FFF2-40B4-BE49-F238E27FC236}">
                  <a16:creationId xmlns:a16="http://schemas.microsoft.com/office/drawing/2014/main" id="{74248100-4B75-48CF-AA75-1CFC37F7374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4318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0CE933BC-CA7B-41B3-B411-1AD26DDF5DB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D78197-259D-4B59-9784-E1E4C9EDFA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491038" y="5919788"/>
            <a:ext cx="514350" cy="365125"/>
          </a:xfrm>
        </p:spPr>
        <p:txBody>
          <a:bodyPr/>
          <a:lstStyle/>
          <a:p>
            <a:pPr>
              <a:defRPr/>
            </a:pPr>
            <a:fld id="{3074B787-4C9A-490E-AC82-085F588ED0E3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57348" name="矩形 4">
            <a:extLst>
              <a:ext uri="{FF2B5EF4-FFF2-40B4-BE49-F238E27FC236}">
                <a16:creationId xmlns:a16="http://schemas.microsoft.com/office/drawing/2014/main" id="{F2067686-0825-4B9F-B00A-EAB72C4A7431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54000" y="568325"/>
            <a:ext cx="7315200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0000"/>
                </a:solidFill>
              </a:rPr>
              <a:t>节点</a:t>
            </a:r>
            <a:r>
              <a:rPr lang="en-US" altLang="zh-CN" sz="2400" b="1" dirty="0">
                <a:solidFill>
                  <a:srgbClr val="000000"/>
                </a:solidFill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</a:rPr>
              <a:t>的自电导、节点</a:t>
            </a:r>
            <a:r>
              <a:rPr lang="en-US" altLang="zh-CN" sz="2400" b="1" dirty="0">
                <a:solidFill>
                  <a:srgbClr val="000000"/>
                </a:solidFill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</a:rPr>
              <a:t>自电导，节点</a:t>
            </a:r>
            <a:r>
              <a:rPr lang="en-US" altLang="zh-CN" sz="2400" b="1" dirty="0">
                <a:solidFill>
                  <a:srgbClr val="000000"/>
                </a:solidFill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</a:rPr>
              <a:t>和结点</a:t>
            </a:r>
            <a:r>
              <a:rPr lang="en-US" altLang="zh-CN" sz="2400" b="1" dirty="0">
                <a:solidFill>
                  <a:srgbClr val="000000"/>
                </a:solidFill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</a:rPr>
              <a:t>之间的互电导分别是</a:t>
            </a:r>
          </a:p>
        </p:txBody>
      </p:sp>
      <p:sp>
        <p:nvSpPr>
          <p:cNvPr id="57349" name="矩形 5">
            <a:extLst>
              <a:ext uri="{FF2B5EF4-FFF2-40B4-BE49-F238E27FC236}">
                <a16:creationId xmlns:a16="http://schemas.microsoft.com/office/drawing/2014/main" id="{5F6EF331-1526-493E-BC9A-61A2D8303D44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254125" y="27860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7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6.5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0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57350" name="矩形 6">
            <a:extLst>
              <a:ext uri="{FF2B5EF4-FFF2-40B4-BE49-F238E27FC236}">
                <a16:creationId xmlns:a16="http://schemas.microsoft.com/office/drawing/2014/main" id="{681B6671-BA71-43AB-8741-DD71DC08727E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54125" y="34718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</a:rPr>
              <a:t>3</a:t>
            </a:r>
            <a:r>
              <a:rPr lang="zh-CN" altLang="en-US" sz="2600">
                <a:solidFill>
                  <a:srgbClr val="000000"/>
                </a:solidFill>
              </a:rPr>
              <a:t>、</a:t>
            </a:r>
            <a:r>
              <a:rPr lang="en-US" altLang="zh-CN" sz="2600">
                <a:solidFill>
                  <a:srgbClr val="000000"/>
                </a:solidFill>
              </a:rPr>
              <a:t>6.5</a:t>
            </a:r>
            <a:r>
              <a:rPr lang="zh-CN" altLang="en-US" sz="2600">
                <a:solidFill>
                  <a:srgbClr val="000000"/>
                </a:solidFill>
              </a:rPr>
              <a:t>、</a:t>
            </a:r>
            <a:r>
              <a:rPr lang="en-US" altLang="zh-CN" sz="2600">
                <a:solidFill>
                  <a:srgbClr val="000000"/>
                </a:solidFill>
              </a:rPr>
              <a:t>6</a:t>
            </a:r>
            <a:endParaRPr lang="zh-CN" altLang="en-US" sz="2600">
              <a:solidFill>
                <a:srgbClr val="000000"/>
              </a:solidFill>
            </a:endParaRPr>
          </a:p>
        </p:txBody>
      </p:sp>
      <p:sp>
        <p:nvSpPr>
          <p:cNvPr id="57351" name="矩形 7">
            <a:extLst>
              <a:ext uri="{FF2B5EF4-FFF2-40B4-BE49-F238E27FC236}">
                <a16:creationId xmlns:a16="http://schemas.microsoft.com/office/drawing/2014/main" id="{FFED2859-2901-4AE6-A03E-901C2EC56939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254125" y="41576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3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4.4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0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57352" name="矩形 8">
            <a:extLst>
              <a:ext uri="{FF2B5EF4-FFF2-40B4-BE49-F238E27FC236}">
                <a16:creationId xmlns:a16="http://schemas.microsoft.com/office/drawing/2014/main" id="{338AA1EB-7D3B-483F-AF3C-6A9C4041DE00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54125" y="48434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>
                <a:solidFill>
                  <a:srgbClr val="000000"/>
                </a:solidFill>
              </a:rPr>
              <a:t>5</a:t>
            </a:r>
            <a:r>
              <a:rPr lang="zh-CN" altLang="en-US" sz="2600">
                <a:solidFill>
                  <a:srgbClr val="000000"/>
                </a:solidFill>
              </a:rPr>
              <a:t>、</a:t>
            </a:r>
            <a:r>
              <a:rPr lang="en-US" altLang="zh-CN" sz="2600">
                <a:solidFill>
                  <a:srgbClr val="000000"/>
                </a:solidFill>
              </a:rPr>
              <a:t>4.4</a:t>
            </a:r>
            <a:r>
              <a:rPr lang="zh-CN" altLang="en-US" sz="2600">
                <a:solidFill>
                  <a:srgbClr val="000000"/>
                </a:solidFill>
              </a:rPr>
              <a:t>、</a:t>
            </a:r>
            <a:r>
              <a:rPr lang="en-US" altLang="zh-CN" sz="2600">
                <a:solidFill>
                  <a:srgbClr val="000000"/>
                </a:solidFill>
              </a:rPr>
              <a:t>6</a:t>
            </a:r>
            <a:endParaRPr lang="zh-CN" altLang="en-US" sz="2600">
              <a:solidFill>
                <a:srgbClr val="000000"/>
              </a:solidFill>
            </a:endParaRPr>
          </a:p>
        </p:txBody>
      </p:sp>
      <p:sp>
        <p:nvSpPr>
          <p:cNvPr id="57353" name="椭圆 9">
            <a:extLst>
              <a:ext uri="{FF2B5EF4-FFF2-40B4-BE49-F238E27FC236}">
                <a16:creationId xmlns:a16="http://schemas.microsoft.com/office/drawing/2014/main" id="{30950FDB-32D6-4188-9214-1E72A02F858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539750" y="28503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A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7354" name="椭圆 10">
            <a:extLst>
              <a:ext uri="{FF2B5EF4-FFF2-40B4-BE49-F238E27FC236}">
                <a16:creationId xmlns:a16="http://schemas.microsoft.com/office/drawing/2014/main" id="{76D2F4CD-FCEE-4B4A-8509-710582E5C8A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539750" y="35361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B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7355" name="椭圆 11">
            <a:extLst>
              <a:ext uri="{FF2B5EF4-FFF2-40B4-BE49-F238E27FC236}">
                <a16:creationId xmlns:a16="http://schemas.microsoft.com/office/drawing/2014/main" id="{6B9B0BC9-B7A4-4E42-A46B-F74E6F30CC6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539750" y="4221956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C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7356" name="椭圆 12">
            <a:extLst>
              <a:ext uri="{FF2B5EF4-FFF2-40B4-BE49-F238E27FC236}">
                <a16:creationId xmlns:a16="http://schemas.microsoft.com/office/drawing/2014/main" id="{990AB069-56C4-44AC-BB90-AE1F8E05997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539750" y="49077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D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57357" name="矩形: 圆角 13">
            <a:extLst>
              <a:ext uri="{FF2B5EF4-FFF2-40B4-BE49-F238E27FC236}">
                <a16:creationId xmlns:a16="http://schemas.microsoft.com/office/drawing/2014/main" id="{82B7F2D7-9C72-4A5A-9B6D-791D626F9EBF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315075" y="5850731"/>
            <a:ext cx="1543050" cy="411163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</a:rPr>
              <a:t>提交</a:t>
            </a:r>
          </a:p>
        </p:txBody>
      </p:sp>
      <p:grpSp>
        <p:nvGrpSpPr>
          <p:cNvPr id="57359" name="组合 76">
            <a:extLst>
              <a:ext uri="{FF2B5EF4-FFF2-40B4-BE49-F238E27FC236}">
                <a16:creationId xmlns:a16="http://schemas.microsoft.com/office/drawing/2014/main" id="{EA4C1B54-C7CF-4A85-A586-72966F0A0BD9}"/>
              </a:ext>
            </a:extLst>
          </p:cNvPr>
          <p:cNvGrpSpPr>
            <a:grpSpLocks/>
          </p:cNvGrpSpPr>
          <p:nvPr/>
        </p:nvGrpSpPr>
        <p:grpSpPr bwMode="auto">
          <a:xfrm>
            <a:off x="3963988" y="1371600"/>
            <a:ext cx="4808537" cy="3240088"/>
            <a:chOff x="4032448" y="1341040"/>
            <a:chExt cx="4808538" cy="3240088"/>
          </a:xfrm>
        </p:grpSpPr>
        <p:grpSp>
          <p:nvGrpSpPr>
            <p:cNvPr id="57360" name="Group 12">
              <a:extLst>
                <a:ext uri="{FF2B5EF4-FFF2-40B4-BE49-F238E27FC236}">
                  <a16:creationId xmlns:a16="http://schemas.microsoft.com/office/drawing/2014/main" id="{56EBC01A-3E69-4731-8DC2-CE019D3A5C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448" y="1341040"/>
              <a:ext cx="4808538" cy="3240088"/>
              <a:chOff x="2472" y="164"/>
              <a:chExt cx="3029" cy="2041"/>
            </a:xfrm>
          </p:grpSpPr>
          <p:grpSp>
            <p:nvGrpSpPr>
              <p:cNvPr id="57363" name="Group 13">
                <a:extLst>
                  <a:ext uri="{FF2B5EF4-FFF2-40B4-BE49-F238E27FC236}">
                    <a16:creationId xmlns:a16="http://schemas.microsoft.com/office/drawing/2014/main" id="{15BCBA06-291C-45FF-AFB0-5C1429BFDD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2" y="618"/>
                <a:ext cx="2375" cy="1587"/>
                <a:chOff x="2880" y="2523"/>
                <a:chExt cx="2375" cy="1587"/>
              </a:xfrm>
            </p:grpSpPr>
            <p:grpSp>
              <p:nvGrpSpPr>
                <p:cNvPr id="57408" name="Group 14">
                  <a:extLst>
                    <a:ext uri="{FF2B5EF4-FFF2-40B4-BE49-F238E27FC236}">
                      <a16:creationId xmlns:a16="http://schemas.microsoft.com/office/drawing/2014/main" id="{7E292C8A-CB28-4B60-A1C4-466B522C79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80" y="2523"/>
                  <a:ext cx="198" cy="288"/>
                  <a:chOff x="612" y="981"/>
                  <a:chExt cx="198" cy="288"/>
                </a:xfrm>
              </p:grpSpPr>
              <p:sp>
                <p:nvSpPr>
                  <p:cNvPr id="57417" name="Text Box 15">
                    <a:extLst>
                      <a:ext uri="{FF2B5EF4-FFF2-40B4-BE49-F238E27FC236}">
                        <a16:creationId xmlns:a16="http://schemas.microsoft.com/office/drawing/2014/main" id="{E59C05A6-637E-4E72-B3D2-1776083896C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12" y="981"/>
                    <a:ext cx="19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1" lang="en-US" altLang="zh-CN" sz="2400"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57418" name="Oval 16">
                    <a:extLst>
                      <a:ext uri="{FF2B5EF4-FFF2-40B4-BE49-F238E27FC236}">
                        <a16:creationId xmlns:a16="http://schemas.microsoft.com/office/drawing/2014/main" id="{614F2B8F-69D8-4502-922C-7F89A46FC2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4" y="1041"/>
                    <a:ext cx="181" cy="181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400" b="1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57409" name="Group 17">
                  <a:extLst>
                    <a:ext uri="{FF2B5EF4-FFF2-40B4-BE49-F238E27FC236}">
                      <a16:creationId xmlns:a16="http://schemas.microsoft.com/office/drawing/2014/main" id="{00ADCF29-314C-412A-96C8-8FCD0720245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57" y="2568"/>
                  <a:ext cx="198" cy="288"/>
                  <a:chOff x="612" y="981"/>
                  <a:chExt cx="198" cy="288"/>
                </a:xfrm>
              </p:grpSpPr>
              <p:sp>
                <p:nvSpPr>
                  <p:cNvPr id="57415" name="Text Box 18">
                    <a:extLst>
                      <a:ext uri="{FF2B5EF4-FFF2-40B4-BE49-F238E27FC236}">
                        <a16:creationId xmlns:a16="http://schemas.microsoft.com/office/drawing/2014/main" id="{3F447943-0AA5-4075-A426-69F655DA638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12" y="981"/>
                    <a:ext cx="19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1" lang="en-US" altLang="zh-CN" sz="2400"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a:t>3</a:t>
                    </a:r>
                  </a:p>
                </p:txBody>
              </p:sp>
              <p:sp>
                <p:nvSpPr>
                  <p:cNvPr id="57416" name="Oval 19">
                    <a:extLst>
                      <a:ext uri="{FF2B5EF4-FFF2-40B4-BE49-F238E27FC236}">
                        <a16:creationId xmlns:a16="http://schemas.microsoft.com/office/drawing/2014/main" id="{964850CC-F7AB-4F77-8239-8682891870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4" y="1041"/>
                    <a:ext cx="181" cy="181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400" b="1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57410" name="Group 20">
                  <a:extLst>
                    <a:ext uri="{FF2B5EF4-FFF2-40B4-BE49-F238E27FC236}">
                      <a16:creationId xmlns:a16="http://schemas.microsoft.com/office/drawing/2014/main" id="{6F3AFC91-6E97-4A81-95CA-9A4AFBED03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87" y="2795"/>
                  <a:ext cx="198" cy="288"/>
                  <a:chOff x="612" y="981"/>
                  <a:chExt cx="198" cy="288"/>
                </a:xfrm>
              </p:grpSpPr>
              <p:sp>
                <p:nvSpPr>
                  <p:cNvPr id="57413" name="Text Box 21">
                    <a:extLst>
                      <a:ext uri="{FF2B5EF4-FFF2-40B4-BE49-F238E27FC236}">
                        <a16:creationId xmlns:a16="http://schemas.microsoft.com/office/drawing/2014/main" id="{172E5A7F-4CEC-46F7-9FCD-D74AFF12D30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12" y="981"/>
                    <a:ext cx="19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1" lang="en-US" altLang="zh-CN" sz="2400"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57414" name="Oval 22">
                    <a:extLst>
                      <a:ext uri="{FF2B5EF4-FFF2-40B4-BE49-F238E27FC236}">
                        <a16:creationId xmlns:a16="http://schemas.microsoft.com/office/drawing/2014/main" id="{01FAE359-B4C3-401D-9358-CE77EB6DAB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4" y="1041"/>
                    <a:ext cx="181" cy="181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400" b="1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7411" name="Line 23">
                  <a:extLst>
                    <a:ext uri="{FF2B5EF4-FFF2-40B4-BE49-F238E27FC236}">
                      <a16:creationId xmlns:a16="http://schemas.microsoft.com/office/drawing/2014/main" id="{98BB3D15-BDAC-47D8-9DA1-4607B58474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60" y="3884"/>
                  <a:ext cx="0" cy="22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12" name="Line 24">
                  <a:extLst>
                    <a:ext uri="{FF2B5EF4-FFF2-40B4-BE49-F238E27FC236}">
                      <a16:creationId xmlns:a16="http://schemas.microsoft.com/office/drawing/2014/main" id="{0FAEEAA3-CB08-4204-8CA7-0CD33ABFB3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24" y="4110"/>
                  <a:ext cx="272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364" name="Oval 25">
                <a:extLst>
                  <a:ext uri="{FF2B5EF4-FFF2-40B4-BE49-F238E27FC236}">
                    <a16:creationId xmlns:a16="http://schemas.microsoft.com/office/drawing/2014/main" id="{03C32824-80A0-4961-BC7E-8C324FD00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2" y="1479"/>
                <a:ext cx="363" cy="363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65" name="Line 26">
                <a:extLst>
                  <a:ext uri="{FF2B5EF4-FFF2-40B4-BE49-F238E27FC236}">
                    <a16:creationId xmlns:a16="http://schemas.microsoft.com/office/drawing/2014/main" id="{E1AC22CE-2EB6-4F87-80C5-36E381967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8" y="572"/>
                <a:ext cx="185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6" name="Line 27">
                <a:extLst>
                  <a:ext uri="{FF2B5EF4-FFF2-40B4-BE49-F238E27FC236}">
                    <a16:creationId xmlns:a16="http://schemas.microsoft.com/office/drawing/2014/main" id="{01AD24FE-ABAE-482E-B8A1-D045D9CB5F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1" y="572"/>
                <a:ext cx="3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67" name="Line 28">
                <a:extLst>
                  <a:ext uri="{FF2B5EF4-FFF2-40B4-BE49-F238E27FC236}">
                    <a16:creationId xmlns:a16="http://schemas.microsoft.com/office/drawing/2014/main" id="{C90FD77D-0223-4C55-8F9E-05DB59FB91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9" y="935"/>
                <a:ext cx="0" cy="104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68" name="Line 29">
                <a:extLst>
                  <a:ext uri="{FF2B5EF4-FFF2-40B4-BE49-F238E27FC236}">
                    <a16:creationId xmlns:a16="http://schemas.microsoft.com/office/drawing/2014/main" id="{9587BCFB-4E2E-4D92-9719-5B4E9C46A0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2" y="1975"/>
                <a:ext cx="24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69" name="Line 30">
                <a:extLst>
                  <a:ext uri="{FF2B5EF4-FFF2-40B4-BE49-F238E27FC236}">
                    <a16:creationId xmlns:a16="http://schemas.microsoft.com/office/drawing/2014/main" id="{B65EF526-AF6D-46E2-A57D-BDE267FF41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18" y="890"/>
                <a:ext cx="20" cy="108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0" name="Line 31">
                <a:extLst>
                  <a:ext uri="{FF2B5EF4-FFF2-40B4-BE49-F238E27FC236}">
                    <a16:creationId xmlns:a16="http://schemas.microsoft.com/office/drawing/2014/main" id="{8CDA4B2E-A08E-43EA-98DA-E3375F6FD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2" y="932"/>
                <a:ext cx="2401" cy="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1" name="Line 32">
                <a:extLst>
                  <a:ext uri="{FF2B5EF4-FFF2-40B4-BE49-F238E27FC236}">
                    <a16:creationId xmlns:a16="http://schemas.microsoft.com/office/drawing/2014/main" id="{AA2B847D-BE17-40A7-911B-E0C5133AA0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80" y="935"/>
                <a:ext cx="10" cy="10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2" name="Line 33">
                <a:extLst>
                  <a:ext uri="{FF2B5EF4-FFF2-40B4-BE49-F238E27FC236}">
                    <a16:creationId xmlns:a16="http://schemas.microsoft.com/office/drawing/2014/main" id="{C083AF80-B3AD-4E62-A1E6-C231BE3CA4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8" y="548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3" name="Line 34">
                <a:extLst>
                  <a:ext uri="{FF2B5EF4-FFF2-40B4-BE49-F238E27FC236}">
                    <a16:creationId xmlns:a16="http://schemas.microsoft.com/office/drawing/2014/main" id="{1D875994-7415-4069-A7BE-BAB9AC5503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90" y="572"/>
                <a:ext cx="3" cy="140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4" name="Line 35">
                <a:extLst>
                  <a:ext uri="{FF2B5EF4-FFF2-40B4-BE49-F238E27FC236}">
                    <a16:creationId xmlns:a16="http://schemas.microsoft.com/office/drawing/2014/main" id="{A10E395E-FC0A-4C49-9AC0-826B75B3DD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8" y="1013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5" name="Line 36">
                <a:extLst>
                  <a:ext uri="{FF2B5EF4-FFF2-40B4-BE49-F238E27FC236}">
                    <a16:creationId xmlns:a16="http://schemas.microsoft.com/office/drawing/2014/main" id="{FFC68F39-C27C-461F-9C59-913B6EF240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89" y="980"/>
                <a:ext cx="0" cy="2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6" name="Text Box 37">
                <a:extLst>
                  <a:ext uri="{FF2B5EF4-FFF2-40B4-BE49-F238E27FC236}">
                    <a16:creationId xmlns:a16="http://schemas.microsoft.com/office/drawing/2014/main" id="{30791DEA-9101-468C-8ABB-75440C7548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2" y="844"/>
                <a:ext cx="4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S1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77" name="Text Box 38">
                <a:extLst>
                  <a:ext uri="{FF2B5EF4-FFF2-40B4-BE49-F238E27FC236}">
                    <a16:creationId xmlns:a16="http://schemas.microsoft.com/office/drawing/2014/main" id="{204AF2E6-796D-4F09-BC85-5A5EED1F07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9" y="1538"/>
                <a:ext cx="31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u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S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78" name="Text Box 39">
                <a:extLst>
                  <a:ext uri="{FF2B5EF4-FFF2-40B4-BE49-F238E27FC236}">
                    <a16:creationId xmlns:a16="http://schemas.microsoft.com/office/drawing/2014/main" id="{9BADFE32-7346-4C14-8DD5-B654572E81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1" y="164"/>
                <a:ext cx="33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S2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79" name="Text Box 40">
                <a:extLst>
                  <a:ext uri="{FF2B5EF4-FFF2-40B4-BE49-F238E27FC236}">
                    <a16:creationId xmlns:a16="http://schemas.microsoft.com/office/drawing/2014/main" id="{A1831177-DDDB-408A-9646-5ACFD469D8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9" y="1252"/>
                <a:ext cx="35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1S</a:t>
                </a:r>
              </a:p>
            </p:txBody>
          </p:sp>
          <p:sp>
            <p:nvSpPr>
              <p:cNvPr id="57380" name="Text Box 41">
                <a:extLst>
                  <a:ext uri="{FF2B5EF4-FFF2-40B4-BE49-F238E27FC236}">
                    <a16:creationId xmlns:a16="http://schemas.microsoft.com/office/drawing/2014/main" id="{7A076444-8B21-470C-8ACA-2605F47372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5" y="935"/>
                <a:ext cx="33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81" name="Text Box 42">
                <a:extLst>
                  <a:ext uri="{FF2B5EF4-FFF2-40B4-BE49-F238E27FC236}">
                    <a16:creationId xmlns:a16="http://schemas.microsoft.com/office/drawing/2014/main" id="{7BD582B5-3BF7-401B-BD30-1F18BA2ACE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4" y="572"/>
                <a:ext cx="37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82" name="Text Box 43">
                <a:extLst>
                  <a:ext uri="{FF2B5EF4-FFF2-40B4-BE49-F238E27FC236}">
                    <a16:creationId xmlns:a16="http://schemas.microsoft.com/office/drawing/2014/main" id="{9596861C-E6C8-4A50-AB77-48AC9EA5AD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6" y="572"/>
                <a:ext cx="25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83" name="Text Box 44">
                <a:extLst>
                  <a:ext uri="{FF2B5EF4-FFF2-40B4-BE49-F238E27FC236}">
                    <a16:creationId xmlns:a16="http://schemas.microsoft.com/office/drawing/2014/main" id="{EC763A52-21AF-43ED-83BA-7D39F6215C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1" y="935"/>
                <a:ext cx="25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4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84" name="Text Box 45">
                <a:extLst>
                  <a:ext uri="{FF2B5EF4-FFF2-40B4-BE49-F238E27FC236}">
                    <a16:creationId xmlns:a16="http://schemas.microsoft.com/office/drawing/2014/main" id="{975A1C6A-31F1-4C8E-B66D-C27B15B858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46" y="948"/>
                <a:ext cx="25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5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85" name="Text Box 46">
                <a:extLst>
                  <a:ext uri="{FF2B5EF4-FFF2-40B4-BE49-F238E27FC236}">
                    <a16:creationId xmlns:a16="http://schemas.microsoft.com/office/drawing/2014/main" id="{482B8D2E-1E81-4F09-8DB4-79DF9C0D07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97" y="598"/>
                <a:ext cx="35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2S</a:t>
                </a:r>
              </a:p>
            </p:txBody>
          </p:sp>
          <p:sp>
            <p:nvSpPr>
              <p:cNvPr id="57386" name="Text Box 47">
                <a:extLst>
                  <a:ext uri="{FF2B5EF4-FFF2-40B4-BE49-F238E27FC236}">
                    <a16:creationId xmlns:a16="http://schemas.microsoft.com/office/drawing/2014/main" id="{FCEAFF33-1299-4B09-AB7D-7F8521A274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7" y="1065"/>
                <a:ext cx="52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0.5S</a:t>
                </a:r>
              </a:p>
            </p:txBody>
          </p:sp>
          <p:sp>
            <p:nvSpPr>
              <p:cNvPr id="57387" name="Text Box 48">
                <a:extLst>
                  <a:ext uri="{FF2B5EF4-FFF2-40B4-BE49-F238E27FC236}">
                    <a16:creationId xmlns:a16="http://schemas.microsoft.com/office/drawing/2014/main" id="{50D570C6-1037-4978-8714-49EF9C6FF1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9" y="581"/>
                <a:ext cx="35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4S</a:t>
                </a:r>
              </a:p>
            </p:txBody>
          </p:sp>
          <p:sp>
            <p:nvSpPr>
              <p:cNvPr id="57388" name="Text Box 49">
                <a:extLst>
                  <a:ext uri="{FF2B5EF4-FFF2-40B4-BE49-F238E27FC236}">
                    <a16:creationId xmlns:a16="http://schemas.microsoft.com/office/drawing/2014/main" id="{446736B5-6405-4A30-80F6-AD40E23679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7" y="1252"/>
                <a:ext cx="35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2S</a:t>
                </a:r>
              </a:p>
            </p:txBody>
          </p:sp>
          <p:sp>
            <p:nvSpPr>
              <p:cNvPr id="57389" name="Line 50">
                <a:extLst>
                  <a:ext uri="{FF2B5EF4-FFF2-40B4-BE49-F238E27FC236}">
                    <a16:creationId xmlns:a16="http://schemas.microsoft.com/office/drawing/2014/main" id="{C79A063C-2277-4C8E-9F81-9CE904D455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1" y="980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90" name="Line 51">
                <a:extLst>
                  <a:ext uri="{FF2B5EF4-FFF2-40B4-BE49-F238E27FC236}">
                    <a16:creationId xmlns:a16="http://schemas.microsoft.com/office/drawing/2014/main" id="{BAE8C1A1-CD38-4439-929A-C3A50AE36A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4452" y="86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91" name="Line 52">
                <a:extLst>
                  <a:ext uri="{FF2B5EF4-FFF2-40B4-BE49-F238E27FC236}">
                    <a16:creationId xmlns:a16="http://schemas.microsoft.com/office/drawing/2014/main" id="{914A67DC-01FB-4F53-A267-D5A9556C73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68" y="935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92" name="Line 53">
                <a:extLst>
                  <a:ext uri="{FF2B5EF4-FFF2-40B4-BE49-F238E27FC236}">
                    <a16:creationId xmlns:a16="http://schemas.microsoft.com/office/drawing/2014/main" id="{5BE1ECA2-4FF3-4E92-8F16-66876EAF18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9" y="980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3" name="Text Box 54">
                <a:extLst>
                  <a:ext uri="{FF2B5EF4-FFF2-40B4-BE49-F238E27FC236}">
                    <a16:creationId xmlns:a16="http://schemas.microsoft.com/office/drawing/2014/main" id="{42E50E71-4810-4B8D-9E95-9E23B7696E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5" y="1343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</a:t>
                </a:r>
              </a:p>
            </p:txBody>
          </p:sp>
          <p:sp>
            <p:nvSpPr>
              <p:cNvPr id="57394" name="Text Box 55">
                <a:extLst>
                  <a:ext uri="{FF2B5EF4-FFF2-40B4-BE49-F238E27FC236}">
                    <a16:creationId xmlns:a16="http://schemas.microsoft.com/office/drawing/2014/main" id="{29240627-2910-4042-ACE4-6263095099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5" y="1615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_</a:t>
                </a:r>
              </a:p>
            </p:txBody>
          </p:sp>
          <p:sp>
            <p:nvSpPr>
              <p:cNvPr id="57395" name="Rectangle 56">
                <a:extLst>
                  <a:ext uri="{FF2B5EF4-FFF2-40B4-BE49-F238E27FC236}">
                    <a16:creationId xmlns:a16="http://schemas.microsoft.com/office/drawing/2014/main" id="{D881F4EB-2ABF-4F17-A32A-5E145CFB0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4" y="890"/>
                <a:ext cx="317" cy="1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96" name="Rectangle 57">
                <a:extLst>
                  <a:ext uri="{FF2B5EF4-FFF2-40B4-BE49-F238E27FC236}">
                    <a16:creationId xmlns:a16="http://schemas.microsoft.com/office/drawing/2014/main" id="{9C61CCD1-A1F0-45D0-861D-A1993BEB3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6" y="890"/>
                <a:ext cx="317" cy="1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97" name="Rectangle 58">
                <a:extLst>
                  <a:ext uri="{FF2B5EF4-FFF2-40B4-BE49-F238E27FC236}">
                    <a16:creationId xmlns:a16="http://schemas.microsoft.com/office/drawing/2014/main" id="{C67852B0-3C06-4D84-8B87-6BFDEADA22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2" y="1071"/>
                <a:ext cx="127" cy="31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98" name="Rectangle 59">
                <a:extLst>
                  <a:ext uri="{FF2B5EF4-FFF2-40B4-BE49-F238E27FC236}">
                    <a16:creationId xmlns:a16="http://schemas.microsoft.com/office/drawing/2014/main" id="{7006E9A3-4A0E-470F-BAA0-3962F49BC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5" y="1298"/>
                <a:ext cx="127" cy="31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399" name="Rectangle 60">
                <a:extLst>
                  <a:ext uri="{FF2B5EF4-FFF2-40B4-BE49-F238E27FC236}">
                    <a16:creationId xmlns:a16="http://schemas.microsoft.com/office/drawing/2014/main" id="{6D2A33BE-F99A-4711-BB42-32133D4D0D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5" y="1298"/>
                <a:ext cx="127" cy="31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7400" name="Group 61">
                <a:extLst>
                  <a:ext uri="{FF2B5EF4-FFF2-40B4-BE49-F238E27FC236}">
                    <a16:creationId xmlns:a16="http://schemas.microsoft.com/office/drawing/2014/main" id="{80C2EA89-D8AD-4EE2-8D8F-9B061357CD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08" y="1252"/>
                <a:ext cx="363" cy="363"/>
                <a:chOff x="4785" y="709"/>
                <a:chExt cx="363" cy="363"/>
              </a:xfrm>
            </p:grpSpPr>
            <p:sp>
              <p:nvSpPr>
                <p:cNvPr id="57406" name="Oval 62">
                  <a:extLst>
                    <a:ext uri="{FF2B5EF4-FFF2-40B4-BE49-F238E27FC236}">
                      <a16:creationId xmlns:a16="http://schemas.microsoft.com/office/drawing/2014/main" id="{7D1A3416-4CA3-4635-B129-F6DC736708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85" y="709"/>
                  <a:ext cx="363" cy="363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407" name="Line 63">
                  <a:extLst>
                    <a:ext uri="{FF2B5EF4-FFF2-40B4-BE49-F238E27FC236}">
                      <a16:creationId xmlns:a16="http://schemas.microsoft.com/office/drawing/2014/main" id="{56791C07-B459-47A5-B1A0-CE1A8D1A25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85" y="890"/>
                  <a:ext cx="363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401" name="Group 64">
                <a:extLst>
                  <a:ext uri="{FF2B5EF4-FFF2-40B4-BE49-F238E27FC236}">
                    <a16:creationId xmlns:a16="http://schemas.microsoft.com/office/drawing/2014/main" id="{8AD7197E-C388-450C-B073-2EF5592D8D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4014" y="391"/>
                <a:ext cx="363" cy="363"/>
                <a:chOff x="4785" y="709"/>
                <a:chExt cx="363" cy="363"/>
              </a:xfrm>
            </p:grpSpPr>
            <p:sp>
              <p:nvSpPr>
                <p:cNvPr id="57404" name="Oval 65">
                  <a:extLst>
                    <a:ext uri="{FF2B5EF4-FFF2-40B4-BE49-F238E27FC236}">
                      <a16:creationId xmlns:a16="http://schemas.microsoft.com/office/drawing/2014/main" id="{6431EC73-2754-4BE8-9883-4D89B247D1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85" y="709"/>
                  <a:ext cx="363" cy="363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405" name="Line 66">
                  <a:extLst>
                    <a:ext uri="{FF2B5EF4-FFF2-40B4-BE49-F238E27FC236}">
                      <a16:creationId xmlns:a16="http://schemas.microsoft.com/office/drawing/2014/main" id="{C4F0CAFC-7362-42F0-96F5-844D4ABDBD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85" y="890"/>
                  <a:ext cx="363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7402" name="Text Box 48">
                <a:extLst>
                  <a:ext uri="{FF2B5EF4-FFF2-40B4-BE49-F238E27FC236}">
                    <a16:creationId xmlns:a16="http://schemas.microsoft.com/office/drawing/2014/main" id="{AAFCD7D1-2F18-455C-A2B7-2915265DFA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71" y="1574"/>
                <a:ext cx="35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4S</a:t>
                </a:r>
              </a:p>
            </p:txBody>
          </p:sp>
          <p:sp>
            <p:nvSpPr>
              <p:cNvPr id="57403" name="Text Box 49">
                <a:extLst>
                  <a:ext uri="{FF2B5EF4-FFF2-40B4-BE49-F238E27FC236}">
                    <a16:creationId xmlns:a16="http://schemas.microsoft.com/office/drawing/2014/main" id="{5BA90543-7C89-4E7E-85B4-48FE0702EA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24" y="1615"/>
                <a:ext cx="35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2S</a:t>
                </a:r>
              </a:p>
            </p:txBody>
          </p:sp>
        </p:grpSp>
        <p:sp>
          <p:nvSpPr>
            <p:cNvPr id="57361" name="Rectangle 56">
              <a:extLst>
                <a:ext uri="{FF2B5EF4-FFF2-40B4-BE49-F238E27FC236}">
                  <a16:creationId xmlns:a16="http://schemas.microsoft.com/office/drawing/2014/main" id="{D5BCBD2B-0BE7-40BE-95DD-CAA8A23A6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004" y="4105394"/>
              <a:ext cx="503238" cy="2159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362" name="Rectangle 56">
              <a:extLst>
                <a:ext uri="{FF2B5EF4-FFF2-40B4-BE49-F238E27FC236}">
                  <a16:creationId xmlns:a16="http://schemas.microsoft.com/office/drawing/2014/main" id="{F2A3689A-0C5D-4AC3-8C6F-19B4D783D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0780" y="4132833"/>
              <a:ext cx="503238" cy="2159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738BCECD-F602-4B32-AC2D-25D19BCAA6C7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397000" y="5529263"/>
            <a:ext cx="6400800" cy="642937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?</a:t>
            </a:r>
            <a:endParaRPr kumimoji="0" lang="zh-CN" altLang="en-US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25D9AEC-D6A3-4960-938F-D4216B78713A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8506B4A4-B3AF-400B-A50B-82CBF02B4F5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419" name="ColorBlock">
              <a:extLst>
                <a:ext uri="{FF2B5EF4-FFF2-40B4-BE49-F238E27FC236}">
                  <a16:creationId xmlns:a16="http://schemas.microsoft.com/office/drawing/2014/main" id="{34855B28-FFC5-4192-B30E-FA23ABB7AA34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420" name="TypeText">
              <a:extLst>
                <a:ext uri="{FF2B5EF4-FFF2-40B4-BE49-F238E27FC236}">
                  <a16:creationId xmlns:a16="http://schemas.microsoft.com/office/drawing/2014/main" id="{9C330B8C-1907-49DD-AC63-77B972F37229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54000" y="0"/>
              <a:ext cx="1270000" cy="63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 b="1">
                  <a:solidFill>
                    <a:srgbClr val="000000"/>
                  </a:solidFill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58201641-633E-46E8-AB3A-8F0D23133AAD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4318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6206579-F446-4A68-999E-601565EB9DB4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92338A-6EED-40D7-BFA2-60F4AE8C3C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65713" y="6125170"/>
            <a:ext cx="514350" cy="365125"/>
          </a:xfrm>
        </p:spPr>
        <p:txBody>
          <a:bodyPr/>
          <a:lstStyle/>
          <a:p>
            <a:pPr>
              <a:defRPr/>
            </a:pPr>
            <a:fld id="{FAC4515B-331F-4636-B489-1CB8192B17E4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A761DB-F5EC-4E5F-8FB3-5B9EEC3877CA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27000" y="804357"/>
            <a:ext cx="2253604" cy="1272183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节点</a:t>
            </a:r>
            <a:r>
              <a:rPr kumimoji="0" lang="en-US" altLang="zh-CN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的节点电压方程为（）</a:t>
            </a:r>
            <a:r>
              <a:rPr kumimoji="0" lang="zh-CN" altLang="en-US" sz="2600" b="1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kumimoji="0" lang="zh-CN" altLang="en-US" sz="26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FC6D001-8DDF-4933-A383-630DA1EB90A6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1114425" y="311616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41CC517-A9FF-464B-A6CB-48DC6B9DDF98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397341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802ED63-9F3E-4F31-8637-A59BC103D18B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483066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33C0D2F-75AC-400F-BB2F-3C105DF5375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568791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2B40CA7-1943-4176-A018-F38F280EC1FA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6804248" y="5836156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提交</a:t>
            </a:r>
          </a:p>
        </p:txBody>
      </p:sp>
      <p:graphicFrame>
        <p:nvGraphicFramePr>
          <p:cNvPr id="18" name="Object 8">
            <a:extLst>
              <a:ext uri="{FF2B5EF4-FFF2-40B4-BE49-F238E27FC236}">
                <a16:creationId xmlns:a16="http://schemas.microsoft.com/office/drawing/2014/main" id="{33115DB4-D752-46A7-88D4-7D990B4338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383501"/>
              </p:ext>
            </p:extLst>
          </p:nvPr>
        </p:nvGraphicFramePr>
        <p:xfrm>
          <a:off x="4403527" y="571500"/>
          <a:ext cx="4475280" cy="2465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60" name="Visio" r:id="rId16" imgW="2849270" imgH="1569180" progId="Visio.Drawing.11">
                  <p:embed/>
                </p:oleObj>
              </mc:Choice>
              <mc:Fallback>
                <p:oleObj name="Visio" r:id="rId16" imgW="2849270" imgH="1569180" progId="Visio.Drawing.11">
                  <p:embed/>
                  <p:pic>
                    <p:nvPicPr>
                      <p:cNvPr id="58373" name="Object 8">
                        <a:extLst>
                          <a:ext uri="{FF2B5EF4-FFF2-40B4-BE49-F238E27FC236}">
                            <a16:creationId xmlns:a16="http://schemas.microsoft.com/office/drawing/2014/main" id="{EE44FC1E-3ECC-4E7E-AB94-50821CB5CC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3527" y="571500"/>
                        <a:ext cx="4475280" cy="2465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FF6AAA2C-88DD-40F6-89DE-C161D968E2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9365646"/>
              </p:ext>
            </p:extLst>
          </p:nvPr>
        </p:nvGraphicFramePr>
        <p:xfrm>
          <a:off x="1992313" y="3930973"/>
          <a:ext cx="41783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61" name="Equation" r:id="rId18" imgW="2514600" imgH="431640" progId="Equation.DSMT4">
                  <p:embed/>
                </p:oleObj>
              </mc:Choice>
              <mc:Fallback>
                <p:oleObj name="Equation" r:id="rId18" imgW="2514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992313" y="3930973"/>
                        <a:ext cx="4178300" cy="71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9186188A-BD78-4BB1-9981-D5CAC4B71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863387"/>
              </p:ext>
            </p:extLst>
          </p:nvPr>
        </p:nvGraphicFramePr>
        <p:xfrm>
          <a:off x="1955800" y="3068960"/>
          <a:ext cx="39465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62" name="Equation" r:id="rId20" imgW="2374560" imgH="431640" progId="Equation.DSMT4">
                  <p:embed/>
                </p:oleObj>
              </mc:Choice>
              <mc:Fallback>
                <p:oleObj name="Equation" r:id="rId20" imgW="2374560" imgH="4316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FF6AAA2C-88DD-40F6-89DE-C161D968E2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955800" y="3068960"/>
                        <a:ext cx="3946525" cy="71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CACC66F2-81ED-41C3-A9FE-54106C63F0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882890"/>
              </p:ext>
            </p:extLst>
          </p:nvPr>
        </p:nvGraphicFramePr>
        <p:xfrm>
          <a:off x="2211388" y="4764410"/>
          <a:ext cx="37782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63" name="Equation" r:id="rId22" imgW="2273040" imgH="431640" progId="Equation.DSMT4">
                  <p:embed/>
                </p:oleObj>
              </mc:Choice>
              <mc:Fallback>
                <p:oleObj name="Equation" r:id="rId22" imgW="2273040" imgH="4316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FF6AAA2C-88DD-40F6-89DE-C161D968E2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211388" y="4764410"/>
                        <a:ext cx="3778250" cy="71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F6563FA-850B-4FB4-A8D9-08044AC105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285403"/>
              </p:ext>
            </p:extLst>
          </p:nvPr>
        </p:nvGraphicFramePr>
        <p:xfrm>
          <a:off x="1973262" y="5484713"/>
          <a:ext cx="40735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64" name="Equation" r:id="rId24" imgW="2450880" imgH="431640" progId="Equation.DSMT4">
                  <p:embed/>
                </p:oleObj>
              </mc:Choice>
              <mc:Fallback>
                <p:oleObj name="Equation" r:id="rId24" imgW="2450880" imgH="43164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CACC66F2-81ED-41C3-A9FE-54106C63F0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973262" y="5484713"/>
                        <a:ext cx="4073525" cy="71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35C50906-FF15-4D18-A60B-6676F7AB7FB3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8342C406-869D-4D89-95DA-50BFBB835E4D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5B2233E-5222-4766-9C48-ECBE9767815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639EF4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B811232F-BE76-4C72-A354-D0C4765ADCF2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254000" y="0"/>
              <a:ext cx="1270000" cy="635000"/>
            </a:xfrm>
            <a:prstGeom prst="rect">
              <a:avLst/>
            </a:prstGeom>
            <a:noFill/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eaLnBrk="1" hangingPunct="1"/>
              <a:r>
                <a:rPr kumimoji="0" lang="zh-CN" altLang="en-US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单选题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C1AF8F1F-7C65-453B-BADE-8D1A99D5BEDE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151955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F68229BC-FFF7-4722-B23D-240A87C82F38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740511058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E40F7DA8-1FD0-46CD-8B3D-8FA1E60966A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95288" y="2060575"/>
            <a:ext cx="5545137" cy="604838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3-3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</a:t>
            </a:r>
          </a:p>
        </p:txBody>
      </p:sp>
      <p:sp>
        <p:nvSpPr>
          <p:cNvPr id="58371" name="Text Box 5">
            <a:extLst>
              <a:ext uri="{FF2B5EF4-FFF2-40B4-BE49-F238E27FC236}">
                <a16:creationId xmlns:a16="http://schemas.microsoft.com/office/drawing/2014/main" id="{1C96696E-C0D2-4940-9D98-382CE122E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09538"/>
            <a:ext cx="8064500" cy="1066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kumimoji="1"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含不同性质电路元件情况下结点电压方程的列写规律（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观察法列写</a:t>
            </a:r>
            <a:r>
              <a:rPr kumimoji="1"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58372" name="Rectangle 7">
            <a:extLst>
              <a:ext uri="{FF2B5EF4-FFF2-40B4-BE49-F238E27FC236}">
                <a16:creationId xmlns:a16="http://schemas.microsoft.com/office/drawing/2014/main" id="{35BBFA57-2AE2-4FA6-982A-CE8C8F8F322C}"/>
              </a:ext>
            </a:extLst>
          </p:cNvPr>
          <p:cNvSpPr>
            <a:spLocks/>
          </p:cNvSpPr>
          <p:nvPr/>
        </p:nvSpPr>
        <p:spPr bwMode="auto">
          <a:xfrm>
            <a:off x="611188" y="1341438"/>
            <a:ext cx="72009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）仅含电阻、电流源、有伴电压源电路</a:t>
            </a:r>
          </a:p>
        </p:txBody>
      </p:sp>
      <p:graphicFrame>
        <p:nvGraphicFramePr>
          <p:cNvPr id="58373" name="Object 8">
            <a:extLst>
              <a:ext uri="{FF2B5EF4-FFF2-40B4-BE49-F238E27FC236}">
                <a16:creationId xmlns:a16="http://schemas.microsoft.com/office/drawing/2014/main" id="{EE44FC1E-3ECC-4E7E-AB94-50821CB5CC4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331913" y="2708275"/>
          <a:ext cx="5711825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4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08275"/>
                        <a:ext cx="5711825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62" name="Rectangle 6">
            <a:extLst>
              <a:ext uri="{FF2B5EF4-FFF2-40B4-BE49-F238E27FC236}">
                <a16:creationId xmlns:a16="http://schemas.microsoft.com/office/drawing/2014/main" id="{8A4C9655-C83C-4254-B86B-9F73A7040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3860800"/>
            <a:ext cx="792163" cy="108108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5461" name="AutoShape 5">
            <a:extLst>
              <a:ext uri="{FF2B5EF4-FFF2-40B4-BE49-F238E27FC236}">
                <a16:creationId xmlns:a16="http://schemas.microsoft.com/office/drawing/2014/main" id="{F2E954C3-E47A-41DC-B2B1-256E4AC9E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0"/>
            <a:ext cx="2520950" cy="936625"/>
          </a:xfrm>
          <a:prstGeom prst="wedgeRectCallout">
            <a:avLst>
              <a:gd name="adj1" fmla="val 172986"/>
              <a:gd name="adj2" fmla="val 7084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等效成电流源与电阻并联</a:t>
            </a:r>
          </a:p>
        </p:txBody>
      </p:sp>
      <p:graphicFrame>
        <p:nvGraphicFramePr>
          <p:cNvPr id="59396" name="Object 2">
            <a:extLst>
              <a:ext uri="{FF2B5EF4-FFF2-40B4-BE49-F238E27FC236}">
                <a16:creationId xmlns:a16="http://schemas.microsoft.com/office/drawing/2014/main" id="{81FC535E-B047-45AD-B501-A1FC8FE8C11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24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59" name="Object 3">
            <a:extLst>
              <a:ext uri="{FF2B5EF4-FFF2-40B4-BE49-F238E27FC236}">
                <a16:creationId xmlns:a16="http://schemas.microsoft.com/office/drawing/2014/main" id="{C18CE481-C809-4120-88DF-77A6B7BDBB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492375"/>
          <a:ext cx="7239000" cy="391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25" name="Equation" r:id="rId5" imgW="2540000" imgH="1371600" progId="Equation.DSMT4">
                  <p:embed/>
                </p:oleObj>
              </mc:Choice>
              <mc:Fallback>
                <p:oleObj name="Equation" r:id="rId5" imgW="2540000" imgH="137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492375"/>
                        <a:ext cx="7239000" cy="3913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0" name="Rectangle 4">
            <a:extLst>
              <a:ext uri="{FF2B5EF4-FFF2-40B4-BE49-F238E27FC236}">
                <a16:creationId xmlns:a16="http://schemas.microsoft.com/office/drawing/2014/main" id="{897EDC30-1AD9-4868-A74E-609ED8A7E280}"/>
              </a:ext>
            </a:extLst>
          </p:cNvPr>
          <p:cNvSpPr>
            <a:spLocks/>
          </p:cNvSpPr>
          <p:nvPr/>
        </p:nvSpPr>
        <p:spPr bwMode="auto">
          <a:xfrm>
            <a:off x="34925" y="1052513"/>
            <a:ext cx="38893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</a:t>
            </a:r>
          </a:p>
        </p:txBody>
      </p:sp>
      <p:sp>
        <p:nvSpPr>
          <p:cNvPr id="275463" name="AutoShape 7">
            <a:extLst>
              <a:ext uri="{FF2B5EF4-FFF2-40B4-BE49-F238E27FC236}">
                <a16:creationId xmlns:a16="http://schemas.microsoft.com/office/drawing/2014/main" id="{46E0F356-770C-4F97-9600-A871D9208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2781300"/>
            <a:ext cx="1258887" cy="3024188"/>
          </a:xfrm>
          <a:prstGeom prst="wedgeRectCallout">
            <a:avLst>
              <a:gd name="adj1" fmla="val -124273"/>
              <a:gd name="adj2" fmla="val -34514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观察法是由直接</a:t>
            </a: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法例出的方程推导整理出来的。</a:t>
            </a:r>
          </a:p>
        </p:txBody>
      </p:sp>
      <p:sp>
        <p:nvSpPr>
          <p:cNvPr id="275464" name="Text Box 8">
            <a:extLst>
              <a:ext uri="{FF2B5EF4-FFF2-40B4-BE49-F238E27FC236}">
                <a16:creationId xmlns:a16="http://schemas.microsoft.com/office/drawing/2014/main" id="{C46E198D-6785-4933-949B-5608548AE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16113"/>
            <a:ext cx="460692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115196AF-2125-4587-8247-6F62216C2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2865438"/>
            <a:ext cx="687388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①：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69B847E2-FD43-4557-B6DE-39673C509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4205288"/>
            <a:ext cx="677863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②：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7F238A15-92A3-4D5B-A542-ACC50E38A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5430838"/>
            <a:ext cx="676275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27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7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7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1" grpId="0" animBg="1"/>
      <p:bldP spid="275460" grpId="0"/>
      <p:bldP spid="275463" grpId="0" animBg="1"/>
      <p:bldP spid="275464" grpId="0"/>
      <p:bldP spid="9" grpId="0" animBg="1" autoUpdateAnimBg="0"/>
      <p:bldP spid="10" grpId="0" animBg="1" autoUpdateAnimBg="0"/>
      <p:bldP spid="11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18" name="Object 2">
            <a:extLst>
              <a:ext uri="{FF2B5EF4-FFF2-40B4-BE49-F238E27FC236}">
                <a16:creationId xmlns:a16="http://schemas.microsoft.com/office/drawing/2014/main" id="{2DE80E66-F465-43AD-8A91-68DC28B9D1C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70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3" name="Object 3">
            <a:extLst>
              <a:ext uri="{FF2B5EF4-FFF2-40B4-BE49-F238E27FC236}">
                <a16:creationId xmlns:a16="http://schemas.microsoft.com/office/drawing/2014/main" id="{A566A260-F616-4A92-BCBE-EF7C4EA27B8A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932363" y="2133600"/>
          <a:ext cx="75247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71" name="Visio" r:id="rId5" imgW="374447" imgH="287889" progId="Visio.Drawing.11">
                  <p:embed/>
                </p:oleObj>
              </mc:Choice>
              <mc:Fallback>
                <p:oleObj name="Visio" r:id="rId5" imgW="374447" imgH="287889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133600"/>
                        <a:ext cx="75247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4" name="AutoShape 4">
            <a:extLst>
              <a:ext uri="{FF2B5EF4-FFF2-40B4-BE49-F238E27FC236}">
                <a16:creationId xmlns:a16="http://schemas.microsoft.com/office/drawing/2014/main" id="{257683FC-1E13-4A4E-85A6-54E6E9595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3357563"/>
            <a:ext cx="1655763" cy="504825"/>
          </a:xfrm>
          <a:prstGeom prst="wedgeRectCallout">
            <a:avLst>
              <a:gd name="adj1" fmla="val -128426"/>
              <a:gd name="adj2" fmla="val -202829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虚元件</a:t>
            </a:r>
          </a:p>
        </p:txBody>
      </p:sp>
      <p:graphicFrame>
        <p:nvGraphicFramePr>
          <p:cNvPr id="276485" name="Object 5">
            <a:extLst>
              <a:ext uri="{FF2B5EF4-FFF2-40B4-BE49-F238E27FC236}">
                <a16:creationId xmlns:a16="http://schemas.microsoft.com/office/drawing/2014/main" id="{0D5F75B7-A12C-4A8F-A8B2-E6B1ACC3A7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" y="2492375"/>
          <a:ext cx="8666163" cy="335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72" name="Equation" r:id="rId7" imgW="1841500" imgH="711200" progId="Equation.DSMT4">
                  <p:embed/>
                </p:oleObj>
              </mc:Choice>
              <mc:Fallback>
                <p:oleObj name="Equation" r:id="rId7" imgW="18415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" y="2492375"/>
                        <a:ext cx="8666163" cy="335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6" name="Rectangle 6">
            <a:extLst>
              <a:ext uri="{FF2B5EF4-FFF2-40B4-BE49-F238E27FC236}">
                <a16:creationId xmlns:a16="http://schemas.microsoft.com/office/drawing/2014/main" id="{1C0C7A0D-9C88-46FD-82D8-9D106B153645}"/>
              </a:ext>
            </a:extLst>
          </p:cNvPr>
          <p:cNvSpPr>
            <a:spLocks/>
          </p:cNvSpPr>
          <p:nvPr/>
        </p:nvSpPr>
        <p:spPr bwMode="auto">
          <a:xfrm>
            <a:off x="179388" y="1052513"/>
            <a:ext cx="396081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节点电压方程的一般形式</a:t>
            </a:r>
          </a:p>
        </p:txBody>
      </p:sp>
      <p:sp>
        <p:nvSpPr>
          <p:cNvPr id="276487" name="Oval 7">
            <a:extLst>
              <a:ext uri="{FF2B5EF4-FFF2-40B4-BE49-F238E27FC236}">
                <a16:creationId xmlns:a16="http://schemas.microsoft.com/office/drawing/2014/main" id="{37F68750-B7F1-4A8F-BBFA-0BB84FFD0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716338"/>
            <a:ext cx="790575" cy="865187"/>
          </a:xfrm>
          <a:prstGeom prst="ellipse">
            <a:avLst/>
          </a:prstGeom>
          <a:noFill/>
          <a:ln w="571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488" name="Oval 8">
            <a:extLst>
              <a:ext uri="{FF2B5EF4-FFF2-40B4-BE49-F238E27FC236}">
                <a16:creationId xmlns:a16="http://schemas.microsoft.com/office/drawing/2014/main" id="{469EDA54-D682-4BAF-90BC-991D23CD7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492375"/>
            <a:ext cx="1150937" cy="936625"/>
          </a:xfrm>
          <a:prstGeom prst="ellipse">
            <a:avLst/>
          </a:prstGeom>
          <a:noFill/>
          <a:ln w="571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489" name="Oval 9">
            <a:extLst>
              <a:ext uri="{FF2B5EF4-FFF2-40B4-BE49-F238E27FC236}">
                <a16:creationId xmlns:a16="http://schemas.microsoft.com/office/drawing/2014/main" id="{5BC816BA-C996-4CF3-8144-21AB355BA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1925" y="4797425"/>
            <a:ext cx="790575" cy="719138"/>
          </a:xfrm>
          <a:prstGeom prst="ellipse">
            <a:avLst/>
          </a:prstGeom>
          <a:noFill/>
          <a:ln w="57150" algn="ctr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490" name="Oval 10">
            <a:extLst>
              <a:ext uri="{FF2B5EF4-FFF2-40B4-BE49-F238E27FC236}">
                <a16:creationId xmlns:a16="http://schemas.microsoft.com/office/drawing/2014/main" id="{0C9AECE4-5496-4D56-BB33-50EDBDDA7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644900"/>
            <a:ext cx="1008063" cy="863600"/>
          </a:xfrm>
          <a:prstGeom prst="ellipse">
            <a:avLst/>
          </a:prstGeom>
          <a:noFill/>
          <a:ln w="57150" algn="ctr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491" name="Oval 11">
            <a:extLst>
              <a:ext uri="{FF2B5EF4-FFF2-40B4-BE49-F238E27FC236}">
                <a16:creationId xmlns:a16="http://schemas.microsoft.com/office/drawing/2014/main" id="{1B5DC5B0-8AD1-440E-AD89-D8E7CFB05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2565400"/>
            <a:ext cx="1008062" cy="935038"/>
          </a:xfrm>
          <a:prstGeom prst="ellipse">
            <a:avLst/>
          </a:prstGeom>
          <a:noFill/>
          <a:ln w="57150" algn="ctr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492" name="Oval 12">
            <a:extLst>
              <a:ext uri="{FF2B5EF4-FFF2-40B4-BE49-F238E27FC236}">
                <a16:creationId xmlns:a16="http://schemas.microsoft.com/office/drawing/2014/main" id="{DF567C01-961B-46B6-9235-2FF8265F8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868863"/>
            <a:ext cx="790575" cy="792162"/>
          </a:xfrm>
          <a:prstGeom prst="ellipse">
            <a:avLst/>
          </a:prstGeom>
          <a:noFill/>
          <a:ln w="57150" algn="ctr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6493" name="Object 13">
            <a:extLst>
              <a:ext uri="{FF2B5EF4-FFF2-40B4-BE49-F238E27FC236}">
                <a16:creationId xmlns:a16="http://schemas.microsoft.com/office/drawing/2014/main" id="{C9A77F2D-5383-484F-A01B-0FEE177A75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865813"/>
          <a:ext cx="254317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73" name="Equation" r:id="rId9" imgW="1206500" imgH="469900" progId="Equation.DSMT4">
                  <p:embed/>
                </p:oleObj>
              </mc:Choice>
              <mc:Fallback>
                <p:oleObj name="Equation" r:id="rId9" imgW="1206500" imgH="469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865813"/>
                        <a:ext cx="254317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7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76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7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76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4" grpId="0" animBg="1"/>
      <p:bldP spid="27648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1" name="Text Box 3">
            <a:extLst>
              <a:ext uri="{FF2B5EF4-FFF2-40B4-BE49-F238E27FC236}">
                <a16:creationId xmlns:a16="http://schemas.microsoft.com/office/drawing/2014/main" id="{813118F5-A081-4EB3-996C-FA9597CB5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8913"/>
            <a:ext cx="67691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b="1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）含无伴电压源元件电路</a:t>
            </a:r>
          </a:p>
        </p:txBody>
      </p:sp>
      <p:sp>
        <p:nvSpPr>
          <p:cNvPr id="181252" name="Text Box 4">
            <a:extLst>
              <a:ext uri="{FF2B5EF4-FFF2-40B4-BE49-F238E27FC236}">
                <a16:creationId xmlns:a16="http://schemas.microsoft.com/office/drawing/2014/main" id="{94B05AD9-102F-435F-AAF7-4A9BF97CA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1628775"/>
            <a:ext cx="6408738" cy="4199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kumimoji="1"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）当无伴电压源接于两个独立节点之间时，因流过无伴电压源支路的电流无法用节点电压表示出来，</a:t>
            </a:r>
            <a:r>
              <a:rPr kumimoji="1"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所以先假设无伴电压源的电流未知变量</a:t>
            </a: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，增补结点电压与电压源电压间的关系。</a:t>
            </a:r>
            <a:endParaRPr kumimoji="1"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kumimoji="1"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）当无伴电压源位于独立节点和参考点之间时，独立节点的电压就等于无伴电压源电压。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/>
      <p:bldP spid="18125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AutoShape 2">
            <a:extLst>
              <a:ext uri="{FF2B5EF4-FFF2-40B4-BE49-F238E27FC236}">
                <a16:creationId xmlns:a16="http://schemas.microsoft.com/office/drawing/2014/main" id="{BD6A35EF-62BA-48AD-BF26-C4D0814D3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0"/>
            <a:ext cx="3816350" cy="2205038"/>
          </a:xfrm>
          <a:prstGeom prst="wedgeRectCallout">
            <a:avLst>
              <a:gd name="adj1" fmla="val -19343"/>
              <a:gd name="adj2" fmla="val 8772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先假设无伴电压源的电流未知变量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，增补结点电压与电压源电压间的关系。</a:t>
            </a:r>
          </a:p>
        </p:txBody>
      </p:sp>
      <p:graphicFrame>
        <p:nvGraphicFramePr>
          <p:cNvPr id="305155" name="Object 3">
            <a:extLst>
              <a:ext uri="{FF2B5EF4-FFF2-40B4-BE49-F238E27FC236}">
                <a16:creationId xmlns:a16="http://schemas.microsoft.com/office/drawing/2014/main" id="{15591942-1226-4E99-AB1A-D827EEC268E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79388" y="1258888"/>
          <a:ext cx="8275637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33" name="Visio" r:id="rId3" imgW="4635094" imgH="3030631" progId="Visio.Drawing.11">
                  <p:embed/>
                </p:oleObj>
              </mc:Choice>
              <mc:Fallback>
                <p:oleObj name="Visio" r:id="rId3" imgW="4635094" imgH="3030631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258888"/>
                        <a:ext cx="8275637" cy="541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56" name="Rectangle 4">
            <a:extLst>
              <a:ext uri="{FF2B5EF4-FFF2-40B4-BE49-F238E27FC236}">
                <a16:creationId xmlns:a16="http://schemas.microsoft.com/office/drawing/2014/main" id="{1E6348E9-48CA-4B28-A941-B1FD307ACB85}"/>
              </a:ext>
            </a:extLst>
          </p:cNvPr>
          <p:cNvSpPr>
            <a:spLocks/>
          </p:cNvSpPr>
          <p:nvPr/>
        </p:nvSpPr>
        <p:spPr bwMode="auto">
          <a:xfrm>
            <a:off x="250825" y="765175"/>
            <a:ext cx="46815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3-4 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05157" name="Group 5">
            <a:extLst>
              <a:ext uri="{FF2B5EF4-FFF2-40B4-BE49-F238E27FC236}">
                <a16:creationId xmlns:a16="http://schemas.microsoft.com/office/drawing/2014/main" id="{0501C4E0-BEFE-4423-92BE-AB7881A5B48A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3213100"/>
            <a:ext cx="720725" cy="642938"/>
            <a:chOff x="2699" y="3656"/>
            <a:chExt cx="454" cy="405"/>
          </a:xfrm>
        </p:grpSpPr>
        <p:sp>
          <p:nvSpPr>
            <p:cNvPr id="62471" name="Line 6">
              <a:extLst>
                <a:ext uri="{FF2B5EF4-FFF2-40B4-BE49-F238E27FC236}">
                  <a16:creationId xmlns:a16="http://schemas.microsoft.com/office/drawing/2014/main" id="{184C3B64-979D-469E-A2D1-3AC033B179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99" y="3656"/>
              <a:ext cx="453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2" name="Text Box 7">
              <a:extLst>
                <a:ext uri="{FF2B5EF4-FFF2-40B4-BE49-F238E27FC236}">
                  <a16:creationId xmlns:a16="http://schemas.microsoft.com/office/drawing/2014/main" id="{4A3735F8-1B47-4AE5-9666-2C63C6F4B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3657"/>
              <a:ext cx="2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 i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305160" name="Text Box 8">
            <a:extLst>
              <a:ext uri="{FF2B5EF4-FFF2-40B4-BE49-F238E27FC236}">
                <a16:creationId xmlns:a16="http://schemas.microsoft.com/office/drawing/2014/main" id="{3ABD404D-43E2-407B-880D-9A0CEB54B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8913"/>
            <a:ext cx="56880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）无伴电压源支路的处理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0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0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4" grpId="0" animBg="1"/>
      <p:bldP spid="305156" grpId="0"/>
      <p:bldP spid="30516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2">
            <a:extLst>
              <a:ext uri="{FF2B5EF4-FFF2-40B4-BE49-F238E27FC236}">
                <a16:creationId xmlns:a16="http://schemas.microsoft.com/office/drawing/2014/main" id="{BC2DA9E1-9BB6-4E33-99CC-C4817D69F4F2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8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79" name="Object 3">
            <a:extLst>
              <a:ext uri="{FF2B5EF4-FFF2-40B4-BE49-F238E27FC236}">
                <a16:creationId xmlns:a16="http://schemas.microsoft.com/office/drawing/2014/main" id="{E9CA087A-6CC1-4B36-857E-D34688AA48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608263"/>
          <a:ext cx="5616575" cy="377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9" name="Equation" r:id="rId5" imgW="2044700" imgH="1371600" progId="Equation.DSMT4">
                  <p:embed/>
                </p:oleObj>
              </mc:Choice>
              <mc:Fallback>
                <p:oleObj name="Equation" r:id="rId5" imgW="2044700" imgH="137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608263"/>
                        <a:ext cx="5616575" cy="3773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180" name="Rectangle 4">
            <a:extLst>
              <a:ext uri="{FF2B5EF4-FFF2-40B4-BE49-F238E27FC236}">
                <a16:creationId xmlns:a16="http://schemas.microsoft.com/office/drawing/2014/main" id="{D7BD308C-0A9D-4638-A5A9-117D145DAC6E}"/>
              </a:ext>
            </a:extLst>
          </p:cNvPr>
          <p:cNvSpPr>
            <a:spLocks/>
          </p:cNvSpPr>
          <p:nvPr/>
        </p:nvSpPr>
        <p:spPr bwMode="auto">
          <a:xfrm>
            <a:off x="0" y="836613"/>
            <a:ext cx="42116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</a:t>
            </a:r>
          </a:p>
        </p:txBody>
      </p:sp>
      <p:sp>
        <p:nvSpPr>
          <p:cNvPr id="306181" name="Text Box 5">
            <a:extLst>
              <a:ext uri="{FF2B5EF4-FFF2-40B4-BE49-F238E27FC236}">
                <a16:creationId xmlns:a16="http://schemas.microsoft.com/office/drawing/2014/main" id="{2A7EA7A6-AC4D-4BA7-82A3-E78BB6708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700213"/>
            <a:ext cx="460692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7D2FE257-FF67-4A08-997C-FFC503154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3673475"/>
            <a:ext cx="2232025" cy="216058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此题观察列写的本质是什么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5AC8A94D-E989-4FFF-B345-C31DAD09D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924175"/>
            <a:ext cx="685800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①：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7BB9273E-21FB-4CDF-80F4-52F238973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294188"/>
            <a:ext cx="676275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②：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273A491F-1629-4B68-A2C6-836FFE5BF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5502275"/>
            <a:ext cx="677863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3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0" grpId="0"/>
      <p:bldP spid="306181" grpId="0"/>
      <p:bldP spid="7" grpId="0" animBg="1"/>
      <p:bldP spid="8" grpId="0" animBg="1" autoUpdateAnimBg="0"/>
      <p:bldP spid="9" grpId="0" animBg="1" autoUpdateAnimBg="0"/>
      <p:bldP spid="10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02" name="Object 2">
            <a:extLst>
              <a:ext uri="{FF2B5EF4-FFF2-40B4-BE49-F238E27FC236}">
                <a16:creationId xmlns:a16="http://schemas.microsoft.com/office/drawing/2014/main" id="{68D0BD69-301D-4B73-947C-30E5746C84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484313"/>
          <a:ext cx="33845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8" name="Equation" r:id="rId3" imgW="863225" imgH="228501" progId="Equation.DSMT4">
                  <p:embed/>
                </p:oleObj>
              </mc:Choice>
              <mc:Fallback>
                <p:oleObj name="Equation" r:id="rId3" imgW="863225" imgH="22850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484313"/>
                        <a:ext cx="338455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03" name="Rectangle 3">
            <a:extLst>
              <a:ext uri="{FF2B5EF4-FFF2-40B4-BE49-F238E27FC236}">
                <a16:creationId xmlns:a16="http://schemas.microsoft.com/office/drawing/2014/main" id="{00425DA1-FD1C-47A0-8EC0-D0468F89DFDB}"/>
              </a:ext>
            </a:extLst>
          </p:cNvPr>
          <p:cNvSpPr>
            <a:spLocks/>
          </p:cNvSpPr>
          <p:nvPr/>
        </p:nvSpPr>
        <p:spPr bwMode="auto">
          <a:xfrm>
            <a:off x="250825" y="836613"/>
            <a:ext cx="42497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）增加方程</a:t>
            </a:r>
          </a:p>
        </p:txBody>
      </p:sp>
      <p:sp>
        <p:nvSpPr>
          <p:cNvPr id="307204" name="Rectangle 4">
            <a:extLst>
              <a:ext uri="{FF2B5EF4-FFF2-40B4-BE49-F238E27FC236}">
                <a16:creationId xmlns:a16="http://schemas.microsoft.com/office/drawing/2014/main" id="{80261BE0-71C8-463F-AECC-596E77627480}"/>
              </a:ext>
            </a:extLst>
          </p:cNvPr>
          <p:cNvSpPr>
            <a:spLocks/>
          </p:cNvSpPr>
          <p:nvPr/>
        </p:nvSpPr>
        <p:spPr bwMode="auto">
          <a:xfrm>
            <a:off x="539750" y="2276475"/>
            <a:ext cx="51133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）整理得节点电压方程为</a:t>
            </a:r>
          </a:p>
        </p:txBody>
      </p:sp>
      <p:graphicFrame>
        <p:nvGraphicFramePr>
          <p:cNvPr id="307205" name="Object 5">
            <a:extLst>
              <a:ext uri="{FF2B5EF4-FFF2-40B4-BE49-F238E27FC236}">
                <a16:creationId xmlns:a16="http://schemas.microsoft.com/office/drawing/2014/main" id="{7ACF7F5F-9699-43C4-9D78-1DD5C0EF14A8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827088" y="2997200"/>
          <a:ext cx="5940425" cy="248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9" name="Equation" r:id="rId5" imgW="1701800" imgH="711200" progId="Equation.DSMT4">
                  <p:embed/>
                </p:oleObj>
              </mc:Choice>
              <mc:Fallback>
                <p:oleObj name="Equation" r:id="rId5" imgW="17018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997200"/>
                        <a:ext cx="5940425" cy="248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3" grpId="0"/>
      <p:bldP spid="30720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75" name="Rectangle 11">
            <a:extLst>
              <a:ext uri="{FF2B5EF4-FFF2-40B4-BE49-F238E27FC236}">
                <a16:creationId xmlns:a16="http://schemas.microsoft.com/office/drawing/2014/main" id="{AF79597B-0BDB-42BC-B8AE-0FCC072F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5013325"/>
            <a:ext cx="503237" cy="5032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8474" name="Rectangle 10">
            <a:extLst>
              <a:ext uri="{FF2B5EF4-FFF2-40B4-BE49-F238E27FC236}">
                <a16:creationId xmlns:a16="http://schemas.microsoft.com/office/drawing/2014/main" id="{73DBA7A0-5E66-440E-A78D-9907A29B5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789363"/>
            <a:ext cx="647700" cy="57626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8469" name="AutoShape 5">
            <a:extLst>
              <a:ext uri="{FF2B5EF4-FFF2-40B4-BE49-F238E27FC236}">
                <a16:creationId xmlns:a16="http://schemas.microsoft.com/office/drawing/2014/main" id="{12510CE2-7AD0-466D-B549-E84E1BCFE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2924175"/>
            <a:ext cx="3563937" cy="2089150"/>
          </a:xfrm>
          <a:prstGeom prst="wedgeRoundRectCallout">
            <a:avLst>
              <a:gd name="adj1" fmla="val -15032"/>
              <a:gd name="adj2" fmla="val -125986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①先设定电流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然后看作电流为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的电流源。②增加节点电压与无伴电压源电压关系③最终整理方程一般形式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5541" name="Object 2">
            <a:extLst>
              <a:ext uri="{FF2B5EF4-FFF2-40B4-BE49-F238E27FC236}">
                <a16:creationId xmlns:a16="http://schemas.microsoft.com/office/drawing/2014/main" id="{E62D8F3A-5F64-4310-8756-4B3C86FF790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67175" y="-122238"/>
          <a:ext cx="5138738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34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-122238"/>
                        <a:ext cx="5138738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68" name="Rectangle 4">
            <a:extLst>
              <a:ext uri="{FF2B5EF4-FFF2-40B4-BE49-F238E27FC236}">
                <a16:creationId xmlns:a16="http://schemas.microsoft.com/office/drawing/2014/main" id="{4E942B82-5B8A-4172-B134-4F3E4BB02A4D}"/>
              </a:ext>
            </a:extLst>
          </p:cNvPr>
          <p:cNvSpPr>
            <a:spLocks/>
          </p:cNvSpPr>
          <p:nvPr/>
        </p:nvSpPr>
        <p:spPr bwMode="auto">
          <a:xfrm>
            <a:off x="0" y="908050"/>
            <a:ext cx="4249738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直接列写以节点电压表示的</a:t>
            </a:r>
            <a:r>
              <a:rPr lang="en-US" altLang="zh-CN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KCL</a:t>
            </a:r>
            <a:r>
              <a:rPr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方程</a:t>
            </a:r>
          </a:p>
        </p:txBody>
      </p:sp>
      <p:graphicFrame>
        <p:nvGraphicFramePr>
          <p:cNvPr id="318470" name="Object 6">
            <a:extLst>
              <a:ext uri="{FF2B5EF4-FFF2-40B4-BE49-F238E27FC236}">
                <a16:creationId xmlns:a16="http://schemas.microsoft.com/office/drawing/2014/main" id="{AD2CCBF8-663C-4C5A-82F1-FB993227C5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2276475"/>
          <a:ext cx="5429250" cy="362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35" name="Equation" r:id="rId5" imgW="1905000" imgH="1270000" progId="Equation.DSMT4">
                  <p:embed/>
                </p:oleObj>
              </mc:Choice>
              <mc:Fallback>
                <p:oleObj name="Equation" r:id="rId5" imgW="1905000" imgH="1270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276475"/>
                        <a:ext cx="5429250" cy="362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71" name="Rectangle 7">
            <a:extLst>
              <a:ext uri="{FF2B5EF4-FFF2-40B4-BE49-F238E27FC236}">
                <a16:creationId xmlns:a16="http://schemas.microsoft.com/office/drawing/2014/main" id="{6003BF90-832F-415F-A85C-6340D9C8F760}"/>
              </a:ext>
            </a:extLst>
          </p:cNvPr>
          <p:cNvSpPr>
            <a:spLocks/>
          </p:cNvSpPr>
          <p:nvPr/>
        </p:nvSpPr>
        <p:spPr bwMode="auto">
          <a:xfrm>
            <a:off x="2124075" y="5876925"/>
            <a:ext cx="21605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增加方程：</a:t>
            </a:r>
          </a:p>
        </p:txBody>
      </p:sp>
      <p:graphicFrame>
        <p:nvGraphicFramePr>
          <p:cNvPr id="318472" name="Object 8">
            <a:extLst>
              <a:ext uri="{FF2B5EF4-FFF2-40B4-BE49-F238E27FC236}">
                <a16:creationId xmlns:a16="http://schemas.microsoft.com/office/drawing/2014/main" id="{4ED2795B-0EB2-4754-8C96-AA6E85BF29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5876925"/>
          <a:ext cx="1944687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36" name="Equation" r:id="rId7" imgW="1171473" imgH="276196" progId="Equation.DSMT4">
                  <p:embed/>
                </p:oleObj>
              </mc:Choice>
              <mc:Fallback>
                <p:oleObj name="Equation" r:id="rId7" imgW="1171473" imgH="276196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5876925"/>
                        <a:ext cx="1944687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73" name="Rectangle 9">
            <a:extLst>
              <a:ext uri="{FF2B5EF4-FFF2-40B4-BE49-F238E27FC236}">
                <a16:creationId xmlns:a16="http://schemas.microsoft.com/office/drawing/2014/main" id="{B2AF9D04-2F33-4A24-A273-48292BFD6404}"/>
              </a:ext>
            </a:extLst>
          </p:cNvPr>
          <p:cNvSpPr>
            <a:spLocks/>
          </p:cNvSpPr>
          <p:nvPr/>
        </p:nvSpPr>
        <p:spPr bwMode="auto">
          <a:xfrm>
            <a:off x="6443663" y="5876925"/>
            <a:ext cx="27003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整理方程（略）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2FB4EC2B-F6B8-4EB0-95F7-4FC3D84DE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04775"/>
            <a:ext cx="417671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观察列写的本质说明如下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3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3000"/>
                                        <p:tgtEl>
                                          <p:spTgt spid="3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9" grpId="0" animBg="1"/>
      <p:bldP spid="318468" grpId="0"/>
      <p:bldP spid="318471" grpId="0"/>
      <p:bldP spid="318473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83" name="Text Box 7">
            <a:extLst>
              <a:ext uri="{FF2B5EF4-FFF2-40B4-BE49-F238E27FC236}">
                <a16:creationId xmlns:a16="http://schemas.microsoft.com/office/drawing/2014/main" id="{5794FE49-B3CD-4B23-8AE5-A20F7C1EA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25538"/>
            <a:ext cx="54006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kumimoji="1" lang="zh-CN" altLang="en-US" b="1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）含受控源支路的处理</a:t>
            </a:r>
          </a:p>
        </p:txBody>
      </p:sp>
      <p:sp>
        <p:nvSpPr>
          <p:cNvPr id="280584" name="Text Box 8">
            <a:extLst>
              <a:ext uri="{FF2B5EF4-FFF2-40B4-BE49-F238E27FC236}">
                <a16:creationId xmlns:a16="http://schemas.microsoft.com/office/drawing/2014/main" id="{4637071A-3CAD-4BEA-A3F8-6B1D4AA81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773238"/>
            <a:ext cx="846137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kumimoji="1"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对含有受控电源支路的电路，先把受控源看作独立电源（即受控电源看作独立电压源，受控电流源看作独立电流源）列方程，再将</a:t>
            </a:r>
            <a:r>
              <a:rPr kumimoji="1"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控制量</a:t>
            </a:r>
            <a:r>
              <a:rPr kumimoji="1" lang="zh-CN" altLang="en-US" sz="28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用结点电压表示，消去控制量。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83" grpId="0"/>
      <p:bldP spid="28058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27" name="AutoShape 15">
            <a:extLst>
              <a:ext uri="{FF2B5EF4-FFF2-40B4-BE49-F238E27FC236}">
                <a16:creationId xmlns:a16="http://schemas.microsoft.com/office/drawing/2014/main" id="{5385DCA6-E387-4643-BFE6-96452341C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797425"/>
            <a:ext cx="3240088" cy="1008063"/>
          </a:xfrm>
          <a:prstGeom prst="wedgeRectCallout">
            <a:avLst>
              <a:gd name="adj1" fmla="val 39856"/>
              <a:gd name="adj2" fmla="val -220551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受控电流源当作独立电流源看待</a:t>
            </a:r>
          </a:p>
        </p:txBody>
      </p:sp>
      <p:sp>
        <p:nvSpPr>
          <p:cNvPr id="218115" name="Text Box 3">
            <a:extLst>
              <a:ext uri="{FF2B5EF4-FFF2-40B4-BE49-F238E27FC236}">
                <a16:creationId xmlns:a16="http://schemas.microsoft.com/office/drawing/2014/main" id="{00C00D0B-223A-438E-B8E7-004EC156D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08050"/>
            <a:ext cx="460692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解</a:t>
            </a:r>
            <a:r>
              <a:rPr kumimoji="1"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】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观察法列节点电压方程</a:t>
            </a:r>
            <a:endParaRPr kumimoji="1" lang="en-US" altLang="zh-CN" sz="2800" b="1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67588" name="Object 7">
            <a:extLst>
              <a:ext uri="{FF2B5EF4-FFF2-40B4-BE49-F238E27FC236}">
                <a16:creationId xmlns:a16="http://schemas.microsoft.com/office/drawing/2014/main" id="{D8111DCA-7D7B-4A93-BC94-B67266F57C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877888"/>
          <a:ext cx="3960812" cy="319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78" name="Visio" r:id="rId3" imgW="1682953" imgH="1416984" progId="Visio.Drawing.11">
                  <p:embed/>
                </p:oleObj>
              </mc:Choice>
              <mc:Fallback>
                <p:oleObj name="Visio" r:id="rId3" imgW="1682953" imgH="1416984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877888"/>
                        <a:ext cx="3960812" cy="319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9" name="Rectangle 8">
            <a:extLst>
              <a:ext uri="{FF2B5EF4-FFF2-40B4-BE49-F238E27FC236}">
                <a16:creationId xmlns:a16="http://schemas.microsoft.com/office/drawing/2014/main" id="{33202479-22E0-456F-9051-71BEE5171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18121" name="Object 9">
            <a:extLst>
              <a:ext uri="{FF2B5EF4-FFF2-40B4-BE49-F238E27FC236}">
                <a16:creationId xmlns:a16="http://schemas.microsoft.com/office/drawing/2014/main" id="{55BCCE29-61DC-4E91-AF02-8E946E5B53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822063"/>
              </p:ext>
            </p:extLst>
          </p:nvPr>
        </p:nvGraphicFramePr>
        <p:xfrm>
          <a:off x="682625" y="2636838"/>
          <a:ext cx="4681538" cy="241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79" name="Equation" r:id="rId5" imgW="2222500" imgH="1143000" progId="Equation.DSMT4">
                  <p:embed/>
                </p:oleObj>
              </mc:Choice>
              <mc:Fallback>
                <p:oleObj name="Equation" r:id="rId5" imgW="2222500" imgH="1143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" y="2636838"/>
                        <a:ext cx="4681538" cy="241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3" name="Object 11">
            <a:extLst>
              <a:ext uri="{FF2B5EF4-FFF2-40B4-BE49-F238E27FC236}">
                <a16:creationId xmlns:a16="http://schemas.microsoft.com/office/drawing/2014/main" id="{D80D07F2-5681-42CD-9E61-E9EAB167EB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445125"/>
          <a:ext cx="3455987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80" name="Equation" r:id="rId7" imgW="1447172" imgH="393529" progId="Equation.DSMT4">
                  <p:embed/>
                </p:oleObj>
              </mc:Choice>
              <mc:Fallback>
                <p:oleObj name="Equation" r:id="rId7" imgW="1447172" imgH="39352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445125"/>
                        <a:ext cx="3455987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4" name="Text Box 12">
            <a:extLst>
              <a:ext uri="{FF2B5EF4-FFF2-40B4-BE49-F238E27FC236}">
                <a16:creationId xmlns:a16="http://schemas.microsoft.com/office/drawing/2014/main" id="{46C8E3A8-F7A8-4FD7-B01E-4BFD9DB05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5013325"/>
            <a:ext cx="3384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）增补方程</a:t>
            </a:r>
          </a:p>
        </p:txBody>
      </p:sp>
      <p:sp>
        <p:nvSpPr>
          <p:cNvPr id="218128" name="Text Box 16">
            <a:extLst>
              <a:ext uri="{FF2B5EF4-FFF2-40B4-BE49-F238E27FC236}">
                <a16:creationId xmlns:a16="http://schemas.microsoft.com/office/drawing/2014/main" id="{A0C82E8B-E492-4B55-9379-BE82BEEB0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16113"/>
            <a:ext cx="46069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）观察列写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B0F8EB31-C5C8-4EAA-868B-0F83949D9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722563"/>
            <a:ext cx="685800" cy="519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①：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1BB9FCB0-7602-46DD-B9AD-4A8132F30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3533775"/>
            <a:ext cx="676275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②：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1723CBCF-DFFF-4159-BD4D-7A0CEEA7E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4422775"/>
            <a:ext cx="676275" cy="519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③：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93E25EE-7056-4772-AE39-F1B012506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495550"/>
            <a:ext cx="647700" cy="646113"/>
          </a:xfrm>
          <a:prstGeom prst="ellipse">
            <a:avLst/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"/>
                                        <p:tgtEl>
                                          <p:spTgt spid="21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"/>
                                        <p:tgtEl>
                                          <p:spTgt spid="21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1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27" grpId="0" animBg="1"/>
      <p:bldP spid="218115" grpId="0"/>
      <p:bldP spid="218124" grpId="0"/>
      <p:bldP spid="218128" grpId="0"/>
      <p:bldP spid="10" grpId="0" animBg="1" autoUpdateAnimBg="0"/>
      <p:bldP spid="11" grpId="0" animBg="1" autoUpdateAnimBg="0"/>
      <p:bldP spid="12" grpId="0" animBg="1" autoUpdateAnimBg="0"/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40" name="Text Box 4">
            <a:extLst>
              <a:ext uri="{FF2B5EF4-FFF2-40B4-BE49-F238E27FC236}">
                <a16:creationId xmlns:a16="http://schemas.microsoft.com/office/drawing/2014/main" id="{F3F593A3-92DF-4EC7-8DC4-85F7B6693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81075"/>
            <a:ext cx="467995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）消除非结点电压未知量，整理成结点电压方程 一般形式</a:t>
            </a:r>
          </a:p>
        </p:txBody>
      </p:sp>
      <p:graphicFrame>
        <p:nvGraphicFramePr>
          <p:cNvPr id="68611" name="Object 7">
            <a:extLst>
              <a:ext uri="{FF2B5EF4-FFF2-40B4-BE49-F238E27FC236}">
                <a16:creationId xmlns:a16="http://schemas.microsoft.com/office/drawing/2014/main" id="{19C7B9A7-8E1C-455D-B199-A447AD5A15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1268413"/>
          <a:ext cx="4608513" cy="372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6" name="Visio" r:id="rId3" imgW="1682953" imgH="1416984" progId="Visio.Drawing.11">
                  <p:embed/>
                </p:oleObj>
              </mc:Choice>
              <mc:Fallback>
                <p:oleObj name="Visio" r:id="rId3" imgW="1682953" imgH="1416984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268413"/>
                        <a:ext cx="4608513" cy="3722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5" name="Object 9">
            <a:extLst>
              <a:ext uri="{FF2B5EF4-FFF2-40B4-BE49-F238E27FC236}">
                <a16:creationId xmlns:a16="http://schemas.microsoft.com/office/drawing/2014/main" id="{3E5F5BB3-AE02-4184-8EFC-C065EB886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2852738"/>
          <a:ext cx="4146550" cy="193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7" name="Equation" r:id="rId5" imgW="1524000" imgH="711200" progId="Equation.DSMT4">
                  <p:embed/>
                </p:oleObj>
              </mc:Choice>
              <mc:Fallback>
                <p:oleObj name="Equation" r:id="rId5" imgW="1524000" imgH="71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852738"/>
                        <a:ext cx="4146550" cy="193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437CC8AF-A12E-4D08-886C-6E5C539E6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227638"/>
            <a:ext cx="46799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观察列写的本质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0" grpId="0" autoUpdateAnimBg="0"/>
      <p:bldP spid="8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01" name="AutoShape 13">
            <a:extLst>
              <a:ext uri="{FF2B5EF4-FFF2-40B4-BE49-F238E27FC236}">
                <a16:creationId xmlns:a16="http://schemas.microsoft.com/office/drawing/2014/main" id="{8214EE84-62B8-4928-A700-3CDEB535B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0"/>
            <a:ext cx="4319587" cy="792163"/>
          </a:xfrm>
          <a:prstGeom prst="wedgeRectCallout">
            <a:avLst>
              <a:gd name="adj1" fmla="val -113287"/>
              <a:gd name="adj2" fmla="val 429958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8V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电压源接在节点和参考点之间。节点电压就等于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8V</a:t>
            </a:r>
          </a:p>
        </p:txBody>
      </p:sp>
      <p:sp>
        <p:nvSpPr>
          <p:cNvPr id="319490" name="AutoShape 2">
            <a:extLst>
              <a:ext uri="{FF2B5EF4-FFF2-40B4-BE49-F238E27FC236}">
                <a16:creationId xmlns:a16="http://schemas.microsoft.com/office/drawing/2014/main" id="{ED26C03B-0985-48C7-9237-1687A6AEF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797425"/>
            <a:ext cx="3240088" cy="1008063"/>
          </a:xfrm>
          <a:prstGeom prst="wedgeRectCallout">
            <a:avLst>
              <a:gd name="adj1" fmla="val 39856"/>
              <a:gd name="adj2" fmla="val -220551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受控电流源当作独立电流源看待</a:t>
            </a:r>
          </a:p>
        </p:txBody>
      </p:sp>
      <p:sp>
        <p:nvSpPr>
          <p:cNvPr id="319491" name="Text Box 3">
            <a:extLst>
              <a:ext uri="{FF2B5EF4-FFF2-40B4-BE49-F238E27FC236}">
                <a16:creationId xmlns:a16="http://schemas.microsoft.com/office/drawing/2014/main" id="{431D0DC0-69D7-48ED-8BB8-07571B145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557338"/>
            <a:ext cx="5329237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直接列节点电压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9492" name="Text Box 4">
            <a:extLst>
              <a:ext uri="{FF2B5EF4-FFF2-40B4-BE49-F238E27FC236}">
                <a16:creationId xmlns:a16="http://schemas.microsoft.com/office/drawing/2014/main" id="{63A37814-6FA4-4BFC-A86F-F30E21AAD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811213"/>
            <a:ext cx="42243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观察列写的本质解释如下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9638" name="Object 6">
            <a:extLst>
              <a:ext uri="{FF2B5EF4-FFF2-40B4-BE49-F238E27FC236}">
                <a16:creationId xmlns:a16="http://schemas.microsoft.com/office/drawing/2014/main" id="{E477E80A-CF9B-4EA1-9787-39C4D6B597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877888"/>
          <a:ext cx="3960812" cy="319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26" name="Visio" r:id="rId3" imgW="1682953" imgH="1416984" progId="Visio.Drawing.11">
                  <p:embed/>
                </p:oleObj>
              </mc:Choice>
              <mc:Fallback>
                <p:oleObj name="Visio" r:id="rId3" imgW="1682953" imgH="1416984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877888"/>
                        <a:ext cx="3960812" cy="319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6" name="Object 8">
            <a:extLst>
              <a:ext uri="{FF2B5EF4-FFF2-40B4-BE49-F238E27FC236}">
                <a16:creationId xmlns:a16="http://schemas.microsoft.com/office/drawing/2014/main" id="{745B9458-EC61-4151-A792-48B4CAC7BE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1800" y="2716213"/>
          <a:ext cx="4895850" cy="225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27" name="Equation" r:id="rId5" imgW="2324100" imgH="1066800" progId="Equation.DSMT4">
                  <p:embed/>
                </p:oleObj>
              </mc:Choice>
              <mc:Fallback>
                <p:oleObj name="Equation" r:id="rId5" imgW="2324100" imgH="1066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2716213"/>
                        <a:ext cx="4895850" cy="225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498" name="Object 10">
            <a:extLst>
              <a:ext uri="{FF2B5EF4-FFF2-40B4-BE49-F238E27FC236}">
                <a16:creationId xmlns:a16="http://schemas.microsoft.com/office/drawing/2014/main" id="{E814F2B7-5E0E-44E2-9610-D9A74497BE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445125"/>
          <a:ext cx="3455987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28" name="Equation" r:id="rId7" imgW="1447172" imgH="393529" progId="Equation.DSMT4">
                  <p:embed/>
                </p:oleObj>
              </mc:Choice>
              <mc:Fallback>
                <p:oleObj name="Equation" r:id="rId7" imgW="1447172" imgH="39352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445125"/>
                        <a:ext cx="3455987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9" name="Text Box 11">
            <a:extLst>
              <a:ext uri="{FF2B5EF4-FFF2-40B4-BE49-F238E27FC236}">
                <a16:creationId xmlns:a16="http://schemas.microsoft.com/office/drawing/2014/main" id="{755B487C-619C-47DA-8CCF-3DC0EA83A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013325"/>
            <a:ext cx="338455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）增补方程</a:t>
            </a:r>
          </a:p>
        </p:txBody>
      </p:sp>
      <p:sp>
        <p:nvSpPr>
          <p:cNvPr id="319500" name="Rectangle 12">
            <a:extLst>
              <a:ext uri="{FF2B5EF4-FFF2-40B4-BE49-F238E27FC236}">
                <a16:creationId xmlns:a16="http://schemas.microsoft.com/office/drawing/2014/main" id="{45AD978C-1506-45C6-A58E-90353DF4A567}"/>
              </a:ext>
            </a:extLst>
          </p:cNvPr>
          <p:cNvSpPr>
            <a:spLocks/>
          </p:cNvSpPr>
          <p:nvPr/>
        </p:nvSpPr>
        <p:spPr bwMode="auto">
          <a:xfrm>
            <a:off x="6011863" y="5876925"/>
            <a:ext cx="27003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整理方程（略）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75"/>
                                        <p:tgtEl>
                                          <p:spTgt spid="3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1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501" grpId="0" animBg="1"/>
      <p:bldP spid="319490" grpId="0" animBg="1"/>
      <p:bldP spid="319491" grpId="0"/>
      <p:bldP spid="319492" grpId="0" autoUpdateAnimBg="0"/>
      <p:bldP spid="319499" grpId="0"/>
      <p:bldP spid="31950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8" name="AutoShape 4">
            <a:extLst>
              <a:ext uri="{FF2B5EF4-FFF2-40B4-BE49-F238E27FC236}">
                <a16:creationId xmlns:a16="http://schemas.microsoft.com/office/drawing/2014/main" id="{C41BB797-4BE4-4F98-A4A3-BB296D478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188913"/>
            <a:ext cx="3059112" cy="1368425"/>
          </a:xfrm>
          <a:prstGeom prst="wedgeRectCallout">
            <a:avLst>
              <a:gd name="adj1" fmla="val -44810"/>
              <a:gd name="adj2" fmla="val 214153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含受控源电路情况，受控电压源当作独立电压源看待</a:t>
            </a:r>
          </a:p>
        </p:txBody>
      </p:sp>
      <p:graphicFrame>
        <p:nvGraphicFramePr>
          <p:cNvPr id="70659" name="Object 2">
            <a:extLst>
              <a:ext uri="{FF2B5EF4-FFF2-40B4-BE49-F238E27FC236}">
                <a16:creationId xmlns:a16="http://schemas.microsoft.com/office/drawing/2014/main" id="{72EFCB2F-85AF-449D-90D6-FD4795531072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3850" y="1577975"/>
          <a:ext cx="7993063" cy="522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22" name="Visio" r:id="rId3" imgW="4635094" imgH="3030631" progId="Visio.Drawing.11">
                  <p:embed/>
                </p:oleObj>
              </mc:Choice>
              <mc:Fallback>
                <p:oleObj name="Visio" r:id="rId3" imgW="4635094" imgH="3030631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577975"/>
                        <a:ext cx="7993063" cy="522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0" name="Rectangle 3">
            <a:extLst>
              <a:ext uri="{FF2B5EF4-FFF2-40B4-BE49-F238E27FC236}">
                <a16:creationId xmlns:a16="http://schemas.microsoft.com/office/drawing/2014/main" id="{CF286FD6-738B-4007-A292-F340DC64FD04}"/>
              </a:ext>
            </a:extLst>
          </p:cNvPr>
          <p:cNvSpPr>
            <a:spLocks/>
          </p:cNvSpPr>
          <p:nvPr/>
        </p:nvSpPr>
        <p:spPr bwMode="auto">
          <a:xfrm>
            <a:off x="0" y="963613"/>
            <a:ext cx="68421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3-7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列写节点电压方程（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自学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zh-CN" altLang="en-US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4" name="Rectangle 6">
            <a:extLst>
              <a:ext uri="{FF2B5EF4-FFF2-40B4-BE49-F238E27FC236}">
                <a16:creationId xmlns:a16="http://schemas.microsoft.com/office/drawing/2014/main" id="{EC0B84DC-4EA6-4A5E-B599-FE9E8343F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005263"/>
            <a:ext cx="1008062" cy="115252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8533" name="AutoShape 5">
            <a:extLst>
              <a:ext uri="{FF2B5EF4-FFF2-40B4-BE49-F238E27FC236}">
                <a16:creationId xmlns:a16="http://schemas.microsoft.com/office/drawing/2014/main" id="{02A3EE86-A660-4CFF-9CE3-D85B2F831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852738"/>
            <a:ext cx="2449512" cy="1081087"/>
          </a:xfrm>
          <a:prstGeom prst="wedgeRectCallout">
            <a:avLst>
              <a:gd name="adj1" fmla="val -12477"/>
              <a:gd name="adj2" fmla="val -215491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有伴受控电压源等效成路受控电流源与电阻并联</a:t>
            </a:r>
          </a:p>
        </p:txBody>
      </p:sp>
      <p:graphicFrame>
        <p:nvGraphicFramePr>
          <p:cNvPr id="71684" name="Object 2">
            <a:extLst>
              <a:ext uri="{FF2B5EF4-FFF2-40B4-BE49-F238E27FC236}">
                <a16:creationId xmlns:a16="http://schemas.microsoft.com/office/drawing/2014/main" id="{87CA5F5C-4776-4E17-B473-2512C17A5FCA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9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1" name="Object 3">
            <a:extLst>
              <a:ext uri="{FF2B5EF4-FFF2-40B4-BE49-F238E27FC236}">
                <a16:creationId xmlns:a16="http://schemas.microsoft.com/office/drawing/2014/main" id="{A44673BF-970B-409B-ACF0-CE0453D4C9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2636838"/>
          <a:ext cx="7632700" cy="378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0" name="Equation" r:id="rId5" imgW="2768600" imgH="1371600" progId="Equation.DSMT4">
                  <p:embed/>
                </p:oleObj>
              </mc:Choice>
              <mc:Fallback>
                <p:oleObj name="Equation" r:id="rId5" imgW="2768600" imgH="137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636838"/>
                        <a:ext cx="7632700" cy="3786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2" name="Rectangle 4">
            <a:extLst>
              <a:ext uri="{FF2B5EF4-FFF2-40B4-BE49-F238E27FC236}">
                <a16:creationId xmlns:a16="http://schemas.microsoft.com/office/drawing/2014/main" id="{02E89E2C-725F-4B6E-91E0-602534CADFB2}"/>
              </a:ext>
            </a:extLst>
          </p:cNvPr>
          <p:cNvSpPr>
            <a:spLocks/>
          </p:cNvSpPr>
          <p:nvPr/>
        </p:nvSpPr>
        <p:spPr bwMode="auto">
          <a:xfrm>
            <a:off x="250825" y="1700213"/>
            <a:ext cx="42497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3" grpId="0" animBg="1"/>
      <p:bldP spid="27853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9554" name="Object 2">
            <a:extLst>
              <a:ext uri="{FF2B5EF4-FFF2-40B4-BE49-F238E27FC236}">
                <a16:creationId xmlns:a16="http://schemas.microsoft.com/office/drawing/2014/main" id="{A642A838-0F54-44ED-B343-7B4D121F44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1341438"/>
          <a:ext cx="27686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32" name="Equation" r:id="rId3" imgW="889000" imgH="228600" progId="Equation.DSMT4">
                  <p:embed/>
                </p:oleObj>
              </mc:Choice>
              <mc:Fallback>
                <p:oleObj name="Equation" r:id="rId3" imgW="8890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341438"/>
                        <a:ext cx="27686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55" name="Rectangle 3">
            <a:extLst>
              <a:ext uri="{FF2B5EF4-FFF2-40B4-BE49-F238E27FC236}">
                <a16:creationId xmlns:a16="http://schemas.microsoft.com/office/drawing/2014/main" id="{28BE24E9-572E-4A87-B66F-477AAB98290A}"/>
              </a:ext>
            </a:extLst>
          </p:cNvPr>
          <p:cNvSpPr>
            <a:spLocks/>
          </p:cNvSpPr>
          <p:nvPr/>
        </p:nvSpPr>
        <p:spPr bwMode="auto">
          <a:xfrm>
            <a:off x="682625" y="836613"/>
            <a:ext cx="42497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）增加方程</a:t>
            </a:r>
          </a:p>
        </p:txBody>
      </p:sp>
      <p:sp>
        <p:nvSpPr>
          <p:cNvPr id="279556" name="Rectangle 4">
            <a:extLst>
              <a:ext uri="{FF2B5EF4-FFF2-40B4-BE49-F238E27FC236}">
                <a16:creationId xmlns:a16="http://schemas.microsoft.com/office/drawing/2014/main" id="{475DBCC7-C218-450F-8C95-BE0D042FA6EB}"/>
              </a:ext>
            </a:extLst>
          </p:cNvPr>
          <p:cNvSpPr>
            <a:spLocks/>
          </p:cNvSpPr>
          <p:nvPr/>
        </p:nvSpPr>
        <p:spPr bwMode="auto">
          <a:xfrm>
            <a:off x="611188" y="2060575"/>
            <a:ext cx="5113337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）整理得节点电压方程为</a:t>
            </a:r>
          </a:p>
        </p:txBody>
      </p:sp>
      <p:graphicFrame>
        <p:nvGraphicFramePr>
          <p:cNvPr id="279557" name="Object 5">
            <a:extLst>
              <a:ext uri="{FF2B5EF4-FFF2-40B4-BE49-F238E27FC236}">
                <a16:creationId xmlns:a16="http://schemas.microsoft.com/office/drawing/2014/main" id="{929070D2-691A-418A-A0D7-9CD5B7928A2B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684213" y="2708275"/>
          <a:ext cx="5903912" cy="250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33" name="Equation" r:id="rId5" imgW="1676400" imgH="711200" progId="Equation.DSMT4">
                  <p:embed/>
                </p:oleObj>
              </mc:Choice>
              <mc:Fallback>
                <p:oleObj name="Equation" r:id="rId5" imgW="16764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708275"/>
                        <a:ext cx="5903912" cy="250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/>
      <p:bldP spid="27955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AutoShape 2">
            <a:extLst>
              <a:ext uri="{FF2B5EF4-FFF2-40B4-BE49-F238E27FC236}">
                <a16:creationId xmlns:a16="http://schemas.microsoft.com/office/drawing/2014/main" id="{0377A7F6-B1F8-4744-9762-DE00F4808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188913"/>
            <a:ext cx="2162175" cy="2519362"/>
          </a:xfrm>
          <a:prstGeom prst="wedgeRectCallout">
            <a:avLst>
              <a:gd name="adj1" fmla="val -71292"/>
              <a:gd name="adj2" fmla="val 76148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含无伴受控源电路情况，受控电压源当作独立电压源看待</a:t>
            </a:r>
          </a:p>
        </p:txBody>
      </p:sp>
      <p:graphicFrame>
        <p:nvGraphicFramePr>
          <p:cNvPr id="73731" name="Object 3">
            <a:extLst>
              <a:ext uri="{FF2B5EF4-FFF2-40B4-BE49-F238E27FC236}">
                <a16:creationId xmlns:a16="http://schemas.microsoft.com/office/drawing/2014/main" id="{29F8E39A-72E6-4378-8DBA-260F4655D0E0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50825" y="1803400"/>
          <a:ext cx="7993063" cy="522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94" name="Visio" r:id="rId3" imgW="4635094" imgH="3030626" progId="Visio.Drawing.11">
                  <p:embed/>
                </p:oleObj>
              </mc:Choice>
              <mc:Fallback>
                <p:oleObj name="Visio" r:id="rId3" imgW="4635094" imgH="3030626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803400"/>
                        <a:ext cx="7993063" cy="522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2" name="Rectangle 4">
            <a:extLst>
              <a:ext uri="{FF2B5EF4-FFF2-40B4-BE49-F238E27FC236}">
                <a16:creationId xmlns:a16="http://schemas.microsoft.com/office/drawing/2014/main" id="{EAC296DF-C7C4-4AE3-9E18-5F5B4270522F}"/>
              </a:ext>
            </a:extLst>
          </p:cNvPr>
          <p:cNvSpPr>
            <a:spLocks/>
          </p:cNvSpPr>
          <p:nvPr/>
        </p:nvSpPr>
        <p:spPr bwMode="auto">
          <a:xfrm>
            <a:off x="34925" y="852488"/>
            <a:ext cx="68421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3-8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3" name="AutoShape 3">
            <a:extLst>
              <a:ext uri="{FF2B5EF4-FFF2-40B4-BE49-F238E27FC236}">
                <a16:creationId xmlns:a16="http://schemas.microsoft.com/office/drawing/2014/main" id="{BE0787A2-4D93-4BAD-99E6-AD84A3732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852738"/>
            <a:ext cx="2449512" cy="1152525"/>
          </a:xfrm>
          <a:prstGeom prst="wedgeRectCallout">
            <a:avLst>
              <a:gd name="adj1" fmla="val -12477"/>
              <a:gd name="adj2" fmla="val -205236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设无伴受控电压源的电流为</a:t>
            </a:r>
            <a:r>
              <a:rPr lang="en-US" altLang="zh-CN" sz="24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I,</a:t>
            </a: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两个</a:t>
            </a: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graphicFrame>
        <p:nvGraphicFramePr>
          <p:cNvPr id="312325" name="Object 5">
            <a:extLst>
              <a:ext uri="{FF2B5EF4-FFF2-40B4-BE49-F238E27FC236}">
                <a16:creationId xmlns:a16="http://schemas.microsoft.com/office/drawing/2014/main" id="{4A549BB6-C580-4F0B-AD39-FD6288A23E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773238"/>
          <a:ext cx="4248150" cy="285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10" name="Equation" r:id="rId3" imgW="2044700" imgH="1371600" progId="Equation.DSMT4">
                  <p:embed/>
                </p:oleObj>
              </mc:Choice>
              <mc:Fallback>
                <p:oleObj name="Equation" r:id="rId3" imgW="2044700" imgH="1371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773238"/>
                        <a:ext cx="4248150" cy="285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26" name="Rectangle 6">
            <a:extLst>
              <a:ext uri="{FF2B5EF4-FFF2-40B4-BE49-F238E27FC236}">
                <a16:creationId xmlns:a16="http://schemas.microsoft.com/office/drawing/2014/main" id="{0F782515-655B-416F-9D5E-B31801D72E28}"/>
              </a:ext>
            </a:extLst>
          </p:cNvPr>
          <p:cNvSpPr>
            <a:spLocks/>
          </p:cNvSpPr>
          <p:nvPr/>
        </p:nvSpPr>
        <p:spPr bwMode="auto">
          <a:xfrm>
            <a:off x="0" y="908050"/>
            <a:ext cx="42497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graphicFrame>
        <p:nvGraphicFramePr>
          <p:cNvPr id="74757" name="Object 8">
            <a:extLst>
              <a:ext uri="{FF2B5EF4-FFF2-40B4-BE49-F238E27FC236}">
                <a16:creationId xmlns:a16="http://schemas.microsoft.com/office/drawing/2014/main" id="{660406AE-5359-44DB-83E7-606F1C0B6A6D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3995738" y="-200025"/>
          <a:ext cx="5329237" cy="348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11" name="Visio" r:id="rId5" imgW="4635094" imgH="3030626" progId="Visio.Drawing.11">
                  <p:embed/>
                </p:oleObj>
              </mc:Choice>
              <mc:Fallback>
                <p:oleObj name="Visio" r:id="rId5" imgW="4635094" imgH="3030626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-200025"/>
                        <a:ext cx="5329237" cy="348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2331" name="Group 11">
            <a:extLst>
              <a:ext uri="{FF2B5EF4-FFF2-40B4-BE49-F238E27FC236}">
                <a16:creationId xmlns:a16="http://schemas.microsoft.com/office/drawing/2014/main" id="{1DB44057-D596-4C67-B6EF-3848E0F26579}"/>
              </a:ext>
            </a:extLst>
          </p:cNvPr>
          <p:cNvGrpSpPr>
            <a:grpSpLocks/>
          </p:cNvGrpSpPr>
          <p:nvPr/>
        </p:nvGrpSpPr>
        <p:grpSpPr bwMode="auto">
          <a:xfrm>
            <a:off x="6443663" y="677863"/>
            <a:ext cx="322262" cy="519112"/>
            <a:chOff x="3606" y="2478"/>
            <a:chExt cx="203" cy="327"/>
          </a:xfrm>
        </p:grpSpPr>
        <p:sp>
          <p:nvSpPr>
            <p:cNvPr id="74764" name="Line 9">
              <a:extLst>
                <a:ext uri="{FF2B5EF4-FFF2-40B4-BE49-F238E27FC236}">
                  <a16:creationId xmlns:a16="http://schemas.microsoft.com/office/drawing/2014/main" id="{832922A7-AB7B-4F21-86EC-19E2C0A9FC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6" y="2795"/>
              <a:ext cx="18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5" name="Text Box 10">
              <a:extLst>
                <a:ext uri="{FF2B5EF4-FFF2-40B4-BE49-F238E27FC236}">
                  <a16:creationId xmlns:a16="http://schemas.microsoft.com/office/drawing/2014/main" id="{C28ECE84-BF51-419C-8CC4-ECFC7E275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2478"/>
              <a:ext cx="2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312332" name="Rectangle 12">
            <a:extLst>
              <a:ext uri="{FF2B5EF4-FFF2-40B4-BE49-F238E27FC236}">
                <a16:creationId xmlns:a16="http://schemas.microsoft.com/office/drawing/2014/main" id="{077CE137-D9BB-46CD-B39C-94147EC024E1}"/>
              </a:ext>
            </a:extLst>
          </p:cNvPr>
          <p:cNvSpPr>
            <a:spLocks/>
          </p:cNvSpPr>
          <p:nvPr/>
        </p:nvSpPr>
        <p:spPr bwMode="auto">
          <a:xfrm>
            <a:off x="323850" y="5157788"/>
            <a:ext cx="30956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）增加两个方程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2333" name="Object 13">
            <a:extLst>
              <a:ext uri="{FF2B5EF4-FFF2-40B4-BE49-F238E27FC236}">
                <a16:creationId xmlns:a16="http://schemas.microsoft.com/office/drawing/2014/main" id="{BC808A7B-96C7-45D2-8447-E1CF173EAC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5013325"/>
          <a:ext cx="22002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12" name="Equation" r:id="rId7" imgW="889000" imgH="228600" progId="Equation.DSMT4">
                  <p:embed/>
                </p:oleObj>
              </mc:Choice>
              <mc:Fallback>
                <p:oleObj name="Equation" r:id="rId7" imgW="8890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013325"/>
                        <a:ext cx="22002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34" name="Object 14">
            <a:extLst>
              <a:ext uri="{FF2B5EF4-FFF2-40B4-BE49-F238E27FC236}">
                <a16:creationId xmlns:a16="http://schemas.microsoft.com/office/drawing/2014/main" id="{AEBD9163-4FD7-429C-BB3C-0960289A72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6021388"/>
          <a:ext cx="23812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13" name="Equation" r:id="rId9" imgW="1079500" imgH="228600" progId="Equation.DSMT4">
                  <p:embed/>
                </p:oleObj>
              </mc:Choice>
              <mc:Fallback>
                <p:oleObj name="Equation" r:id="rId9" imgW="10795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6021388"/>
                        <a:ext cx="238125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35" name="AutoShape 15">
            <a:extLst>
              <a:ext uri="{FF2B5EF4-FFF2-40B4-BE49-F238E27FC236}">
                <a16:creationId xmlns:a16="http://schemas.microsoft.com/office/drawing/2014/main" id="{C5A91DEB-6C68-489B-A93F-FF360F65B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37063"/>
            <a:ext cx="3889375" cy="504825"/>
          </a:xfrm>
          <a:prstGeom prst="wedgeRectCallout">
            <a:avLst>
              <a:gd name="adj1" fmla="val -35185"/>
              <a:gd name="adj2" fmla="val 99056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控制量与节点电压关系。</a:t>
            </a:r>
          </a:p>
        </p:txBody>
      </p:sp>
      <p:sp>
        <p:nvSpPr>
          <p:cNvPr id="312336" name="AutoShape 16">
            <a:extLst>
              <a:ext uri="{FF2B5EF4-FFF2-40B4-BE49-F238E27FC236}">
                <a16:creationId xmlns:a16="http://schemas.microsoft.com/office/drawing/2014/main" id="{E08F3D92-2B27-42E2-880E-4F3306AF7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516563"/>
            <a:ext cx="4356100" cy="504825"/>
          </a:xfrm>
          <a:prstGeom prst="wedgeRectCallout">
            <a:avLst>
              <a:gd name="adj1" fmla="val -33454"/>
              <a:gd name="adj2" fmla="val 93083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受控电压源与节点电压关系。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1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1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3" grpId="0" animBg="1"/>
      <p:bldP spid="312326" grpId="0"/>
      <p:bldP spid="312332" grpId="0"/>
      <p:bldP spid="312335" grpId="0" animBg="1"/>
      <p:bldP spid="31233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3347" name="Object 3">
            <a:extLst>
              <a:ext uri="{FF2B5EF4-FFF2-40B4-BE49-F238E27FC236}">
                <a16:creationId xmlns:a16="http://schemas.microsoft.com/office/drawing/2014/main" id="{5DB16DBC-DC4E-465E-82BE-55945541DB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1484313"/>
          <a:ext cx="3535363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42" name="Equation" r:id="rId3" imgW="1701800" imgH="711200" progId="Equation.DSMT4">
                  <p:embed/>
                </p:oleObj>
              </mc:Choice>
              <mc:Fallback>
                <p:oleObj name="Equation" r:id="rId3" imgW="1701800" imgH="71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484313"/>
                        <a:ext cx="3535363" cy="147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48" name="Rectangle 4">
            <a:extLst>
              <a:ext uri="{FF2B5EF4-FFF2-40B4-BE49-F238E27FC236}">
                <a16:creationId xmlns:a16="http://schemas.microsoft.com/office/drawing/2014/main" id="{6C683A59-09B8-4C6B-B607-AB955E86DAD1}"/>
              </a:ext>
            </a:extLst>
          </p:cNvPr>
          <p:cNvSpPr>
            <a:spLocks/>
          </p:cNvSpPr>
          <p:nvPr/>
        </p:nvSpPr>
        <p:spPr bwMode="auto">
          <a:xfrm>
            <a:off x="395288" y="908050"/>
            <a:ext cx="4249737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）整理得节点电压方程</a:t>
            </a:r>
          </a:p>
        </p:txBody>
      </p:sp>
      <p:sp>
        <p:nvSpPr>
          <p:cNvPr id="313359" name="Rectangle 15">
            <a:extLst>
              <a:ext uri="{FF2B5EF4-FFF2-40B4-BE49-F238E27FC236}">
                <a16:creationId xmlns:a16="http://schemas.microsoft.com/office/drawing/2014/main" id="{4D403444-7A14-45DF-8811-1387E1EF0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357563"/>
            <a:ext cx="8280400" cy="25193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观察法列写的节点电压方程的优势是：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当电路增加支路（元件）或减少支路（或元件）时，仅需要修改连接支路的节点对应的节点电压方程系数即可。而不需要列写所有节点的节点电压方程。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8" grpId="0"/>
      <p:bldP spid="31335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Text Box 2" descr="绿色大理石">
            <a:extLst>
              <a:ext uri="{FF2B5EF4-FFF2-40B4-BE49-F238E27FC236}">
                <a16:creationId xmlns:a16="http://schemas.microsoft.com/office/drawing/2014/main" id="{6A8A5418-3690-4CB4-B375-0D41130F3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36613"/>
            <a:ext cx="43926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节点法的一般步骤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309251" name="Text Box 3">
            <a:extLst>
              <a:ext uri="{FF2B5EF4-FFF2-40B4-BE49-F238E27FC236}">
                <a16:creationId xmlns:a16="http://schemas.microsoft.com/office/drawing/2014/main" id="{2FFEE062-739D-4992-AF87-EBC91C664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412875"/>
            <a:ext cx="6896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选定参考节点，标定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个独立节点；</a:t>
            </a:r>
          </a:p>
        </p:txBody>
      </p:sp>
      <p:sp>
        <p:nvSpPr>
          <p:cNvPr id="309252" name="Text Box 4">
            <a:extLst>
              <a:ext uri="{FF2B5EF4-FFF2-40B4-BE49-F238E27FC236}">
                <a16:creationId xmlns:a16="http://schemas.microsoft.com/office/drawing/2014/main" id="{A4BA9DEB-5D2C-457A-A55D-A020798B8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989138"/>
            <a:ext cx="7848600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个独立节点，以节点电压为未知量，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短接与电流源串联的电阻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，先将受控源当作独立源看待，列写以节点电压表示的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方程；</a:t>
            </a:r>
            <a:endParaRPr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9253" name="Text Box 5">
            <a:extLst>
              <a:ext uri="{FF2B5EF4-FFF2-40B4-BE49-F238E27FC236}">
                <a16:creationId xmlns:a16="http://schemas.microsoft.com/office/drawing/2014/main" id="{AB870530-101C-40DA-8DD9-36E3559C0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868863"/>
            <a:ext cx="7127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求解上述方程，得到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个节点电压；</a:t>
            </a:r>
          </a:p>
        </p:txBody>
      </p:sp>
      <p:sp>
        <p:nvSpPr>
          <p:cNvPr id="309254" name="Text Box 6">
            <a:extLst>
              <a:ext uri="{FF2B5EF4-FFF2-40B4-BE49-F238E27FC236}">
                <a16:creationId xmlns:a16="http://schemas.microsoft.com/office/drawing/2014/main" id="{DDDB86C1-E2E7-4437-A999-203C17E3A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516563"/>
            <a:ext cx="64817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通过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节点电压求各支路电流及其他量</a:t>
            </a:r>
          </a:p>
        </p:txBody>
      </p:sp>
      <p:sp>
        <p:nvSpPr>
          <p:cNvPr id="309255" name="Text Box 7">
            <a:extLst>
              <a:ext uri="{FF2B5EF4-FFF2-40B4-BE49-F238E27FC236}">
                <a16:creationId xmlns:a16="http://schemas.microsoft.com/office/drawing/2014/main" id="{9AEB6962-11DC-4FEF-9289-0D05595E1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716338"/>
            <a:ext cx="7848600" cy="11176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增加受控源的控制量与节点电压关系；增加无伴电压源电压与节点电压关系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0" grpId="0"/>
      <p:bldP spid="309251" grpId="0"/>
      <p:bldP spid="309252" grpId="0"/>
      <p:bldP spid="309253" grpId="0"/>
      <p:bldP spid="309254" grpId="0"/>
      <p:bldP spid="30925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4">
            <a:extLst>
              <a:ext uri="{FF2B5EF4-FFF2-40B4-BE49-F238E27FC236}">
                <a16:creationId xmlns:a16="http://schemas.microsoft.com/office/drawing/2014/main" id="{CAFC6B60-2566-4C41-B8F0-A620615972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549275"/>
          <a:ext cx="4138612" cy="241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39" name="Visio" r:id="rId3" imgW="2585618" imgH="1506931" progId="Visio.Drawing.11">
                  <p:embed/>
                </p:oleObj>
              </mc:Choice>
              <mc:Fallback>
                <p:oleObj name="Visio" r:id="rId3" imgW="2585618" imgH="150693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49275"/>
                        <a:ext cx="4138612" cy="24114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7" name="Object 5">
            <a:extLst>
              <a:ext uri="{FF2B5EF4-FFF2-40B4-BE49-F238E27FC236}">
                <a16:creationId xmlns:a16="http://schemas.microsoft.com/office/drawing/2014/main" id="{B28D028B-06AE-4E70-99D1-E1F0FF5848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695325"/>
          <a:ext cx="4214813" cy="230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40" name="Equation" r:id="rId5" imgW="2107387" imgH="1150315" progId="Equation.DSMT4">
                  <p:embed/>
                </p:oleObj>
              </mc:Choice>
              <mc:Fallback>
                <p:oleObj name="Equation" r:id="rId5" imgW="2107387" imgH="115031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695325"/>
                        <a:ext cx="4214813" cy="2301875"/>
                      </a:xfrm>
                      <a:prstGeom prst="rect">
                        <a:avLst/>
                      </a:prstGeom>
                      <a:solidFill>
                        <a:srgbClr val="FFCCFF">
                          <a:alpha val="25098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9" name="Object 7">
            <a:extLst>
              <a:ext uri="{FF2B5EF4-FFF2-40B4-BE49-F238E27FC236}">
                <a16:creationId xmlns:a16="http://schemas.microsoft.com/office/drawing/2014/main" id="{6FA295F2-FD10-489E-A3E7-BA69FACC15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3400425"/>
          <a:ext cx="5329238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41" name="Equation" r:id="rId7" imgW="2946400" imgH="698500" progId="Equation.DSMT4">
                  <p:embed/>
                </p:oleObj>
              </mc:Choice>
              <mc:Fallback>
                <p:oleObj name="Equation" r:id="rId7" imgW="2946400" imgH="698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400425"/>
                        <a:ext cx="5329238" cy="1262063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0" name="Object 8">
            <a:extLst>
              <a:ext uri="{FF2B5EF4-FFF2-40B4-BE49-F238E27FC236}">
                <a16:creationId xmlns:a16="http://schemas.microsoft.com/office/drawing/2014/main" id="{0539B42F-69D8-4FAF-90BB-625D91D876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3284538"/>
          <a:ext cx="1511300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42" name="Equation" r:id="rId9" imgW="939800" imgH="749300" progId="Equation.DSMT4">
                  <p:embed/>
                </p:oleObj>
              </mc:Choice>
              <mc:Fallback>
                <p:oleObj name="Equation" r:id="rId9" imgW="939800" imgH="749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3284538"/>
                        <a:ext cx="1511300" cy="12049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1" name="Object 9">
            <a:extLst>
              <a:ext uri="{FF2B5EF4-FFF2-40B4-BE49-F238E27FC236}">
                <a16:creationId xmlns:a16="http://schemas.microsoft.com/office/drawing/2014/main" id="{9CDD4D0A-61A5-4953-AB2A-CD0B0E8893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797425"/>
          <a:ext cx="2160588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43" name="Equation" r:id="rId11" imgW="1257300" imgH="685800" progId="Equation.DSMT4">
                  <p:embed/>
                </p:oleObj>
              </mc:Choice>
              <mc:Fallback>
                <p:oleObj name="Equation" r:id="rId11" imgW="12573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797425"/>
                        <a:ext cx="2160588" cy="11779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2" name="AutoShape 10">
            <a:extLst>
              <a:ext uri="{FF2B5EF4-FFF2-40B4-BE49-F238E27FC236}">
                <a16:creationId xmlns:a16="http://schemas.microsoft.com/office/drawing/2014/main" id="{52A2B5F0-792C-4DDE-9867-4460CA39F6C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098550" y="3014663"/>
            <a:ext cx="395288" cy="360362"/>
          </a:xfrm>
          <a:prstGeom prst="rightArrow">
            <a:avLst>
              <a:gd name="adj1" fmla="val 50000"/>
              <a:gd name="adj2" fmla="val 27423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3" name="AutoShape 11">
            <a:extLst>
              <a:ext uri="{FF2B5EF4-FFF2-40B4-BE49-F238E27FC236}">
                <a16:creationId xmlns:a16="http://schemas.microsoft.com/office/drawing/2014/main" id="{B7BF97DD-4D82-4EE2-A254-3FC4C2AC8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716338"/>
            <a:ext cx="576263" cy="288925"/>
          </a:xfrm>
          <a:prstGeom prst="rightArrow">
            <a:avLst>
              <a:gd name="adj1" fmla="val 50000"/>
              <a:gd name="adj2" fmla="val 49863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4" name="AutoShape 12">
            <a:extLst>
              <a:ext uri="{FF2B5EF4-FFF2-40B4-BE49-F238E27FC236}">
                <a16:creationId xmlns:a16="http://schemas.microsoft.com/office/drawing/2014/main" id="{8373F38A-5C70-4F42-AB2A-541648293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3644900"/>
            <a:ext cx="574675" cy="360363"/>
          </a:xfrm>
          <a:prstGeom prst="rightArrow">
            <a:avLst>
              <a:gd name="adj1" fmla="val 50000"/>
              <a:gd name="adj2" fmla="val 39868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5" name="AutoShape 13">
            <a:extLst>
              <a:ext uri="{FF2B5EF4-FFF2-40B4-BE49-F238E27FC236}">
                <a16:creationId xmlns:a16="http://schemas.microsoft.com/office/drawing/2014/main" id="{A8EB9130-33F0-42F2-8505-184FED6AE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229225"/>
            <a:ext cx="503238" cy="360363"/>
          </a:xfrm>
          <a:prstGeom prst="rightArrow">
            <a:avLst>
              <a:gd name="adj1" fmla="val 50000"/>
              <a:gd name="adj2" fmla="val 34912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7" name="AutoShape 15">
            <a:extLst>
              <a:ext uri="{FF2B5EF4-FFF2-40B4-BE49-F238E27FC236}">
                <a16:creationId xmlns:a16="http://schemas.microsoft.com/office/drawing/2014/main" id="{FC2946FD-6246-4AC7-B496-B4A173A85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797425"/>
            <a:ext cx="3240088" cy="576263"/>
          </a:xfrm>
          <a:prstGeom prst="wedgeRectCallout">
            <a:avLst>
              <a:gd name="adj1" fmla="val -79056"/>
              <a:gd name="adj2" fmla="val 19699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弥尔曼定理</a:t>
            </a:r>
          </a:p>
        </p:txBody>
      </p:sp>
      <p:sp>
        <p:nvSpPr>
          <p:cNvPr id="269329" name="AutoShape 17">
            <a:extLst>
              <a:ext uri="{FF2B5EF4-FFF2-40B4-BE49-F238E27FC236}">
                <a16:creationId xmlns:a16="http://schemas.microsoft.com/office/drawing/2014/main" id="{A88289C4-8EFA-442A-B78E-D06FF3299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0"/>
            <a:ext cx="4032250" cy="576263"/>
          </a:xfrm>
          <a:prstGeom prst="wedgeRectCallout">
            <a:avLst>
              <a:gd name="adj1" fmla="val -23269"/>
              <a:gd name="adj2" fmla="val 114736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仅有一个独立节点的电路</a:t>
            </a:r>
          </a:p>
        </p:txBody>
      </p:sp>
      <p:sp>
        <p:nvSpPr>
          <p:cNvPr id="77837" name="Rectangle 19">
            <a:extLst>
              <a:ext uri="{FF2B5EF4-FFF2-40B4-BE49-F238E27FC236}">
                <a16:creationId xmlns:a16="http://schemas.microsoft.com/office/drawing/2014/main" id="{9C422B1C-F6E7-4F67-B444-761B2B74D78A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320357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弥尔曼定理</a:t>
            </a:r>
          </a:p>
        </p:txBody>
      </p:sp>
      <p:sp>
        <p:nvSpPr>
          <p:cNvPr id="269328" name="AutoShape 16">
            <a:extLst>
              <a:ext uri="{FF2B5EF4-FFF2-40B4-BE49-F238E27FC236}">
                <a16:creationId xmlns:a16="http://schemas.microsoft.com/office/drawing/2014/main" id="{2D18FA50-7B8E-4D04-9DE1-7787F5363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876925"/>
            <a:ext cx="4032250" cy="576263"/>
          </a:xfrm>
          <a:prstGeom prst="wedgeRectCallout">
            <a:avLst>
              <a:gd name="adj1" fmla="val -73662"/>
              <a:gd name="adj2" fmla="val -146968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也可以是受控电压源电压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27" grpId="0" animBg="1"/>
      <p:bldP spid="269329" grpId="0" animBg="1"/>
      <p:bldP spid="2693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F199F2-F09A-4FB4-A453-470704D3B6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D63B56-3663-4D96-940A-7A6F43B1EE2A}" type="slidenum">
              <a:rPr lang="zh-CN" altLang="en-US" smtClean="0"/>
              <a:pPr>
                <a:defRPr/>
              </a:pPr>
              <a:t>55</a:t>
            </a:fld>
            <a:endParaRPr lang="en-US" alt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16332F-C1A8-4CF4-BB63-AB63BC58015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83568" y="622889"/>
            <a:ext cx="7315200" cy="1128167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列写节点电压方程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C68A33C-4F9A-4C3A-85B8-E29D69F50BD7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D02002-9F64-4988-A349-AA44543F36CC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8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正常使用主观题需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2.0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以上版本雨课堂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0A62B03-2205-47F4-8E0D-39EFB8E9E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008597"/>
              </p:ext>
            </p:extLst>
          </p:nvPr>
        </p:nvGraphicFramePr>
        <p:xfrm>
          <a:off x="3100659" y="902112"/>
          <a:ext cx="4444458" cy="2943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96" name="Visio" r:id="rId13" imgW="2962972" imgH="1962443" progId="Visio.Drawing.11">
                  <p:embed/>
                </p:oleObj>
              </mc:Choice>
              <mc:Fallback>
                <p:oleObj name="Visio" r:id="rId13" imgW="2962972" imgH="196244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659" y="902112"/>
                        <a:ext cx="4444458" cy="29436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558233B4-0EE3-4424-89C5-826769686AFE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9C7715BB-1058-4149-B373-168156041C6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8C0BE829-7183-4894-B195-A744806DA8A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639EF4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7B7888DE-9E31-4CDC-94F3-686F159765EC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254000" y="0"/>
              <a:ext cx="1270000" cy="635000"/>
            </a:xfrm>
            <a:prstGeom prst="rect">
              <a:avLst/>
            </a:prstGeom>
            <a:noFill/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eaLnBrk="1" hangingPunct="1"/>
              <a:r>
                <a:rPr kumimoji="0" lang="zh-CN" altLang="en-US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主观题</a:t>
              </a:r>
            </a:p>
          </p:txBody>
        </p:sp>
        <p:sp>
          <p:nvSpPr>
            <p:cNvPr id="13" name="TipText">
              <a:extLst>
                <a:ext uri="{FF2B5EF4-FFF2-40B4-BE49-F238E27FC236}">
                  <a16:creationId xmlns:a16="http://schemas.microsoft.com/office/drawing/2014/main" id="{9F027B5B-A8DD-41F5-90DD-EB3923BE97C6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151955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9CB148E-6313-4CB2-A871-0603DFED42EC}"/>
              </a:ext>
            </a:extLst>
          </p:cNvPr>
          <p:cNvPicPr>
            <a:picLocks/>
          </p:cNvPicPr>
          <p:nvPr>
            <p:custDataLst>
              <p:tags r:id="rId7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189306705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2FAD8658-F6E3-4381-83C3-27E7971195DD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7596188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§3-5 </a:t>
            </a:r>
            <a:r>
              <a:rPr lang="zh-CN" altLang="en-US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网孔电流法（网孔分析法）</a:t>
            </a:r>
          </a:p>
        </p:txBody>
      </p:sp>
      <p:sp>
        <p:nvSpPr>
          <p:cNvPr id="184323" name="Text Box 3">
            <a:extLst>
              <a:ext uri="{FF2B5EF4-FFF2-40B4-BE49-F238E27FC236}">
                <a16:creationId xmlns:a16="http://schemas.microsoft.com/office/drawing/2014/main" id="{81D25D32-2F67-4145-A3A0-464A12A01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382963"/>
            <a:ext cx="2663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800000"/>
              </a:buClr>
              <a:buFont typeface="Wingdings" panose="05000000000000000000" pitchFamily="2" charset="2"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1)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基本思想</a:t>
            </a:r>
          </a:p>
        </p:txBody>
      </p:sp>
      <p:sp>
        <p:nvSpPr>
          <p:cNvPr id="184324" name="Text Box 4">
            <a:extLst>
              <a:ext uri="{FF2B5EF4-FFF2-40B4-BE49-F238E27FC236}">
                <a16:creationId xmlns:a16="http://schemas.microsoft.com/office/drawing/2014/main" id="{18CD3100-2CFA-4A7A-8CAB-BDEABA9D2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030663"/>
            <a:ext cx="7488237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为减少未知量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的个数，假想每个回路中有一个回路电流。各支路</a:t>
            </a:r>
            <a:r>
              <a:rPr kumimoji="1" lang="zh-CN" altLang="en-US" sz="2800" b="1">
                <a:solidFill>
                  <a:srgbClr val="94363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电流可用回路电流的线性组合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表示，来求得电路的解。</a:t>
            </a:r>
          </a:p>
        </p:txBody>
      </p:sp>
      <p:sp>
        <p:nvSpPr>
          <p:cNvPr id="184325" name="Text Box 5">
            <a:extLst>
              <a:ext uri="{FF2B5EF4-FFF2-40B4-BE49-F238E27FC236}">
                <a16:creationId xmlns:a16="http://schemas.microsoft.com/office/drawing/2014/main" id="{B493259D-75AA-452E-8B13-5C6A540FB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7913"/>
            <a:ext cx="31670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</a:t>
            </a:r>
          </a:p>
        </p:txBody>
      </p:sp>
      <p:sp>
        <p:nvSpPr>
          <p:cNvPr id="184326" name="Rectangle 6">
            <a:extLst>
              <a:ext uri="{FF2B5EF4-FFF2-40B4-BE49-F238E27FC236}">
                <a16:creationId xmlns:a16="http://schemas.microsoft.com/office/drawing/2014/main" id="{FAE193CB-9FE7-4AEA-AEAE-16FBCC237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654175"/>
            <a:ext cx="7704137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以沿网孔连续流动的假想电流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为未知量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列写电路方程分析电路的方法称网孔电流法。它仅适用于平面电路。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/>
      <p:bldP spid="184324" grpId="0" autoUpdateAnimBg="0"/>
      <p:bldP spid="184325" grpId="0"/>
      <p:bldP spid="18432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9" name="Text Box 7">
            <a:extLst>
              <a:ext uri="{FF2B5EF4-FFF2-40B4-BE49-F238E27FC236}">
                <a16:creationId xmlns:a16="http://schemas.microsoft.com/office/drawing/2014/main" id="{6FDECE9B-4D08-487B-8005-875D81C1A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908050"/>
            <a:ext cx="3421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支路电流可表示为：</a:t>
            </a:r>
            <a:endParaRPr kumimoji="1" lang="zh-CN" altLang="en-US" sz="2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7400" name="Object 8">
            <a:extLst>
              <a:ext uri="{FF2B5EF4-FFF2-40B4-BE49-F238E27FC236}">
                <a16:creationId xmlns:a16="http://schemas.microsoft.com/office/drawing/2014/main" id="{8528B96A-251B-47AB-BDDD-3C715431C3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1700213"/>
          <a:ext cx="3240088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36" name="Equation" r:id="rId3" imgW="971374" imgH="437974" progId="Equation.DSMT4">
                  <p:embed/>
                </p:oleObj>
              </mc:Choice>
              <mc:Fallback>
                <p:oleObj name="Equation" r:id="rId3" imgW="971374" imgH="437974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700213"/>
                        <a:ext cx="3240088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01" name="Text Box 9">
            <a:extLst>
              <a:ext uri="{FF2B5EF4-FFF2-40B4-BE49-F238E27FC236}">
                <a16:creationId xmlns:a16="http://schemas.microsoft.com/office/drawing/2014/main" id="{89382386-7488-4D94-8C2F-695190139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4100513"/>
            <a:ext cx="7848600" cy="21431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indent="666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网孔电流在网孔中是闭合的，对每个相关节点均流进一次，流出一次，所以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自动满足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，选择网孔电流为未知量，不需要列写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方程，仅列写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方程即可。</a:t>
            </a:r>
          </a:p>
        </p:txBody>
      </p:sp>
      <p:grpSp>
        <p:nvGrpSpPr>
          <p:cNvPr id="187404" name="Group 12">
            <a:extLst>
              <a:ext uri="{FF2B5EF4-FFF2-40B4-BE49-F238E27FC236}">
                <a16:creationId xmlns:a16="http://schemas.microsoft.com/office/drawing/2014/main" id="{5D4E1D46-6869-4B49-B722-4D51B0E6F8D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-23813" y="908050"/>
            <a:ext cx="5172076" cy="2333625"/>
            <a:chOff x="113" y="391"/>
            <a:chExt cx="2715" cy="1225"/>
          </a:xfrm>
        </p:grpSpPr>
        <p:grpSp>
          <p:nvGrpSpPr>
            <p:cNvPr id="79883" name="Group 13">
              <a:extLst>
                <a:ext uri="{FF2B5EF4-FFF2-40B4-BE49-F238E27FC236}">
                  <a16:creationId xmlns:a16="http://schemas.microsoft.com/office/drawing/2014/main" id="{1D4150C9-6875-41E3-B35E-7494A7D72E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4" y="663"/>
              <a:ext cx="453" cy="533"/>
              <a:chOff x="-876" y="2088"/>
              <a:chExt cx="382" cy="912"/>
            </a:xfrm>
          </p:grpSpPr>
          <p:sp>
            <p:nvSpPr>
              <p:cNvPr id="79913" name="Oval 14">
                <a:extLst>
                  <a:ext uri="{FF2B5EF4-FFF2-40B4-BE49-F238E27FC236}">
                    <a16:creationId xmlns:a16="http://schemas.microsoft.com/office/drawing/2014/main" id="{357BF02C-EA8C-4610-A677-3C8613FB9A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914" name="Text Box 15">
                <a:extLst>
                  <a:ext uri="{FF2B5EF4-FFF2-40B4-BE49-F238E27FC236}">
                    <a16:creationId xmlns:a16="http://schemas.microsoft.com/office/drawing/2014/main" id="{0760757C-129F-4C9D-A6C9-A7864117783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7"/>
                <a:ext cx="275" cy="4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915" name="Line 16">
                <a:extLst>
                  <a:ext uri="{FF2B5EF4-FFF2-40B4-BE49-F238E27FC236}">
                    <a16:creationId xmlns:a16="http://schemas.microsoft.com/office/drawing/2014/main" id="{4717064C-1CBD-4F60-8BC4-78DB0952643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9884" name="Group 17">
              <a:extLst>
                <a:ext uri="{FF2B5EF4-FFF2-40B4-BE49-F238E27FC236}">
                  <a16:creationId xmlns:a16="http://schemas.microsoft.com/office/drawing/2014/main" id="{C785F705-A393-4887-96F8-A2C8553569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91" y="901"/>
              <a:ext cx="454" cy="612"/>
              <a:chOff x="-876" y="2088"/>
              <a:chExt cx="382" cy="912"/>
            </a:xfrm>
          </p:grpSpPr>
          <p:sp>
            <p:nvSpPr>
              <p:cNvPr id="79910" name="Oval 18">
                <a:extLst>
                  <a:ext uri="{FF2B5EF4-FFF2-40B4-BE49-F238E27FC236}">
                    <a16:creationId xmlns:a16="http://schemas.microsoft.com/office/drawing/2014/main" id="{CD56EECF-57FF-4CA8-ADA7-77ED64B672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911" name="Text Box 19">
                <a:extLst>
                  <a:ext uri="{FF2B5EF4-FFF2-40B4-BE49-F238E27FC236}">
                    <a16:creationId xmlns:a16="http://schemas.microsoft.com/office/drawing/2014/main" id="{A5AFF926-F101-4365-9465-C7541B0595F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6"/>
                <a:ext cx="275" cy="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912" name="Line 20">
                <a:extLst>
                  <a:ext uri="{FF2B5EF4-FFF2-40B4-BE49-F238E27FC236}">
                    <a16:creationId xmlns:a16="http://schemas.microsoft.com/office/drawing/2014/main" id="{CECE6FD0-F462-41FC-967F-56F4263B321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9885" name="Oval 21">
              <a:extLst>
                <a:ext uri="{FF2B5EF4-FFF2-40B4-BE49-F238E27FC236}">
                  <a16:creationId xmlns:a16="http://schemas.microsoft.com/office/drawing/2014/main" id="{B9102F36-EE42-4178-82F7-CFD71A10742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86" name="Oval 22">
              <a:extLst>
                <a:ext uri="{FF2B5EF4-FFF2-40B4-BE49-F238E27FC236}">
                  <a16:creationId xmlns:a16="http://schemas.microsoft.com/office/drawing/2014/main" id="{8F623BB4-6D15-4C90-B9EC-D8212495F3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62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87" name="Text Box 23">
              <a:extLst>
                <a:ext uri="{FF2B5EF4-FFF2-40B4-BE49-F238E27FC236}">
                  <a16:creationId xmlns:a16="http://schemas.microsoft.com/office/drawing/2014/main" id="{D5C5705E-5346-430E-960A-A4AA7A13758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4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79888" name="Text Box 24">
              <a:extLst>
                <a:ext uri="{FF2B5EF4-FFF2-40B4-BE49-F238E27FC236}">
                  <a16:creationId xmlns:a16="http://schemas.microsoft.com/office/drawing/2014/main" id="{C6460308-7000-418F-9CA8-CF7DC6FA99D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9" y="1298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79889" name="Text Box 25">
              <a:extLst>
                <a:ext uri="{FF2B5EF4-FFF2-40B4-BE49-F238E27FC236}">
                  <a16:creationId xmlns:a16="http://schemas.microsoft.com/office/drawing/2014/main" id="{2E4C249D-EDB4-4EDB-B651-15E85674048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72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79890" name="Text Box 26">
              <a:extLst>
                <a:ext uri="{FF2B5EF4-FFF2-40B4-BE49-F238E27FC236}">
                  <a16:creationId xmlns:a16="http://schemas.microsoft.com/office/drawing/2014/main" id="{A1EAE4BE-98AA-4EDC-B1D2-CA1F7DD5585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17" y="1343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79891" name="Group 27">
              <a:extLst>
                <a:ext uri="{FF2B5EF4-FFF2-40B4-BE49-F238E27FC236}">
                  <a16:creationId xmlns:a16="http://schemas.microsoft.com/office/drawing/2014/main" id="{C9589F77-039C-4A0E-BCF5-A121892831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9" y="436"/>
              <a:ext cx="280" cy="272"/>
              <a:chOff x="612" y="588"/>
              <a:chExt cx="280" cy="272"/>
            </a:xfrm>
          </p:grpSpPr>
          <p:sp>
            <p:nvSpPr>
              <p:cNvPr id="79908" name="Line 28">
                <a:extLst>
                  <a:ext uri="{FF2B5EF4-FFF2-40B4-BE49-F238E27FC236}">
                    <a16:creationId xmlns:a16="http://schemas.microsoft.com/office/drawing/2014/main" id="{028D2C30-D38A-46E9-B999-4C986AAD44F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909" name="Text Box 29">
                <a:extLst>
                  <a:ext uri="{FF2B5EF4-FFF2-40B4-BE49-F238E27FC236}">
                    <a16:creationId xmlns:a16="http://schemas.microsoft.com/office/drawing/2014/main" id="{39199A64-E758-446F-BCD1-795CBA784F1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9892" name="Group 30">
              <a:extLst>
                <a:ext uri="{FF2B5EF4-FFF2-40B4-BE49-F238E27FC236}">
                  <a16:creationId xmlns:a16="http://schemas.microsoft.com/office/drawing/2014/main" id="{E87D7F7C-DFE5-45A0-BA40-D2B077BA12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86" y="391"/>
              <a:ext cx="377" cy="300"/>
              <a:chOff x="2839" y="174"/>
              <a:chExt cx="377" cy="300"/>
            </a:xfrm>
          </p:grpSpPr>
          <p:sp>
            <p:nvSpPr>
              <p:cNvPr id="79906" name="Line 31">
                <a:extLst>
                  <a:ext uri="{FF2B5EF4-FFF2-40B4-BE49-F238E27FC236}">
                    <a16:creationId xmlns:a16="http://schemas.microsoft.com/office/drawing/2014/main" id="{FE32C879-6427-47EC-BC6A-7C791F9CE04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907" name="Text Box 32">
                <a:extLst>
                  <a:ext uri="{FF2B5EF4-FFF2-40B4-BE49-F238E27FC236}">
                    <a16:creationId xmlns:a16="http://schemas.microsoft.com/office/drawing/2014/main" id="{50B26668-C343-4A26-ACCD-E66910EC5C4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43" y="174"/>
                <a:ext cx="373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9893" name="Group 33">
              <a:extLst>
                <a:ext uri="{FF2B5EF4-FFF2-40B4-BE49-F238E27FC236}">
                  <a16:creationId xmlns:a16="http://schemas.microsoft.com/office/drawing/2014/main" id="{7F4663C5-D1CA-4FD6-BA1D-14DCF9897D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47" y="482"/>
              <a:ext cx="280" cy="272"/>
              <a:chOff x="612" y="588"/>
              <a:chExt cx="280" cy="272"/>
            </a:xfrm>
          </p:grpSpPr>
          <p:sp>
            <p:nvSpPr>
              <p:cNvPr id="79904" name="Line 34">
                <a:extLst>
                  <a:ext uri="{FF2B5EF4-FFF2-40B4-BE49-F238E27FC236}">
                    <a16:creationId xmlns:a16="http://schemas.microsoft.com/office/drawing/2014/main" id="{4136577C-7D65-4226-AFE4-87CF56AAED9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905" name="Text Box 35">
                <a:extLst>
                  <a:ext uri="{FF2B5EF4-FFF2-40B4-BE49-F238E27FC236}">
                    <a16:creationId xmlns:a16="http://schemas.microsoft.com/office/drawing/2014/main" id="{458BF2D2-B5C1-47C4-8A48-D63B1EB7C0F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9894" name="Rectangle 36">
              <a:extLst>
                <a:ext uri="{FF2B5EF4-FFF2-40B4-BE49-F238E27FC236}">
                  <a16:creationId xmlns:a16="http://schemas.microsoft.com/office/drawing/2014/main" id="{6B358018-0CBB-4D91-9495-91F26B0CD4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7" y="391"/>
              <a:ext cx="1678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95" name="Line 37">
              <a:extLst>
                <a:ext uri="{FF2B5EF4-FFF2-40B4-BE49-F238E27FC236}">
                  <a16:creationId xmlns:a16="http://schemas.microsoft.com/office/drawing/2014/main" id="{8F348923-26C9-4CDD-B592-0EDA6FE9F8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44" y="391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6" name="Rectangle 38">
              <a:extLst>
                <a:ext uri="{FF2B5EF4-FFF2-40B4-BE49-F238E27FC236}">
                  <a16:creationId xmlns:a16="http://schemas.microsoft.com/office/drawing/2014/main" id="{208FDC39-E126-4433-A5AD-76E2C07EF5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1" y="57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97" name="Rectangle 39">
              <a:extLst>
                <a:ext uri="{FF2B5EF4-FFF2-40B4-BE49-F238E27FC236}">
                  <a16:creationId xmlns:a16="http://schemas.microsoft.com/office/drawing/2014/main" id="{EED46511-BD5E-4E2D-AECC-AD5D629CECE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98" y="52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98" name="Rectangle 40">
              <a:extLst>
                <a:ext uri="{FF2B5EF4-FFF2-40B4-BE49-F238E27FC236}">
                  <a16:creationId xmlns:a16="http://schemas.microsoft.com/office/drawing/2014/main" id="{7E168913-B3EF-46F9-8B30-B783213B3F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90" y="799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899" name="Text Box 41">
              <a:extLst>
                <a:ext uri="{FF2B5EF4-FFF2-40B4-BE49-F238E27FC236}">
                  <a16:creationId xmlns:a16="http://schemas.microsoft.com/office/drawing/2014/main" id="{C13442C0-E9C6-4777-9DB2-586B6D9E97B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3" y="980"/>
              <a:ext cx="44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900" name="Text Box 42">
              <a:extLst>
                <a:ext uri="{FF2B5EF4-FFF2-40B4-BE49-F238E27FC236}">
                  <a16:creationId xmlns:a16="http://schemas.microsoft.com/office/drawing/2014/main" id="{F7365D0D-9275-4D59-A3D5-D76314A6DDF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0" y="1117"/>
              <a:ext cx="54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901" name="Text Box 43">
              <a:extLst>
                <a:ext uri="{FF2B5EF4-FFF2-40B4-BE49-F238E27FC236}">
                  <a16:creationId xmlns:a16="http://schemas.microsoft.com/office/drawing/2014/main" id="{783FADF3-30BC-42A6-B138-6CA05891C74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3" y="527"/>
              <a:ext cx="401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902" name="Text Box 44">
              <a:extLst>
                <a:ext uri="{FF2B5EF4-FFF2-40B4-BE49-F238E27FC236}">
                  <a16:creationId xmlns:a16="http://schemas.microsoft.com/office/drawing/2014/main" id="{890FB870-24AB-41A1-8EA6-7DE1A2AA7A7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35" y="527"/>
              <a:ext cx="42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903" name="Text Box 45">
              <a:extLst>
                <a:ext uri="{FF2B5EF4-FFF2-40B4-BE49-F238E27FC236}">
                  <a16:creationId xmlns:a16="http://schemas.microsoft.com/office/drawing/2014/main" id="{BB4E943B-595B-43FC-9C53-F095E04E36C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26" y="799"/>
              <a:ext cx="40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87439" name="Object 47">
            <a:extLst>
              <a:ext uri="{FF2B5EF4-FFF2-40B4-BE49-F238E27FC236}">
                <a16:creationId xmlns:a16="http://schemas.microsoft.com/office/drawing/2014/main" id="{8D7AF255-3412-458E-8362-602740C466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7463" y="3429000"/>
          <a:ext cx="63976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37" name="Equation" r:id="rId5" imgW="1933354" imgH="209609" progId="Equation.DSMT4">
                  <p:embed/>
                </p:oleObj>
              </mc:Choice>
              <mc:Fallback>
                <p:oleObj name="Equation" r:id="rId5" imgW="1933354" imgH="209609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463" y="3429000"/>
                        <a:ext cx="6397625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: 圆角 1">
            <a:extLst>
              <a:ext uri="{FF2B5EF4-FFF2-40B4-BE49-F238E27FC236}">
                <a16:creationId xmlns:a16="http://schemas.microsoft.com/office/drawing/2014/main" id="{0F8D385C-EBC0-4724-B1DA-4D9E4751F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275" y="1671638"/>
            <a:ext cx="3389313" cy="1127125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" name="Text Box 7">
            <a:extLst>
              <a:ext uri="{FF2B5EF4-FFF2-40B4-BE49-F238E27FC236}">
                <a16:creationId xmlns:a16="http://schemas.microsoft.com/office/drawing/2014/main" id="{5C7EA5C3-6A9D-4978-A8FC-2BFAA7049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25" y="1871663"/>
            <a:ext cx="2170113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支路电流用网孔电流表示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FFA288C-D4DB-4BF9-92E9-F0A5722DD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3446463"/>
            <a:ext cx="7319962" cy="769937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" name="Text Box 7">
            <a:extLst>
              <a:ext uri="{FF2B5EF4-FFF2-40B4-BE49-F238E27FC236}">
                <a16:creationId xmlns:a16="http://schemas.microsoft.com/office/drawing/2014/main" id="{DF0D5CF0-D183-4F18-A384-2ED37DB83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88" y="3811588"/>
            <a:ext cx="41973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用网孔电流表示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3000"/>
                                        <p:tgtEl>
                                          <p:spTgt spid="18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3000"/>
                                        <p:tgtEl>
                                          <p:spTgt spid="18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5"/>
                                        <p:tgtEl>
                                          <p:spTgt spid="18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9" grpId="0" autoUpdateAnimBg="0"/>
      <p:bldP spid="187401" grpId="0" animBg="1" autoUpdateAnimBg="0"/>
      <p:bldP spid="2" grpId="0" animBg="1"/>
      <p:bldP spid="42" grpId="0" autoUpdateAnimBg="0"/>
      <p:bldP spid="43" grpId="0" animBg="1"/>
      <p:bldP spid="44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Text Box 2">
            <a:extLst>
              <a:ext uri="{FF2B5EF4-FFF2-40B4-BE49-F238E27FC236}">
                <a16:creationId xmlns:a16="http://schemas.microsoft.com/office/drawing/2014/main" id="{80B693E4-5B16-4229-B164-E4F77F2DE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132013"/>
            <a:ext cx="45005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289795" name="Text Box 3">
            <a:extLst>
              <a:ext uri="{FF2B5EF4-FFF2-40B4-BE49-F238E27FC236}">
                <a16:creationId xmlns:a16="http://schemas.microsoft.com/office/drawing/2014/main" id="{784F19DC-62DE-4985-AC4A-F7ECB14D3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852738"/>
            <a:ext cx="4175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289801" name="Text Box 9">
            <a:extLst>
              <a:ext uri="{FF2B5EF4-FFF2-40B4-BE49-F238E27FC236}">
                <a16:creationId xmlns:a16="http://schemas.microsoft.com/office/drawing/2014/main" id="{356CBBB1-4116-470B-8E50-C01818CB5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836613"/>
            <a:ext cx="43926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2)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网孔方程的列写步骤</a:t>
            </a:r>
          </a:p>
        </p:txBody>
      </p:sp>
      <p:grpSp>
        <p:nvGrpSpPr>
          <p:cNvPr id="289804" name="Group 12">
            <a:extLst>
              <a:ext uri="{FF2B5EF4-FFF2-40B4-BE49-F238E27FC236}">
                <a16:creationId xmlns:a16="http://schemas.microsoft.com/office/drawing/2014/main" id="{AAC3F70D-BC38-4559-956A-496EB0D3A7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84663" y="590550"/>
            <a:ext cx="5172075" cy="2333625"/>
            <a:chOff x="113" y="391"/>
            <a:chExt cx="2715" cy="1225"/>
          </a:xfrm>
        </p:grpSpPr>
        <p:grpSp>
          <p:nvGrpSpPr>
            <p:cNvPr id="80918" name="Group 13">
              <a:extLst>
                <a:ext uri="{FF2B5EF4-FFF2-40B4-BE49-F238E27FC236}">
                  <a16:creationId xmlns:a16="http://schemas.microsoft.com/office/drawing/2014/main" id="{FBD37F01-6C73-497C-982E-6839FE78F5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4" y="663"/>
              <a:ext cx="453" cy="533"/>
              <a:chOff x="-876" y="2088"/>
              <a:chExt cx="382" cy="912"/>
            </a:xfrm>
          </p:grpSpPr>
          <p:sp>
            <p:nvSpPr>
              <p:cNvPr id="80948" name="Oval 14">
                <a:extLst>
                  <a:ext uri="{FF2B5EF4-FFF2-40B4-BE49-F238E27FC236}">
                    <a16:creationId xmlns:a16="http://schemas.microsoft.com/office/drawing/2014/main" id="{DBEC0E22-6E29-4343-9428-D33DFB18C1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49" name="Text Box 15">
                <a:extLst>
                  <a:ext uri="{FF2B5EF4-FFF2-40B4-BE49-F238E27FC236}">
                    <a16:creationId xmlns:a16="http://schemas.microsoft.com/office/drawing/2014/main" id="{661B2436-89ED-4C11-9FB5-BD80BCE9D93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7"/>
                <a:ext cx="275" cy="4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50" name="Line 16">
                <a:extLst>
                  <a:ext uri="{FF2B5EF4-FFF2-40B4-BE49-F238E27FC236}">
                    <a16:creationId xmlns:a16="http://schemas.microsoft.com/office/drawing/2014/main" id="{0897FDB0-4348-4226-B560-CD9D5EADBC7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0919" name="Group 17">
              <a:extLst>
                <a:ext uri="{FF2B5EF4-FFF2-40B4-BE49-F238E27FC236}">
                  <a16:creationId xmlns:a16="http://schemas.microsoft.com/office/drawing/2014/main" id="{67055F66-CF06-4A4E-A2E6-073B5CA295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91" y="901"/>
              <a:ext cx="454" cy="612"/>
              <a:chOff x="-876" y="2088"/>
              <a:chExt cx="382" cy="912"/>
            </a:xfrm>
          </p:grpSpPr>
          <p:sp>
            <p:nvSpPr>
              <p:cNvPr id="80945" name="Oval 18">
                <a:extLst>
                  <a:ext uri="{FF2B5EF4-FFF2-40B4-BE49-F238E27FC236}">
                    <a16:creationId xmlns:a16="http://schemas.microsoft.com/office/drawing/2014/main" id="{91B4531F-6E84-41D8-ACBB-85F7FEBFB3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46" name="Text Box 19">
                <a:extLst>
                  <a:ext uri="{FF2B5EF4-FFF2-40B4-BE49-F238E27FC236}">
                    <a16:creationId xmlns:a16="http://schemas.microsoft.com/office/drawing/2014/main" id="{42F60B78-D798-4720-97AA-398AE7BF9CB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6"/>
                <a:ext cx="275" cy="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0947" name="Line 20">
                <a:extLst>
                  <a:ext uri="{FF2B5EF4-FFF2-40B4-BE49-F238E27FC236}">
                    <a16:creationId xmlns:a16="http://schemas.microsoft.com/office/drawing/2014/main" id="{F37CE75E-FECC-44EB-AC19-D3F9FE8B6E8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0920" name="Oval 21">
              <a:extLst>
                <a:ext uri="{FF2B5EF4-FFF2-40B4-BE49-F238E27FC236}">
                  <a16:creationId xmlns:a16="http://schemas.microsoft.com/office/drawing/2014/main" id="{206956EC-D106-4ABA-A9F8-98A89ED4B2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21" name="Oval 22">
              <a:extLst>
                <a:ext uri="{FF2B5EF4-FFF2-40B4-BE49-F238E27FC236}">
                  <a16:creationId xmlns:a16="http://schemas.microsoft.com/office/drawing/2014/main" id="{677FFF51-C299-482C-8642-CA8258F9E97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62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22" name="Text Box 23">
              <a:extLst>
                <a:ext uri="{FF2B5EF4-FFF2-40B4-BE49-F238E27FC236}">
                  <a16:creationId xmlns:a16="http://schemas.microsoft.com/office/drawing/2014/main" id="{43D92117-280E-4020-99FE-D0FFD7DB76E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4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0923" name="Text Box 24">
              <a:extLst>
                <a:ext uri="{FF2B5EF4-FFF2-40B4-BE49-F238E27FC236}">
                  <a16:creationId xmlns:a16="http://schemas.microsoft.com/office/drawing/2014/main" id="{642EF432-6D99-4231-8E31-24D1DF25A31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9" y="1298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80924" name="Text Box 25">
              <a:extLst>
                <a:ext uri="{FF2B5EF4-FFF2-40B4-BE49-F238E27FC236}">
                  <a16:creationId xmlns:a16="http://schemas.microsoft.com/office/drawing/2014/main" id="{919690F9-F95F-4BF0-9386-AD8AB924B32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72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0925" name="Text Box 26">
              <a:extLst>
                <a:ext uri="{FF2B5EF4-FFF2-40B4-BE49-F238E27FC236}">
                  <a16:creationId xmlns:a16="http://schemas.microsoft.com/office/drawing/2014/main" id="{96FCEA8A-2ED6-484E-8C2A-3292B55BE28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17" y="1343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80926" name="Group 27">
              <a:extLst>
                <a:ext uri="{FF2B5EF4-FFF2-40B4-BE49-F238E27FC236}">
                  <a16:creationId xmlns:a16="http://schemas.microsoft.com/office/drawing/2014/main" id="{F5D27A32-ED29-4E13-AD88-058BB09091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9" y="436"/>
              <a:ext cx="280" cy="272"/>
              <a:chOff x="612" y="588"/>
              <a:chExt cx="280" cy="272"/>
            </a:xfrm>
          </p:grpSpPr>
          <p:sp>
            <p:nvSpPr>
              <p:cNvPr id="80943" name="Line 28">
                <a:extLst>
                  <a:ext uri="{FF2B5EF4-FFF2-40B4-BE49-F238E27FC236}">
                    <a16:creationId xmlns:a16="http://schemas.microsoft.com/office/drawing/2014/main" id="{568A4D1F-A507-4881-B273-D5BA3E339B0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944" name="Text Box 29">
                <a:extLst>
                  <a:ext uri="{FF2B5EF4-FFF2-40B4-BE49-F238E27FC236}">
                    <a16:creationId xmlns:a16="http://schemas.microsoft.com/office/drawing/2014/main" id="{EFC40E89-CD9A-4680-96F8-36DDB4CD250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0927" name="Group 30">
              <a:extLst>
                <a:ext uri="{FF2B5EF4-FFF2-40B4-BE49-F238E27FC236}">
                  <a16:creationId xmlns:a16="http://schemas.microsoft.com/office/drawing/2014/main" id="{5491C3F1-CF59-4751-8B29-413A006576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86" y="391"/>
              <a:ext cx="377" cy="300"/>
              <a:chOff x="2839" y="174"/>
              <a:chExt cx="377" cy="300"/>
            </a:xfrm>
          </p:grpSpPr>
          <p:sp>
            <p:nvSpPr>
              <p:cNvPr id="80941" name="Line 31">
                <a:extLst>
                  <a:ext uri="{FF2B5EF4-FFF2-40B4-BE49-F238E27FC236}">
                    <a16:creationId xmlns:a16="http://schemas.microsoft.com/office/drawing/2014/main" id="{5BF3F670-9C80-48F6-A7D2-38492A2D76D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942" name="Text Box 32">
                <a:extLst>
                  <a:ext uri="{FF2B5EF4-FFF2-40B4-BE49-F238E27FC236}">
                    <a16:creationId xmlns:a16="http://schemas.microsoft.com/office/drawing/2014/main" id="{BC655F65-B2E6-43A0-A58D-5904F203F88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43" y="174"/>
                <a:ext cx="373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0928" name="Group 33">
              <a:extLst>
                <a:ext uri="{FF2B5EF4-FFF2-40B4-BE49-F238E27FC236}">
                  <a16:creationId xmlns:a16="http://schemas.microsoft.com/office/drawing/2014/main" id="{A597A469-7C86-4897-814E-EC89693BCC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47" y="482"/>
              <a:ext cx="280" cy="272"/>
              <a:chOff x="612" y="588"/>
              <a:chExt cx="280" cy="272"/>
            </a:xfrm>
          </p:grpSpPr>
          <p:sp>
            <p:nvSpPr>
              <p:cNvPr id="80939" name="Line 34">
                <a:extLst>
                  <a:ext uri="{FF2B5EF4-FFF2-40B4-BE49-F238E27FC236}">
                    <a16:creationId xmlns:a16="http://schemas.microsoft.com/office/drawing/2014/main" id="{0A36B142-231F-4A6E-83DA-E4EEEDDD7F3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940" name="Text Box 35">
                <a:extLst>
                  <a:ext uri="{FF2B5EF4-FFF2-40B4-BE49-F238E27FC236}">
                    <a16:creationId xmlns:a16="http://schemas.microsoft.com/office/drawing/2014/main" id="{2A15F3C9-6938-479F-8717-C9CC7D0538E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0929" name="Rectangle 36">
              <a:extLst>
                <a:ext uri="{FF2B5EF4-FFF2-40B4-BE49-F238E27FC236}">
                  <a16:creationId xmlns:a16="http://schemas.microsoft.com/office/drawing/2014/main" id="{082C03A3-C635-492D-9CE9-A5888DCF29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7" y="391"/>
              <a:ext cx="1678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0" name="Line 37">
              <a:extLst>
                <a:ext uri="{FF2B5EF4-FFF2-40B4-BE49-F238E27FC236}">
                  <a16:creationId xmlns:a16="http://schemas.microsoft.com/office/drawing/2014/main" id="{7047AF35-2CD3-447C-AAC0-D5CD5BF6E00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44" y="391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31" name="Rectangle 38">
              <a:extLst>
                <a:ext uri="{FF2B5EF4-FFF2-40B4-BE49-F238E27FC236}">
                  <a16:creationId xmlns:a16="http://schemas.microsoft.com/office/drawing/2014/main" id="{BFBB0133-8852-4A53-B42D-421CA27C4B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1" y="57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2" name="Rectangle 39">
              <a:extLst>
                <a:ext uri="{FF2B5EF4-FFF2-40B4-BE49-F238E27FC236}">
                  <a16:creationId xmlns:a16="http://schemas.microsoft.com/office/drawing/2014/main" id="{6E011BB6-B3F4-4333-A549-54B95226EF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98" y="52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3" name="Rectangle 40">
              <a:extLst>
                <a:ext uri="{FF2B5EF4-FFF2-40B4-BE49-F238E27FC236}">
                  <a16:creationId xmlns:a16="http://schemas.microsoft.com/office/drawing/2014/main" id="{77495F13-6FC8-42F9-AAC2-02AB6B9AB54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90" y="799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4" name="Text Box 41">
              <a:extLst>
                <a:ext uri="{FF2B5EF4-FFF2-40B4-BE49-F238E27FC236}">
                  <a16:creationId xmlns:a16="http://schemas.microsoft.com/office/drawing/2014/main" id="{B4454E82-87A5-48DA-B420-4345ACA5B50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3" y="980"/>
              <a:ext cx="44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5" name="Text Box 42">
              <a:extLst>
                <a:ext uri="{FF2B5EF4-FFF2-40B4-BE49-F238E27FC236}">
                  <a16:creationId xmlns:a16="http://schemas.microsoft.com/office/drawing/2014/main" id="{CBCCADF0-5423-4134-B143-B7242249675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0" y="1117"/>
              <a:ext cx="54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6" name="Text Box 43">
              <a:extLst>
                <a:ext uri="{FF2B5EF4-FFF2-40B4-BE49-F238E27FC236}">
                  <a16:creationId xmlns:a16="http://schemas.microsoft.com/office/drawing/2014/main" id="{481655FF-FF2F-44E5-89CA-DC23CBEEA4F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3" y="527"/>
              <a:ext cx="401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7" name="Text Box 44">
              <a:extLst>
                <a:ext uri="{FF2B5EF4-FFF2-40B4-BE49-F238E27FC236}">
                  <a16:creationId xmlns:a16="http://schemas.microsoft.com/office/drawing/2014/main" id="{6B96EAFF-635E-4EA9-8AB3-BD22E83653A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35" y="527"/>
              <a:ext cx="42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938" name="Text Box 45">
              <a:extLst>
                <a:ext uri="{FF2B5EF4-FFF2-40B4-BE49-F238E27FC236}">
                  <a16:creationId xmlns:a16="http://schemas.microsoft.com/office/drawing/2014/main" id="{A3E311F1-03FE-4988-8264-026B36F63DA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26" y="799"/>
              <a:ext cx="40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89840" name="Text Box 48">
            <a:extLst>
              <a:ext uri="{FF2B5EF4-FFF2-40B4-BE49-F238E27FC236}">
                <a16:creationId xmlns:a16="http://schemas.microsoft.com/office/drawing/2014/main" id="{89BD93B5-1CE9-4048-A36A-1CF4128F5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84313"/>
            <a:ext cx="36734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</a:t>
            </a: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289841" name="Text Box 49">
            <a:extLst>
              <a:ext uri="{FF2B5EF4-FFF2-40B4-BE49-F238E27FC236}">
                <a16:creationId xmlns:a16="http://schemas.microsoft.com/office/drawing/2014/main" id="{4687EE3B-E44B-4230-90E8-B6834C9C5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571875"/>
            <a:ext cx="8064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列写以网孔电流表示的支路的</a:t>
            </a: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graphicFrame>
        <p:nvGraphicFramePr>
          <p:cNvPr id="289844" name="Object 52">
            <a:extLst>
              <a:ext uri="{FF2B5EF4-FFF2-40B4-BE49-F238E27FC236}">
                <a16:creationId xmlns:a16="http://schemas.microsoft.com/office/drawing/2014/main" id="{2EA84885-C107-4A52-B91F-FE19941B7A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221163"/>
          <a:ext cx="252095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31" name="Equation" r:id="rId3" imgW="939800" imgH="228600" progId="Equation.DSMT4">
                  <p:embed/>
                </p:oleObj>
              </mc:Choice>
              <mc:Fallback>
                <p:oleObj name="Equation" r:id="rId3" imgW="939800" imgH="22860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221163"/>
                        <a:ext cx="252095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45" name="Object 53">
            <a:extLst>
              <a:ext uri="{FF2B5EF4-FFF2-40B4-BE49-F238E27FC236}">
                <a16:creationId xmlns:a16="http://schemas.microsoft.com/office/drawing/2014/main" id="{81D2C863-664A-4AE3-B360-2CA6500E29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4221163"/>
          <a:ext cx="38481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32" name="Equation" r:id="rId5" imgW="1435100" imgH="228600" progId="Equation.DSMT4">
                  <p:embed/>
                </p:oleObj>
              </mc:Choice>
              <mc:Fallback>
                <p:oleObj name="Equation" r:id="rId5" imgW="1435100" imgH="22860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4221163"/>
                        <a:ext cx="384810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46" name="Object 54">
            <a:extLst>
              <a:ext uri="{FF2B5EF4-FFF2-40B4-BE49-F238E27FC236}">
                <a16:creationId xmlns:a16="http://schemas.microsoft.com/office/drawing/2014/main" id="{3265C081-0692-44D7-8CA7-DB9CA840BB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941888"/>
          <a:ext cx="265747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33" name="Equation" r:id="rId7" imgW="990600" imgH="228600" progId="Equation.DSMT4">
                  <p:embed/>
                </p:oleObj>
              </mc:Choice>
              <mc:Fallback>
                <p:oleObj name="Equation" r:id="rId7" imgW="990600" imgH="2286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941888"/>
                        <a:ext cx="2657475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47" name="Text Box 55">
            <a:extLst>
              <a:ext uri="{FF2B5EF4-FFF2-40B4-BE49-F238E27FC236}">
                <a16:creationId xmlns:a16="http://schemas.microsoft.com/office/drawing/2014/main" id="{523915A4-85A5-491C-A50F-696893EB8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5734050"/>
            <a:ext cx="439261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方程代入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方程得网孔电流方程</a:t>
            </a:r>
          </a:p>
        </p:txBody>
      </p:sp>
      <p:sp>
        <p:nvSpPr>
          <p:cNvPr id="289848" name="Text Box 56">
            <a:extLst>
              <a:ext uri="{FF2B5EF4-FFF2-40B4-BE49-F238E27FC236}">
                <a16:creationId xmlns:a16="http://schemas.microsoft.com/office/drawing/2014/main" id="{E2ACDF23-DCF7-4BD0-95FC-46EFE58F1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868863"/>
            <a:ext cx="4465638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因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方程自动满足，不需再列写</a:t>
            </a:r>
            <a:endParaRPr kumimoji="1"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0909" name="Text Box 58">
            <a:extLst>
              <a:ext uri="{FF2B5EF4-FFF2-40B4-BE49-F238E27FC236}">
                <a16:creationId xmlns:a16="http://schemas.microsoft.com/office/drawing/2014/main" id="{D2CEB463-D19F-4B15-9D97-6900FA91D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1397000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80910" name="Text Box 59">
            <a:extLst>
              <a:ext uri="{FF2B5EF4-FFF2-40B4-BE49-F238E27FC236}">
                <a16:creationId xmlns:a16="http://schemas.microsoft.com/office/drawing/2014/main" id="{F5690F1A-08DE-491B-8A42-828BB252E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1341438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80911" name="Text Box 60">
            <a:extLst>
              <a:ext uri="{FF2B5EF4-FFF2-40B4-BE49-F238E27FC236}">
                <a16:creationId xmlns:a16="http://schemas.microsoft.com/office/drawing/2014/main" id="{BF848B9E-B1C7-4879-900F-74997BC81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981075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80912" name="Text Box 61">
            <a:extLst>
              <a:ext uri="{FF2B5EF4-FFF2-40B4-BE49-F238E27FC236}">
                <a16:creationId xmlns:a16="http://schemas.microsoft.com/office/drawing/2014/main" id="{3A576D95-997E-4422-AA35-1E595D59A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476250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80913" name="Text Box 62">
            <a:extLst>
              <a:ext uri="{FF2B5EF4-FFF2-40B4-BE49-F238E27FC236}">
                <a16:creationId xmlns:a16="http://schemas.microsoft.com/office/drawing/2014/main" id="{67BD5733-6461-490B-BF13-0BDC35A4F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476250"/>
            <a:ext cx="363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80914" name="Text Box 63">
            <a:extLst>
              <a:ext uri="{FF2B5EF4-FFF2-40B4-BE49-F238E27FC236}">
                <a16:creationId xmlns:a16="http://schemas.microsoft.com/office/drawing/2014/main" id="{CB0C20C2-DD09-46E0-83BD-8F961C15A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1844675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80915" name="Text Box 65">
            <a:extLst>
              <a:ext uri="{FF2B5EF4-FFF2-40B4-BE49-F238E27FC236}">
                <a16:creationId xmlns:a16="http://schemas.microsoft.com/office/drawing/2014/main" id="{F3588B25-E932-45BD-80CC-DBCC714FA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550" y="1341438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0916" name="Text Box 66">
            <a:extLst>
              <a:ext uri="{FF2B5EF4-FFF2-40B4-BE49-F238E27FC236}">
                <a16:creationId xmlns:a16="http://schemas.microsoft.com/office/drawing/2014/main" id="{4489298F-23C2-4249-BF24-01926D870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109663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0917" name="Text Box 67">
            <a:extLst>
              <a:ext uri="{FF2B5EF4-FFF2-40B4-BE49-F238E27FC236}">
                <a16:creationId xmlns:a16="http://schemas.microsoft.com/office/drawing/2014/main" id="{E3B0FCCC-85AA-4191-BFE3-C20A12D1C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1125538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9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289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28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9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9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9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9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9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9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28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9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9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4" grpId="0" autoUpdateAnimBg="0"/>
      <p:bldP spid="289795" grpId="0" autoUpdateAnimBg="0"/>
      <p:bldP spid="289801" grpId="0"/>
      <p:bldP spid="289840" grpId="0"/>
      <p:bldP spid="289841" grpId="0"/>
      <p:bldP spid="289847" grpId="0"/>
      <p:bldP spid="28984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8" name="Rectangle 88">
            <a:extLst>
              <a:ext uri="{FF2B5EF4-FFF2-40B4-BE49-F238E27FC236}">
                <a16:creationId xmlns:a16="http://schemas.microsoft.com/office/drawing/2014/main" id="{B3937338-7119-4512-8145-0F47CDFE3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123950"/>
            <a:ext cx="5040313" cy="115252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63" name="Text Box 3">
            <a:extLst>
              <a:ext uri="{FF2B5EF4-FFF2-40B4-BE49-F238E27FC236}">
                <a16:creationId xmlns:a16="http://schemas.microsoft.com/office/drawing/2014/main" id="{C08EA40A-62AD-46D4-897B-FEE6FD94F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052513"/>
            <a:ext cx="6769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194564" name="Text Box 4">
            <a:extLst>
              <a:ext uri="{FF2B5EF4-FFF2-40B4-BE49-F238E27FC236}">
                <a16:creationId xmlns:a16="http://schemas.microsoft.com/office/drawing/2014/main" id="{B6052EA5-9C3C-4BB3-9D06-7F153E2DB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628775"/>
            <a:ext cx="66976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)+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194565" name="AutoShape 5">
            <a:extLst>
              <a:ext uri="{FF2B5EF4-FFF2-40B4-BE49-F238E27FC236}">
                <a16:creationId xmlns:a16="http://schemas.microsoft.com/office/drawing/2014/main" id="{D63FBBD1-4D0E-436B-B9BA-621380D8B98B}"/>
              </a:ext>
            </a:extLst>
          </p:cNvPr>
          <p:cNvSpPr>
            <a:spLocks/>
          </p:cNvSpPr>
          <p:nvPr/>
        </p:nvSpPr>
        <p:spPr bwMode="auto">
          <a:xfrm>
            <a:off x="6732588" y="1196975"/>
            <a:ext cx="215900" cy="1150938"/>
          </a:xfrm>
          <a:prstGeom prst="rightBrace">
            <a:avLst>
              <a:gd name="adj1" fmla="val 44424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66" name="Text Box 6">
            <a:extLst>
              <a:ext uri="{FF2B5EF4-FFF2-40B4-BE49-F238E27FC236}">
                <a16:creationId xmlns:a16="http://schemas.microsoft.com/office/drawing/2014/main" id="{90AC657C-8118-4B36-B220-655960AAD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779713"/>
            <a:ext cx="2305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整理得：</a:t>
            </a:r>
          </a:p>
        </p:txBody>
      </p:sp>
      <p:sp>
        <p:nvSpPr>
          <p:cNvPr id="194567" name="Text Box 7">
            <a:extLst>
              <a:ext uri="{FF2B5EF4-FFF2-40B4-BE49-F238E27FC236}">
                <a16:creationId xmlns:a16="http://schemas.microsoft.com/office/drawing/2014/main" id="{70432E3F-20CD-4CFE-8795-3B6645114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2349500"/>
            <a:ext cx="46085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68" name="Text Box 8">
            <a:extLst>
              <a:ext uri="{FF2B5EF4-FFF2-40B4-BE49-F238E27FC236}">
                <a16:creationId xmlns:a16="http://schemas.microsoft.com/office/drawing/2014/main" id="{D0B685A7-692D-4AAE-B1F7-130596520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3070225"/>
            <a:ext cx="46085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(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+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=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endParaRPr kumimoji="1" lang="en-US" altLang="zh-CN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69" name="AutoShape 9">
            <a:extLst>
              <a:ext uri="{FF2B5EF4-FFF2-40B4-BE49-F238E27FC236}">
                <a16:creationId xmlns:a16="http://schemas.microsoft.com/office/drawing/2014/main" id="{A5828D16-79BB-4C67-8EB1-E33B68D89F9A}"/>
              </a:ext>
            </a:extLst>
          </p:cNvPr>
          <p:cNvSpPr>
            <a:spLocks/>
          </p:cNvSpPr>
          <p:nvPr/>
        </p:nvSpPr>
        <p:spPr bwMode="auto">
          <a:xfrm rot="10800000">
            <a:off x="1547813" y="2422525"/>
            <a:ext cx="287337" cy="1152525"/>
          </a:xfrm>
          <a:prstGeom prst="rightBrace">
            <a:avLst>
              <a:gd name="adj1" fmla="val 33425"/>
              <a:gd name="adj2" fmla="val 5425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571" name="Text Box 11">
            <a:extLst>
              <a:ext uri="{FF2B5EF4-FFF2-40B4-BE49-F238E27FC236}">
                <a16:creationId xmlns:a16="http://schemas.microsoft.com/office/drawing/2014/main" id="{2E7BD36C-00C9-47B2-BB61-F2E0BF393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438" y="4076700"/>
            <a:ext cx="4427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观察可以看出如下规律：</a:t>
            </a:r>
          </a:p>
        </p:txBody>
      </p:sp>
      <p:sp>
        <p:nvSpPr>
          <p:cNvPr id="194572" name="Text Box 12">
            <a:extLst>
              <a:ext uri="{FF2B5EF4-FFF2-40B4-BE49-F238E27FC236}">
                <a16:creationId xmlns:a16="http://schemas.microsoft.com/office/drawing/2014/main" id="{92386B12-98D4-4D12-929F-3AEAACC6C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4365625"/>
            <a:ext cx="3959225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中所有电阻之和，称网孔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的自电阻。</a:t>
            </a:r>
          </a:p>
        </p:txBody>
      </p:sp>
      <p:grpSp>
        <p:nvGrpSpPr>
          <p:cNvPr id="194609" name="Group 49">
            <a:extLst>
              <a:ext uri="{FF2B5EF4-FFF2-40B4-BE49-F238E27FC236}">
                <a16:creationId xmlns:a16="http://schemas.microsoft.com/office/drawing/2014/main" id="{686E32E9-637E-4FC3-9171-E8366BB7E9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79388" y="4006850"/>
            <a:ext cx="5172075" cy="2333625"/>
            <a:chOff x="113" y="391"/>
            <a:chExt cx="2715" cy="1225"/>
          </a:xfrm>
        </p:grpSpPr>
        <p:grpSp>
          <p:nvGrpSpPr>
            <p:cNvPr id="81948" name="Group 50">
              <a:extLst>
                <a:ext uri="{FF2B5EF4-FFF2-40B4-BE49-F238E27FC236}">
                  <a16:creationId xmlns:a16="http://schemas.microsoft.com/office/drawing/2014/main" id="{7767260E-CE96-489B-A4FB-D1683C5A70C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4" y="663"/>
              <a:ext cx="453" cy="533"/>
              <a:chOff x="-876" y="2088"/>
              <a:chExt cx="382" cy="912"/>
            </a:xfrm>
          </p:grpSpPr>
          <p:sp>
            <p:nvSpPr>
              <p:cNvPr id="81978" name="Oval 51">
                <a:extLst>
                  <a:ext uri="{FF2B5EF4-FFF2-40B4-BE49-F238E27FC236}">
                    <a16:creationId xmlns:a16="http://schemas.microsoft.com/office/drawing/2014/main" id="{CDFE1952-4749-4100-942D-61957408BD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979" name="Text Box 52">
                <a:extLst>
                  <a:ext uri="{FF2B5EF4-FFF2-40B4-BE49-F238E27FC236}">
                    <a16:creationId xmlns:a16="http://schemas.microsoft.com/office/drawing/2014/main" id="{F3A16978-1896-4175-8E21-0426F0A5222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7"/>
                <a:ext cx="275" cy="4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980" name="Line 53">
                <a:extLst>
                  <a:ext uri="{FF2B5EF4-FFF2-40B4-BE49-F238E27FC236}">
                    <a16:creationId xmlns:a16="http://schemas.microsoft.com/office/drawing/2014/main" id="{83838204-E6EA-40FA-BA12-5A6EF39609B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1949" name="Group 54">
              <a:extLst>
                <a:ext uri="{FF2B5EF4-FFF2-40B4-BE49-F238E27FC236}">
                  <a16:creationId xmlns:a16="http://schemas.microsoft.com/office/drawing/2014/main" id="{65DAAF04-433C-4B55-8D6D-BD4CEFC733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91" y="901"/>
              <a:ext cx="454" cy="612"/>
              <a:chOff x="-876" y="2088"/>
              <a:chExt cx="382" cy="912"/>
            </a:xfrm>
          </p:grpSpPr>
          <p:sp>
            <p:nvSpPr>
              <p:cNvPr id="81975" name="Oval 55">
                <a:extLst>
                  <a:ext uri="{FF2B5EF4-FFF2-40B4-BE49-F238E27FC236}">
                    <a16:creationId xmlns:a16="http://schemas.microsoft.com/office/drawing/2014/main" id="{B94E7835-BE01-4706-95A6-96E9803101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976" name="Text Box 56">
                <a:extLst>
                  <a:ext uri="{FF2B5EF4-FFF2-40B4-BE49-F238E27FC236}">
                    <a16:creationId xmlns:a16="http://schemas.microsoft.com/office/drawing/2014/main" id="{95FE26DC-24D8-4CDE-85A2-79C9496CEC5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6"/>
                <a:ext cx="275" cy="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977" name="Line 57">
                <a:extLst>
                  <a:ext uri="{FF2B5EF4-FFF2-40B4-BE49-F238E27FC236}">
                    <a16:creationId xmlns:a16="http://schemas.microsoft.com/office/drawing/2014/main" id="{E07B59E5-814E-4A70-9A29-5DC3752AD58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1950" name="Oval 58">
              <a:extLst>
                <a:ext uri="{FF2B5EF4-FFF2-40B4-BE49-F238E27FC236}">
                  <a16:creationId xmlns:a16="http://schemas.microsoft.com/office/drawing/2014/main" id="{04E9A0A2-AFC1-4AC0-8481-054508DA504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51" name="Oval 59">
              <a:extLst>
                <a:ext uri="{FF2B5EF4-FFF2-40B4-BE49-F238E27FC236}">
                  <a16:creationId xmlns:a16="http://schemas.microsoft.com/office/drawing/2014/main" id="{1C4BBC64-368D-4972-B2AA-F17DFA3FC1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62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52" name="Text Box 60">
              <a:extLst>
                <a:ext uri="{FF2B5EF4-FFF2-40B4-BE49-F238E27FC236}">
                  <a16:creationId xmlns:a16="http://schemas.microsoft.com/office/drawing/2014/main" id="{0B3829BA-6753-4F8B-96E5-753182AB168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4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1953" name="Text Box 61">
              <a:extLst>
                <a:ext uri="{FF2B5EF4-FFF2-40B4-BE49-F238E27FC236}">
                  <a16:creationId xmlns:a16="http://schemas.microsoft.com/office/drawing/2014/main" id="{240A0959-D1F8-45E7-827B-90794172D02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9" y="1298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81954" name="Text Box 62">
              <a:extLst>
                <a:ext uri="{FF2B5EF4-FFF2-40B4-BE49-F238E27FC236}">
                  <a16:creationId xmlns:a16="http://schemas.microsoft.com/office/drawing/2014/main" id="{4158686B-1428-47D3-AFEB-A9C3F634035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72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1955" name="Text Box 63">
              <a:extLst>
                <a:ext uri="{FF2B5EF4-FFF2-40B4-BE49-F238E27FC236}">
                  <a16:creationId xmlns:a16="http://schemas.microsoft.com/office/drawing/2014/main" id="{0BFCE4D1-D713-4320-80F9-4D0921E2096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17" y="1343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81956" name="Group 64">
              <a:extLst>
                <a:ext uri="{FF2B5EF4-FFF2-40B4-BE49-F238E27FC236}">
                  <a16:creationId xmlns:a16="http://schemas.microsoft.com/office/drawing/2014/main" id="{0EAA30AE-4D4B-42F4-910F-AFEAEB0360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9" y="436"/>
              <a:ext cx="280" cy="272"/>
              <a:chOff x="612" y="588"/>
              <a:chExt cx="280" cy="272"/>
            </a:xfrm>
          </p:grpSpPr>
          <p:sp>
            <p:nvSpPr>
              <p:cNvPr id="81973" name="Line 65">
                <a:extLst>
                  <a:ext uri="{FF2B5EF4-FFF2-40B4-BE49-F238E27FC236}">
                    <a16:creationId xmlns:a16="http://schemas.microsoft.com/office/drawing/2014/main" id="{B146F68A-F4FA-46B8-8F77-6E573D82A07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74" name="Text Box 66">
                <a:extLst>
                  <a:ext uri="{FF2B5EF4-FFF2-40B4-BE49-F238E27FC236}">
                    <a16:creationId xmlns:a16="http://schemas.microsoft.com/office/drawing/2014/main" id="{0B9BF38C-AE01-4B18-8107-8E4970A214C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1957" name="Group 67">
              <a:extLst>
                <a:ext uri="{FF2B5EF4-FFF2-40B4-BE49-F238E27FC236}">
                  <a16:creationId xmlns:a16="http://schemas.microsoft.com/office/drawing/2014/main" id="{23645117-3F0E-4E7E-AD4D-EEF9938F86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86" y="391"/>
              <a:ext cx="377" cy="300"/>
              <a:chOff x="2839" y="174"/>
              <a:chExt cx="377" cy="300"/>
            </a:xfrm>
          </p:grpSpPr>
          <p:sp>
            <p:nvSpPr>
              <p:cNvPr id="81971" name="Line 68">
                <a:extLst>
                  <a:ext uri="{FF2B5EF4-FFF2-40B4-BE49-F238E27FC236}">
                    <a16:creationId xmlns:a16="http://schemas.microsoft.com/office/drawing/2014/main" id="{F7D5BDD7-EE9B-491F-B5DD-36075989D2B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72" name="Text Box 69">
                <a:extLst>
                  <a:ext uri="{FF2B5EF4-FFF2-40B4-BE49-F238E27FC236}">
                    <a16:creationId xmlns:a16="http://schemas.microsoft.com/office/drawing/2014/main" id="{E00896C6-8E83-4C4E-A84B-39AB7D72DAB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43" y="174"/>
                <a:ext cx="373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1958" name="Group 70">
              <a:extLst>
                <a:ext uri="{FF2B5EF4-FFF2-40B4-BE49-F238E27FC236}">
                  <a16:creationId xmlns:a16="http://schemas.microsoft.com/office/drawing/2014/main" id="{6B428B70-93EF-4875-A553-73E8E858E0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47" y="482"/>
              <a:ext cx="280" cy="272"/>
              <a:chOff x="612" y="588"/>
              <a:chExt cx="280" cy="272"/>
            </a:xfrm>
          </p:grpSpPr>
          <p:sp>
            <p:nvSpPr>
              <p:cNvPr id="81969" name="Line 71">
                <a:extLst>
                  <a:ext uri="{FF2B5EF4-FFF2-40B4-BE49-F238E27FC236}">
                    <a16:creationId xmlns:a16="http://schemas.microsoft.com/office/drawing/2014/main" id="{5354D4BE-A17A-4F9D-95C5-B692A6D2DD1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70" name="Text Box 72">
                <a:extLst>
                  <a:ext uri="{FF2B5EF4-FFF2-40B4-BE49-F238E27FC236}">
                    <a16:creationId xmlns:a16="http://schemas.microsoft.com/office/drawing/2014/main" id="{7F98469E-2A8C-49A7-A10B-D3692E2E8C9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1959" name="Rectangle 73">
              <a:extLst>
                <a:ext uri="{FF2B5EF4-FFF2-40B4-BE49-F238E27FC236}">
                  <a16:creationId xmlns:a16="http://schemas.microsoft.com/office/drawing/2014/main" id="{40E73020-079D-4DB1-AEB4-FD5041B22C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7" y="391"/>
              <a:ext cx="1678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0" name="Line 74">
              <a:extLst>
                <a:ext uri="{FF2B5EF4-FFF2-40B4-BE49-F238E27FC236}">
                  <a16:creationId xmlns:a16="http://schemas.microsoft.com/office/drawing/2014/main" id="{122AB772-4EB8-4140-8DCA-ADD8BC23C3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44" y="391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1" name="Rectangle 75">
              <a:extLst>
                <a:ext uri="{FF2B5EF4-FFF2-40B4-BE49-F238E27FC236}">
                  <a16:creationId xmlns:a16="http://schemas.microsoft.com/office/drawing/2014/main" id="{1AC43B48-58A5-43D7-8CEE-E750974115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1" y="57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2" name="Rectangle 76">
              <a:extLst>
                <a:ext uri="{FF2B5EF4-FFF2-40B4-BE49-F238E27FC236}">
                  <a16:creationId xmlns:a16="http://schemas.microsoft.com/office/drawing/2014/main" id="{68A358F2-F15E-48AE-A904-F9E98D1BE5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98" y="52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3" name="Rectangle 77">
              <a:extLst>
                <a:ext uri="{FF2B5EF4-FFF2-40B4-BE49-F238E27FC236}">
                  <a16:creationId xmlns:a16="http://schemas.microsoft.com/office/drawing/2014/main" id="{11A502F9-8F21-4A31-A05F-3407D41F1D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90" y="799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4" name="Text Box 78">
              <a:extLst>
                <a:ext uri="{FF2B5EF4-FFF2-40B4-BE49-F238E27FC236}">
                  <a16:creationId xmlns:a16="http://schemas.microsoft.com/office/drawing/2014/main" id="{170FAEDD-0F95-48F4-B019-4D3CBD334A3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3" y="980"/>
              <a:ext cx="44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5" name="Text Box 79">
              <a:extLst>
                <a:ext uri="{FF2B5EF4-FFF2-40B4-BE49-F238E27FC236}">
                  <a16:creationId xmlns:a16="http://schemas.microsoft.com/office/drawing/2014/main" id="{A23B51EF-3DBC-468C-85A3-BE1D1E7EF4C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0" y="1117"/>
              <a:ext cx="54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6" name="Text Box 80">
              <a:extLst>
                <a:ext uri="{FF2B5EF4-FFF2-40B4-BE49-F238E27FC236}">
                  <a16:creationId xmlns:a16="http://schemas.microsoft.com/office/drawing/2014/main" id="{CCDC9FD8-86C7-4A87-8F73-0A3EC4B2998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3" y="527"/>
              <a:ext cx="401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7" name="Text Box 81">
              <a:extLst>
                <a:ext uri="{FF2B5EF4-FFF2-40B4-BE49-F238E27FC236}">
                  <a16:creationId xmlns:a16="http://schemas.microsoft.com/office/drawing/2014/main" id="{53590C9D-B805-416E-AD15-5BBDBBBB6E6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35" y="527"/>
              <a:ext cx="42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968" name="Text Box 82">
              <a:extLst>
                <a:ext uri="{FF2B5EF4-FFF2-40B4-BE49-F238E27FC236}">
                  <a16:creationId xmlns:a16="http://schemas.microsoft.com/office/drawing/2014/main" id="{0DAFFB01-0A02-48DA-B9E1-B27C080C8F3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26" y="799"/>
              <a:ext cx="40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94646" name="AutoShape 86">
            <a:extLst>
              <a:ext uri="{FF2B5EF4-FFF2-40B4-BE49-F238E27FC236}">
                <a16:creationId xmlns:a16="http://schemas.microsoft.com/office/drawing/2014/main" id="{E8072D67-74B4-46A0-AFE2-B312B2639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549275"/>
            <a:ext cx="2232025" cy="609600"/>
          </a:xfrm>
          <a:prstGeom prst="wedgeRectCallout">
            <a:avLst>
              <a:gd name="adj1" fmla="val -148579"/>
              <a:gd name="adj2" fmla="val 89065"/>
            </a:avLst>
          </a:prstGeom>
          <a:solidFill>
            <a:schemeClr val="bg2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m2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m1</a:t>
            </a:r>
          </a:p>
        </p:txBody>
      </p:sp>
      <p:sp>
        <p:nvSpPr>
          <p:cNvPr id="194647" name="AutoShape 87">
            <a:extLst>
              <a:ext uri="{FF2B5EF4-FFF2-40B4-BE49-F238E27FC236}">
                <a16:creationId xmlns:a16="http://schemas.microsoft.com/office/drawing/2014/main" id="{E6BCAC03-9E12-4A66-9476-D343CE8D9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0"/>
            <a:ext cx="5256213" cy="836613"/>
          </a:xfrm>
          <a:prstGeom prst="wedgeRectCallout">
            <a:avLst>
              <a:gd name="adj1" fmla="val -20190"/>
              <a:gd name="adj2" fmla="val 80931"/>
            </a:avLst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以网孔电流表示的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方程，可直接列写这个网孔电流方程组</a:t>
            </a:r>
            <a:endParaRPr lang="zh-CN" altLang="en-US" sz="2800" b="1" baseline="-250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4649" name="AutoShape 89">
            <a:extLst>
              <a:ext uri="{FF2B5EF4-FFF2-40B4-BE49-F238E27FC236}">
                <a16:creationId xmlns:a16="http://schemas.microsoft.com/office/drawing/2014/main" id="{CAF58E3F-6521-4104-90D3-BDA385B40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628775"/>
            <a:ext cx="1835150" cy="2376488"/>
          </a:xfrm>
          <a:prstGeom prst="wedgeRoundRectCallout">
            <a:avLst>
              <a:gd name="adj1" fmla="val -111505"/>
              <a:gd name="adj2" fmla="val 3574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观察方程特点，可直接列写网口电流方程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4DC21ED-9363-4E5F-8029-0F85F4BF1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6925" y="2422525"/>
            <a:ext cx="1182688" cy="501650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080175-FCFB-4943-BCC9-A2C1F1BE5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2390775"/>
            <a:ext cx="635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E01ABA19-93CD-43E1-B52A-A9343B1F7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0950" y="2438400"/>
            <a:ext cx="493713" cy="501650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1343FB6-11D3-4AD9-8395-17513EAE5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1738" y="2433638"/>
            <a:ext cx="647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12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0328310-2952-4D5E-9698-2C8832E7A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363" y="3167063"/>
            <a:ext cx="566737" cy="501650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9B44B17-535E-4866-A5BD-24A1BFDDC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136900"/>
            <a:ext cx="6461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21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25CD9B6C-1BDD-43BA-8C56-BED48982D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6463" y="3181350"/>
            <a:ext cx="1182687" cy="503238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6F599AA-7285-49CF-B178-71718C6CA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588" y="3179763"/>
            <a:ext cx="646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22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4AEA4D76-B4AB-4F82-8165-F0BA549EA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5700" y="2433638"/>
            <a:ext cx="1182688" cy="503237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00F591B-9D04-4B7F-9B4E-828A4DE06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275" y="2406650"/>
            <a:ext cx="762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sm1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9515B2DB-2246-4BF8-9CD2-F66FCFBE9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3151188"/>
            <a:ext cx="560388" cy="503237"/>
          </a:xfrm>
          <a:prstGeom prst="roundRect">
            <a:avLst>
              <a:gd name="adj" fmla="val 16667"/>
            </a:avLst>
          </a:prstGeom>
          <a:solidFill>
            <a:schemeClr val="accent1">
              <a:alpha val="59999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96877B0-4273-4119-8842-2F80FAC9F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8138" y="3113088"/>
            <a:ext cx="76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16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sm2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9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4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4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4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94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000"/>
                                        <p:tgtEl>
                                          <p:spTgt spid="19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9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9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0" dur="2000"/>
                                        <p:tgtEl>
                                          <p:spTgt spid="194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/>
      <p:bldP spid="194564" grpId="0" autoUpdateAnimBg="0"/>
      <p:bldP spid="194565" grpId="0" animBg="1"/>
      <p:bldP spid="194571" grpId="0"/>
      <p:bldP spid="194572" grpId="0" autoUpdateAnimBg="0"/>
      <p:bldP spid="194646" grpId="0" animBg="1"/>
      <p:bldP spid="194647" grpId="0" animBg="1"/>
      <p:bldP spid="194649" grpId="0" animBg="1"/>
      <p:bldP spid="2" grpId="0" animBg="1"/>
      <p:bldP spid="3" grpId="0"/>
      <p:bldP spid="52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Text Box 3">
            <a:extLst>
              <a:ext uri="{FF2B5EF4-FFF2-40B4-BE49-F238E27FC236}">
                <a16:creationId xmlns:a16="http://schemas.microsoft.com/office/drawing/2014/main" id="{8726D160-F9D2-469B-9BF9-363797372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765175"/>
            <a:ext cx="9324975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 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中所有电阻之和，称网孔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的自电阻。</a:t>
            </a:r>
          </a:p>
        </p:txBody>
      </p:sp>
      <p:sp>
        <p:nvSpPr>
          <p:cNvPr id="195588" name="Text Box 4">
            <a:extLst>
              <a:ext uri="{FF2B5EF4-FFF2-40B4-BE49-F238E27FC236}">
                <a16:creationId xmlns:a16="http://schemas.microsoft.com/office/drawing/2014/main" id="{AE3EBC75-0269-424A-AB50-BBB30AC90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500438"/>
            <a:ext cx="6265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自电阻总为正（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为什么总为正值？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）。</a:t>
            </a:r>
          </a:p>
        </p:txBody>
      </p:sp>
      <p:sp>
        <p:nvSpPr>
          <p:cNvPr id="195589" name="Text Box 5">
            <a:extLst>
              <a:ext uri="{FF2B5EF4-FFF2-40B4-BE49-F238E27FC236}">
                <a16:creationId xmlns:a16="http://schemas.microsoft.com/office/drawing/2014/main" id="{5F1FAE89-E017-409F-ABF9-28349157D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341438"/>
            <a:ext cx="8567738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–R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之间的互电阻。</a:t>
            </a:r>
          </a:p>
        </p:txBody>
      </p:sp>
      <p:sp>
        <p:nvSpPr>
          <p:cNvPr id="195590" name="Text Box 6">
            <a:extLst>
              <a:ext uri="{FF2B5EF4-FFF2-40B4-BE49-F238E27FC236}">
                <a16:creationId xmlns:a16="http://schemas.microsoft.com/office/drawing/2014/main" id="{D4528D41-263A-4016-9607-154B81A4D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149725"/>
            <a:ext cx="8064500" cy="11176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当两个网孔电流流过相关公共支路方向相同时，互电阻取正号；否则为负号。</a:t>
            </a:r>
          </a:p>
        </p:txBody>
      </p:sp>
      <p:sp>
        <p:nvSpPr>
          <p:cNvPr id="195591" name="Text Box 7">
            <a:extLst>
              <a:ext uri="{FF2B5EF4-FFF2-40B4-BE49-F238E27FC236}">
                <a16:creationId xmlns:a16="http://schemas.microsoft.com/office/drawing/2014/main" id="{93F2404E-6E99-44FD-8CCE-E1050A313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280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中所有电压源（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或等效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）电压的代数和。</a:t>
            </a:r>
          </a:p>
        </p:txBody>
      </p:sp>
      <p:sp>
        <p:nvSpPr>
          <p:cNvPr id="195592" name="Text Box 8">
            <a:extLst>
              <a:ext uri="{FF2B5EF4-FFF2-40B4-BE49-F238E27FC236}">
                <a16:creationId xmlns:a16="http://schemas.microsoft.com/office/drawing/2014/main" id="{387E7AB5-503E-47F2-9E2F-534E68114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849563"/>
            <a:ext cx="8280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S2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中所有电压源电压的代数和。</a:t>
            </a:r>
          </a:p>
        </p:txBody>
      </p:sp>
      <p:grpSp>
        <p:nvGrpSpPr>
          <p:cNvPr id="195593" name="Group 9">
            <a:extLst>
              <a:ext uri="{FF2B5EF4-FFF2-40B4-BE49-F238E27FC236}">
                <a16:creationId xmlns:a16="http://schemas.microsoft.com/office/drawing/2014/main" id="{2BCFBFEF-51E9-4607-8283-10F3AAC91514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298825"/>
            <a:ext cx="1644650" cy="850900"/>
            <a:chOff x="385" y="3022"/>
            <a:chExt cx="1036" cy="536"/>
          </a:xfrm>
        </p:grpSpPr>
        <p:pic>
          <p:nvPicPr>
            <p:cNvPr id="82954" name="Picture 10" descr="123">
              <a:extLst>
                <a:ext uri="{FF2B5EF4-FFF2-40B4-BE49-F238E27FC236}">
                  <a16:creationId xmlns:a16="http://schemas.microsoft.com/office/drawing/2014/main" id="{A98CA496-45C3-4DEA-8BE5-69BE8DDCFC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955" name="Text Box 11">
              <a:extLst>
                <a:ext uri="{FF2B5EF4-FFF2-40B4-BE49-F238E27FC236}">
                  <a16:creationId xmlns:a16="http://schemas.microsoft.com/office/drawing/2014/main" id="{1F94B723-D1C0-4A21-BA33-7C7CF747D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sp>
        <p:nvSpPr>
          <p:cNvPr id="195632" name="Text Box 48">
            <a:extLst>
              <a:ext uri="{FF2B5EF4-FFF2-40B4-BE49-F238E27FC236}">
                <a16:creationId xmlns:a16="http://schemas.microsoft.com/office/drawing/2014/main" id="{31787807-F21B-44F3-BCF6-6E359A21E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5157788"/>
            <a:ext cx="8029575" cy="1117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295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485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FontTx/>
              <a:buAutoNum type="circleNumDbPlain" startAt="3"/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当电压源电压方向与该网孔电流方向一致时（即电压降方向），电源前取负号；反之取正号。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9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5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5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autoUpdateAnimBg="0"/>
      <p:bldP spid="195588" grpId="0"/>
      <p:bldP spid="195589" grpId="0" autoUpdateAnimBg="0"/>
      <p:bldP spid="195590" grpId="0" animBg="1"/>
      <p:bldP spid="195591" grpId="0" autoUpdateAnimBg="0"/>
      <p:bldP spid="195592" grpId="0" autoUpdateAnimBg="0"/>
      <p:bldP spid="19563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2" name="Text Box 4">
            <a:extLst>
              <a:ext uri="{FF2B5EF4-FFF2-40B4-BE49-F238E27FC236}">
                <a16:creationId xmlns:a16="http://schemas.microsoft.com/office/drawing/2014/main" id="{E6A4A2CA-B77C-4A7A-9637-A594E15B9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125538"/>
            <a:ext cx="489585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）网孔电流方程的标准形式</a:t>
            </a:r>
          </a:p>
        </p:txBody>
      </p:sp>
      <p:sp>
        <p:nvSpPr>
          <p:cNvPr id="196613" name="Text Box 5">
            <a:extLst>
              <a:ext uri="{FF2B5EF4-FFF2-40B4-BE49-F238E27FC236}">
                <a16:creationId xmlns:a16="http://schemas.microsoft.com/office/drawing/2014/main" id="{07960F52-FD18-4D1A-B369-DA1CF3BA4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997200"/>
            <a:ext cx="7632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对于具有 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个网孔的电路，有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96614" name="Object 6">
            <a:extLst>
              <a:ext uri="{FF2B5EF4-FFF2-40B4-BE49-F238E27FC236}">
                <a16:creationId xmlns:a16="http://schemas.microsoft.com/office/drawing/2014/main" id="{5E01F19C-39D4-45D9-ACBF-9DF59F025F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163" y="3738563"/>
          <a:ext cx="7146925" cy="243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28" name="Equation" r:id="rId3" imgW="2124058" imgH="923778" progId="Equation.DSMT4">
                  <p:embed/>
                </p:oleObj>
              </mc:Choice>
              <mc:Fallback>
                <p:oleObj name="Equation" r:id="rId3" imgW="2124058" imgH="92377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3738563"/>
                        <a:ext cx="7146925" cy="243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5" name="Object 7">
            <a:extLst>
              <a:ext uri="{FF2B5EF4-FFF2-40B4-BE49-F238E27FC236}">
                <a16:creationId xmlns:a16="http://schemas.microsoft.com/office/drawing/2014/main" id="{2DA5683D-7F28-4C60-B260-72333490AA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765300"/>
          <a:ext cx="4249738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29" name="Equation" r:id="rId5" imgW="1324131" imgH="466578" progId="Equation.DSMT4">
                  <p:embed/>
                </p:oleObj>
              </mc:Choice>
              <mc:Fallback>
                <p:oleObj name="Equation" r:id="rId5" imgW="1324131" imgH="46657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765300"/>
                        <a:ext cx="4249738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6652" name="Group 44">
            <a:extLst>
              <a:ext uri="{FF2B5EF4-FFF2-40B4-BE49-F238E27FC236}">
                <a16:creationId xmlns:a16="http://schemas.microsoft.com/office/drawing/2014/main" id="{F4218B4A-5BE4-4469-8C6C-796D58A8AB0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11638" y="735013"/>
            <a:ext cx="5172075" cy="2333625"/>
            <a:chOff x="113" y="391"/>
            <a:chExt cx="2715" cy="1225"/>
          </a:xfrm>
        </p:grpSpPr>
        <p:grpSp>
          <p:nvGrpSpPr>
            <p:cNvPr id="83975" name="Group 45">
              <a:extLst>
                <a:ext uri="{FF2B5EF4-FFF2-40B4-BE49-F238E27FC236}">
                  <a16:creationId xmlns:a16="http://schemas.microsoft.com/office/drawing/2014/main" id="{93E3F0F8-9A44-41B7-9B2D-DF9AF396E6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84" y="663"/>
              <a:ext cx="453" cy="533"/>
              <a:chOff x="-876" y="2088"/>
              <a:chExt cx="382" cy="912"/>
            </a:xfrm>
          </p:grpSpPr>
          <p:sp>
            <p:nvSpPr>
              <p:cNvPr id="84005" name="Oval 46">
                <a:extLst>
                  <a:ext uri="{FF2B5EF4-FFF2-40B4-BE49-F238E27FC236}">
                    <a16:creationId xmlns:a16="http://schemas.microsoft.com/office/drawing/2014/main" id="{EA946A45-8DE7-4BD9-BF27-EAD66E6337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06" name="Text Box 47">
                <a:extLst>
                  <a:ext uri="{FF2B5EF4-FFF2-40B4-BE49-F238E27FC236}">
                    <a16:creationId xmlns:a16="http://schemas.microsoft.com/office/drawing/2014/main" id="{2240EB08-FF34-4716-B4AF-C0ECDCA49C8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7"/>
                <a:ext cx="275" cy="4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07" name="Line 48">
                <a:extLst>
                  <a:ext uri="{FF2B5EF4-FFF2-40B4-BE49-F238E27FC236}">
                    <a16:creationId xmlns:a16="http://schemas.microsoft.com/office/drawing/2014/main" id="{CFB12369-4D7F-4397-AF53-0074D3F09B3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3976" name="Group 49">
              <a:extLst>
                <a:ext uri="{FF2B5EF4-FFF2-40B4-BE49-F238E27FC236}">
                  <a16:creationId xmlns:a16="http://schemas.microsoft.com/office/drawing/2014/main" id="{D8FEC307-457C-4788-9250-11376E12D96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791" y="901"/>
              <a:ext cx="454" cy="612"/>
              <a:chOff x="-876" y="2088"/>
              <a:chExt cx="382" cy="912"/>
            </a:xfrm>
          </p:grpSpPr>
          <p:sp>
            <p:nvSpPr>
              <p:cNvPr id="84002" name="Oval 50">
                <a:extLst>
                  <a:ext uri="{FF2B5EF4-FFF2-40B4-BE49-F238E27FC236}">
                    <a16:creationId xmlns:a16="http://schemas.microsoft.com/office/drawing/2014/main" id="{C35C62DE-98A4-470D-AC6F-4A65AA8BC7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-876" y="2088"/>
                <a:ext cx="382" cy="91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03" name="Text Box 51">
                <a:extLst>
                  <a:ext uri="{FF2B5EF4-FFF2-40B4-BE49-F238E27FC236}">
                    <a16:creationId xmlns:a16="http://schemas.microsoft.com/office/drawing/2014/main" id="{73207A41-909B-4D69-B768-1C6626F8271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-817" y="2396"/>
                <a:ext cx="275" cy="40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i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kumimoji="1" lang="en-US" altLang="zh-CN" sz="2800" b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004" name="Line 52">
                <a:extLst>
                  <a:ext uri="{FF2B5EF4-FFF2-40B4-BE49-F238E27FC236}">
                    <a16:creationId xmlns:a16="http://schemas.microsoft.com/office/drawing/2014/main" id="{58BBF32C-0309-46B6-BCFC-FD289077D7A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-876" y="2517"/>
                <a:ext cx="2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3977" name="Oval 53">
              <a:extLst>
                <a:ext uri="{FF2B5EF4-FFF2-40B4-BE49-F238E27FC236}">
                  <a16:creationId xmlns:a16="http://schemas.microsoft.com/office/drawing/2014/main" id="{CB15186F-A430-4805-BEF2-75FDF0D4F89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5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78" name="Oval 54">
              <a:extLst>
                <a:ext uri="{FF2B5EF4-FFF2-40B4-BE49-F238E27FC236}">
                  <a16:creationId xmlns:a16="http://schemas.microsoft.com/office/drawing/2014/main" id="{77CA4F06-A5CD-4234-B3A8-686B9F553E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62" y="1026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79" name="Text Box 55">
              <a:extLst>
                <a:ext uri="{FF2B5EF4-FFF2-40B4-BE49-F238E27FC236}">
                  <a16:creationId xmlns:a16="http://schemas.microsoft.com/office/drawing/2014/main" id="{A5155E19-1E5C-475F-94A4-D975278E29B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4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3980" name="Text Box 56">
              <a:extLst>
                <a:ext uri="{FF2B5EF4-FFF2-40B4-BE49-F238E27FC236}">
                  <a16:creationId xmlns:a16="http://schemas.microsoft.com/office/drawing/2014/main" id="{6B7D92B1-A2D9-4CC3-B45B-03277B50859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9" y="1298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83981" name="Text Box 57">
              <a:extLst>
                <a:ext uri="{FF2B5EF4-FFF2-40B4-BE49-F238E27FC236}">
                  <a16:creationId xmlns:a16="http://schemas.microsoft.com/office/drawing/2014/main" id="{00D2EBF7-BE97-436F-9514-75E0014DC5E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72" y="754"/>
              <a:ext cx="216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3982" name="Text Box 58">
              <a:extLst>
                <a:ext uri="{FF2B5EF4-FFF2-40B4-BE49-F238E27FC236}">
                  <a16:creationId xmlns:a16="http://schemas.microsoft.com/office/drawing/2014/main" id="{EBF14569-39F6-4DA6-A583-837F2873D26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17" y="1343"/>
              <a:ext cx="22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83983" name="Group 59">
              <a:extLst>
                <a:ext uri="{FF2B5EF4-FFF2-40B4-BE49-F238E27FC236}">
                  <a16:creationId xmlns:a16="http://schemas.microsoft.com/office/drawing/2014/main" id="{75202748-F05E-4E3F-A1A8-AB00D09886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39" y="436"/>
              <a:ext cx="280" cy="272"/>
              <a:chOff x="612" y="588"/>
              <a:chExt cx="280" cy="272"/>
            </a:xfrm>
          </p:grpSpPr>
          <p:sp>
            <p:nvSpPr>
              <p:cNvPr id="84000" name="Line 60">
                <a:extLst>
                  <a:ext uri="{FF2B5EF4-FFF2-40B4-BE49-F238E27FC236}">
                    <a16:creationId xmlns:a16="http://schemas.microsoft.com/office/drawing/2014/main" id="{485EA366-D941-4E9E-9A2A-1B32E883000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001" name="Text Box 61">
                <a:extLst>
                  <a:ext uri="{FF2B5EF4-FFF2-40B4-BE49-F238E27FC236}">
                    <a16:creationId xmlns:a16="http://schemas.microsoft.com/office/drawing/2014/main" id="{5F8911BB-3C3E-4268-A596-DA0309D71D8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3984" name="Group 62">
              <a:extLst>
                <a:ext uri="{FF2B5EF4-FFF2-40B4-BE49-F238E27FC236}">
                  <a16:creationId xmlns:a16="http://schemas.microsoft.com/office/drawing/2014/main" id="{47E1B268-76CF-40EE-ACE0-B221853DC21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86" y="391"/>
              <a:ext cx="377" cy="300"/>
              <a:chOff x="2839" y="174"/>
              <a:chExt cx="377" cy="300"/>
            </a:xfrm>
          </p:grpSpPr>
          <p:sp>
            <p:nvSpPr>
              <p:cNvPr id="83998" name="Line 63">
                <a:extLst>
                  <a:ext uri="{FF2B5EF4-FFF2-40B4-BE49-F238E27FC236}">
                    <a16:creationId xmlns:a16="http://schemas.microsoft.com/office/drawing/2014/main" id="{26B76D47-F091-49E7-BD1E-D5F74B687E2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999" name="Text Box 64">
                <a:extLst>
                  <a:ext uri="{FF2B5EF4-FFF2-40B4-BE49-F238E27FC236}">
                    <a16:creationId xmlns:a16="http://schemas.microsoft.com/office/drawing/2014/main" id="{C48A859E-E8BA-471E-87EB-9EB1138C9E0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2843" y="174"/>
                <a:ext cx="373" cy="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3985" name="Group 65">
              <a:extLst>
                <a:ext uri="{FF2B5EF4-FFF2-40B4-BE49-F238E27FC236}">
                  <a16:creationId xmlns:a16="http://schemas.microsoft.com/office/drawing/2014/main" id="{93D8600E-0182-4733-BF07-5ACB091856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47" y="482"/>
              <a:ext cx="280" cy="272"/>
              <a:chOff x="612" y="588"/>
              <a:chExt cx="280" cy="272"/>
            </a:xfrm>
          </p:grpSpPr>
          <p:sp>
            <p:nvSpPr>
              <p:cNvPr id="83996" name="Line 66">
                <a:extLst>
                  <a:ext uri="{FF2B5EF4-FFF2-40B4-BE49-F238E27FC236}">
                    <a16:creationId xmlns:a16="http://schemas.microsoft.com/office/drawing/2014/main" id="{87ECF2C9-0D70-4740-8F7C-AB6FDF7DCC7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997" name="Text Box 67">
                <a:extLst>
                  <a:ext uri="{FF2B5EF4-FFF2-40B4-BE49-F238E27FC236}">
                    <a16:creationId xmlns:a16="http://schemas.microsoft.com/office/drawing/2014/main" id="{DC579516-14D1-40E7-95C9-FE9B6ED3D78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612" y="588"/>
                <a:ext cx="280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b="1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="1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3986" name="Rectangle 68">
              <a:extLst>
                <a:ext uri="{FF2B5EF4-FFF2-40B4-BE49-F238E27FC236}">
                  <a16:creationId xmlns:a16="http://schemas.microsoft.com/office/drawing/2014/main" id="{CE674C57-5AE8-447B-AA1E-644E623972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57" y="391"/>
              <a:ext cx="1678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87" name="Line 69">
              <a:extLst>
                <a:ext uri="{FF2B5EF4-FFF2-40B4-BE49-F238E27FC236}">
                  <a16:creationId xmlns:a16="http://schemas.microsoft.com/office/drawing/2014/main" id="{8589552B-2A8C-4539-A0A3-74B088FC858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44" y="391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8" name="Rectangle 70">
              <a:extLst>
                <a:ext uri="{FF2B5EF4-FFF2-40B4-BE49-F238E27FC236}">
                  <a16:creationId xmlns:a16="http://schemas.microsoft.com/office/drawing/2014/main" id="{F9733CBC-81DB-4F8B-9BFF-9FBFF9DC3CC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11" y="57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89" name="Rectangle 71">
              <a:extLst>
                <a:ext uri="{FF2B5EF4-FFF2-40B4-BE49-F238E27FC236}">
                  <a16:creationId xmlns:a16="http://schemas.microsoft.com/office/drawing/2014/main" id="{3CA79BC1-EDC4-4264-A947-09A467C3804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98" y="52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0" name="Rectangle 72">
              <a:extLst>
                <a:ext uri="{FF2B5EF4-FFF2-40B4-BE49-F238E27FC236}">
                  <a16:creationId xmlns:a16="http://schemas.microsoft.com/office/drawing/2014/main" id="{DED40E9F-933F-4DC5-99DC-328CB916CCE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90" y="799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1" name="Text Box 73">
              <a:extLst>
                <a:ext uri="{FF2B5EF4-FFF2-40B4-BE49-F238E27FC236}">
                  <a16:creationId xmlns:a16="http://schemas.microsoft.com/office/drawing/2014/main" id="{D1722C25-5624-4086-B25D-313A8A3FDEE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3" y="980"/>
              <a:ext cx="44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S1</a:t>
              </a:r>
              <a:endPara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2" name="Text Box 74">
              <a:extLst>
                <a:ext uri="{FF2B5EF4-FFF2-40B4-BE49-F238E27FC236}">
                  <a16:creationId xmlns:a16="http://schemas.microsoft.com/office/drawing/2014/main" id="{85A9D3DE-F52E-4873-814A-A25ADA7E5AA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20" y="1117"/>
              <a:ext cx="54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S2</a:t>
              </a:r>
              <a:endPara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3" name="Text Box 75">
              <a:extLst>
                <a:ext uri="{FF2B5EF4-FFF2-40B4-BE49-F238E27FC236}">
                  <a16:creationId xmlns:a16="http://schemas.microsoft.com/office/drawing/2014/main" id="{06C04DDB-57D5-4574-8FCD-E8FFD20BFB9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3" y="527"/>
              <a:ext cx="401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4" name="Text Box 76">
              <a:extLst>
                <a:ext uri="{FF2B5EF4-FFF2-40B4-BE49-F238E27FC236}">
                  <a16:creationId xmlns:a16="http://schemas.microsoft.com/office/drawing/2014/main" id="{42D422CC-1463-4DFD-B09D-AAEEBBBAB57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35" y="527"/>
              <a:ext cx="42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endPara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995" name="Text Box 77">
              <a:extLst>
                <a:ext uri="{FF2B5EF4-FFF2-40B4-BE49-F238E27FC236}">
                  <a16:creationId xmlns:a16="http://schemas.microsoft.com/office/drawing/2014/main" id="{5E3C7974-D376-4E3F-9E60-44849E1C525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26" y="799"/>
              <a:ext cx="402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endPara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2" grpId="0" animBg="1" autoUpdateAnimBg="0"/>
      <p:bldP spid="196613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5" name="Text Box 3">
            <a:extLst>
              <a:ext uri="{FF2B5EF4-FFF2-40B4-BE49-F238E27FC236}">
                <a16:creationId xmlns:a16="http://schemas.microsoft.com/office/drawing/2014/main" id="{1ED6E984-005E-4333-A25C-AA8E9D373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295400"/>
            <a:ext cx="24479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jk</a:t>
            </a: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 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互电阻</a:t>
            </a:r>
          </a:p>
        </p:txBody>
      </p:sp>
      <p:sp>
        <p:nvSpPr>
          <p:cNvPr id="197636" name="Rectangle 4">
            <a:extLst>
              <a:ext uri="{FF2B5EF4-FFF2-40B4-BE49-F238E27FC236}">
                <a16:creationId xmlns:a16="http://schemas.microsoft.com/office/drawing/2014/main" id="{EDA20193-F48B-40FD-BC9C-35C9B343E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943100"/>
            <a:ext cx="669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: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流过互阻的两个网孔电流方向相同；</a:t>
            </a:r>
          </a:p>
        </p:txBody>
      </p:sp>
      <p:sp>
        <p:nvSpPr>
          <p:cNvPr id="197637" name="Rectangle 5">
            <a:extLst>
              <a:ext uri="{FF2B5EF4-FFF2-40B4-BE49-F238E27FC236}">
                <a16:creationId xmlns:a16="http://schemas.microsoft.com/office/drawing/2014/main" id="{7DCDD602-F555-454E-93CF-D9BB9BFE6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2592388"/>
            <a:ext cx="69135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: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流过互阻的两个网孔电流方向相反；</a:t>
            </a:r>
          </a:p>
        </p:txBody>
      </p:sp>
      <p:sp>
        <p:nvSpPr>
          <p:cNvPr id="197638" name="Text Box 6">
            <a:extLst>
              <a:ext uri="{FF2B5EF4-FFF2-40B4-BE49-F238E27FC236}">
                <a16:creationId xmlns:a16="http://schemas.microsoft.com/office/drawing/2014/main" id="{A9D3B4FB-7081-4489-A961-0B6B7D6EC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197225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 :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无关。</a:t>
            </a:r>
          </a:p>
        </p:txBody>
      </p:sp>
      <p:sp>
        <p:nvSpPr>
          <p:cNvPr id="197639" name="AutoShape 7">
            <a:extLst>
              <a:ext uri="{FF2B5EF4-FFF2-40B4-BE49-F238E27FC236}">
                <a16:creationId xmlns:a16="http://schemas.microsoft.com/office/drawing/2014/main" id="{3208680E-6AF8-4F43-A2FA-1926B3D7A9A0}"/>
              </a:ext>
            </a:extLst>
          </p:cNvPr>
          <p:cNvSpPr>
            <a:spLocks/>
          </p:cNvSpPr>
          <p:nvPr/>
        </p:nvSpPr>
        <p:spPr bwMode="auto">
          <a:xfrm>
            <a:off x="971550" y="2276475"/>
            <a:ext cx="215900" cy="1439863"/>
          </a:xfrm>
          <a:prstGeom prst="leftBrace">
            <a:avLst>
              <a:gd name="adj1" fmla="val 5557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7640" name="Text Box 8">
            <a:extLst>
              <a:ext uri="{FF2B5EF4-FFF2-40B4-BE49-F238E27FC236}">
                <a16:creationId xmlns:a16="http://schemas.microsoft.com/office/drawing/2014/main" id="{1B16CCF1-899A-4B79-8CCF-7DF6A69E7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19138"/>
            <a:ext cx="3816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kk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 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自电阻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总为正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197642" name="Group 10">
            <a:extLst>
              <a:ext uri="{FF2B5EF4-FFF2-40B4-BE49-F238E27FC236}">
                <a16:creationId xmlns:a16="http://schemas.microsoft.com/office/drawing/2014/main" id="{BB8BAA80-BB96-44AB-A4F8-2DB412CC7BC0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115888"/>
            <a:ext cx="1644650" cy="850900"/>
            <a:chOff x="385" y="3022"/>
            <a:chExt cx="1036" cy="536"/>
          </a:xfrm>
        </p:grpSpPr>
        <p:pic>
          <p:nvPicPr>
            <p:cNvPr id="85005" name="Picture 11" descr="123">
              <a:extLst>
                <a:ext uri="{FF2B5EF4-FFF2-40B4-BE49-F238E27FC236}">
                  <a16:creationId xmlns:a16="http://schemas.microsoft.com/office/drawing/2014/main" id="{F9C6445B-2FEB-48E1-B2EB-7D18C17222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006" name="Text Box 12">
              <a:extLst>
                <a:ext uri="{FF2B5EF4-FFF2-40B4-BE49-F238E27FC236}">
                  <a16:creationId xmlns:a16="http://schemas.microsoft.com/office/drawing/2014/main" id="{48BDA1E5-6A64-46A0-8A47-7C535238F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sp>
        <p:nvSpPr>
          <p:cNvPr id="197645" name="Line 13">
            <a:extLst>
              <a:ext uri="{FF2B5EF4-FFF2-40B4-BE49-F238E27FC236}">
                <a16:creationId xmlns:a16="http://schemas.microsoft.com/office/drawing/2014/main" id="{87B0EE54-6F07-48B1-8374-B4A474F98F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1628775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49944E30-9631-470A-BBFC-A766A6F5D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" y="3876675"/>
            <a:ext cx="7493000" cy="5238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当电路不含受控源时，互电阻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jk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R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kj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endParaRPr kumimoji="1"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4A480D8A-38B5-4F29-BCCB-DB0411223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616450"/>
            <a:ext cx="7200900" cy="13843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思考：（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）当支路电压不能直接用网孔电流表示时；或（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）当电路含有受控源元件时，如何用观察法列写网孔电流方程？</a:t>
            </a:r>
          </a:p>
        </p:txBody>
      </p:sp>
      <p:pic>
        <p:nvPicPr>
          <p:cNvPr id="16" name="Picture 1067" descr="PE01753_">
            <a:extLst>
              <a:ext uri="{FF2B5EF4-FFF2-40B4-BE49-F238E27FC236}">
                <a16:creationId xmlns:a16="http://schemas.microsoft.com/office/drawing/2014/main" id="{B2588830-9551-41DE-80FB-8D5ED1B89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4600575"/>
            <a:ext cx="982663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97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9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9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autoUpdateAnimBg="0"/>
      <p:bldP spid="197636" grpId="0" autoUpdateAnimBg="0"/>
      <p:bldP spid="197637" grpId="0" autoUpdateAnimBg="0"/>
      <p:bldP spid="197638" grpId="0" autoUpdateAnimBg="0"/>
      <p:bldP spid="197639" grpId="0" animBg="1"/>
      <p:bldP spid="197640" grpId="0" build="p" autoUpdateAnimBg="0"/>
      <p:bldP spid="14" grpId="0" animBg="1" autoUpdateAnimBg="0"/>
      <p:bldP spid="15" grpId="0" animBg="1"/>
      <p:bldP spid="15" grpId="1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562E4E-B4BE-4666-B6A0-545B5D379D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65713" y="5846763"/>
            <a:ext cx="514350" cy="36512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CFEBF4-B92C-4943-AE1E-197B36EBD35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0" name="矩形 4">
            <a:extLst>
              <a:ext uri="{FF2B5EF4-FFF2-40B4-BE49-F238E27FC236}">
                <a16:creationId xmlns:a16="http://schemas.microsoft.com/office/drawing/2014/main" id="{BD74A063-A569-449C-9F88-D1E0837AB89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04825" y="995362"/>
            <a:ext cx="6426200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/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网孔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网孔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网孔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的自电阻分别为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</a:t>
            </a:r>
            <a:r>
              <a:rPr kumimoji="0" lang="el-G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021" name="矩形 5">
            <a:extLst>
              <a:ext uri="{FF2B5EF4-FFF2-40B4-BE49-F238E27FC236}">
                <a16:creationId xmlns:a16="http://schemas.microsoft.com/office/drawing/2014/main" id="{EF3E5B10-1753-47B7-BA14-124FF57CB89B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2" name="矩形 6">
            <a:extLst>
              <a:ext uri="{FF2B5EF4-FFF2-40B4-BE49-F238E27FC236}">
                <a16:creationId xmlns:a16="http://schemas.microsoft.com/office/drawing/2014/main" id="{F9B08A14-3C8B-4531-8EA3-45662A25239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4718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3" name="矩形 7">
            <a:extLst>
              <a:ext uri="{FF2B5EF4-FFF2-40B4-BE49-F238E27FC236}">
                <a16:creationId xmlns:a16="http://schemas.microsoft.com/office/drawing/2014/main" id="{F58683BF-1E9B-4B8D-8CB5-9F59C3721EF7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1576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4" name="矩形 8">
            <a:extLst>
              <a:ext uri="{FF2B5EF4-FFF2-40B4-BE49-F238E27FC236}">
                <a16:creationId xmlns:a16="http://schemas.microsoft.com/office/drawing/2014/main" id="{F4992FE2-CEE2-46C2-A2DC-7599F5453D7D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4843463"/>
            <a:ext cx="1519064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5" name="椭圆 9">
            <a:extLst>
              <a:ext uri="{FF2B5EF4-FFF2-40B4-BE49-F238E27FC236}">
                <a16:creationId xmlns:a16="http://schemas.microsoft.com/office/drawing/2014/main" id="{F1CCCF97-0F1F-46F9-8429-D64FFCB5424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6" name="椭圆 10">
            <a:extLst>
              <a:ext uri="{FF2B5EF4-FFF2-40B4-BE49-F238E27FC236}">
                <a16:creationId xmlns:a16="http://schemas.microsoft.com/office/drawing/2014/main" id="{2A5A22EC-B9DF-4F86-8B7E-6B6725B7E07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7" name="椭圆 11">
            <a:extLst>
              <a:ext uri="{FF2B5EF4-FFF2-40B4-BE49-F238E27FC236}">
                <a16:creationId xmlns:a16="http://schemas.microsoft.com/office/drawing/2014/main" id="{122E75A6-B7F4-4011-9CF5-92E30ECDA7F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2219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8" name="椭圆 12">
            <a:extLst>
              <a:ext uri="{FF2B5EF4-FFF2-40B4-BE49-F238E27FC236}">
                <a16:creationId xmlns:a16="http://schemas.microsoft.com/office/drawing/2014/main" id="{7B6EDFB2-3831-4B7C-AACD-0026533AF41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9077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9" name="矩形: 圆角 13">
            <a:extLst>
              <a:ext uri="{FF2B5EF4-FFF2-40B4-BE49-F238E27FC236}">
                <a16:creationId xmlns:a16="http://schemas.microsoft.com/office/drawing/2014/main" id="{FA7B142D-7579-4D4B-8E69-30D6351EDF1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940152" y="5435600"/>
            <a:ext cx="1543050" cy="411163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提交</a:t>
            </a:r>
          </a:p>
        </p:txBody>
      </p:sp>
      <p:pic>
        <p:nvPicPr>
          <p:cNvPr id="86031" name="图片 64">
            <a:extLst>
              <a:ext uri="{FF2B5EF4-FFF2-40B4-BE49-F238E27FC236}">
                <a16:creationId xmlns:a16="http://schemas.microsoft.com/office/drawing/2014/main" id="{06203233-C613-44C8-B771-24722FFA9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88" y="1785938"/>
            <a:ext cx="483870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97D2F4FE-6893-4DDF-9225-C6634E9A7C6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5EB98A2C-FBFA-437E-8B3B-9B4A2927CB2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032" name="ColorBlock">
              <a:extLst>
                <a:ext uri="{FF2B5EF4-FFF2-40B4-BE49-F238E27FC236}">
                  <a16:creationId xmlns:a16="http://schemas.microsoft.com/office/drawing/2014/main" id="{5114E5B8-C9A9-4C62-BA19-5F1CE44A5AA7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33" name="TypeText">
              <a:extLst>
                <a:ext uri="{FF2B5EF4-FFF2-40B4-BE49-F238E27FC236}">
                  <a16:creationId xmlns:a16="http://schemas.microsoft.com/office/drawing/2014/main" id="{8C38B659-EE6C-4687-80F5-CBDA30DDF3E8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270000" cy="63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单选题</a:t>
              </a:r>
            </a:p>
          </p:txBody>
        </p:sp>
        <p:sp>
          <p:nvSpPr>
            <p:cNvPr id="6" name="TipText">
              <a:extLst>
                <a:ext uri="{FF2B5EF4-FFF2-40B4-BE49-F238E27FC236}">
                  <a16:creationId xmlns:a16="http://schemas.microsoft.com/office/drawing/2014/main" id="{6D33F223-7EFE-41D8-A8A0-A530A07F948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1955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FFF55010-2F7E-4126-BD1B-7893EF4E8EB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14310891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562E4E-B4BE-4666-B6A0-545B5D379D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65713" y="5846763"/>
            <a:ext cx="514350" cy="365125"/>
          </a:xfrm>
        </p:spPr>
        <p:txBody>
          <a:bodyPr/>
          <a:lstStyle/>
          <a:p>
            <a:pPr>
              <a:defRPr/>
            </a:pPr>
            <a:fld id="{F4CFEBF4-B92C-4943-AE1E-197B36EBD353}" type="slidenum">
              <a:rPr lang="zh-CN" altLang="en-US" smtClean="0"/>
              <a:pPr>
                <a:defRPr/>
              </a:pPr>
              <a:t>64</a:t>
            </a:fld>
            <a:endParaRPr lang="en-US" altLang="zh-CN"/>
          </a:p>
        </p:txBody>
      </p:sp>
      <p:sp>
        <p:nvSpPr>
          <p:cNvPr id="86020" name="矩形 4">
            <a:extLst>
              <a:ext uri="{FF2B5EF4-FFF2-40B4-BE49-F238E27FC236}">
                <a16:creationId xmlns:a16="http://schemas.microsoft.com/office/drawing/2014/main" id="{BD74A063-A569-449C-9F88-D1E0837AB89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04825" y="1228725"/>
            <a:ext cx="64262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的互电阻、网孔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互电阻分别为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Ω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6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86021" name="矩形 5">
            <a:extLst>
              <a:ext uri="{FF2B5EF4-FFF2-40B4-BE49-F238E27FC236}">
                <a16:creationId xmlns:a16="http://schemas.microsoft.com/office/drawing/2014/main" id="{EF3E5B10-1753-47B7-BA14-124FF57CB89B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-3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-1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6022" name="矩形 6">
            <a:extLst>
              <a:ext uri="{FF2B5EF4-FFF2-40B4-BE49-F238E27FC236}">
                <a16:creationId xmlns:a16="http://schemas.microsoft.com/office/drawing/2014/main" id="{F9B08A14-3C8B-4531-8EA3-45662A25239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4718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3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-1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6023" name="矩形 7">
            <a:extLst>
              <a:ext uri="{FF2B5EF4-FFF2-40B4-BE49-F238E27FC236}">
                <a16:creationId xmlns:a16="http://schemas.microsoft.com/office/drawing/2014/main" id="{F58683BF-1E9B-4B8D-8CB5-9F59C3721EF7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1576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-3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1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6024" name="矩形 8">
            <a:extLst>
              <a:ext uri="{FF2B5EF4-FFF2-40B4-BE49-F238E27FC236}">
                <a16:creationId xmlns:a16="http://schemas.microsoft.com/office/drawing/2014/main" id="{F4992FE2-CEE2-46C2-A2DC-7599F5453D7D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4843463"/>
            <a:ext cx="6400800" cy="642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3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1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6025" name="椭圆 9">
            <a:extLst>
              <a:ext uri="{FF2B5EF4-FFF2-40B4-BE49-F238E27FC236}">
                <a16:creationId xmlns:a16="http://schemas.microsoft.com/office/drawing/2014/main" id="{F1CCCF97-0F1F-46F9-8429-D64FFCB5424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A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6026" name="椭圆 10">
            <a:extLst>
              <a:ext uri="{FF2B5EF4-FFF2-40B4-BE49-F238E27FC236}">
                <a16:creationId xmlns:a16="http://schemas.microsoft.com/office/drawing/2014/main" id="{2A5A22EC-B9DF-4F86-8B7E-6B6725B7E07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B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6027" name="椭圆 11">
            <a:extLst>
              <a:ext uri="{FF2B5EF4-FFF2-40B4-BE49-F238E27FC236}">
                <a16:creationId xmlns:a16="http://schemas.microsoft.com/office/drawing/2014/main" id="{122E75A6-B7F4-4011-9CF5-92E30ECDA7F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221956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C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6028" name="椭圆 12">
            <a:extLst>
              <a:ext uri="{FF2B5EF4-FFF2-40B4-BE49-F238E27FC236}">
                <a16:creationId xmlns:a16="http://schemas.microsoft.com/office/drawing/2014/main" id="{7B6EDFB2-3831-4B7C-AACD-0026533AF41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907756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D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6029" name="矩形: 圆角 13">
            <a:extLst>
              <a:ext uri="{FF2B5EF4-FFF2-40B4-BE49-F238E27FC236}">
                <a16:creationId xmlns:a16="http://schemas.microsoft.com/office/drawing/2014/main" id="{FA7B142D-7579-4D4B-8E69-30D6351EDF1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940152" y="5435600"/>
            <a:ext cx="1543050" cy="411163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</a:rPr>
              <a:t>提交</a:t>
            </a:r>
          </a:p>
        </p:txBody>
      </p:sp>
      <p:pic>
        <p:nvPicPr>
          <p:cNvPr id="86031" name="图片 64">
            <a:extLst>
              <a:ext uri="{FF2B5EF4-FFF2-40B4-BE49-F238E27FC236}">
                <a16:creationId xmlns:a16="http://schemas.microsoft.com/office/drawing/2014/main" id="{06203233-C613-44C8-B771-24722FFA9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88" y="1785938"/>
            <a:ext cx="483870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D448A6CC-442B-4E04-8770-BEBE9F05FA3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BE99B33B-3907-450F-9055-A5B38396EFA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032" name="ColorBlock">
              <a:extLst>
                <a:ext uri="{FF2B5EF4-FFF2-40B4-BE49-F238E27FC236}">
                  <a16:creationId xmlns:a16="http://schemas.microsoft.com/office/drawing/2014/main" id="{5114E5B8-C9A9-4C62-BA19-5F1CE44A5AA7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6033" name="TypeText">
              <a:extLst>
                <a:ext uri="{FF2B5EF4-FFF2-40B4-BE49-F238E27FC236}">
                  <a16:creationId xmlns:a16="http://schemas.microsoft.com/office/drawing/2014/main" id="{8C38B659-EE6C-4687-80F5-CBDA30DDF3E8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270000" cy="63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</a:rPr>
                <a:t>单选题</a:t>
              </a:r>
            </a:p>
          </p:txBody>
        </p:sp>
        <p:sp>
          <p:nvSpPr>
            <p:cNvPr id="6" name="TipText">
              <a:extLst>
                <a:ext uri="{FF2B5EF4-FFF2-40B4-BE49-F238E27FC236}">
                  <a16:creationId xmlns:a16="http://schemas.microsoft.com/office/drawing/2014/main" id="{38F81617-C78C-49D7-A4CC-3FEEA2C177A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1955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0C1EE9F5-0EC3-4658-A744-D9362521FDE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椭圆 29">
            <a:extLst>
              <a:ext uri="{FF2B5EF4-FFF2-40B4-BE49-F238E27FC236}">
                <a16:creationId xmlns:a16="http://schemas.microsoft.com/office/drawing/2014/main" id="{D9244D80-EE96-42EC-A9AD-7F62A6A04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4454525"/>
            <a:ext cx="431800" cy="487363"/>
          </a:xfrm>
          <a:prstGeom prst="ellipse">
            <a:avLst/>
          </a:prstGeom>
          <a:solidFill>
            <a:schemeClr val="accent1"/>
          </a:solidFill>
          <a:ln w="1588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562E4E-B4BE-4666-B6A0-545B5D379D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35550" y="5802313"/>
            <a:ext cx="514350" cy="365125"/>
          </a:xfrm>
        </p:spPr>
        <p:txBody>
          <a:bodyPr/>
          <a:lstStyle/>
          <a:p>
            <a:pPr>
              <a:defRPr/>
            </a:pPr>
            <a:fld id="{80003F3F-E92E-4463-A9E5-526F90E24FC5}" type="slidenum">
              <a:rPr lang="zh-CN" altLang="en-US" smtClean="0"/>
              <a:pPr>
                <a:defRPr/>
              </a:pPr>
              <a:t>65</a:t>
            </a:fld>
            <a:endParaRPr lang="en-US" altLang="zh-CN"/>
          </a:p>
        </p:txBody>
      </p:sp>
      <p:sp>
        <p:nvSpPr>
          <p:cNvPr id="87045" name="矩形 4">
            <a:extLst>
              <a:ext uri="{FF2B5EF4-FFF2-40B4-BE49-F238E27FC236}">
                <a16:creationId xmlns:a16="http://schemas.microsoft.com/office/drawing/2014/main" id="{F953CEAA-9058-45AD-8BBA-A46635D69CE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6713" y="763588"/>
            <a:ext cx="8021711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的自电阻、网孔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的自电阻、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网孔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的互电阻为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u="sng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lang="el-GR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Ω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6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87046" name="矩形 5">
            <a:extLst>
              <a:ext uri="{FF2B5EF4-FFF2-40B4-BE49-F238E27FC236}">
                <a16:creationId xmlns:a16="http://schemas.microsoft.com/office/drawing/2014/main" id="{358EDE6B-9085-45F0-9C63-EA205C42CFE4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4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7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-3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7047" name="矩形 6">
            <a:extLst>
              <a:ext uri="{FF2B5EF4-FFF2-40B4-BE49-F238E27FC236}">
                <a16:creationId xmlns:a16="http://schemas.microsoft.com/office/drawing/2014/main" id="{908A68AA-887D-48A9-8499-34B4825C9594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5625" y="3471863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1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7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-3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7048" name="矩形 7">
            <a:extLst>
              <a:ext uri="{FF2B5EF4-FFF2-40B4-BE49-F238E27FC236}">
                <a16:creationId xmlns:a16="http://schemas.microsoft.com/office/drawing/2014/main" id="{260CEE22-9ABF-4E7A-8F51-482D6D7B8B50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41500" y="4157663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4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3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0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7049" name="矩形 8">
            <a:extLst>
              <a:ext uri="{FF2B5EF4-FFF2-40B4-BE49-F238E27FC236}">
                <a16:creationId xmlns:a16="http://schemas.microsoft.com/office/drawing/2014/main" id="{83755402-153D-41FB-AB48-57DB8BD28DF0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08163" y="4843463"/>
            <a:ext cx="640080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rgbClr val="000000"/>
                </a:solidFill>
              </a:rPr>
              <a:t>1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3</a:t>
            </a:r>
            <a:r>
              <a:rPr lang="zh-CN" altLang="en-US" sz="2600" dirty="0">
                <a:solidFill>
                  <a:srgbClr val="000000"/>
                </a:solidFill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</a:rPr>
              <a:t>0</a:t>
            </a: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87050" name="椭圆 9">
            <a:extLst>
              <a:ext uri="{FF2B5EF4-FFF2-40B4-BE49-F238E27FC236}">
                <a16:creationId xmlns:a16="http://schemas.microsoft.com/office/drawing/2014/main" id="{E540FE33-F629-4DF8-9040-9726DB5C62D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081088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A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7051" name="椭圆 10">
            <a:extLst>
              <a:ext uri="{FF2B5EF4-FFF2-40B4-BE49-F238E27FC236}">
                <a16:creationId xmlns:a16="http://schemas.microsoft.com/office/drawing/2014/main" id="{8321C0A7-B395-4F60-B1FB-1CA6540B8C6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046163" y="35353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B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7052" name="椭圆 11">
            <a:extLst>
              <a:ext uri="{FF2B5EF4-FFF2-40B4-BE49-F238E27FC236}">
                <a16:creationId xmlns:a16="http://schemas.microsoft.com/office/drawing/2014/main" id="{D588C396-6361-4D37-9AC3-ADD805B0B32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060450" y="42211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C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7053" name="椭圆 12">
            <a:extLst>
              <a:ext uri="{FF2B5EF4-FFF2-40B4-BE49-F238E27FC236}">
                <a16:creationId xmlns:a16="http://schemas.microsoft.com/office/drawing/2014/main" id="{1E9AA265-A22C-4719-84E1-E234CA1815B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046163" y="49069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FFFF"/>
                </a:solidFill>
              </a:rPr>
              <a:t>D</a:t>
            </a:r>
            <a:endParaRPr lang="zh-CN" altLang="en-US" sz="1600">
              <a:solidFill>
                <a:srgbClr val="FFFFFF"/>
              </a:solidFill>
            </a:endParaRPr>
          </a:p>
        </p:txBody>
      </p:sp>
      <p:sp>
        <p:nvSpPr>
          <p:cNvPr id="87054" name="矩形: 圆角 13">
            <a:extLst>
              <a:ext uri="{FF2B5EF4-FFF2-40B4-BE49-F238E27FC236}">
                <a16:creationId xmlns:a16="http://schemas.microsoft.com/office/drawing/2014/main" id="{2B494790-D755-43EF-824A-5FC81090045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203950" y="5357813"/>
            <a:ext cx="1543050" cy="4127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FFFF"/>
                </a:solidFill>
              </a:rPr>
              <a:t>提交</a:t>
            </a:r>
          </a:p>
        </p:txBody>
      </p:sp>
      <p:pic>
        <p:nvPicPr>
          <p:cNvPr id="87056" name="图片 64">
            <a:extLst>
              <a:ext uri="{FF2B5EF4-FFF2-40B4-BE49-F238E27FC236}">
                <a16:creationId xmlns:a16="http://schemas.microsoft.com/office/drawing/2014/main" id="{68890C13-D336-4BC7-ACEA-14C324B32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88" y="1785938"/>
            <a:ext cx="483870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7057" name="直接连接符 17">
            <a:extLst>
              <a:ext uri="{FF2B5EF4-FFF2-40B4-BE49-F238E27FC236}">
                <a16:creationId xmlns:a16="http://schemas.microsoft.com/office/drawing/2014/main" id="{8129B583-CFCB-4E2B-B997-7330EFD7FB06}"/>
              </a:ext>
            </a:extLst>
          </p:cNvPr>
          <p:cNvCxnSpPr>
            <a:cxnSpLocks/>
          </p:cNvCxnSpPr>
          <p:nvPr/>
        </p:nvCxnSpPr>
        <p:spPr bwMode="auto">
          <a:xfrm flipH="1">
            <a:off x="5132388" y="2276475"/>
            <a:ext cx="1023937" cy="243363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058" name="直接连接符 20">
            <a:extLst>
              <a:ext uri="{FF2B5EF4-FFF2-40B4-BE49-F238E27FC236}">
                <a16:creationId xmlns:a16="http://schemas.microsoft.com/office/drawing/2014/main" id="{E14F6118-6E81-4D9E-955C-C01FA1F376E9}"/>
              </a:ext>
            </a:extLst>
          </p:cNvPr>
          <p:cNvCxnSpPr>
            <a:cxnSpLocks/>
          </p:cNvCxnSpPr>
          <p:nvPr/>
        </p:nvCxnSpPr>
        <p:spPr bwMode="auto">
          <a:xfrm flipH="1">
            <a:off x="5867400" y="3949700"/>
            <a:ext cx="304800" cy="78105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059" name="直接连接符 27">
            <a:extLst>
              <a:ext uri="{FF2B5EF4-FFF2-40B4-BE49-F238E27FC236}">
                <a16:creationId xmlns:a16="http://schemas.microsoft.com/office/drawing/2014/main" id="{B6F6826A-AA80-46CF-A985-188971BC1CD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132388" y="4703763"/>
            <a:ext cx="735012" cy="26987"/>
          </a:xfrm>
          <a:prstGeom prst="line">
            <a:avLst/>
          </a:prstGeom>
          <a:noFill/>
          <a:ln w="1588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7062" name="TypeText">
            <a:extLst>
              <a:ext uri="{FF2B5EF4-FFF2-40B4-BE49-F238E27FC236}">
                <a16:creationId xmlns:a16="http://schemas.microsoft.com/office/drawing/2014/main" id="{005A1847-4631-441F-9B7F-B732E8B08BE5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54000" y="0"/>
            <a:ext cx="1270000" cy="634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</a:rPr>
              <a:t>单选题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6218F8B-7C73-4F80-8119-109EA6475B14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21982524-7AA0-4104-8126-DBB15798F9C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061" name="TypeText">
              <a:extLst>
                <a:ext uri="{FF2B5EF4-FFF2-40B4-BE49-F238E27FC236}">
                  <a16:creationId xmlns:a16="http://schemas.microsoft.com/office/drawing/2014/main" id="{F1B9902C-5D2E-492E-A244-0B9BCF0349C6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270000" cy="6349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FFFF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</a:rPr>
                <a:t>单选题</a:t>
              </a:r>
            </a:p>
          </p:txBody>
        </p:sp>
        <p:sp>
          <p:nvSpPr>
            <p:cNvPr id="87060" name="ColorBlock">
              <a:extLst>
                <a:ext uri="{FF2B5EF4-FFF2-40B4-BE49-F238E27FC236}">
                  <a16:creationId xmlns:a16="http://schemas.microsoft.com/office/drawing/2014/main" id="{ED09B489-DD5D-4E15-9C60-F5D2D6CA9B4C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254000" cy="634926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TipText">
              <a:extLst>
                <a:ext uri="{FF2B5EF4-FFF2-40B4-BE49-F238E27FC236}">
                  <a16:creationId xmlns:a16="http://schemas.microsoft.com/office/drawing/2014/main" id="{0236125D-2288-44A6-B325-4CB100EDBC8B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1955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ABCFD32-D858-45F6-844D-A6BF6F2738BF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938" name="Object 2">
            <a:extLst>
              <a:ext uri="{FF2B5EF4-FFF2-40B4-BE49-F238E27FC236}">
                <a16:creationId xmlns:a16="http://schemas.microsoft.com/office/drawing/2014/main" id="{25AD4620-F8FA-4A9A-9FA4-675ABBC183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3500438"/>
          <a:ext cx="105727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76" name="Visio" r:id="rId3" imgW="832104" imgH="1595310" progId="Visio.Drawing.11">
                  <p:embed/>
                </p:oleObj>
              </mc:Choice>
              <mc:Fallback>
                <p:oleObj name="Visio" r:id="rId3" imgW="832104" imgH="159531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500438"/>
                        <a:ext cx="1057275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39" name="Object 3">
            <a:extLst>
              <a:ext uri="{FF2B5EF4-FFF2-40B4-BE49-F238E27FC236}">
                <a16:creationId xmlns:a16="http://schemas.microsoft.com/office/drawing/2014/main" id="{2B432EFE-1330-4E9D-90F4-3E718C9AED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3573463"/>
          <a:ext cx="105727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77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73463"/>
                        <a:ext cx="1057275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0" name="Object 4">
            <a:extLst>
              <a:ext uri="{FF2B5EF4-FFF2-40B4-BE49-F238E27FC236}">
                <a16:creationId xmlns:a16="http://schemas.microsoft.com/office/drawing/2014/main" id="{51A6BE23-55BF-4018-BA5F-B77990005334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827088" y="1482725"/>
          <a:ext cx="7126287" cy="446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78" name="Visio" r:id="rId7" imgW="4748784" imgH="2976982" progId="Visio.Drawing.11">
                  <p:embed/>
                </p:oleObj>
              </mc:Choice>
              <mc:Fallback>
                <p:oleObj name="Visio" r:id="rId7" imgW="4748784" imgH="297698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482725"/>
                        <a:ext cx="7126287" cy="446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1" name="Object 5">
            <a:extLst>
              <a:ext uri="{FF2B5EF4-FFF2-40B4-BE49-F238E27FC236}">
                <a16:creationId xmlns:a16="http://schemas.microsoft.com/office/drawing/2014/main" id="{B2848EF4-0143-491C-A466-F7783952DA74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1979613" y="4292600"/>
          <a:ext cx="1296987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79" name="Visio" r:id="rId9" imgW="1948129" imgH="2378754" progId="Visio.Drawing.11">
                  <p:embed/>
                </p:oleObj>
              </mc:Choice>
              <mc:Fallback>
                <p:oleObj name="Visio" r:id="rId9" imgW="1948129" imgH="2378754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292600"/>
                        <a:ext cx="1296987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2" name="Object 6">
            <a:extLst>
              <a:ext uri="{FF2B5EF4-FFF2-40B4-BE49-F238E27FC236}">
                <a16:creationId xmlns:a16="http://schemas.microsoft.com/office/drawing/2014/main" id="{56F9207F-39C3-4000-B025-C089C0EC02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2363788"/>
          <a:ext cx="15843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80" name="Visio" r:id="rId11" imgW="1696212" imgH="821493" progId="Visio.Drawing.11">
                  <p:embed/>
                </p:oleObj>
              </mc:Choice>
              <mc:Fallback>
                <p:oleObj name="Visio" r:id="rId11" imgW="1696212" imgH="821493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363788"/>
                        <a:ext cx="158432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1" name="Text Box 7">
            <a:extLst>
              <a:ext uri="{FF2B5EF4-FFF2-40B4-BE49-F238E27FC236}">
                <a16:creationId xmlns:a16="http://schemas.microsoft.com/office/drawing/2014/main" id="{DF06CA0E-ECDA-4A2B-8E07-A2FF724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25538"/>
            <a:ext cx="4679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3-9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列写网孔电流方程</a:t>
            </a:r>
          </a:p>
        </p:txBody>
      </p:sp>
      <p:sp>
        <p:nvSpPr>
          <p:cNvPr id="295944" name="AutoShape 8">
            <a:extLst>
              <a:ext uri="{FF2B5EF4-FFF2-40B4-BE49-F238E27FC236}">
                <a16:creationId xmlns:a16="http://schemas.microsoft.com/office/drawing/2014/main" id="{A3D79AB3-4593-44E7-A004-610BE54C9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6021388"/>
            <a:ext cx="1476375" cy="431800"/>
          </a:xfrm>
          <a:prstGeom prst="wedgeRoundRectCallout">
            <a:avLst>
              <a:gd name="adj1" fmla="val -62903"/>
              <a:gd name="adj2" fmla="val -163602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虚元件</a:t>
            </a:r>
          </a:p>
        </p:txBody>
      </p:sp>
      <p:sp>
        <p:nvSpPr>
          <p:cNvPr id="295945" name="AutoShape 9">
            <a:extLst>
              <a:ext uri="{FF2B5EF4-FFF2-40B4-BE49-F238E27FC236}">
                <a16:creationId xmlns:a16="http://schemas.microsoft.com/office/drawing/2014/main" id="{A3954B28-251A-4FEB-9066-8AAE4B288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4365625"/>
            <a:ext cx="2232025" cy="1800225"/>
          </a:xfrm>
          <a:prstGeom prst="wedgeRoundRectCallout">
            <a:avLst>
              <a:gd name="adj1" fmla="val -83356"/>
              <a:gd name="adj2" fmla="val -20634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有伴电流源等效成电压源与电阻串联列写</a:t>
            </a:r>
          </a:p>
        </p:txBody>
      </p:sp>
      <p:sp>
        <p:nvSpPr>
          <p:cNvPr id="88074" name="Text Box 10">
            <a:extLst>
              <a:ext uri="{FF2B5EF4-FFF2-40B4-BE49-F238E27FC236}">
                <a16:creationId xmlns:a16="http://schemas.microsoft.com/office/drawing/2014/main" id="{51970697-B0AF-4D59-ACD2-3B778CB58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含不同性质电路元件的处理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（直接法或观察列写）</a:t>
            </a:r>
          </a:p>
        </p:txBody>
      </p:sp>
      <p:sp>
        <p:nvSpPr>
          <p:cNvPr id="88075" name="Text Box 11">
            <a:extLst>
              <a:ext uri="{FF2B5EF4-FFF2-40B4-BE49-F238E27FC236}">
                <a16:creationId xmlns:a16="http://schemas.microsoft.com/office/drawing/2014/main" id="{21BC3B54-6142-4F27-90E4-28EBD4AF0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92150"/>
            <a:ext cx="7850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1)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仅含电阻、电压源、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电流源情况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9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9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9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29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29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4" grpId="0" animBg="1"/>
      <p:bldP spid="29594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>
            <a:extLst>
              <a:ext uri="{FF2B5EF4-FFF2-40B4-BE49-F238E27FC236}">
                <a16:creationId xmlns:a16="http://schemas.microsoft.com/office/drawing/2014/main" id="{8BBE940B-D526-453B-8D14-1F2DD8B8C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352800"/>
            <a:ext cx="1079500" cy="36036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1539" name="Object 3">
            <a:extLst>
              <a:ext uri="{FF2B5EF4-FFF2-40B4-BE49-F238E27FC236}">
                <a16:creationId xmlns:a16="http://schemas.microsoft.com/office/drawing/2014/main" id="{62E84C45-C142-4F46-A109-E26BCD220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2693988"/>
          <a:ext cx="5405438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62" name="Equation" r:id="rId3" imgW="1854200" imgH="596900" progId="Equation.DSMT4">
                  <p:embed/>
                </p:oleObj>
              </mc:Choice>
              <mc:Fallback>
                <p:oleObj name="Equation" r:id="rId3" imgW="1854200" imgH="596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693988"/>
                        <a:ext cx="5405438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1" name="AutoShape 5">
            <a:extLst>
              <a:ext uri="{FF2B5EF4-FFF2-40B4-BE49-F238E27FC236}">
                <a16:creationId xmlns:a16="http://schemas.microsoft.com/office/drawing/2014/main" id="{DB40F303-FA51-49FA-90E0-43EA2A68A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3852863"/>
            <a:ext cx="2663825" cy="1079500"/>
          </a:xfrm>
          <a:prstGeom prst="wedgeRoundRectCallout">
            <a:avLst>
              <a:gd name="adj1" fmla="val 37606"/>
              <a:gd name="adj2" fmla="val -182648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等效成电压源与电阻串联</a:t>
            </a:r>
          </a:p>
        </p:txBody>
      </p:sp>
      <p:graphicFrame>
        <p:nvGraphicFramePr>
          <p:cNvPr id="89093" name="Object 6">
            <a:extLst>
              <a:ext uri="{FF2B5EF4-FFF2-40B4-BE49-F238E27FC236}">
                <a16:creationId xmlns:a16="http://schemas.microsoft.com/office/drawing/2014/main" id="{7E84C705-6D96-432D-ADB7-9FE17EEDF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0313" y="260350"/>
          <a:ext cx="4013200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63" name="Visio" r:id="rId5" imgW="4013911" imgH="3038856" progId="Visio.Drawing.11">
                  <p:embed/>
                </p:oleObj>
              </mc:Choice>
              <mc:Fallback>
                <p:oleObj name="Visio" r:id="rId5" imgW="4013911" imgH="3038856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260350"/>
                        <a:ext cx="4013200" cy="303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3" name="Object 7">
            <a:extLst>
              <a:ext uri="{FF2B5EF4-FFF2-40B4-BE49-F238E27FC236}">
                <a16:creationId xmlns:a16="http://schemas.microsoft.com/office/drawing/2014/main" id="{5BD5F77E-73AE-43AE-A44F-0260CAB2D2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2475" y="1628775"/>
          <a:ext cx="86360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64" name="Visio" r:id="rId7" imgW="832104" imgH="1595323" progId="Visio.Drawing.11">
                  <p:embed/>
                </p:oleObj>
              </mc:Choice>
              <mc:Fallback>
                <p:oleObj name="Visio" r:id="rId7" imgW="832104" imgH="1595323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1628775"/>
                        <a:ext cx="863600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4" name="Object 8">
            <a:extLst>
              <a:ext uri="{FF2B5EF4-FFF2-40B4-BE49-F238E27FC236}">
                <a16:creationId xmlns:a16="http://schemas.microsoft.com/office/drawing/2014/main" id="{ECB8877D-1231-4A93-B993-49D2CE1C5B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6438" y="1414463"/>
          <a:ext cx="863600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65" name="Visio" r:id="rId9" imgW="832104" imgH="1595310" progId="Visio.Drawing.11">
                  <p:embed/>
                </p:oleObj>
              </mc:Choice>
              <mc:Fallback>
                <p:oleObj name="Visio" r:id="rId9" imgW="832104" imgH="159531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1414463"/>
                        <a:ext cx="863600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5" name="Object 9">
            <a:extLst>
              <a:ext uri="{FF2B5EF4-FFF2-40B4-BE49-F238E27FC236}">
                <a16:creationId xmlns:a16="http://schemas.microsoft.com/office/drawing/2014/main" id="{D1A14CD6-E6C1-4ECD-8B7F-8F1E8D249F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8738" y="908050"/>
          <a:ext cx="18002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66" name="Visio" r:id="rId11" imgW="1696212" imgH="821493" progId="Visio.Drawing.11">
                  <p:embed/>
                </p:oleObj>
              </mc:Choice>
              <mc:Fallback>
                <p:oleObj name="Visio" r:id="rId11" imgW="1696212" imgH="821493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908050"/>
                        <a:ext cx="18002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6" name="Object 10">
            <a:extLst>
              <a:ext uri="{FF2B5EF4-FFF2-40B4-BE49-F238E27FC236}">
                <a16:creationId xmlns:a16="http://schemas.microsoft.com/office/drawing/2014/main" id="{54B97F46-1AE7-4BD9-B055-F38394ECDE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5350" y="5002213"/>
          <a:ext cx="410845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67" name="Equation" r:id="rId13" imgW="1409700" imgH="596900" progId="Equation.DSMT4">
                  <p:embed/>
                </p:oleObj>
              </mc:Choice>
              <mc:Fallback>
                <p:oleObj name="Equation" r:id="rId13" imgW="1409700" imgH="5969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5002213"/>
                        <a:ext cx="4108450" cy="1739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7" name="Rectangle 11">
            <a:extLst>
              <a:ext uri="{FF2B5EF4-FFF2-40B4-BE49-F238E27FC236}">
                <a16:creationId xmlns:a16="http://schemas.microsoft.com/office/drawing/2014/main" id="{BC5A35FC-28D8-4BE6-8537-8375B5D00B5E}"/>
              </a:ext>
            </a:extLst>
          </p:cNvPr>
          <p:cNvSpPr>
            <a:spLocks/>
          </p:cNvSpPr>
          <p:nvPr/>
        </p:nvSpPr>
        <p:spPr bwMode="auto">
          <a:xfrm>
            <a:off x="395288" y="4505325"/>
            <a:ext cx="2266950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）整理得：</a:t>
            </a:r>
          </a:p>
        </p:txBody>
      </p:sp>
      <p:sp>
        <p:nvSpPr>
          <p:cNvPr id="89099" name="Text Box 12">
            <a:extLst>
              <a:ext uri="{FF2B5EF4-FFF2-40B4-BE49-F238E27FC236}">
                <a16:creationId xmlns:a16="http://schemas.microsoft.com/office/drawing/2014/main" id="{49B6842A-FB9E-40EE-BED1-205D568E6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65200"/>
            <a:ext cx="1223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endParaRPr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549" name="Text Box 13">
            <a:extLst>
              <a:ext uri="{FF2B5EF4-FFF2-40B4-BE49-F238E27FC236}">
                <a16:creationId xmlns:a16="http://schemas.microsoft.com/office/drawing/2014/main" id="{46294004-DA2B-4C73-BF59-679AB44C1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84375"/>
            <a:ext cx="4679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）观察法列写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44000658-19FF-413C-820B-B0D8F0610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5167313"/>
            <a:ext cx="3781425" cy="95408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思考：此题观察法列写本质是什么？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1" grpId="0" animBg="1"/>
      <p:bldP spid="321547" grpId="0"/>
      <p:bldP spid="321549" grpId="0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515" name="Object 3">
            <a:extLst>
              <a:ext uri="{FF2B5EF4-FFF2-40B4-BE49-F238E27FC236}">
                <a16:creationId xmlns:a16="http://schemas.microsoft.com/office/drawing/2014/main" id="{B5DB2DEF-9D3C-4F4E-A9CA-211F8A7238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488" y="1617663"/>
          <a:ext cx="5997575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89" name="Equation" r:id="rId3" imgW="2057400" imgH="596900" progId="Equation.DSMT4">
                  <p:embed/>
                </p:oleObj>
              </mc:Choice>
              <mc:Fallback>
                <p:oleObj name="Equation" r:id="rId3" imgW="2057400" imgH="596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1617663"/>
                        <a:ext cx="5997575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5" name="Object 6">
            <a:extLst>
              <a:ext uri="{FF2B5EF4-FFF2-40B4-BE49-F238E27FC236}">
                <a16:creationId xmlns:a16="http://schemas.microsoft.com/office/drawing/2014/main" id="{19CFC945-ED9A-4CF6-9134-5DF27315A9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0313" y="3429000"/>
          <a:ext cx="4013200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90" name="Visio" r:id="rId5" imgW="4013911" imgH="3038856" progId="Visio.Drawing.11">
                  <p:embed/>
                </p:oleObj>
              </mc:Choice>
              <mc:Fallback>
                <p:oleObj name="Visio" r:id="rId5" imgW="4013911" imgH="3038856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3429000"/>
                        <a:ext cx="4013200" cy="303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19" name="Object 7">
            <a:extLst>
              <a:ext uri="{FF2B5EF4-FFF2-40B4-BE49-F238E27FC236}">
                <a16:creationId xmlns:a16="http://schemas.microsoft.com/office/drawing/2014/main" id="{49A72178-80E2-4635-AEC7-3CD99A2EB5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2475" y="4797425"/>
          <a:ext cx="86360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91" name="Visio" r:id="rId7" imgW="832104" imgH="1595323" progId="Visio.Drawing.11">
                  <p:embed/>
                </p:oleObj>
              </mc:Choice>
              <mc:Fallback>
                <p:oleObj name="Visio" r:id="rId7" imgW="832104" imgH="1595323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4797425"/>
                        <a:ext cx="863600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20" name="Object 8">
            <a:extLst>
              <a:ext uri="{FF2B5EF4-FFF2-40B4-BE49-F238E27FC236}">
                <a16:creationId xmlns:a16="http://schemas.microsoft.com/office/drawing/2014/main" id="{86A074B9-11CD-4109-9B75-9B9C5B68CD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6438" y="4583113"/>
          <a:ext cx="863600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92" name="Visio" r:id="rId9" imgW="832104" imgH="1595310" progId="Visio.Drawing.11">
                  <p:embed/>
                </p:oleObj>
              </mc:Choice>
              <mc:Fallback>
                <p:oleObj name="Visio" r:id="rId9" imgW="832104" imgH="159531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4583113"/>
                        <a:ext cx="863600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0521" name="Object 9">
            <a:extLst>
              <a:ext uri="{FF2B5EF4-FFF2-40B4-BE49-F238E27FC236}">
                <a16:creationId xmlns:a16="http://schemas.microsoft.com/office/drawing/2014/main" id="{08CD13A1-BE35-449D-B4C7-8703BD4BDC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8738" y="4076700"/>
          <a:ext cx="18002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93" name="Visio" r:id="rId11" imgW="1696212" imgH="821493" progId="Visio.Drawing.11">
                  <p:embed/>
                </p:oleObj>
              </mc:Choice>
              <mc:Fallback>
                <p:oleObj name="Visio" r:id="rId11" imgW="1696212" imgH="821493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4076700"/>
                        <a:ext cx="18002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23" name="Rectangle 11">
            <a:extLst>
              <a:ext uri="{FF2B5EF4-FFF2-40B4-BE49-F238E27FC236}">
                <a16:creationId xmlns:a16="http://schemas.microsoft.com/office/drawing/2014/main" id="{3E6BBA51-C6D8-48E7-9C2B-2B2255009B1D}"/>
              </a:ext>
            </a:extLst>
          </p:cNvPr>
          <p:cNvSpPr>
            <a:spLocks/>
          </p:cNvSpPr>
          <p:nvPr/>
        </p:nvSpPr>
        <p:spPr bwMode="auto">
          <a:xfrm>
            <a:off x="590550" y="3414713"/>
            <a:ext cx="2287588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整理得：</a:t>
            </a:r>
          </a:p>
        </p:txBody>
      </p:sp>
      <p:sp>
        <p:nvSpPr>
          <p:cNvPr id="90120" name="Text Box 12">
            <a:extLst>
              <a:ext uri="{FF2B5EF4-FFF2-40B4-BE49-F238E27FC236}">
                <a16:creationId xmlns:a16="http://schemas.microsoft.com/office/drawing/2014/main" id="{1689F685-4AB4-4F16-9D1A-3B99BFC3E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949325"/>
            <a:ext cx="65166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直接列写以网孔电流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graphicFrame>
        <p:nvGraphicFramePr>
          <p:cNvPr id="320525" name="Object 13">
            <a:extLst>
              <a:ext uri="{FF2B5EF4-FFF2-40B4-BE49-F238E27FC236}">
                <a16:creationId xmlns:a16="http://schemas.microsoft.com/office/drawing/2014/main" id="{27CF7FA4-8D40-4479-8905-84573CB407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650" y="3927475"/>
          <a:ext cx="410845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94" name="Equation" r:id="rId13" imgW="1409700" imgH="596900" progId="Equation.DSMT4">
                  <p:embed/>
                </p:oleObj>
              </mc:Choice>
              <mc:Fallback>
                <p:oleObj name="Equation" r:id="rId13" imgW="1409700" imgH="596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3927475"/>
                        <a:ext cx="4108450" cy="1739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3">
            <a:extLst>
              <a:ext uri="{FF2B5EF4-FFF2-40B4-BE49-F238E27FC236}">
                <a16:creationId xmlns:a16="http://schemas.microsoft.com/office/drawing/2014/main" id="{9DFEF07E-7EAF-4902-B7E8-CEE3FDCA6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79388"/>
            <a:ext cx="4505325" cy="5238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观察法列写本质说明如下：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3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23" grpId="0"/>
      <p:bldP spid="1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Text Box 2">
            <a:extLst>
              <a:ext uri="{FF2B5EF4-FFF2-40B4-BE49-F238E27FC236}">
                <a16:creationId xmlns:a16="http://schemas.microsoft.com/office/drawing/2014/main" id="{E7BAC980-BCD5-44B6-8084-4005D8EB5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52513"/>
            <a:ext cx="55086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kumimoji="1"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1"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含无伴电流源支路的处理</a:t>
            </a:r>
          </a:p>
        </p:txBody>
      </p:sp>
      <p:sp>
        <p:nvSpPr>
          <p:cNvPr id="297987" name="Text Box 3">
            <a:extLst>
              <a:ext uri="{FF2B5EF4-FFF2-40B4-BE49-F238E27FC236}">
                <a16:creationId xmlns:a16="http://schemas.microsoft.com/office/drawing/2014/main" id="{553614B2-C7FD-4942-9088-28B17A18A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133600"/>
            <a:ext cx="7920037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因无伴电流源支路的电压无法用电网孔电流表示出来，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所以先假设电流源两端电压为未知变量，增补网孔电流与电流源关系方程。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"/>
                                        <p:tgtEl>
                                          <p:spTgt spid="29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/>
      <p:bldP spid="29798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3" name="AutoShape 5">
            <a:extLst>
              <a:ext uri="{FF2B5EF4-FFF2-40B4-BE49-F238E27FC236}">
                <a16:creationId xmlns:a16="http://schemas.microsoft.com/office/drawing/2014/main" id="{57331DB6-AC78-4A6F-AA8C-451CA9984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0"/>
            <a:ext cx="2411412" cy="3933825"/>
          </a:xfrm>
          <a:prstGeom prst="wedgeRoundRectCallout">
            <a:avLst>
              <a:gd name="adj1" fmla="val -173306"/>
              <a:gd name="adj2" fmla="val 56296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含无伴电流源电路情况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。设无伴电流源的电压为未知量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，增加无伴电流源的电流与网孔电流关系。</a:t>
            </a:r>
          </a:p>
        </p:txBody>
      </p:sp>
      <p:graphicFrame>
        <p:nvGraphicFramePr>
          <p:cNvPr id="92163" name="Object 2">
            <a:extLst>
              <a:ext uri="{FF2B5EF4-FFF2-40B4-BE49-F238E27FC236}">
                <a16:creationId xmlns:a16="http://schemas.microsoft.com/office/drawing/2014/main" id="{A195AF00-D377-4B2B-ABD6-4185B7CD61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1403350"/>
          <a:ext cx="6551613" cy="418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6" name="Visio" r:id="rId3" imgW="3177845" imgH="2001622" progId="Visio.Drawing.11">
                  <p:embed/>
                </p:oleObj>
              </mc:Choice>
              <mc:Fallback>
                <p:oleObj name="Visio" r:id="rId3" imgW="3177845" imgH="2001622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1403350"/>
                        <a:ext cx="6551613" cy="418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4" name="Text Box 3">
            <a:extLst>
              <a:ext uri="{FF2B5EF4-FFF2-40B4-BE49-F238E27FC236}">
                <a16:creationId xmlns:a16="http://schemas.microsoft.com/office/drawing/2014/main" id="{E8FC6E21-7B83-475D-960F-35392CD35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08050"/>
            <a:ext cx="511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3-10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列写网孔电流方程</a:t>
            </a:r>
          </a:p>
        </p:txBody>
      </p:sp>
      <p:graphicFrame>
        <p:nvGraphicFramePr>
          <p:cNvPr id="299012" name="Object 4">
            <a:extLst>
              <a:ext uri="{FF2B5EF4-FFF2-40B4-BE49-F238E27FC236}">
                <a16:creationId xmlns:a16="http://schemas.microsoft.com/office/drawing/2014/main" id="{5C586301-D706-417F-81C0-4CEC0ECCAF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4288" y="3348038"/>
          <a:ext cx="1439862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7" name="Visio" r:id="rId5" imgW="498348" imgH="905561" progId="Visio.Drawing.11">
                  <p:embed/>
                </p:oleObj>
              </mc:Choice>
              <mc:Fallback>
                <p:oleObj name="Visio" r:id="rId5" imgW="498348" imgH="90556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8" y="3348038"/>
                        <a:ext cx="1439862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29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7" name="Text Box 3">
            <a:extLst>
              <a:ext uri="{FF2B5EF4-FFF2-40B4-BE49-F238E27FC236}">
                <a16:creationId xmlns:a16="http://schemas.microsoft.com/office/drawing/2014/main" id="{07A852CE-C7DB-4163-8C1B-668568693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014538"/>
            <a:ext cx="36734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：观察列写</a:t>
            </a:r>
          </a:p>
        </p:txBody>
      </p:sp>
      <p:graphicFrame>
        <p:nvGraphicFramePr>
          <p:cNvPr id="303109" name="Object 5">
            <a:extLst>
              <a:ext uri="{FF2B5EF4-FFF2-40B4-BE49-F238E27FC236}">
                <a16:creationId xmlns:a16="http://schemas.microsoft.com/office/drawing/2014/main" id="{C2001502-CFD5-40BB-B6DD-105EF4F1D4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600" y="3621088"/>
          <a:ext cx="5699125" cy="197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32" name="Equation" r:id="rId3" imgW="2451100" imgH="850900" progId="Equation.DSMT4">
                  <p:embed/>
                </p:oleObj>
              </mc:Choice>
              <mc:Fallback>
                <p:oleObj name="Equation" r:id="rId3" imgW="2451100" imgH="850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3621088"/>
                        <a:ext cx="5699125" cy="197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7">
            <a:extLst>
              <a:ext uri="{FF2B5EF4-FFF2-40B4-BE49-F238E27FC236}">
                <a16:creationId xmlns:a16="http://schemas.microsoft.com/office/drawing/2014/main" id="{C2EFA5EF-F3C7-43FF-9217-F53A7FC8C9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4450"/>
          <a:ext cx="5832475" cy="37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33" name="Visio" r:id="rId5" imgW="3177845" imgH="2001622" progId="Visio.Drawing.11">
                  <p:embed/>
                </p:oleObj>
              </mc:Choice>
              <mc:Fallback>
                <p:oleObj name="Visio" r:id="rId5" imgW="3177845" imgH="2001622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4450"/>
                        <a:ext cx="5832475" cy="372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2" name="Object 8">
            <a:extLst>
              <a:ext uri="{FF2B5EF4-FFF2-40B4-BE49-F238E27FC236}">
                <a16:creationId xmlns:a16="http://schemas.microsoft.com/office/drawing/2014/main" id="{74DF1E67-6E5C-482D-B7B5-034768862F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844675"/>
          <a:ext cx="12827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34" name="Visio" r:id="rId7" imgW="498348" imgH="905561" progId="Visio.Drawing.11">
                  <p:embed/>
                </p:oleObj>
              </mc:Choice>
              <mc:Fallback>
                <p:oleObj name="Visio" r:id="rId7" imgW="498348" imgH="905561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844675"/>
                        <a:ext cx="1282700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3" name="Text Box 9">
            <a:extLst>
              <a:ext uri="{FF2B5EF4-FFF2-40B4-BE49-F238E27FC236}">
                <a16:creationId xmlns:a16="http://schemas.microsoft.com/office/drawing/2014/main" id="{E911D66D-9938-4065-BC8A-93877F2C4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5776913"/>
            <a:ext cx="215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增加方程：</a:t>
            </a:r>
          </a:p>
        </p:txBody>
      </p:sp>
      <p:graphicFrame>
        <p:nvGraphicFramePr>
          <p:cNvPr id="303114" name="Object 10">
            <a:extLst>
              <a:ext uri="{FF2B5EF4-FFF2-40B4-BE49-F238E27FC236}">
                <a16:creationId xmlns:a16="http://schemas.microsoft.com/office/drawing/2014/main" id="{790837BB-D8FB-4C43-BBAF-0E9C1894E0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2775" y="5676900"/>
          <a:ext cx="200342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35" name="Equation" r:id="rId9" imgW="812447" imgH="291973" progId="Equation.DSMT4">
                  <p:embed/>
                </p:oleObj>
              </mc:Choice>
              <mc:Fallback>
                <p:oleObj name="Equation" r:id="rId9" imgW="812447" imgH="291973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775" y="5676900"/>
                        <a:ext cx="2003425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0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7" grpId="0"/>
      <p:bldP spid="30311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131" name="Object 3">
            <a:extLst>
              <a:ext uri="{FF2B5EF4-FFF2-40B4-BE49-F238E27FC236}">
                <a16:creationId xmlns:a16="http://schemas.microsoft.com/office/drawing/2014/main" id="{835FCD0C-BEF8-44EA-86A8-AC3B011849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3573463"/>
          <a:ext cx="4489450" cy="197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97" name="Equation" r:id="rId3" imgW="1930400" imgH="850900" progId="Equation.DSMT4">
                  <p:embed/>
                </p:oleObj>
              </mc:Choice>
              <mc:Fallback>
                <p:oleObj name="Equation" r:id="rId3" imgW="1930400" imgH="850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573463"/>
                        <a:ext cx="4489450" cy="197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1" name="Object 4">
            <a:extLst>
              <a:ext uri="{FF2B5EF4-FFF2-40B4-BE49-F238E27FC236}">
                <a16:creationId xmlns:a16="http://schemas.microsoft.com/office/drawing/2014/main" id="{971BD935-3321-48BF-BC9C-773E46136C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4450"/>
          <a:ext cx="5832475" cy="37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98" name="Visio" r:id="rId5" imgW="3177845" imgH="2001622" progId="Visio.Drawing.11">
                  <p:embed/>
                </p:oleObj>
              </mc:Choice>
              <mc:Fallback>
                <p:oleObj name="Visio" r:id="rId5" imgW="3177845" imgH="200162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4450"/>
                        <a:ext cx="5832475" cy="372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2" name="Object 5">
            <a:extLst>
              <a:ext uri="{FF2B5EF4-FFF2-40B4-BE49-F238E27FC236}">
                <a16:creationId xmlns:a16="http://schemas.microsoft.com/office/drawing/2014/main" id="{C6660218-D935-43FD-B5C1-ABC0179026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844675"/>
          <a:ext cx="12827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99" name="Visio" r:id="rId7" imgW="498348" imgH="905561" progId="Visio.Drawing.11">
                  <p:embed/>
                </p:oleObj>
              </mc:Choice>
              <mc:Fallback>
                <p:oleObj name="Visio" r:id="rId7" imgW="498348" imgH="90556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844675"/>
                        <a:ext cx="1282700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6" name="Text Box 8">
            <a:extLst>
              <a:ext uri="{FF2B5EF4-FFF2-40B4-BE49-F238E27FC236}">
                <a16:creationId xmlns:a16="http://schemas.microsoft.com/office/drawing/2014/main" id="{E63B3A70-20DF-4CD3-A1AE-181ACEBE1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08050"/>
            <a:ext cx="4032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整理得网孔电流方程为</a:t>
            </a:r>
          </a:p>
        </p:txBody>
      </p:sp>
      <p:sp>
        <p:nvSpPr>
          <p:cNvPr id="304139" name="AutoShape 11">
            <a:extLst>
              <a:ext uri="{FF2B5EF4-FFF2-40B4-BE49-F238E27FC236}">
                <a16:creationId xmlns:a16="http://schemas.microsoft.com/office/drawing/2014/main" id="{EE19F3F6-2D31-4BBE-A597-85BDE60D1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773238"/>
            <a:ext cx="2411413" cy="1368425"/>
          </a:xfrm>
          <a:prstGeom prst="wedgeRoundRectCallout">
            <a:avLst>
              <a:gd name="adj1" fmla="val 50528"/>
              <a:gd name="adj2" fmla="val 89907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是网口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和网口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合并成一个新的回路</a:t>
            </a:r>
          </a:p>
        </p:txBody>
      </p:sp>
      <p:sp>
        <p:nvSpPr>
          <p:cNvPr id="304140" name="Oval 12">
            <a:extLst>
              <a:ext uri="{FF2B5EF4-FFF2-40B4-BE49-F238E27FC236}">
                <a16:creationId xmlns:a16="http://schemas.microsoft.com/office/drawing/2014/main" id="{BA49D861-0AC1-4289-9E52-AEC113AF2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1916113"/>
            <a:ext cx="3311525" cy="1584325"/>
          </a:xfrm>
          <a:prstGeom prst="ellipse">
            <a:avLst/>
          </a:prstGeom>
          <a:noFill/>
          <a:ln w="38100" algn="ctr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CFCF832D-A14C-4E1D-80FF-D6DCB90F6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8150" y="4975225"/>
            <a:ext cx="4032250" cy="95408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思考：此题观察法列写网孔电流的本质是什么？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30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0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6" grpId="0"/>
      <p:bldP spid="304139" grpId="0" animBg="1"/>
      <p:bldP spid="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72" name="Rectangle 12">
            <a:extLst>
              <a:ext uri="{FF2B5EF4-FFF2-40B4-BE49-F238E27FC236}">
                <a16:creationId xmlns:a16="http://schemas.microsoft.com/office/drawing/2014/main" id="{5FCED1ED-4CB6-4E9C-8F89-7E0057AD2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221163"/>
            <a:ext cx="431800" cy="36036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2571" name="Rectangle 11">
            <a:extLst>
              <a:ext uri="{FF2B5EF4-FFF2-40B4-BE49-F238E27FC236}">
                <a16:creationId xmlns:a16="http://schemas.microsoft.com/office/drawing/2014/main" id="{62F45C2A-2F94-4085-A8A2-55527EB4A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3716338"/>
            <a:ext cx="287337" cy="43338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2562" name="Text Box 2">
            <a:extLst>
              <a:ext uri="{FF2B5EF4-FFF2-40B4-BE49-F238E27FC236}">
                <a16:creationId xmlns:a16="http://schemas.microsoft.com/office/drawing/2014/main" id="{C007A2A6-4107-4E2E-81C2-EF87B1A70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81075"/>
            <a:ext cx="3673475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直接列写以网孔电流表示的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graphicFrame>
        <p:nvGraphicFramePr>
          <p:cNvPr id="95237" name="Object 4">
            <a:extLst>
              <a:ext uri="{FF2B5EF4-FFF2-40B4-BE49-F238E27FC236}">
                <a16:creationId xmlns:a16="http://schemas.microsoft.com/office/drawing/2014/main" id="{4E597175-8EF0-44E6-AD6B-C6B746CABC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4450"/>
          <a:ext cx="5832475" cy="37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88" name="Visio" r:id="rId3" imgW="3177845" imgH="2001622" progId="Visio.Drawing.11">
                  <p:embed/>
                </p:oleObj>
              </mc:Choice>
              <mc:Fallback>
                <p:oleObj name="Visio" r:id="rId3" imgW="3177845" imgH="200162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4450"/>
                        <a:ext cx="5832475" cy="372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5" name="Object 5">
            <a:extLst>
              <a:ext uri="{FF2B5EF4-FFF2-40B4-BE49-F238E27FC236}">
                <a16:creationId xmlns:a16="http://schemas.microsoft.com/office/drawing/2014/main" id="{88939E81-207F-4031-B9D9-6A3E0D95E3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844675"/>
          <a:ext cx="12827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89" name="Visio" r:id="rId5" imgW="498348" imgH="905561" progId="Visio.Drawing.11">
                  <p:embed/>
                </p:oleObj>
              </mc:Choice>
              <mc:Fallback>
                <p:oleObj name="Visio" r:id="rId5" imgW="498348" imgH="90556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844675"/>
                        <a:ext cx="1282700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6" name="Text Box 6">
            <a:extLst>
              <a:ext uri="{FF2B5EF4-FFF2-40B4-BE49-F238E27FC236}">
                <a16:creationId xmlns:a16="http://schemas.microsoft.com/office/drawing/2014/main" id="{A56719D4-2618-4D59-A4E9-0F4B65535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445125"/>
            <a:ext cx="2160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增加方程：</a:t>
            </a:r>
          </a:p>
        </p:txBody>
      </p:sp>
      <p:graphicFrame>
        <p:nvGraphicFramePr>
          <p:cNvPr id="322567" name="Object 7">
            <a:extLst>
              <a:ext uri="{FF2B5EF4-FFF2-40B4-BE49-F238E27FC236}">
                <a16:creationId xmlns:a16="http://schemas.microsoft.com/office/drawing/2014/main" id="{EA2C66BA-AC52-4E36-85DD-5E8657CC28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9563" y="5397500"/>
          <a:ext cx="1938337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90" name="Equation" r:id="rId7" imgW="812447" imgH="291973" progId="Equation.DSMT4">
                  <p:embed/>
                </p:oleObj>
              </mc:Choice>
              <mc:Fallback>
                <p:oleObj name="Equation" r:id="rId7" imgW="812447" imgH="291973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563" y="5397500"/>
                        <a:ext cx="1938337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2568" name="Object 8">
            <a:extLst>
              <a:ext uri="{FF2B5EF4-FFF2-40B4-BE49-F238E27FC236}">
                <a16:creationId xmlns:a16="http://schemas.microsoft.com/office/drawing/2014/main" id="{0112AD56-AEBF-46DE-980F-15A5297639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573463"/>
          <a:ext cx="5776912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91" name="Equation" r:id="rId9" imgW="1981200" imgH="596900" progId="Equation.DSMT4">
                  <p:embed/>
                </p:oleObj>
              </mc:Choice>
              <mc:Fallback>
                <p:oleObj name="Equation" r:id="rId9" imgW="1981200" imgH="596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573463"/>
                        <a:ext cx="5776912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9" name="Text Box 9">
            <a:extLst>
              <a:ext uri="{FF2B5EF4-FFF2-40B4-BE49-F238E27FC236}">
                <a16:creationId xmlns:a16="http://schemas.microsoft.com/office/drawing/2014/main" id="{40F05D21-A745-47B9-89CF-97FD8931D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5516563"/>
            <a:ext cx="33845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整理方程为一般形式（略）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49470880-6C55-4E9C-AA40-0785FC727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3" y="20638"/>
            <a:ext cx="4032250" cy="95408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观察法列写网孔电流的说明如下：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2" grpId="0"/>
      <p:bldP spid="322566" grpId="0"/>
      <p:bldP spid="322569" grpId="0"/>
      <p:bldP spid="1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2">
            <a:extLst>
              <a:ext uri="{FF2B5EF4-FFF2-40B4-BE49-F238E27FC236}">
                <a16:creationId xmlns:a16="http://schemas.microsoft.com/office/drawing/2014/main" id="{DD39155F-E30B-4C53-9C61-B9C9D1999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7750" y="-61913"/>
          <a:ext cx="4610100" cy="4067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84" name="Visio" r:id="rId3" imgW="1640434" imgH="1443533" progId="Visio.Drawing.11">
                  <p:embed/>
                </p:oleObj>
              </mc:Choice>
              <mc:Fallback>
                <p:oleObj name="Visio" r:id="rId3" imgW="1640434" imgH="1443533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-61913"/>
                        <a:ext cx="4610100" cy="4067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35" name="Text Box 3">
            <a:extLst>
              <a:ext uri="{FF2B5EF4-FFF2-40B4-BE49-F238E27FC236}">
                <a16:creationId xmlns:a16="http://schemas.microsoft.com/office/drawing/2014/main" id="{A9ECD2F4-F7E2-4FFF-8BA7-8CB92CE99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92375"/>
            <a:ext cx="3673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sp>
        <p:nvSpPr>
          <p:cNvPr id="300036" name="Text Box 4">
            <a:extLst>
              <a:ext uri="{FF2B5EF4-FFF2-40B4-BE49-F238E27FC236}">
                <a16:creationId xmlns:a16="http://schemas.microsoft.com/office/drawing/2014/main" id="{0578290F-D2A7-472E-A0B3-2B823E153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08050"/>
            <a:ext cx="45370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注意：当无伴电流源仅仅属于一个网孔，则该网孔电流为该电流源电流。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0037" name="Object 5">
            <a:extLst>
              <a:ext uri="{FF2B5EF4-FFF2-40B4-BE49-F238E27FC236}">
                <a16:creationId xmlns:a16="http://schemas.microsoft.com/office/drawing/2014/main" id="{C7224ED9-A92B-4F6D-A375-148110F4AB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3429000"/>
          <a:ext cx="5699125" cy="197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85" name="Equation" r:id="rId5" imgW="2451100" imgH="850900" progId="Equation.DSMT4">
                  <p:embed/>
                </p:oleObj>
              </mc:Choice>
              <mc:Fallback>
                <p:oleObj name="Equation" r:id="rId5" imgW="2451100" imgH="850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429000"/>
                        <a:ext cx="5699125" cy="197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2" name="Text Box 7">
            <a:extLst>
              <a:ext uri="{FF2B5EF4-FFF2-40B4-BE49-F238E27FC236}">
                <a16:creationId xmlns:a16="http://schemas.microsoft.com/office/drawing/2014/main" id="{639947D4-6160-4F42-9839-AB0CF1AB5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60350"/>
            <a:ext cx="511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列写网孔电流方程</a:t>
            </a:r>
          </a:p>
        </p:txBody>
      </p:sp>
      <p:sp>
        <p:nvSpPr>
          <p:cNvPr id="300040" name="Rectangle 8">
            <a:extLst>
              <a:ext uri="{FF2B5EF4-FFF2-40B4-BE49-F238E27FC236}">
                <a16:creationId xmlns:a16="http://schemas.microsoft.com/office/drawing/2014/main" id="{5AAFB450-00E9-4E31-85C9-E8991F3ED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5516563"/>
            <a:ext cx="5976938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请同学对此题采用直接列写以以网孔电流表示的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方程，与观察法结果比对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00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5" grpId="0"/>
      <p:bldP spid="300036" grpId="0"/>
      <p:bldP spid="300040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282" name="Object 2">
            <a:extLst>
              <a:ext uri="{FF2B5EF4-FFF2-40B4-BE49-F238E27FC236}">
                <a16:creationId xmlns:a16="http://schemas.microsoft.com/office/drawing/2014/main" id="{7B7F6207-8EC4-41EE-8971-1BFAFC8BF0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33900" y="0"/>
          <a:ext cx="46101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07" name="Visio" r:id="rId3" imgW="1640434" imgH="1443533" progId="Visio.Drawing.11">
                  <p:embed/>
                </p:oleObj>
              </mc:Choice>
              <mc:Fallback>
                <p:oleObj name="Visio" r:id="rId3" imgW="1640434" imgH="1443533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0"/>
                        <a:ext cx="46101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59" name="Text Box 3">
            <a:extLst>
              <a:ext uri="{FF2B5EF4-FFF2-40B4-BE49-F238E27FC236}">
                <a16:creationId xmlns:a16="http://schemas.microsoft.com/office/drawing/2014/main" id="{9B3F5642-DE0F-4282-97A8-9636A23E8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341438"/>
            <a:ext cx="36734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）整理得网孔电流方程为</a:t>
            </a:r>
          </a:p>
        </p:txBody>
      </p:sp>
      <p:graphicFrame>
        <p:nvGraphicFramePr>
          <p:cNvPr id="301060" name="Object 4">
            <a:extLst>
              <a:ext uri="{FF2B5EF4-FFF2-40B4-BE49-F238E27FC236}">
                <a16:creationId xmlns:a16="http://schemas.microsoft.com/office/drawing/2014/main" id="{239EB428-03F9-4177-98A2-FF6267D486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2492375"/>
          <a:ext cx="5238750" cy="230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08" name="Equation" r:id="rId5" imgW="1930400" imgH="850900" progId="Equation.DSMT4">
                  <p:embed/>
                </p:oleObj>
              </mc:Choice>
              <mc:Fallback>
                <p:oleObj name="Equation" r:id="rId5" imgW="1930400" imgH="850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492375"/>
                        <a:ext cx="5238750" cy="230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>
            <a:extLst>
              <a:ext uri="{FF2B5EF4-FFF2-40B4-BE49-F238E27FC236}">
                <a16:creationId xmlns:a16="http://schemas.microsoft.com/office/drawing/2014/main" id="{BB68A840-1780-48BE-AB70-47A39C508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013325"/>
            <a:ext cx="4032250" cy="95408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思考：此题观察法列写网孔电流的本质是什么？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D475A24-53CA-4A90-AB72-1FAD6086E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2492375"/>
            <a:ext cx="720725" cy="720725"/>
          </a:xfrm>
          <a:prstGeom prst="roundRect">
            <a:avLst>
              <a:gd name="adj" fmla="val 16667"/>
            </a:avLst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59" grpId="0"/>
      <p:bldP spid="6" grpId="0" animBg="1"/>
      <p:bldP spid="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2082" name="Object 2">
            <a:extLst>
              <a:ext uri="{FF2B5EF4-FFF2-40B4-BE49-F238E27FC236}">
                <a16:creationId xmlns:a16="http://schemas.microsoft.com/office/drawing/2014/main" id="{2AD152CB-2535-4262-BFD5-6C309314807C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2987675" y="1844675"/>
          <a:ext cx="6048375" cy="430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53" name="Visio" r:id="rId3" imgW="3992880" imgH="2843479" progId="Visio.Drawing.11">
                  <p:embed/>
                </p:oleObj>
              </mc:Choice>
              <mc:Fallback>
                <p:oleObj name="Visio" r:id="rId3" imgW="3992880" imgH="2843479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844675"/>
                        <a:ext cx="6048375" cy="430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3" name="Object 3">
            <a:extLst>
              <a:ext uri="{FF2B5EF4-FFF2-40B4-BE49-F238E27FC236}">
                <a16:creationId xmlns:a16="http://schemas.microsoft.com/office/drawing/2014/main" id="{B2C09869-32C9-4FB3-B105-8AACE45E05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7250" y="4076700"/>
          <a:ext cx="912813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54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4076700"/>
                        <a:ext cx="912813" cy="180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4" name="Object 4">
            <a:extLst>
              <a:ext uri="{FF2B5EF4-FFF2-40B4-BE49-F238E27FC236}">
                <a16:creationId xmlns:a16="http://schemas.microsoft.com/office/drawing/2014/main" id="{6C96FB7A-136A-4313-9BA8-4A9FB07EE6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4292600"/>
          <a:ext cx="912812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55" name="Visio" r:id="rId7" imgW="832104" imgH="1595310" progId="Visio.Drawing.11">
                  <p:embed/>
                </p:oleObj>
              </mc:Choice>
              <mc:Fallback>
                <p:oleObj name="Visio" r:id="rId7" imgW="832104" imgH="159531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292600"/>
                        <a:ext cx="912812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5" name="Object 5">
            <a:extLst>
              <a:ext uri="{FF2B5EF4-FFF2-40B4-BE49-F238E27FC236}">
                <a16:creationId xmlns:a16="http://schemas.microsoft.com/office/drawing/2014/main" id="{29F93907-39E0-4B60-8721-13A318A3DE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2781300"/>
          <a:ext cx="19145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556" name="Visio" r:id="rId9" imgW="1696212" imgH="821493" progId="Visio.Drawing.11">
                  <p:embed/>
                </p:oleObj>
              </mc:Choice>
              <mc:Fallback>
                <p:oleObj name="Visio" r:id="rId9" imgW="1696212" imgH="821493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781300"/>
                        <a:ext cx="19145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6" name="Text Box 6">
            <a:extLst>
              <a:ext uri="{FF2B5EF4-FFF2-40B4-BE49-F238E27FC236}">
                <a16:creationId xmlns:a16="http://schemas.microsoft.com/office/drawing/2014/main" id="{CF765B9E-597E-4846-B1EA-B3BF6119B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887788"/>
            <a:ext cx="309721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3-12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列写网口电流方程</a:t>
            </a:r>
          </a:p>
        </p:txBody>
      </p:sp>
      <p:sp>
        <p:nvSpPr>
          <p:cNvPr id="302089" name="Text Box 9">
            <a:extLst>
              <a:ext uri="{FF2B5EF4-FFF2-40B4-BE49-F238E27FC236}">
                <a16:creationId xmlns:a16="http://schemas.microsoft.com/office/drawing/2014/main" id="{9D155C1A-1A31-4068-B81C-0C486DB5A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08050"/>
            <a:ext cx="7489825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对含有受控电源支路的电路，可先把受控源看作独立电源按上述方法列方程，再将控制量用网孔电流表示。</a:t>
            </a:r>
          </a:p>
        </p:txBody>
      </p:sp>
      <p:sp>
        <p:nvSpPr>
          <p:cNvPr id="98312" name="Text Box 10">
            <a:extLst>
              <a:ext uri="{FF2B5EF4-FFF2-40B4-BE49-F238E27FC236}">
                <a16:creationId xmlns:a16="http://schemas.microsoft.com/office/drawing/2014/main" id="{6E48FF77-AC23-413C-8D01-6D410B465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0350"/>
            <a:ext cx="51133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）含受控电源支路的处理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30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0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0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6" grpId="0"/>
      <p:bldP spid="302089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AutoShape 2">
            <a:extLst>
              <a:ext uri="{FF2B5EF4-FFF2-40B4-BE49-F238E27FC236}">
                <a16:creationId xmlns:a16="http://schemas.microsoft.com/office/drawing/2014/main" id="{25479749-8F0A-4B20-A26C-CDC79040C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0"/>
            <a:ext cx="3240087" cy="1441450"/>
          </a:xfrm>
          <a:prstGeom prst="wedgeRoundRectCallout">
            <a:avLst>
              <a:gd name="adj1" fmla="val 164505"/>
              <a:gd name="adj2" fmla="val 107269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有伴受控电流源等效成受控电压源与电阻串联</a:t>
            </a:r>
          </a:p>
        </p:txBody>
      </p:sp>
      <p:sp>
        <p:nvSpPr>
          <p:cNvPr id="323588" name="Text Box 4">
            <a:extLst>
              <a:ext uri="{FF2B5EF4-FFF2-40B4-BE49-F238E27FC236}">
                <a16:creationId xmlns:a16="http://schemas.microsoft.com/office/drawing/2014/main" id="{169EE288-6FEA-4926-B929-80B2C71FF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484313"/>
            <a:ext cx="36734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</a:t>
            </a:r>
          </a:p>
        </p:txBody>
      </p:sp>
      <p:sp>
        <p:nvSpPr>
          <p:cNvPr id="323590" name="Text Box 6">
            <a:extLst>
              <a:ext uri="{FF2B5EF4-FFF2-40B4-BE49-F238E27FC236}">
                <a16:creationId xmlns:a16="http://schemas.microsoft.com/office/drawing/2014/main" id="{8BCF843B-1AED-42C7-89FB-B27113271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075" y="3573463"/>
            <a:ext cx="33226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800" b="1" i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代入最后整理成一般形式即可</a:t>
            </a:r>
          </a:p>
        </p:txBody>
      </p:sp>
      <p:graphicFrame>
        <p:nvGraphicFramePr>
          <p:cNvPr id="99333" name="Object 7">
            <a:extLst>
              <a:ext uri="{FF2B5EF4-FFF2-40B4-BE49-F238E27FC236}">
                <a16:creationId xmlns:a16="http://schemas.microsoft.com/office/drawing/2014/main" id="{4D132D53-B264-4A86-B044-10961DD08B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0"/>
          <a:ext cx="4897438" cy="348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762" name="Visio" r:id="rId3" imgW="3992880" imgH="2843479" progId="Visio.Drawing.11">
                  <p:embed/>
                </p:oleObj>
              </mc:Choice>
              <mc:Fallback>
                <p:oleObj name="Visio" r:id="rId3" imgW="3992880" imgH="2843479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0"/>
                        <a:ext cx="4897438" cy="348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2" name="Object 8">
            <a:extLst>
              <a:ext uri="{FF2B5EF4-FFF2-40B4-BE49-F238E27FC236}">
                <a16:creationId xmlns:a16="http://schemas.microsoft.com/office/drawing/2014/main" id="{6263920C-E008-4E19-B2DC-A5F17444E1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1773238"/>
          <a:ext cx="738188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763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773238"/>
                        <a:ext cx="738188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3" name="Object 9">
            <a:extLst>
              <a:ext uri="{FF2B5EF4-FFF2-40B4-BE49-F238E27FC236}">
                <a16:creationId xmlns:a16="http://schemas.microsoft.com/office/drawing/2014/main" id="{C8FC81C2-E04B-4186-93E8-C81673628F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060575"/>
          <a:ext cx="739775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764" name="Visio" r:id="rId7" imgW="832104" imgH="1595310" progId="Visio.Drawing.11">
                  <p:embed/>
                </p:oleObj>
              </mc:Choice>
              <mc:Fallback>
                <p:oleObj name="Visio" r:id="rId7" imgW="832104" imgH="1595310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060575"/>
                        <a:ext cx="739775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4" name="Object 10">
            <a:extLst>
              <a:ext uri="{FF2B5EF4-FFF2-40B4-BE49-F238E27FC236}">
                <a16:creationId xmlns:a16="http://schemas.microsoft.com/office/drawing/2014/main" id="{47F016AC-B2BE-41E2-BA6B-0E55E03AA8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765175"/>
          <a:ext cx="15525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765" name="Visio" r:id="rId9" imgW="1696212" imgH="821493" progId="Visio.Drawing.11">
                  <p:embed/>
                </p:oleObj>
              </mc:Choice>
              <mc:Fallback>
                <p:oleObj name="Visio" r:id="rId9" imgW="1696212" imgH="821493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765175"/>
                        <a:ext cx="155257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5" name="Object 11">
            <a:extLst>
              <a:ext uri="{FF2B5EF4-FFF2-40B4-BE49-F238E27FC236}">
                <a16:creationId xmlns:a16="http://schemas.microsoft.com/office/drawing/2014/main" id="{7C9849B2-58EE-4627-BB51-D51455FC90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5407025"/>
          <a:ext cx="21177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766" name="Equation" r:id="rId11" imgW="622030" imgH="190417" progId="Equation.DSMT4">
                  <p:embed/>
                </p:oleObj>
              </mc:Choice>
              <mc:Fallback>
                <p:oleObj name="Equation" r:id="rId11" imgW="622030" imgH="19041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407025"/>
                        <a:ext cx="21177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596" name="Text Box 12">
            <a:extLst>
              <a:ext uri="{FF2B5EF4-FFF2-40B4-BE49-F238E27FC236}">
                <a16:creationId xmlns:a16="http://schemas.microsoft.com/office/drawing/2014/main" id="{E507CB1B-3ED3-40C6-9791-947B2B52D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887913"/>
            <a:ext cx="3673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增加方程：</a:t>
            </a:r>
          </a:p>
        </p:txBody>
      </p:sp>
      <p:graphicFrame>
        <p:nvGraphicFramePr>
          <p:cNvPr id="323597" name="Object 13">
            <a:extLst>
              <a:ext uri="{FF2B5EF4-FFF2-40B4-BE49-F238E27FC236}">
                <a16:creationId xmlns:a16="http://schemas.microsoft.com/office/drawing/2014/main" id="{707DB086-9248-4A9E-8D53-50FA0F038E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5963" y="4430713"/>
          <a:ext cx="4122737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767" name="Equation" r:id="rId13" imgW="1333500" imgH="596900" progId="Equation.DSMT4">
                  <p:embed/>
                </p:oleObj>
              </mc:Choice>
              <mc:Fallback>
                <p:oleObj name="Equation" r:id="rId13" imgW="1333500" imgH="596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4430713"/>
                        <a:ext cx="4122737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600" name="Object 16">
            <a:extLst>
              <a:ext uri="{FF2B5EF4-FFF2-40B4-BE49-F238E27FC236}">
                <a16:creationId xmlns:a16="http://schemas.microsoft.com/office/drawing/2014/main" id="{8DB4FFC9-7E89-4416-9BD4-6A0A99217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438" y="2873375"/>
          <a:ext cx="4984750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768" name="Equation" r:id="rId15" imgW="1612900" imgH="596900" progId="Equation.DSMT4">
                  <p:embed/>
                </p:oleObj>
              </mc:Choice>
              <mc:Fallback>
                <p:oleObj name="Equation" r:id="rId15" imgW="1612900" imgH="5969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8" y="2873375"/>
                        <a:ext cx="4984750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">
            <a:extLst>
              <a:ext uri="{FF2B5EF4-FFF2-40B4-BE49-F238E27FC236}">
                <a16:creationId xmlns:a16="http://schemas.microsoft.com/office/drawing/2014/main" id="{36124859-BC77-46DA-85AA-70253DC97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8" y="6183313"/>
            <a:ext cx="4646612" cy="5238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思考：此题观察法的本质？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5" dur="2000"/>
                                        <p:tgtEl>
                                          <p:spTgt spid="3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6" grpId="0" animBg="1"/>
      <p:bldP spid="323588" grpId="0"/>
      <p:bldP spid="323590" grpId="0"/>
      <p:bldP spid="323596" grpId="0"/>
      <p:bldP spid="13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24" name="Rectangle 16">
            <a:extLst>
              <a:ext uri="{FF2B5EF4-FFF2-40B4-BE49-F238E27FC236}">
                <a16:creationId xmlns:a16="http://schemas.microsoft.com/office/drawing/2014/main" id="{3A6DD5CB-6D5F-45D2-9D32-EB0566B45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805488"/>
            <a:ext cx="431800" cy="4318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4623" name="Rectangle 15">
            <a:extLst>
              <a:ext uri="{FF2B5EF4-FFF2-40B4-BE49-F238E27FC236}">
                <a16:creationId xmlns:a16="http://schemas.microsoft.com/office/drawing/2014/main" id="{8BC7722D-2544-4420-9A4C-124CEF299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005263"/>
            <a:ext cx="720725" cy="4318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4610" name="AutoShape 2">
            <a:extLst>
              <a:ext uri="{FF2B5EF4-FFF2-40B4-BE49-F238E27FC236}">
                <a16:creationId xmlns:a16="http://schemas.microsoft.com/office/drawing/2014/main" id="{6A72B4F8-5D77-4F7D-8092-E18E9A3E8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0"/>
            <a:ext cx="3240087" cy="1441450"/>
          </a:xfrm>
          <a:prstGeom prst="wedgeRoundRectCallout">
            <a:avLst>
              <a:gd name="adj1" fmla="val 155583"/>
              <a:gd name="adj2" fmla="val 107269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有伴受控电流源等效成受控电压源与电阻串联</a:t>
            </a:r>
          </a:p>
        </p:txBody>
      </p:sp>
      <p:sp>
        <p:nvSpPr>
          <p:cNvPr id="324612" name="Text Box 4">
            <a:extLst>
              <a:ext uri="{FF2B5EF4-FFF2-40B4-BE49-F238E27FC236}">
                <a16:creationId xmlns:a16="http://schemas.microsoft.com/office/drawing/2014/main" id="{BCF291A2-2AB0-4451-B5C7-3960F17FB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3573463"/>
            <a:ext cx="2160588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400" b="1" i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代入最后整理成一般形式即可</a:t>
            </a:r>
          </a:p>
        </p:txBody>
      </p:sp>
      <p:graphicFrame>
        <p:nvGraphicFramePr>
          <p:cNvPr id="100358" name="Object 5">
            <a:extLst>
              <a:ext uri="{FF2B5EF4-FFF2-40B4-BE49-F238E27FC236}">
                <a16:creationId xmlns:a16="http://schemas.microsoft.com/office/drawing/2014/main" id="{A217283C-1F32-4542-875E-7B473439A6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0"/>
          <a:ext cx="4897438" cy="348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788" name="Visio" r:id="rId3" imgW="3992880" imgH="2843479" progId="Visio.Drawing.11">
                  <p:embed/>
                </p:oleObj>
              </mc:Choice>
              <mc:Fallback>
                <p:oleObj name="Visio" r:id="rId3" imgW="3992880" imgH="2843479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0"/>
                        <a:ext cx="4897438" cy="348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4" name="Object 6">
            <a:extLst>
              <a:ext uri="{FF2B5EF4-FFF2-40B4-BE49-F238E27FC236}">
                <a16:creationId xmlns:a16="http://schemas.microsoft.com/office/drawing/2014/main" id="{D20BE1A3-C77C-4BD5-8ADA-E332325A45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1773238"/>
          <a:ext cx="738188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789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773238"/>
                        <a:ext cx="738188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5" name="Object 7">
            <a:extLst>
              <a:ext uri="{FF2B5EF4-FFF2-40B4-BE49-F238E27FC236}">
                <a16:creationId xmlns:a16="http://schemas.microsoft.com/office/drawing/2014/main" id="{63603D58-21BF-4862-AA6F-347B5BF738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060575"/>
          <a:ext cx="739775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790" name="Visio" r:id="rId7" imgW="832104" imgH="1595310" progId="Visio.Drawing.11">
                  <p:embed/>
                </p:oleObj>
              </mc:Choice>
              <mc:Fallback>
                <p:oleObj name="Visio" r:id="rId7" imgW="832104" imgH="1595310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060575"/>
                        <a:ext cx="739775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6" name="Object 8">
            <a:extLst>
              <a:ext uri="{FF2B5EF4-FFF2-40B4-BE49-F238E27FC236}">
                <a16:creationId xmlns:a16="http://schemas.microsoft.com/office/drawing/2014/main" id="{D70B8A53-9721-4F9C-A951-7DD2A854F4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765175"/>
          <a:ext cx="15525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791" name="Visio" r:id="rId9" imgW="1696212" imgH="821493" progId="Visio.Drawing.11">
                  <p:embed/>
                </p:oleObj>
              </mc:Choice>
              <mc:Fallback>
                <p:oleObj name="Visio" r:id="rId9" imgW="1696212" imgH="821493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765175"/>
                        <a:ext cx="155257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7" name="Object 9">
            <a:extLst>
              <a:ext uri="{FF2B5EF4-FFF2-40B4-BE49-F238E27FC236}">
                <a16:creationId xmlns:a16="http://schemas.microsoft.com/office/drawing/2014/main" id="{D4005A50-22F4-4A57-948D-7C5B832FAD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775" y="5661025"/>
          <a:ext cx="21177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792" name="Equation" r:id="rId11" imgW="622030" imgH="190417" progId="Equation.DSMT4">
                  <p:embed/>
                </p:oleObj>
              </mc:Choice>
              <mc:Fallback>
                <p:oleObj name="Equation" r:id="rId11" imgW="622030" imgH="19041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5661025"/>
                        <a:ext cx="21177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18" name="Text Box 10">
            <a:extLst>
              <a:ext uri="{FF2B5EF4-FFF2-40B4-BE49-F238E27FC236}">
                <a16:creationId xmlns:a16="http://schemas.microsoft.com/office/drawing/2014/main" id="{46C39A78-801B-41A4-B1AB-30F4D742E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157788"/>
            <a:ext cx="3673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增加方程：</a:t>
            </a:r>
          </a:p>
        </p:txBody>
      </p:sp>
      <p:graphicFrame>
        <p:nvGraphicFramePr>
          <p:cNvPr id="324619" name="Object 11">
            <a:extLst>
              <a:ext uri="{FF2B5EF4-FFF2-40B4-BE49-F238E27FC236}">
                <a16:creationId xmlns:a16="http://schemas.microsoft.com/office/drawing/2014/main" id="{F3EB8AEC-ED3A-4B92-9C2B-C8A323432A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1263" y="5013325"/>
          <a:ext cx="4122737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793" name="Equation" r:id="rId13" imgW="1333500" imgH="596900" progId="Equation.DSMT4">
                  <p:embed/>
                </p:oleObj>
              </mc:Choice>
              <mc:Fallback>
                <p:oleObj name="Equation" r:id="rId13" imgW="1333500" imgH="596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263" y="5013325"/>
                        <a:ext cx="4122737" cy="18446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20" name="Object 12">
            <a:extLst>
              <a:ext uri="{FF2B5EF4-FFF2-40B4-BE49-F238E27FC236}">
                <a16:creationId xmlns:a16="http://schemas.microsoft.com/office/drawing/2014/main" id="{081D353B-9489-4E8F-8560-BB261FE8FD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357563"/>
          <a:ext cx="6589713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794" name="Equation" r:id="rId15" imgW="2260600" imgH="596900" progId="Equation.DSMT4">
                  <p:embed/>
                </p:oleObj>
              </mc:Choice>
              <mc:Fallback>
                <p:oleObj name="Equation" r:id="rId15" imgW="2260600" imgH="5969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357563"/>
                        <a:ext cx="6589713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21" name="Text Box 13">
            <a:extLst>
              <a:ext uri="{FF2B5EF4-FFF2-40B4-BE49-F238E27FC236}">
                <a16:creationId xmlns:a16="http://schemas.microsoft.com/office/drawing/2014/main" id="{4C9242FC-7A9C-4DFA-8D49-6AE48C889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2128838"/>
            <a:ext cx="3673475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列写网孔电流表示的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27221AD1-B036-4AC3-A579-B42F12FD2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8" y="1408113"/>
            <a:ext cx="4645025" cy="5238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此题观察法的本质说明如下：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4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4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4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9" dur="2000"/>
                                        <p:tgtEl>
                                          <p:spTgt spid="3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324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324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0" grpId="0" animBg="1"/>
      <p:bldP spid="324612" grpId="0"/>
      <p:bldP spid="324618" grpId="0"/>
      <p:bldP spid="324621" grpId="0"/>
      <p:bldP spid="1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Text Box 2" descr="绿色大理石">
            <a:extLst>
              <a:ext uri="{FF2B5EF4-FFF2-40B4-BE49-F238E27FC236}">
                <a16:creationId xmlns:a16="http://schemas.microsoft.com/office/drawing/2014/main" id="{5BF76D8A-B608-4A22-A0AB-13C3E7B0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36613"/>
            <a:ext cx="5400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网孔分析法的一般步骤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243715" name="Text Box 3">
            <a:extLst>
              <a:ext uri="{FF2B5EF4-FFF2-40B4-BE49-F238E27FC236}">
                <a16:creationId xmlns:a16="http://schemas.microsoft.com/office/drawing/2014/main" id="{5B861E73-0203-4310-A8B9-EF19A5818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12875"/>
            <a:ext cx="77771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选定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b-(n-1)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个独立网孔，标出网孔电流绕向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3716" name="Text Box 4">
            <a:extLst>
              <a:ext uri="{FF2B5EF4-FFF2-40B4-BE49-F238E27FC236}">
                <a16:creationId xmlns:a16="http://schemas.microsoft.com/office/drawing/2014/main" id="{3CBFB9BB-B74F-4A65-BBDD-E2E41B552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989138"/>
            <a:ext cx="7848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断开与电压源并联的电阻，先将受控源看作独立源，列写以网孔电流表示的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方程；</a:t>
            </a:r>
            <a:endParaRPr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3717" name="Text Box 5">
            <a:extLst>
              <a:ext uri="{FF2B5EF4-FFF2-40B4-BE49-F238E27FC236}">
                <a16:creationId xmlns:a16="http://schemas.microsoft.com/office/drawing/2014/main" id="{31ED748E-6FF0-495B-B6DD-B61ADAEE8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437063"/>
            <a:ext cx="7127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求解上述方程，得到网孔电流；</a:t>
            </a:r>
          </a:p>
        </p:txBody>
      </p:sp>
      <p:sp>
        <p:nvSpPr>
          <p:cNvPr id="243718" name="Text Box 6">
            <a:extLst>
              <a:ext uri="{FF2B5EF4-FFF2-40B4-BE49-F238E27FC236}">
                <a16:creationId xmlns:a16="http://schemas.microsoft.com/office/drawing/2014/main" id="{D9311FEF-FCFB-469A-91C6-59AB147F8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229225"/>
            <a:ext cx="64817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通过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网孔电流求各支路电压及其他量</a:t>
            </a:r>
          </a:p>
        </p:txBody>
      </p:sp>
      <p:sp>
        <p:nvSpPr>
          <p:cNvPr id="243719" name="Text Box 7">
            <a:extLst>
              <a:ext uri="{FF2B5EF4-FFF2-40B4-BE49-F238E27FC236}">
                <a16:creationId xmlns:a16="http://schemas.microsoft.com/office/drawing/2014/main" id="{D2DFB092-8414-4701-9D70-FF8EAE9DA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068638"/>
            <a:ext cx="7848600" cy="1117600"/>
          </a:xfrm>
          <a:prstGeom prst="rect">
            <a:avLst/>
          </a:prstGeom>
          <a:solidFill>
            <a:srgbClr val="99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增加受控源的控制量与网孔电流关系；增加无伴电流源电流与网孔电流关系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3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4" grpId="0"/>
      <p:bldP spid="243715" grpId="0"/>
      <p:bldP spid="243716" grpId="0"/>
      <p:bldP spid="243717" grpId="0"/>
      <p:bldP spid="243718" grpId="0"/>
      <p:bldP spid="24371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C864B3BA-0169-4407-87A2-4AD50C54EBA3}"/>
              </a:ext>
            </a:extLst>
          </p:cNvPr>
          <p:cNvSpPr>
            <a:spLocks/>
          </p:cNvSpPr>
          <p:nvPr/>
        </p:nvSpPr>
        <p:spPr bwMode="auto">
          <a:xfrm>
            <a:off x="323850" y="0"/>
            <a:ext cx="7993063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§3-6 </a:t>
            </a:r>
            <a:r>
              <a:rPr lang="zh-CN" altLang="en-US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回路电流法（回路分析法）</a:t>
            </a:r>
          </a:p>
        </p:txBody>
      </p:sp>
      <p:sp>
        <p:nvSpPr>
          <p:cNvPr id="208899" name="Text Box 3">
            <a:extLst>
              <a:ext uri="{FF2B5EF4-FFF2-40B4-BE49-F238E27FC236}">
                <a16:creationId xmlns:a16="http://schemas.microsoft.com/office/drawing/2014/main" id="{B8B993C2-B4A8-4A49-A2F0-52746F022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81075"/>
            <a:ext cx="31670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</a:t>
            </a:r>
          </a:p>
        </p:txBody>
      </p:sp>
      <p:sp>
        <p:nvSpPr>
          <p:cNvPr id="208900" name="Rectangle 4">
            <a:extLst>
              <a:ext uri="{FF2B5EF4-FFF2-40B4-BE49-F238E27FC236}">
                <a16:creationId xmlns:a16="http://schemas.microsoft.com/office/drawing/2014/main" id="{53F25195-66F8-49C4-8A6C-D49277A89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485900"/>
            <a:ext cx="8135937" cy="265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以基本回路中沿回路连续流动的假想电流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为未知量列写电路方程分析电路的方法。它适用于平面和非平面电路。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对平面电路，若以网孔为独立回路，对应的分析方法称为网孔电流法。</a:t>
            </a:r>
          </a:p>
        </p:txBody>
      </p:sp>
      <p:sp>
        <p:nvSpPr>
          <p:cNvPr id="208901" name="Text Box 5">
            <a:extLst>
              <a:ext uri="{FF2B5EF4-FFF2-40B4-BE49-F238E27FC236}">
                <a16:creationId xmlns:a16="http://schemas.microsoft.com/office/drawing/2014/main" id="{C4642B46-DC37-4B01-8A9F-FE46959EA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221163"/>
            <a:ext cx="7848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回路电流法是对独立回路列写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方程，方程数为：</a:t>
            </a:r>
          </a:p>
        </p:txBody>
      </p:sp>
      <p:graphicFrame>
        <p:nvGraphicFramePr>
          <p:cNvPr id="208903" name="Object 7">
            <a:extLst>
              <a:ext uri="{FF2B5EF4-FFF2-40B4-BE49-F238E27FC236}">
                <a16:creationId xmlns:a16="http://schemas.microsoft.com/office/drawing/2014/main" id="{27689A7F-71CA-4131-84AF-BF0966FDF8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4868863"/>
          <a:ext cx="251936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8" name="公式" r:id="rId3" imgW="705045" imgH="209609" progId="Equation.3">
                  <p:embed/>
                </p:oleObj>
              </mc:Choice>
              <mc:Fallback>
                <p:oleObj name="公式" r:id="rId3" imgW="705045" imgH="20960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868863"/>
                        <a:ext cx="251936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0099FF"/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rgbClr val="0099FF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08" name="Text Box 12">
            <a:extLst>
              <a:ext uri="{FF2B5EF4-FFF2-40B4-BE49-F238E27FC236}">
                <a16:creationId xmlns:a16="http://schemas.microsoft.com/office/drawing/2014/main" id="{2F0CFA58-AB7A-4062-8A0E-FD832755D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516563"/>
            <a:ext cx="8135938" cy="10668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复杂回路为了方便：通常借助图论中的树和连支选择独立回路组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3000"/>
                                        <p:tgtEl>
                                          <p:spTgt spid="20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9" grpId="0"/>
      <p:bldP spid="208900" grpId="0"/>
      <p:bldP spid="208901" grpId="0" autoUpdateAnimBg="0"/>
      <p:bldP spid="20890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BFA00E-87E0-46B2-8174-6C850DD169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62848" y="5440139"/>
            <a:ext cx="514350" cy="365125"/>
          </a:xfrm>
        </p:spPr>
        <p:txBody>
          <a:bodyPr/>
          <a:lstStyle/>
          <a:p>
            <a:pPr>
              <a:defRPr/>
            </a:pPr>
            <a:fld id="{FAC4515B-331F-4636-B489-1CB8192B17E4}" type="slidenum">
              <a:rPr lang="zh-CN" altLang="en-US" smtClean="0"/>
              <a:pPr>
                <a:defRPr/>
              </a:pPr>
              <a:t>81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BDB017-6B01-41CF-9422-A03879E447C7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377825" y="822325"/>
            <a:ext cx="7315200" cy="1144117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en-US" altLang="zh-CN" sz="2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zh-CN" sz="2600" b="0" i="0" u="none" strike="noStrike" cap="none" normalizeH="0" baseline="-25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kumimoji="0" lang="en-US" altLang="zh-CN" sz="26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endParaRPr kumimoji="0" lang="zh-CN" altLang="en-US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EAF731-78F1-40EA-A9E0-B672A1A58BF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325935" y="2786063"/>
            <a:ext cx="2742009" cy="642937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BE0188-5060-48DD-ACC8-01A81AA659CC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325935" y="3471863"/>
            <a:ext cx="2886025" cy="642937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FF7426-385D-4330-9F93-AD269399F9A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325935" y="4157663"/>
            <a:ext cx="2958033" cy="642937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997680-246D-46EC-9A6B-59D6175704B2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325935" y="4843463"/>
            <a:ext cx="2958033" cy="642937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E8EF0DA-BD4C-4669-8DE7-57D5A0703DF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611560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B169568-E5FD-4555-B475-54E92179AAB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11560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90E8417-040E-44FF-ACAB-85FBEFADD72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611560" y="42219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AC1220F-BCB2-4BF9-886B-782BFECB0DD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11560" y="49077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69201C1-CACD-404F-A10D-1A68C09BF125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5792788" y="4907756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提交</a:t>
            </a:r>
          </a:p>
        </p:txBody>
      </p:sp>
      <p:grpSp>
        <p:nvGrpSpPr>
          <p:cNvPr id="54" name="Group 18">
            <a:extLst>
              <a:ext uri="{FF2B5EF4-FFF2-40B4-BE49-F238E27FC236}">
                <a16:creationId xmlns:a16="http://schemas.microsoft.com/office/drawing/2014/main" id="{C9E7334C-B7DF-4FF3-980A-434E1180A332}"/>
              </a:ext>
            </a:extLst>
          </p:cNvPr>
          <p:cNvGrpSpPr>
            <a:grpSpLocks/>
          </p:cNvGrpSpPr>
          <p:nvPr/>
        </p:nvGrpSpPr>
        <p:grpSpPr bwMode="auto">
          <a:xfrm>
            <a:off x="3540125" y="1566392"/>
            <a:ext cx="5695950" cy="1981200"/>
            <a:chOff x="873" y="300"/>
            <a:chExt cx="3588" cy="1248"/>
          </a:xfrm>
        </p:grpSpPr>
        <p:sp>
          <p:nvSpPr>
            <p:cNvPr id="55" name="Oval 21">
              <a:extLst>
                <a:ext uri="{FF2B5EF4-FFF2-40B4-BE49-F238E27FC236}">
                  <a16:creationId xmlns:a16="http://schemas.microsoft.com/office/drawing/2014/main" id="{08E87863-9C81-42D3-97D6-41B09F5B9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" y="1020"/>
              <a:ext cx="288" cy="288"/>
            </a:xfrm>
            <a:prstGeom prst="ellipse">
              <a:avLst/>
            </a:prstGeom>
            <a:solidFill>
              <a:srgbClr val="00CC66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Text Box 22">
              <a:extLst>
                <a:ext uri="{FF2B5EF4-FFF2-40B4-BE49-F238E27FC236}">
                  <a16:creationId xmlns:a16="http://schemas.microsoft.com/office/drawing/2014/main" id="{F25F0C2D-B445-4078-9AC9-9B8910278B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6" y="812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57" name="Text Box 23">
              <a:extLst>
                <a:ext uri="{FF2B5EF4-FFF2-40B4-BE49-F238E27FC236}">
                  <a16:creationId xmlns:a16="http://schemas.microsoft.com/office/drawing/2014/main" id="{49CEF67A-36F7-4C78-B720-82016A996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9" y="111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58" name="Text Box 24">
              <a:extLst>
                <a:ext uri="{FF2B5EF4-FFF2-40B4-BE49-F238E27FC236}">
                  <a16:creationId xmlns:a16="http://schemas.microsoft.com/office/drawing/2014/main" id="{798A6920-8A1D-499F-A73A-3246783F0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1011"/>
              <a:ext cx="4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U</a:t>
              </a:r>
              <a:r>
                <a:rPr kumimoji="1" lang="en-US" altLang="zh-CN" baseline="-25000"/>
                <a:t>S2</a:t>
              </a:r>
              <a:endParaRPr kumimoji="1" lang="en-US" altLang="zh-CN"/>
            </a:p>
          </p:txBody>
        </p:sp>
        <p:sp>
          <p:nvSpPr>
            <p:cNvPr id="59" name="Oval 25">
              <a:extLst>
                <a:ext uri="{FF2B5EF4-FFF2-40B4-BE49-F238E27FC236}">
                  <a16:creationId xmlns:a16="http://schemas.microsoft.com/office/drawing/2014/main" id="{67E471B3-DE65-492E-8F0A-EFF7925A6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8" y="1012"/>
              <a:ext cx="288" cy="288"/>
            </a:xfrm>
            <a:prstGeom prst="ellipse">
              <a:avLst/>
            </a:prstGeom>
            <a:solidFill>
              <a:srgbClr val="00CC66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Text Box 26">
              <a:extLst>
                <a:ext uri="{FF2B5EF4-FFF2-40B4-BE49-F238E27FC236}">
                  <a16:creationId xmlns:a16="http://schemas.microsoft.com/office/drawing/2014/main" id="{A713AF15-28F0-409F-BE06-FEACBF18E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" y="828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61" name="Text Box 27">
              <a:extLst>
                <a:ext uri="{FF2B5EF4-FFF2-40B4-BE49-F238E27FC236}">
                  <a16:creationId xmlns:a16="http://schemas.microsoft.com/office/drawing/2014/main" id="{394BCA93-2BA2-4C87-A7DB-13265E052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2" y="110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62" name="Line 28">
              <a:extLst>
                <a:ext uri="{FF2B5EF4-FFF2-40B4-BE49-F238E27FC236}">
                  <a16:creationId xmlns:a16="http://schemas.microsoft.com/office/drawing/2014/main" id="{EADE6134-0063-453D-89CD-30CA7B33F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5" y="348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Text Box 29">
              <a:extLst>
                <a:ext uri="{FF2B5EF4-FFF2-40B4-BE49-F238E27FC236}">
                  <a16:creationId xmlns:a16="http://schemas.microsoft.com/office/drawing/2014/main" id="{18F4EC12-CB20-4AA7-9390-D88935294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" y="1008"/>
              <a:ext cx="4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U</a:t>
              </a:r>
              <a:r>
                <a:rPr kumimoji="1" lang="en-US" altLang="zh-CN" baseline="-25000"/>
                <a:t>S1</a:t>
              </a:r>
              <a:endParaRPr kumimoji="1" lang="en-US" altLang="zh-CN"/>
            </a:p>
          </p:txBody>
        </p:sp>
        <p:sp>
          <p:nvSpPr>
            <p:cNvPr id="64" name="Freeform 30">
              <a:extLst>
                <a:ext uri="{FF2B5EF4-FFF2-40B4-BE49-F238E27FC236}">
                  <a16:creationId xmlns:a16="http://schemas.microsoft.com/office/drawing/2014/main" id="{049664C0-0F36-49C8-BD02-C4FE0CA24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345"/>
              <a:ext cx="3" cy="1203"/>
            </a:xfrm>
            <a:custGeom>
              <a:avLst/>
              <a:gdLst>
                <a:gd name="T0" fmla="*/ 3 w 3"/>
                <a:gd name="T1" fmla="*/ 0 h 1203"/>
                <a:gd name="T2" fmla="*/ 0 w 3"/>
                <a:gd name="T3" fmla="*/ 1203 h 120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203">
                  <a:moveTo>
                    <a:pt x="3" y="0"/>
                  </a:moveTo>
                  <a:lnTo>
                    <a:pt x="0" y="120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Rectangle 31">
              <a:extLst>
                <a:ext uri="{FF2B5EF4-FFF2-40B4-BE49-F238E27FC236}">
                  <a16:creationId xmlns:a16="http://schemas.microsoft.com/office/drawing/2014/main" id="{09849089-C2BA-442B-B1CD-D50C50F84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2" y="588"/>
              <a:ext cx="120" cy="288"/>
            </a:xfrm>
            <a:prstGeom prst="rect">
              <a:avLst/>
            </a:prstGeom>
            <a:solidFill>
              <a:srgbClr val="00CC66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Line 32">
              <a:extLst>
                <a:ext uri="{FF2B5EF4-FFF2-40B4-BE49-F238E27FC236}">
                  <a16:creationId xmlns:a16="http://schemas.microsoft.com/office/drawing/2014/main" id="{8F70DA6D-79BE-4082-A460-2A7CF84668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9" y="1548"/>
              <a:ext cx="25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33">
              <a:extLst>
                <a:ext uri="{FF2B5EF4-FFF2-40B4-BE49-F238E27FC236}">
                  <a16:creationId xmlns:a16="http://schemas.microsoft.com/office/drawing/2014/main" id="{A5779FBA-2D68-4BE3-9E22-A91D727CB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5" y="348"/>
              <a:ext cx="25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34">
              <a:extLst>
                <a:ext uri="{FF2B5EF4-FFF2-40B4-BE49-F238E27FC236}">
                  <a16:creationId xmlns:a16="http://schemas.microsoft.com/office/drawing/2014/main" id="{F3371E4A-EC01-4B8F-A0AE-0A97DCEDF1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3" y="348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Rectangle 35">
              <a:extLst>
                <a:ext uri="{FF2B5EF4-FFF2-40B4-BE49-F238E27FC236}">
                  <a16:creationId xmlns:a16="http://schemas.microsoft.com/office/drawing/2014/main" id="{90E4C9B1-0150-46CD-9DBC-C9E1C0AD5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3" y="828"/>
              <a:ext cx="120" cy="288"/>
            </a:xfrm>
            <a:prstGeom prst="rect">
              <a:avLst/>
            </a:prstGeom>
            <a:solidFill>
              <a:srgbClr val="00CC66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Rectangle 36">
              <a:extLst>
                <a:ext uri="{FF2B5EF4-FFF2-40B4-BE49-F238E27FC236}">
                  <a16:creationId xmlns:a16="http://schemas.microsoft.com/office/drawing/2014/main" id="{775385D7-9C17-4CC0-A4E6-9E6624ECA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5" y="600"/>
              <a:ext cx="120" cy="288"/>
            </a:xfrm>
            <a:prstGeom prst="rect">
              <a:avLst/>
            </a:prstGeom>
            <a:solidFill>
              <a:srgbClr val="00CC66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Text Box 37">
              <a:extLst>
                <a:ext uri="{FF2B5EF4-FFF2-40B4-BE49-F238E27FC236}">
                  <a16:creationId xmlns:a16="http://schemas.microsoft.com/office/drawing/2014/main" id="{8DC63C36-6B23-47C4-AB9B-221C84B01B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7" y="30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I</a:t>
              </a:r>
              <a:r>
                <a:rPr kumimoji="1" lang="en-US" altLang="zh-CN" baseline="-25000"/>
                <a:t>1</a:t>
              </a:r>
              <a:endParaRPr kumimoji="1" lang="en-US" altLang="zh-CN" i="1"/>
            </a:p>
          </p:txBody>
        </p:sp>
        <p:sp>
          <p:nvSpPr>
            <p:cNvPr id="72" name="Text Box 38">
              <a:extLst>
                <a:ext uri="{FF2B5EF4-FFF2-40B4-BE49-F238E27FC236}">
                  <a16:creationId xmlns:a16="http://schemas.microsoft.com/office/drawing/2014/main" id="{BEB30D6C-A5B2-40A8-A87D-D939AF410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3" y="31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I</a:t>
              </a:r>
              <a:r>
                <a:rPr kumimoji="1" lang="en-US" altLang="zh-CN" baseline="-25000"/>
                <a:t>2</a:t>
              </a:r>
              <a:endParaRPr kumimoji="1" lang="en-US" altLang="zh-CN" i="1"/>
            </a:p>
          </p:txBody>
        </p:sp>
        <p:sp>
          <p:nvSpPr>
            <p:cNvPr id="73" name="Text Box 39">
              <a:extLst>
                <a:ext uri="{FF2B5EF4-FFF2-40B4-BE49-F238E27FC236}">
                  <a16:creationId xmlns:a16="http://schemas.microsoft.com/office/drawing/2014/main" id="{247FEBA1-3643-4D6F-AB65-6308CE8FA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" y="33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I</a:t>
              </a:r>
              <a:r>
                <a:rPr kumimoji="1" lang="en-US" altLang="zh-CN" baseline="-25000"/>
                <a:t>3</a:t>
              </a:r>
              <a:endParaRPr kumimoji="1" lang="en-US" altLang="zh-CN" i="1"/>
            </a:p>
          </p:txBody>
        </p:sp>
        <p:sp>
          <p:nvSpPr>
            <p:cNvPr id="74" name="Text Box 40">
              <a:extLst>
                <a:ext uri="{FF2B5EF4-FFF2-40B4-BE49-F238E27FC236}">
                  <a16:creationId xmlns:a16="http://schemas.microsoft.com/office/drawing/2014/main" id="{8A05BEE6-94DD-4DE8-9579-B2AE6DE804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3" y="55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R</a:t>
              </a:r>
              <a:r>
                <a:rPr kumimoji="1" lang="en-US" altLang="zh-CN" baseline="-25000"/>
                <a:t>1</a:t>
              </a:r>
              <a:endParaRPr kumimoji="1" lang="en-US" altLang="zh-CN" i="1"/>
            </a:p>
          </p:txBody>
        </p:sp>
        <p:sp>
          <p:nvSpPr>
            <p:cNvPr id="75" name="Text Box 41">
              <a:extLst>
                <a:ext uri="{FF2B5EF4-FFF2-40B4-BE49-F238E27FC236}">
                  <a16:creationId xmlns:a16="http://schemas.microsoft.com/office/drawing/2014/main" id="{5F4B4236-196E-43F4-BF03-8C861F049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" y="54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R</a:t>
              </a:r>
              <a:r>
                <a:rPr kumimoji="1" lang="en-US" altLang="zh-CN" baseline="-25000"/>
                <a:t>2</a:t>
              </a:r>
              <a:endParaRPr kumimoji="1" lang="en-US" altLang="zh-CN" i="1"/>
            </a:p>
          </p:txBody>
        </p:sp>
        <p:sp>
          <p:nvSpPr>
            <p:cNvPr id="76" name="Text Box 42">
              <a:extLst>
                <a:ext uri="{FF2B5EF4-FFF2-40B4-BE49-F238E27FC236}">
                  <a16:creationId xmlns:a16="http://schemas.microsoft.com/office/drawing/2014/main" id="{9BB1A144-608C-4ED4-84BE-FCAA4DAF4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7" y="8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R</a:t>
              </a:r>
              <a:r>
                <a:rPr kumimoji="1" lang="en-US" altLang="zh-CN" baseline="-25000"/>
                <a:t>3</a:t>
              </a:r>
              <a:endParaRPr kumimoji="1" lang="en-US" altLang="zh-CN" i="1"/>
            </a:p>
          </p:txBody>
        </p:sp>
        <p:sp>
          <p:nvSpPr>
            <p:cNvPr id="77" name="Oval 43">
              <a:extLst>
                <a:ext uri="{FF2B5EF4-FFF2-40B4-BE49-F238E27FC236}">
                  <a16:creationId xmlns:a16="http://schemas.microsoft.com/office/drawing/2014/main" id="{5DBA826B-FECD-4B43-BDB2-DF8490E30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" y="1012"/>
              <a:ext cx="288" cy="288"/>
            </a:xfrm>
            <a:prstGeom prst="ellipse">
              <a:avLst/>
            </a:prstGeom>
            <a:solidFill>
              <a:srgbClr val="00CC66"/>
            </a:solidFill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Text Box 44">
              <a:extLst>
                <a:ext uri="{FF2B5EF4-FFF2-40B4-BE49-F238E27FC236}">
                  <a16:creationId xmlns:a16="http://schemas.microsoft.com/office/drawing/2014/main" id="{DB5083ED-A0A6-4233-876D-F5FD15832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1" y="798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79" name="Text Box 45">
              <a:extLst>
                <a:ext uri="{FF2B5EF4-FFF2-40B4-BE49-F238E27FC236}">
                  <a16:creationId xmlns:a16="http://schemas.microsoft.com/office/drawing/2014/main" id="{EA6574DF-62B5-4AE6-A498-533AC4BA2F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4" y="115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>
                  <a:solidFill>
                    <a:schemeClr val="tx2"/>
                  </a:solidFill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80" name="Line 46">
              <a:extLst>
                <a:ext uri="{FF2B5EF4-FFF2-40B4-BE49-F238E27FC236}">
                  <a16:creationId xmlns:a16="http://schemas.microsoft.com/office/drawing/2014/main" id="{9723B4D2-7E95-4D28-AA0F-42D1370601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09" y="348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Text Box 47">
              <a:extLst>
                <a:ext uri="{FF2B5EF4-FFF2-40B4-BE49-F238E27FC236}">
                  <a16:creationId xmlns:a16="http://schemas.microsoft.com/office/drawing/2014/main" id="{BCDF3CC7-294D-484F-AFC9-6FCCD9BBB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1" y="1020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i="1"/>
                <a:t> </a:t>
              </a:r>
              <a:r>
                <a:rPr kumimoji="1" lang="en-US" altLang="zh-CN" i="1"/>
                <a:t>U</a:t>
              </a:r>
              <a:r>
                <a:rPr kumimoji="1" lang="en-US" altLang="zh-CN" baseline="-25000"/>
                <a:t>S4</a:t>
              </a:r>
              <a:endParaRPr kumimoji="1" lang="en-US" altLang="zh-CN"/>
            </a:p>
          </p:txBody>
        </p:sp>
        <p:sp>
          <p:nvSpPr>
            <p:cNvPr id="82" name="Rectangle 48">
              <a:extLst>
                <a:ext uri="{FF2B5EF4-FFF2-40B4-BE49-F238E27FC236}">
                  <a16:creationId xmlns:a16="http://schemas.microsoft.com/office/drawing/2014/main" id="{B1B9FA99-DDCB-4A3B-ADEB-B08F5E3AE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9" y="564"/>
              <a:ext cx="120" cy="288"/>
            </a:xfrm>
            <a:prstGeom prst="rect">
              <a:avLst/>
            </a:prstGeom>
            <a:solidFill>
              <a:srgbClr val="00CC66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Text Box 49">
              <a:extLst>
                <a:ext uri="{FF2B5EF4-FFF2-40B4-BE49-F238E27FC236}">
                  <a16:creationId xmlns:a16="http://schemas.microsoft.com/office/drawing/2014/main" id="{B3EB3DCD-4673-498E-AFFB-8B37BDCB9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" y="55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R</a:t>
              </a:r>
              <a:r>
                <a:rPr kumimoji="1" lang="en-US" altLang="zh-CN" baseline="-25000"/>
                <a:t>4</a:t>
              </a:r>
              <a:endParaRPr kumimoji="1" lang="en-US" altLang="zh-CN" i="1"/>
            </a:p>
          </p:txBody>
        </p:sp>
        <p:sp>
          <p:nvSpPr>
            <p:cNvPr id="84" name="Line 50">
              <a:extLst>
                <a:ext uri="{FF2B5EF4-FFF2-40B4-BE49-F238E27FC236}">
                  <a16:creationId xmlns:a16="http://schemas.microsoft.com/office/drawing/2014/main" id="{8C4D284B-3F98-4E29-8375-8654AAE4EB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1" y="360"/>
              <a:ext cx="0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51">
              <a:extLst>
                <a:ext uri="{FF2B5EF4-FFF2-40B4-BE49-F238E27FC236}">
                  <a16:creationId xmlns:a16="http://schemas.microsoft.com/office/drawing/2014/main" id="{A691FFE1-B398-41FD-B932-6C0245E64D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3" y="354"/>
              <a:ext cx="0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52">
              <a:extLst>
                <a:ext uri="{FF2B5EF4-FFF2-40B4-BE49-F238E27FC236}">
                  <a16:creationId xmlns:a16="http://schemas.microsoft.com/office/drawing/2014/main" id="{4398011A-0E1B-4B25-B5A4-FAC3AC3E49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5" y="372"/>
              <a:ext cx="0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53">
              <a:extLst>
                <a:ext uri="{FF2B5EF4-FFF2-40B4-BE49-F238E27FC236}">
                  <a16:creationId xmlns:a16="http://schemas.microsoft.com/office/drawing/2014/main" id="{A6D25292-A4EC-42B3-A5DE-8330149C76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9" y="324"/>
              <a:ext cx="0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Text Box 54">
              <a:extLst>
                <a:ext uri="{FF2B5EF4-FFF2-40B4-BE49-F238E27FC236}">
                  <a16:creationId xmlns:a16="http://schemas.microsoft.com/office/drawing/2014/main" id="{7F5869B3-5C5B-477A-81C0-E9708E3899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8" y="30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i="1"/>
                <a:t>I</a:t>
              </a:r>
              <a:r>
                <a:rPr kumimoji="1" lang="en-US" altLang="zh-CN" baseline="-25000"/>
                <a:t>4</a:t>
              </a:r>
              <a:endParaRPr kumimoji="1" lang="en-US" altLang="zh-CN" i="1"/>
            </a:p>
          </p:txBody>
        </p:sp>
      </p:grpSp>
      <p:sp>
        <p:nvSpPr>
          <p:cNvPr id="89" name="任意多边形 49">
            <a:extLst>
              <a:ext uri="{FF2B5EF4-FFF2-40B4-BE49-F238E27FC236}">
                <a16:creationId xmlns:a16="http://schemas.microsoft.com/office/drawing/2014/main" id="{A0125CBF-0CB3-4D60-9A03-A96F5869C965}"/>
              </a:ext>
            </a:extLst>
          </p:cNvPr>
          <p:cNvSpPr>
            <a:spLocks/>
          </p:cNvSpPr>
          <p:nvPr/>
        </p:nvSpPr>
        <p:spPr bwMode="auto">
          <a:xfrm>
            <a:off x="4579938" y="2029942"/>
            <a:ext cx="728662" cy="1084262"/>
          </a:xfrm>
          <a:custGeom>
            <a:avLst/>
            <a:gdLst>
              <a:gd name="T0" fmla="*/ 0 w 728133"/>
              <a:gd name="T1" fmla="*/ 423334 h 1084527"/>
              <a:gd name="T2" fmla="*/ 25400 w 728133"/>
              <a:gd name="T3" fmla="*/ 304800 h 1084527"/>
              <a:gd name="T4" fmla="*/ 50800 w 728133"/>
              <a:gd name="T5" fmla="*/ 211667 h 1084527"/>
              <a:gd name="T6" fmla="*/ 67733 w 728133"/>
              <a:gd name="T7" fmla="*/ 177800 h 1084527"/>
              <a:gd name="T8" fmla="*/ 76200 w 728133"/>
              <a:gd name="T9" fmla="*/ 152400 h 1084527"/>
              <a:gd name="T10" fmla="*/ 93133 w 728133"/>
              <a:gd name="T11" fmla="*/ 127000 h 1084527"/>
              <a:gd name="T12" fmla="*/ 135466 w 728133"/>
              <a:gd name="T13" fmla="*/ 50800 h 1084527"/>
              <a:gd name="T14" fmla="*/ 177800 w 728133"/>
              <a:gd name="T15" fmla="*/ 16934 h 1084527"/>
              <a:gd name="T16" fmla="*/ 194733 w 728133"/>
              <a:gd name="T17" fmla="*/ 0 h 1084527"/>
              <a:gd name="T18" fmla="*/ 304800 w 728133"/>
              <a:gd name="T19" fmla="*/ 8467 h 1084527"/>
              <a:gd name="T20" fmla="*/ 338666 w 728133"/>
              <a:gd name="T21" fmla="*/ 16934 h 1084527"/>
              <a:gd name="T22" fmla="*/ 397933 w 728133"/>
              <a:gd name="T23" fmla="*/ 25400 h 1084527"/>
              <a:gd name="T24" fmla="*/ 457200 w 728133"/>
              <a:gd name="T25" fmla="*/ 59267 h 1084527"/>
              <a:gd name="T26" fmla="*/ 482600 w 728133"/>
              <a:gd name="T27" fmla="*/ 67734 h 1084527"/>
              <a:gd name="T28" fmla="*/ 508000 w 728133"/>
              <a:gd name="T29" fmla="*/ 93134 h 1084527"/>
              <a:gd name="T30" fmla="*/ 618066 w 728133"/>
              <a:gd name="T31" fmla="*/ 160867 h 1084527"/>
              <a:gd name="T32" fmla="*/ 677333 w 728133"/>
              <a:gd name="T33" fmla="*/ 211667 h 1084527"/>
              <a:gd name="T34" fmla="*/ 702733 w 728133"/>
              <a:gd name="T35" fmla="*/ 287867 h 1084527"/>
              <a:gd name="T36" fmla="*/ 711200 w 728133"/>
              <a:gd name="T37" fmla="*/ 313267 h 1084527"/>
              <a:gd name="T38" fmla="*/ 719666 w 728133"/>
              <a:gd name="T39" fmla="*/ 338667 h 1084527"/>
              <a:gd name="T40" fmla="*/ 728133 w 728133"/>
              <a:gd name="T41" fmla="*/ 397934 h 1084527"/>
              <a:gd name="T42" fmla="*/ 719666 w 728133"/>
              <a:gd name="T43" fmla="*/ 592667 h 1084527"/>
              <a:gd name="T44" fmla="*/ 694266 w 728133"/>
              <a:gd name="T45" fmla="*/ 668867 h 1084527"/>
              <a:gd name="T46" fmla="*/ 685800 w 728133"/>
              <a:gd name="T47" fmla="*/ 711200 h 1084527"/>
              <a:gd name="T48" fmla="*/ 677333 w 728133"/>
              <a:gd name="T49" fmla="*/ 736600 h 1084527"/>
              <a:gd name="T50" fmla="*/ 660400 w 728133"/>
              <a:gd name="T51" fmla="*/ 795867 h 1084527"/>
              <a:gd name="T52" fmla="*/ 643466 w 728133"/>
              <a:gd name="T53" fmla="*/ 821267 h 1084527"/>
              <a:gd name="T54" fmla="*/ 635000 w 728133"/>
              <a:gd name="T55" fmla="*/ 846667 h 1084527"/>
              <a:gd name="T56" fmla="*/ 601133 w 728133"/>
              <a:gd name="T57" fmla="*/ 897467 h 1084527"/>
              <a:gd name="T58" fmla="*/ 584200 w 728133"/>
              <a:gd name="T59" fmla="*/ 922867 h 1084527"/>
              <a:gd name="T60" fmla="*/ 550333 w 728133"/>
              <a:gd name="T61" fmla="*/ 956734 h 1084527"/>
              <a:gd name="T62" fmla="*/ 516466 w 728133"/>
              <a:gd name="T63" fmla="*/ 982134 h 1084527"/>
              <a:gd name="T64" fmla="*/ 465666 w 728133"/>
              <a:gd name="T65" fmla="*/ 1016000 h 1084527"/>
              <a:gd name="T66" fmla="*/ 448733 w 728133"/>
              <a:gd name="T67" fmla="*/ 1032934 h 1084527"/>
              <a:gd name="T68" fmla="*/ 397933 w 728133"/>
              <a:gd name="T69" fmla="*/ 1049867 h 1084527"/>
              <a:gd name="T70" fmla="*/ 372533 w 728133"/>
              <a:gd name="T71" fmla="*/ 1058334 h 1084527"/>
              <a:gd name="T72" fmla="*/ 296333 w 728133"/>
              <a:gd name="T73" fmla="*/ 1083734 h 1084527"/>
              <a:gd name="T74" fmla="*/ 279400 w 728133"/>
              <a:gd name="T75" fmla="*/ 1083734 h 1084527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728133" h="1084527">
                <a:moveTo>
                  <a:pt x="0" y="423334"/>
                </a:moveTo>
                <a:cubicBezTo>
                  <a:pt x="8467" y="383823"/>
                  <a:pt x="16445" y="344203"/>
                  <a:pt x="25400" y="304800"/>
                </a:cubicBezTo>
                <a:cubicBezTo>
                  <a:pt x="27491" y="295599"/>
                  <a:pt x="41495" y="233379"/>
                  <a:pt x="50800" y="211667"/>
                </a:cubicBezTo>
                <a:cubicBezTo>
                  <a:pt x="55772" y="200066"/>
                  <a:pt x="62761" y="189401"/>
                  <a:pt x="67733" y="177800"/>
                </a:cubicBezTo>
                <a:cubicBezTo>
                  <a:pt x="71249" y="169597"/>
                  <a:pt x="72209" y="160382"/>
                  <a:pt x="76200" y="152400"/>
                </a:cubicBezTo>
                <a:cubicBezTo>
                  <a:pt x="80751" y="143299"/>
                  <a:pt x="88582" y="136101"/>
                  <a:pt x="93133" y="127000"/>
                </a:cubicBezTo>
                <a:cubicBezTo>
                  <a:pt x="114424" y="84418"/>
                  <a:pt x="82083" y="104180"/>
                  <a:pt x="135466" y="50800"/>
                </a:cubicBezTo>
                <a:cubicBezTo>
                  <a:pt x="176362" y="9906"/>
                  <a:pt x="124385" y="59667"/>
                  <a:pt x="177800" y="16934"/>
                </a:cubicBezTo>
                <a:cubicBezTo>
                  <a:pt x="184033" y="11947"/>
                  <a:pt x="189089" y="5645"/>
                  <a:pt x="194733" y="0"/>
                </a:cubicBezTo>
                <a:cubicBezTo>
                  <a:pt x="231422" y="2822"/>
                  <a:pt x="268255" y="4167"/>
                  <a:pt x="304800" y="8467"/>
                </a:cubicBezTo>
                <a:cubicBezTo>
                  <a:pt x="316356" y="9827"/>
                  <a:pt x="327218" y="14852"/>
                  <a:pt x="338666" y="16934"/>
                </a:cubicBezTo>
                <a:cubicBezTo>
                  <a:pt x="358300" y="20504"/>
                  <a:pt x="378177" y="22578"/>
                  <a:pt x="397933" y="25400"/>
                </a:cubicBezTo>
                <a:cubicBezTo>
                  <a:pt x="456171" y="44813"/>
                  <a:pt x="385438" y="18260"/>
                  <a:pt x="457200" y="59267"/>
                </a:cubicBezTo>
                <a:cubicBezTo>
                  <a:pt x="464949" y="63695"/>
                  <a:pt x="474133" y="64912"/>
                  <a:pt x="482600" y="67734"/>
                </a:cubicBezTo>
                <a:cubicBezTo>
                  <a:pt x="491067" y="76201"/>
                  <a:pt x="498191" y="86268"/>
                  <a:pt x="508000" y="93134"/>
                </a:cubicBezTo>
                <a:cubicBezTo>
                  <a:pt x="531288" y="109435"/>
                  <a:pt x="596319" y="139120"/>
                  <a:pt x="618066" y="160867"/>
                </a:cubicBezTo>
                <a:cubicBezTo>
                  <a:pt x="659128" y="201929"/>
                  <a:pt x="638649" y="185878"/>
                  <a:pt x="677333" y="211667"/>
                </a:cubicBezTo>
                <a:lnTo>
                  <a:pt x="702733" y="287867"/>
                </a:lnTo>
                <a:lnTo>
                  <a:pt x="711200" y="313267"/>
                </a:lnTo>
                <a:lnTo>
                  <a:pt x="719666" y="338667"/>
                </a:lnTo>
                <a:cubicBezTo>
                  <a:pt x="722488" y="358423"/>
                  <a:pt x="728133" y="377978"/>
                  <a:pt x="728133" y="397934"/>
                </a:cubicBezTo>
                <a:cubicBezTo>
                  <a:pt x="728133" y="462906"/>
                  <a:pt x="726352" y="528040"/>
                  <a:pt x="719666" y="592667"/>
                </a:cubicBezTo>
                <a:cubicBezTo>
                  <a:pt x="719665" y="592672"/>
                  <a:pt x="698500" y="656165"/>
                  <a:pt x="694266" y="668867"/>
                </a:cubicBezTo>
                <a:cubicBezTo>
                  <a:pt x="689715" y="682519"/>
                  <a:pt x="689290" y="697239"/>
                  <a:pt x="685800" y="711200"/>
                </a:cubicBezTo>
                <a:cubicBezTo>
                  <a:pt x="683635" y="719858"/>
                  <a:pt x="679785" y="728019"/>
                  <a:pt x="677333" y="736600"/>
                </a:cubicBezTo>
                <a:cubicBezTo>
                  <a:pt x="673718" y="749252"/>
                  <a:pt x="667164" y="782339"/>
                  <a:pt x="660400" y="795867"/>
                </a:cubicBezTo>
                <a:cubicBezTo>
                  <a:pt x="655849" y="804969"/>
                  <a:pt x="649111" y="812800"/>
                  <a:pt x="643466" y="821267"/>
                </a:cubicBezTo>
                <a:cubicBezTo>
                  <a:pt x="640644" y="829734"/>
                  <a:pt x="639334" y="838865"/>
                  <a:pt x="635000" y="846667"/>
                </a:cubicBezTo>
                <a:cubicBezTo>
                  <a:pt x="625117" y="864457"/>
                  <a:pt x="612422" y="880534"/>
                  <a:pt x="601133" y="897467"/>
                </a:cubicBezTo>
                <a:lnTo>
                  <a:pt x="584200" y="922867"/>
                </a:lnTo>
                <a:cubicBezTo>
                  <a:pt x="575344" y="936151"/>
                  <a:pt x="561622" y="945445"/>
                  <a:pt x="550333" y="956734"/>
                </a:cubicBezTo>
                <a:cubicBezTo>
                  <a:pt x="540355" y="966712"/>
                  <a:pt x="528026" y="974042"/>
                  <a:pt x="516466" y="982134"/>
                </a:cubicBezTo>
                <a:cubicBezTo>
                  <a:pt x="499794" y="993805"/>
                  <a:pt x="480056" y="1001609"/>
                  <a:pt x="465666" y="1016000"/>
                </a:cubicBezTo>
                <a:cubicBezTo>
                  <a:pt x="460022" y="1021645"/>
                  <a:pt x="455873" y="1029364"/>
                  <a:pt x="448733" y="1032934"/>
                </a:cubicBezTo>
                <a:cubicBezTo>
                  <a:pt x="432768" y="1040917"/>
                  <a:pt x="414866" y="1044223"/>
                  <a:pt x="397933" y="1049867"/>
                </a:cubicBezTo>
                <a:lnTo>
                  <a:pt x="372533" y="1058334"/>
                </a:lnTo>
                <a:lnTo>
                  <a:pt x="296333" y="1083734"/>
                </a:lnTo>
                <a:cubicBezTo>
                  <a:pt x="290978" y="1085519"/>
                  <a:pt x="285044" y="1083734"/>
                  <a:pt x="279400" y="1083734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90" name="任意多边形 50">
            <a:extLst>
              <a:ext uri="{FF2B5EF4-FFF2-40B4-BE49-F238E27FC236}">
                <a16:creationId xmlns:a16="http://schemas.microsoft.com/office/drawing/2014/main" id="{8C00A270-970C-4D83-8787-A2D53E949AF9}"/>
              </a:ext>
            </a:extLst>
          </p:cNvPr>
          <p:cNvSpPr>
            <a:spLocks/>
          </p:cNvSpPr>
          <p:nvPr/>
        </p:nvSpPr>
        <p:spPr bwMode="auto">
          <a:xfrm>
            <a:off x="4492625" y="1834679"/>
            <a:ext cx="2390775" cy="1524000"/>
          </a:xfrm>
          <a:custGeom>
            <a:avLst/>
            <a:gdLst/>
            <a:ahLst/>
            <a:cxnLst/>
            <a:rect l="0" t="0" r="r" b="b"/>
            <a:pathLst>
              <a:path w="2391165" h="1524041">
                <a:moveTo>
                  <a:pt x="12032" y="846708"/>
                </a:moveTo>
                <a:cubicBezTo>
                  <a:pt x="-8386" y="703786"/>
                  <a:pt x="1042" y="794231"/>
                  <a:pt x="12032" y="524974"/>
                </a:cubicBezTo>
                <a:cubicBezTo>
                  <a:pt x="14107" y="474138"/>
                  <a:pt x="16091" y="423261"/>
                  <a:pt x="20498" y="372574"/>
                </a:cubicBezTo>
                <a:cubicBezTo>
                  <a:pt x="25826" y="311298"/>
                  <a:pt x="32650" y="345680"/>
                  <a:pt x="45898" y="279441"/>
                </a:cubicBezTo>
                <a:cubicBezTo>
                  <a:pt x="47405" y="271906"/>
                  <a:pt x="58348" y="213703"/>
                  <a:pt x="62832" y="203241"/>
                </a:cubicBezTo>
                <a:cubicBezTo>
                  <a:pt x="66840" y="193888"/>
                  <a:pt x="75214" y="186942"/>
                  <a:pt x="79765" y="177841"/>
                </a:cubicBezTo>
                <a:cubicBezTo>
                  <a:pt x="91693" y="153986"/>
                  <a:pt x="90066" y="112319"/>
                  <a:pt x="122098" y="101641"/>
                </a:cubicBezTo>
                <a:cubicBezTo>
                  <a:pt x="214742" y="70758"/>
                  <a:pt x="74409" y="120013"/>
                  <a:pt x="172898" y="76241"/>
                </a:cubicBezTo>
                <a:cubicBezTo>
                  <a:pt x="189209" y="68992"/>
                  <a:pt x="206765" y="64952"/>
                  <a:pt x="223698" y="59308"/>
                </a:cubicBezTo>
                <a:cubicBezTo>
                  <a:pt x="257440" y="48061"/>
                  <a:pt x="288940" y="35255"/>
                  <a:pt x="325298" y="33908"/>
                </a:cubicBezTo>
                <a:cubicBezTo>
                  <a:pt x="460701" y="28893"/>
                  <a:pt x="596220" y="27644"/>
                  <a:pt x="731698" y="25441"/>
                </a:cubicBezTo>
                <a:lnTo>
                  <a:pt x="1366698" y="16974"/>
                </a:lnTo>
                <a:cubicBezTo>
                  <a:pt x="1398858" y="13401"/>
                  <a:pt x="1520908" y="-866"/>
                  <a:pt x="1544498" y="41"/>
                </a:cubicBezTo>
                <a:cubicBezTo>
                  <a:pt x="1584381" y="1575"/>
                  <a:pt x="1623521" y="11330"/>
                  <a:pt x="1663032" y="16974"/>
                </a:cubicBezTo>
                <a:cubicBezTo>
                  <a:pt x="1710625" y="23773"/>
                  <a:pt x="1759476" y="25993"/>
                  <a:pt x="1806965" y="33908"/>
                </a:cubicBezTo>
                <a:cubicBezTo>
                  <a:pt x="1832565" y="38175"/>
                  <a:pt x="1869036" y="51776"/>
                  <a:pt x="1891632" y="59308"/>
                </a:cubicBezTo>
                <a:cubicBezTo>
                  <a:pt x="1913710" y="66668"/>
                  <a:pt x="1936787" y="70597"/>
                  <a:pt x="1959365" y="76241"/>
                </a:cubicBezTo>
                <a:cubicBezTo>
                  <a:pt x="2036731" y="95582"/>
                  <a:pt x="1982961" y="74209"/>
                  <a:pt x="2052498" y="93174"/>
                </a:cubicBezTo>
                <a:cubicBezTo>
                  <a:pt x="2069718" y="97870"/>
                  <a:pt x="2085981" y="105779"/>
                  <a:pt x="2103298" y="110108"/>
                </a:cubicBezTo>
                <a:lnTo>
                  <a:pt x="2137165" y="118574"/>
                </a:lnTo>
                <a:cubicBezTo>
                  <a:pt x="2148454" y="124219"/>
                  <a:pt x="2159431" y="130536"/>
                  <a:pt x="2171032" y="135508"/>
                </a:cubicBezTo>
                <a:cubicBezTo>
                  <a:pt x="2179235" y="139024"/>
                  <a:pt x="2188450" y="139983"/>
                  <a:pt x="2196432" y="143974"/>
                </a:cubicBezTo>
                <a:cubicBezTo>
                  <a:pt x="2262083" y="176800"/>
                  <a:pt x="2183389" y="148095"/>
                  <a:pt x="2247232" y="169374"/>
                </a:cubicBezTo>
                <a:cubicBezTo>
                  <a:pt x="2260027" y="220558"/>
                  <a:pt x="2252018" y="192202"/>
                  <a:pt x="2272632" y="254041"/>
                </a:cubicBezTo>
                <a:cubicBezTo>
                  <a:pt x="2276623" y="266015"/>
                  <a:pt x="2284878" y="276189"/>
                  <a:pt x="2289565" y="287908"/>
                </a:cubicBezTo>
                <a:cubicBezTo>
                  <a:pt x="2296194" y="304481"/>
                  <a:pt x="2300854" y="321775"/>
                  <a:pt x="2306498" y="338708"/>
                </a:cubicBezTo>
                <a:cubicBezTo>
                  <a:pt x="2311049" y="352360"/>
                  <a:pt x="2311475" y="367080"/>
                  <a:pt x="2314965" y="381041"/>
                </a:cubicBezTo>
                <a:cubicBezTo>
                  <a:pt x="2317130" y="389699"/>
                  <a:pt x="2321267" y="397783"/>
                  <a:pt x="2323432" y="406441"/>
                </a:cubicBezTo>
                <a:cubicBezTo>
                  <a:pt x="2335129" y="453229"/>
                  <a:pt x="2330810" y="455488"/>
                  <a:pt x="2340365" y="508041"/>
                </a:cubicBezTo>
                <a:cubicBezTo>
                  <a:pt x="2358804" y="609451"/>
                  <a:pt x="2339165" y="485707"/>
                  <a:pt x="2357298" y="567308"/>
                </a:cubicBezTo>
                <a:cubicBezTo>
                  <a:pt x="2361022" y="584066"/>
                  <a:pt x="2362601" y="601235"/>
                  <a:pt x="2365765" y="618108"/>
                </a:cubicBezTo>
                <a:cubicBezTo>
                  <a:pt x="2389867" y="746651"/>
                  <a:pt x="2378251" y="658305"/>
                  <a:pt x="2391165" y="787441"/>
                </a:cubicBezTo>
                <a:cubicBezTo>
                  <a:pt x="2388343" y="835419"/>
                  <a:pt x="2387480" y="883552"/>
                  <a:pt x="2382698" y="931374"/>
                </a:cubicBezTo>
                <a:cubicBezTo>
                  <a:pt x="2381810" y="940254"/>
                  <a:pt x="2376396" y="948116"/>
                  <a:pt x="2374232" y="956774"/>
                </a:cubicBezTo>
                <a:cubicBezTo>
                  <a:pt x="2370742" y="970735"/>
                  <a:pt x="2369551" y="985224"/>
                  <a:pt x="2365765" y="999108"/>
                </a:cubicBezTo>
                <a:cubicBezTo>
                  <a:pt x="2361069" y="1016328"/>
                  <a:pt x="2358733" y="1035057"/>
                  <a:pt x="2348832" y="1049908"/>
                </a:cubicBezTo>
                <a:lnTo>
                  <a:pt x="2314965" y="1100708"/>
                </a:lnTo>
                <a:cubicBezTo>
                  <a:pt x="2309321" y="1109175"/>
                  <a:pt x="2301250" y="1116455"/>
                  <a:pt x="2298032" y="1126108"/>
                </a:cubicBezTo>
                <a:cubicBezTo>
                  <a:pt x="2295210" y="1134575"/>
                  <a:pt x="2294516" y="1144082"/>
                  <a:pt x="2289565" y="1151508"/>
                </a:cubicBezTo>
                <a:cubicBezTo>
                  <a:pt x="2282923" y="1161471"/>
                  <a:pt x="2271830" y="1167710"/>
                  <a:pt x="2264165" y="1176908"/>
                </a:cubicBezTo>
                <a:cubicBezTo>
                  <a:pt x="2257651" y="1184725"/>
                  <a:pt x="2253589" y="1194362"/>
                  <a:pt x="2247232" y="1202308"/>
                </a:cubicBezTo>
                <a:cubicBezTo>
                  <a:pt x="2242245" y="1208541"/>
                  <a:pt x="2235285" y="1213008"/>
                  <a:pt x="2230298" y="1219241"/>
                </a:cubicBezTo>
                <a:cubicBezTo>
                  <a:pt x="2223941" y="1227187"/>
                  <a:pt x="2220560" y="1237446"/>
                  <a:pt x="2213365" y="1244641"/>
                </a:cubicBezTo>
                <a:cubicBezTo>
                  <a:pt x="2206170" y="1251836"/>
                  <a:pt x="2195691" y="1254952"/>
                  <a:pt x="2187965" y="1261574"/>
                </a:cubicBezTo>
                <a:cubicBezTo>
                  <a:pt x="2175843" y="1271964"/>
                  <a:pt x="2165387" y="1284152"/>
                  <a:pt x="2154098" y="1295441"/>
                </a:cubicBezTo>
                <a:lnTo>
                  <a:pt x="2128698" y="1320841"/>
                </a:lnTo>
                <a:cubicBezTo>
                  <a:pt x="2121503" y="1328036"/>
                  <a:pt x="2111244" y="1331417"/>
                  <a:pt x="2103298" y="1337774"/>
                </a:cubicBezTo>
                <a:cubicBezTo>
                  <a:pt x="2097065" y="1342761"/>
                  <a:pt x="2092751" y="1349918"/>
                  <a:pt x="2086365" y="1354708"/>
                </a:cubicBezTo>
                <a:cubicBezTo>
                  <a:pt x="2070084" y="1366919"/>
                  <a:pt x="2052498" y="1377285"/>
                  <a:pt x="2035565" y="1388574"/>
                </a:cubicBezTo>
                <a:cubicBezTo>
                  <a:pt x="2027098" y="1394219"/>
                  <a:pt x="2019819" y="1402290"/>
                  <a:pt x="2010165" y="1405508"/>
                </a:cubicBezTo>
                <a:lnTo>
                  <a:pt x="1984765" y="1413974"/>
                </a:lnTo>
                <a:cubicBezTo>
                  <a:pt x="1911971" y="1462505"/>
                  <a:pt x="2004072" y="1404320"/>
                  <a:pt x="1933965" y="1439374"/>
                </a:cubicBezTo>
                <a:cubicBezTo>
                  <a:pt x="1924863" y="1443925"/>
                  <a:pt x="1917864" y="1452175"/>
                  <a:pt x="1908565" y="1456308"/>
                </a:cubicBezTo>
                <a:cubicBezTo>
                  <a:pt x="1872358" y="1472400"/>
                  <a:pt x="1858371" y="1471859"/>
                  <a:pt x="1823898" y="1481708"/>
                </a:cubicBezTo>
                <a:cubicBezTo>
                  <a:pt x="1815317" y="1484160"/>
                  <a:pt x="1807194" y="1488167"/>
                  <a:pt x="1798498" y="1490174"/>
                </a:cubicBezTo>
                <a:cubicBezTo>
                  <a:pt x="1770454" y="1496646"/>
                  <a:pt x="1742054" y="1501463"/>
                  <a:pt x="1713832" y="1507108"/>
                </a:cubicBezTo>
                <a:cubicBezTo>
                  <a:pt x="1693685" y="1511138"/>
                  <a:pt x="1674321" y="1518397"/>
                  <a:pt x="1654565" y="1524041"/>
                </a:cubicBezTo>
                <a:lnTo>
                  <a:pt x="1205832" y="1515574"/>
                </a:lnTo>
                <a:cubicBezTo>
                  <a:pt x="1171864" y="1514529"/>
                  <a:pt x="1138116" y="1509714"/>
                  <a:pt x="1104232" y="1507108"/>
                </a:cubicBezTo>
                <a:cubicBezTo>
                  <a:pt x="1034259" y="1501726"/>
                  <a:pt x="954430" y="1497207"/>
                  <a:pt x="884098" y="1490174"/>
                </a:cubicBezTo>
                <a:cubicBezTo>
                  <a:pt x="861458" y="1487910"/>
                  <a:pt x="838979" y="1484221"/>
                  <a:pt x="816365" y="1481708"/>
                </a:cubicBezTo>
                <a:cubicBezTo>
                  <a:pt x="788175" y="1478576"/>
                  <a:pt x="759867" y="1476555"/>
                  <a:pt x="731698" y="1473241"/>
                </a:cubicBezTo>
                <a:cubicBezTo>
                  <a:pt x="711879" y="1470909"/>
                  <a:pt x="692213" y="1467411"/>
                  <a:pt x="672432" y="1464774"/>
                </a:cubicBezTo>
                <a:lnTo>
                  <a:pt x="604698" y="1456308"/>
                </a:lnTo>
                <a:cubicBezTo>
                  <a:pt x="584917" y="1453671"/>
                  <a:pt x="565313" y="1449570"/>
                  <a:pt x="545432" y="1447841"/>
                </a:cubicBezTo>
                <a:cubicBezTo>
                  <a:pt x="500358" y="1443921"/>
                  <a:pt x="455121" y="1442196"/>
                  <a:pt x="409965" y="1439374"/>
                </a:cubicBezTo>
                <a:cubicBezTo>
                  <a:pt x="268911" y="1449450"/>
                  <a:pt x="331044" y="1447841"/>
                  <a:pt x="223698" y="1447841"/>
                </a:cubicBezTo>
              </a:path>
            </a:pathLst>
          </a:custGeom>
          <a:noFill/>
          <a:ln w="38100" cap="flat" cmpd="sng" algn="ctr">
            <a:solidFill>
              <a:srgbClr val="0066FF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91" name="任意多边形 51">
            <a:extLst>
              <a:ext uri="{FF2B5EF4-FFF2-40B4-BE49-F238E27FC236}">
                <a16:creationId xmlns:a16="http://schemas.microsoft.com/office/drawing/2014/main" id="{FEEA6B85-0B9E-4B86-99BC-6A1B136939B6}"/>
              </a:ext>
            </a:extLst>
          </p:cNvPr>
          <p:cNvSpPr>
            <a:spLocks/>
          </p:cNvSpPr>
          <p:nvPr/>
        </p:nvSpPr>
        <p:spPr bwMode="auto">
          <a:xfrm>
            <a:off x="6027738" y="1966442"/>
            <a:ext cx="2209800" cy="1539875"/>
          </a:xfrm>
          <a:custGeom>
            <a:avLst/>
            <a:gdLst>
              <a:gd name="T0" fmla="*/ 16933 w 2209800"/>
              <a:gd name="T1" fmla="*/ 173401 h 1540269"/>
              <a:gd name="T2" fmla="*/ 8466 w 2209800"/>
              <a:gd name="T3" fmla="*/ 215734 h 1540269"/>
              <a:gd name="T4" fmla="*/ 0 w 2209800"/>
              <a:gd name="T5" fmla="*/ 249601 h 1540269"/>
              <a:gd name="T6" fmla="*/ 8466 w 2209800"/>
              <a:gd name="T7" fmla="*/ 529001 h 1540269"/>
              <a:gd name="T8" fmla="*/ 16933 w 2209800"/>
              <a:gd name="T9" fmla="*/ 554401 h 1540269"/>
              <a:gd name="T10" fmla="*/ 42333 w 2209800"/>
              <a:gd name="T11" fmla="*/ 639068 h 1540269"/>
              <a:gd name="T12" fmla="*/ 50800 w 2209800"/>
              <a:gd name="T13" fmla="*/ 664468 h 1540269"/>
              <a:gd name="T14" fmla="*/ 67733 w 2209800"/>
              <a:gd name="T15" fmla="*/ 766068 h 1540269"/>
              <a:gd name="T16" fmla="*/ 76200 w 2209800"/>
              <a:gd name="T17" fmla="*/ 876134 h 1540269"/>
              <a:gd name="T18" fmla="*/ 93133 w 2209800"/>
              <a:gd name="T19" fmla="*/ 994668 h 1540269"/>
              <a:gd name="T20" fmla="*/ 118533 w 2209800"/>
              <a:gd name="T21" fmla="*/ 1079334 h 1540269"/>
              <a:gd name="T22" fmla="*/ 135466 w 2209800"/>
              <a:gd name="T23" fmla="*/ 1104734 h 1540269"/>
              <a:gd name="T24" fmla="*/ 152400 w 2209800"/>
              <a:gd name="T25" fmla="*/ 1164001 h 1540269"/>
              <a:gd name="T26" fmla="*/ 160866 w 2209800"/>
              <a:gd name="T27" fmla="*/ 1189401 h 1540269"/>
              <a:gd name="T28" fmla="*/ 194733 w 2209800"/>
              <a:gd name="T29" fmla="*/ 1223268 h 1540269"/>
              <a:gd name="T30" fmla="*/ 228600 w 2209800"/>
              <a:gd name="T31" fmla="*/ 1257134 h 1540269"/>
              <a:gd name="T32" fmla="*/ 304800 w 2209800"/>
              <a:gd name="T33" fmla="*/ 1307934 h 1540269"/>
              <a:gd name="T34" fmla="*/ 338666 w 2209800"/>
              <a:gd name="T35" fmla="*/ 1324868 h 1540269"/>
              <a:gd name="T36" fmla="*/ 355600 w 2209800"/>
              <a:gd name="T37" fmla="*/ 1341801 h 1540269"/>
              <a:gd name="T38" fmla="*/ 414866 w 2209800"/>
              <a:gd name="T39" fmla="*/ 1358734 h 1540269"/>
              <a:gd name="T40" fmla="*/ 465666 w 2209800"/>
              <a:gd name="T41" fmla="*/ 1375668 h 1540269"/>
              <a:gd name="T42" fmla="*/ 567266 w 2209800"/>
              <a:gd name="T43" fmla="*/ 1409534 h 1540269"/>
              <a:gd name="T44" fmla="*/ 601133 w 2209800"/>
              <a:gd name="T45" fmla="*/ 1418001 h 1540269"/>
              <a:gd name="T46" fmla="*/ 677333 w 2209800"/>
              <a:gd name="T47" fmla="*/ 1443401 h 1540269"/>
              <a:gd name="T48" fmla="*/ 719666 w 2209800"/>
              <a:gd name="T49" fmla="*/ 1460334 h 1540269"/>
              <a:gd name="T50" fmla="*/ 846666 w 2209800"/>
              <a:gd name="T51" fmla="*/ 1477268 h 1540269"/>
              <a:gd name="T52" fmla="*/ 948266 w 2209800"/>
              <a:gd name="T53" fmla="*/ 1494201 h 1540269"/>
              <a:gd name="T54" fmla="*/ 1075266 w 2209800"/>
              <a:gd name="T55" fmla="*/ 1511134 h 1540269"/>
              <a:gd name="T56" fmla="*/ 1210733 w 2209800"/>
              <a:gd name="T57" fmla="*/ 1519601 h 1540269"/>
              <a:gd name="T58" fmla="*/ 1557866 w 2209800"/>
              <a:gd name="T59" fmla="*/ 1528068 h 1540269"/>
              <a:gd name="T60" fmla="*/ 1591733 w 2209800"/>
              <a:gd name="T61" fmla="*/ 1519601 h 1540269"/>
              <a:gd name="T62" fmla="*/ 1617133 w 2209800"/>
              <a:gd name="T63" fmla="*/ 1511134 h 1540269"/>
              <a:gd name="T64" fmla="*/ 1667933 w 2209800"/>
              <a:gd name="T65" fmla="*/ 1502668 h 1540269"/>
              <a:gd name="T66" fmla="*/ 1693333 w 2209800"/>
              <a:gd name="T67" fmla="*/ 1494201 h 1540269"/>
              <a:gd name="T68" fmla="*/ 1769533 w 2209800"/>
              <a:gd name="T69" fmla="*/ 1477268 h 1540269"/>
              <a:gd name="T70" fmla="*/ 1820333 w 2209800"/>
              <a:gd name="T71" fmla="*/ 1451868 h 1540269"/>
              <a:gd name="T72" fmla="*/ 1905000 w 2209800"/>
              <a:gd name="T73" fmla="*/ 1409534 h 1540269"/>
              <a:gd name="T74" fmla="*/ 2006600 w 2209800"/>
              <a:gd name="T75" fmla="*/ 1324868 h 1540269"/>
              <a:gd name="T76" fmla="*/ 2040466 w 2209800"/>
              <a:gd name="T77" fmla="*/ 1282534 h 1540269"/>
              <a:gd name="T78" fmla="*/ 2065866 w 2209800"/>
              <a:gd name="T79" fmla="*/ 1265601 h 1540269"/>
              <a:gd name="T80" fmla="*/ 2091266 w 2209800"/>
              <a:gd name="T81" fmla="*/ 1231734 h 1540269"/>
              <a:gd name="T82" fmla="*/ 2108200 w 2209800"/>
              <a:gd name="T83" fmla="*/ 1180934 h 1540269"/>
              <a:gd name="T84" fmla="*/ 2133600 w 2209800"/>
              <a:gd name="T85" fmla="*/ 1155534 h 1540269"/>
              <a:gd name="T86" fmla="*/ 2142066 w 2209800"/>
              <a:gd name="T87" fmla="*/ 1130134 h 1540269"/>
              <a:gd name="T88" fmla="*/ 2175933 w 2209800"/>
              <a:gd name="T89" fmla="*/ 1053934 h 1540269"/>
              <a:gd name="T90" fmla="*/ 2184400 w 2209800"/>
              <a:gd name="T91" fmla="*/ 1011601 h 1540269"/>
              <a:gd name="T92" fmla="*/ 2201333 w 2209800"/>
              <a:gd name="T93" fmla="*/ 935401 h 1540269"/>
              <a:gd name="T94" fmla="*/ 2209800 w 2209800"/>
              <a:gd name="T95" fmla="*/ 876134 h 1540269"/>
              <a:gd name="T96" fmla="*/ 2201333 w 2209800"/>
              <a:gd name="T97" fmla="*/ 613668 h 1540269"/>
              <a:gd name="T98" fmla="*/ 2184400 w 2209800"/>
              <a:gd name="T99" fmla="*/ 376601 h 1540269"/>
              <a:gd name="T100" fmla="*/ 2175933 w 2209800"/>
              <a:gd name="T101" fmla="*/ 351201 h 1540269"/>
              <a:gd name="T102" fmla="*/ 2159000 w 2209800"/>
              <a:gd name="T103" fmla="*/ 258068 h 1540269"/>
              <a:gd name="T104" fmla="*/ 2150533 w 2209800"/>
              <a:gd name="T105" fmla="*/ 232668 h 1540269"/>
              <a:gd name="T106" fmla="*/ 2133600 w 2209800"/>
              <a:gd name="T107" fmla="*/ 215734 h 1540269"/>
              <a:gd name="T108" fmla="*/ 2099733 w 2209800"/>
              <a:gd name="T109" fmla="*/ 139534 h 1540269"/>
              <a:gd name="T110" fmla="*/ 2065866 w 2209800"/>
              <a:gd name="T111" fmla="*/ 88734 h 1540269"/>
              <a:gd name="T112" fmla="*/ 2032000 w 2209800"/>
              <a:gd name="T113" fmla="*/ 80268 h 1540269"/>
              <a:gd name="T114" fmla="*/ 1981200 w 2209800"/>
              <a:gd name="T115" fmla="*/ 63334 h 1540269"/>
              <a:gd name="T116" fmla="*/ 1955800 w 2209800"/>
              <a:gd name="T117" fmla="*/ 54868 h 1540269"/>
              <a:gd name="T118" fmla="*/ 1837266 w 2209800"/>
              <a:gd name="T119" fmla="*/ 37934 h 1540269"/>
              <a:gd name="T120" fmla="*/ 1811866 w 2209800"/>
              <a:gd name="T121" fmla="*/ 21001 h 1540269"/>
              <a:gd name="T122" fmla="*/ 1701800 w 2209800"/>
              <a:gd name="T123" fmla="*/ 4068 h 1540269"/>
              <a:gd name="T124" fmla="*/ 1617133 w 2209800"/>
              <a:gd name="T125" fmla="*/ 12534 h 1540269"/>
              <a:gd name="T126" fmla="*/ 1354666 w 2209800"/>
              <a:gd name="T127" fmla="*/ 148002 h 1540269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60000 65536"/>
              <a:gd name="T190" fmla="*/ 0 60000 65536"/>
              <a:gd name="T191" fmla="*/ 0 60000 65536"/>
            </a:gdLst>
            <a:ahLst/>
            <a:cxnLst>
              <a:cxn ang="T128">
                <a:pos x="T0" y="T1"/>
              </a:cxn>
              <a:cxn ang="T129">
                <a:pos x="T2" y="T3"/>
              </a:cxn>
              <a:cxn ang="T130">
                <a:pos x="T4" y="T5"/>
              </a:cxn>
              <a:cxn ang="T131">
                <a:pos x="T6" y="T7"/>
              </a:cxn>
              <a:cxn ang="T132">
                <a:pos x="T8" y="T9"/>
              </a:cxn>
              <a:cxn ang="T133">
                <a:pos x="T10" y="T11"/>
              </a:cxn>
              <a:cxn ang="T134">
                <a:pos x="T12" y="T13"/>
              </a:cxn>
              <a:cxn ang="T135">
                <a:pos x="T14" y="T15"/>
              </a:cxn>
              <a:cxn ang="T136">
                <a:pos x="T16" y="T17"/>
              </a:cxn>
              <a:cxn ang="T137">
                <a:pos x="T18" y="T19"/>
              </a:cxn>
              <a:cxn ang="T138">
                <a:pos x="T20" y="T21"/>
              </a:cxn>
              <a:cxn ang="T139">
                <a:pos x="T22" y="T23"/>
              </a:cxn>
              <a:cxn ang="T140">
                <a:pos x="T24" y="T25"/>
              </a:cxn>
              <a:cxn ang="T141">
                <a:pos x="T26" y="T27"/>
              </a:cxn>
              <a:cxn ang="T142">
                <a:pos x="T28" y="T29"/>
              </a:cxn>
              <a:cxn ang="T143">
                <a:pos x="T30" y="T31"/>
              </a:cxn>
              <a:cxn ang="T144">
                <a:pos x="T32" y="T33"/>
              </a:cxn>
              <a:cxn ang="T145">
                <a:pos x="T34" y="T35"/>
              </a:cxn>
              <a:cxn ang="T146">
                <a:pos x="T36" y="T37"/>
              </a:cxn>
              <a:cxn ang="T147">
                <a:pos x="T38" y="T39"/>
              </a:cxn>
              <a:cxn ang="T148">
                <a:pos x="T40" y="T41"/>
              </a:cxn>
              <a:cxn ang="T149">
                <a:pos x="T42" y="T43"/>
              </a:cxn>
              <a:cxn ang="T150">
                <a:pos x="T44" y="T45"/>
              </a:cxn>
              <a:cxn ang="T151">
                <a:pos x="T46" y="T47"/>
              </a:cxn>
              <a:cxn ang="T152">
                <a:pos x="T48" y="T49"/>
              </a:cxn>
              <a:cxn ang="T153">
                <a:pos x="T50" y="T51"/>
              </a:cxn>
              <a:cxn ang="T154">
                <a:pos x="T52" y="T53"/>
              </a:cxn>
              <a:cxn ang="T155">
                <a:pos x="T54" y="T55"/>
              </a:cxn>
              <a:cxn ang="T156">
                <a:pos x="T56" y="T57"/>
              </a:cxn>
              <a:cxn ang="T157">
                <a:pos x="T58" y="T59"/>
              </a:cxn>
              <a:cxn ang="T158">
                <a:pos x="T60" y="T61"/>
              </a:cxn>
              <a:cxn ang="T159">
                <a:pos x="T62" y="T63"/>
              </a:cxn>
              <a:cxn ang="T160">
                <a:pos x="T64" y="T65"/>
              </a:cxn>
              <a:cxn ang="T161">
                <a:pos x="T66" y="T67"/>
              </a:cxn>
              <a:cxn ang="T162">
                <a:pos x="T68" y="T69"/>
              </a:cxn>
              <a:cxn ang="T163">
                <a:pos x="T70" y="T71"/>
              </a:cxn>
              <a:cxn ang="T164">
                <a:pos x="T72" y="T73"/>
              </a:cxn>
              <a:cxn ang="T165">
                <a:pos x="T74" y="T75"/>
              </a:cxn>
              <a:cxn ang="T166">
                <a:pos x="T76" y="T77"/>
              </a:cxn>
              <a:cxn ang="T167">
                <a:pos x="T78" y="T79"/>
              </a:cxn>
              <a:cxn ang="T168">
                <a:pos x="T80" y="T81"/>
              </a:cxn>
              <a:cxn ang="T169">
                <a:pos x="T82" y="T83"/>
              </a:cxn>
              <a:cxn ang="T170">
                <a:pos x="T84" y="T85"/>
              </a:cxn>
              <a:cxn ang="T171">
                <a:pos x="T86" y="T87"/>
              </a:cxn>
              <a:cxn ang="T172">
                <a:pos x="T88" y="T89"/>
              </a:cxn>
              <a:cxn ang="T173">
                <a:pos x="T90" y="T91"/>
              </a:cxn>
              <a:cxn ang="T174">
                <a:pos x="T92" y="T93"/>
              </a:cxn>
              <a:cxn ang="T175">
                <a:pos x="T94" y="T95"/>
              </a:cxn>
              <a:cxn ang="T176">
                <a:pos x="T96" y="T97"/>
              </a:cxn>
              <a:cxn ang="T177">
                <a:pos x="T98" y="T99"/>
              </a:cxn>
              <a:cxn ang="T178">
                <a:pos x="T100" y="T101"/>
              </a:cxn>
              <a:cxn ang="T179">
                <a:pos x="T102" y="T103"/>
              </a:cxn>
              <a:cxn ang="T180">
                <a:pos x="T104" y="T105"/>
              </a:cxn>
              <a:cxn ang="T181">
                <a:pos x="T106" y="T107"/>
              </a:cxn>
              <a:cxn ang="T182">
                <a:pos x="T108" y="T109"/>
              </a:cxn>
              <a:cxn ang="T183">
                <a:pos x="T110" y="T111"/>
              </a:cxn>
              <a:cxn ang="T184">
                <a:pos x="T112" y="T113"/>
              </a:cxn>
              <a:cxn ang="T185">
                <a:pos x="T114" y="T115"/>
              </a:cxn>
              <a:cxn ang="T186">
                <a:pos x="T116" y="T117"/>
              </a:cxn>
              <a:cxn ang="T187">
                <a:pos x="T118" y="T119"/>
              </a:cxn>
              <a:cxn ang="T188">
                <a:pos x="T120" y="T121"/>
              </a:cxn>
              <a:cxn ang="T189">
                <a:pos x="T122" y="T123"/>
              </a:cxn>
              <a:cxn ang="T190">
                <a:pos x="T124" y="T125"/>
              </a:cxn>
              <a:cxn ang="T191">
                <a:pos x="T126" y="T127"/>
              </a:cxn>
            </a:cxnLst>
            <a:rect l="0" t="0" r="r" b="b"/>
            <a:pathLst>
              <a:path w="2209800" h="1540269">
                <a:moveTo>
                  <a:pt x="16933" y="173401"/>
                </a:moveTo>
                <a:cubicBezTo>
                  <a:pt x="14111" y="187512"/>
                  <a:pt x="11588" y="201686"/>
                  <a:pt x="8466" y="215734"/>
                </a:cubicBezTo>
                <a:cubicBezTo>
                  <a:pt x="5942" y="227093"/>
                  <a:pt x="0" y="237965"/>
                  <a:pt x="0" y="249601"/>
                </a:cubicBezTo>
                <a:cubicBezTo>
                  <a:pt x="0" y="342777"/>
                  <a:pt x="3298" y="435968"/>
                  <a:pt x="8466" y="529001"/>
                </a:cubicBezTo>
                <a:cubicBezTo>
                  <a:pt x="8961" y="537912"/>
                  <a:pt x="14481" y="545820"/>
                  <a:pt x="16933" y="554401"/>
                </a:cubicBezTo>
                <a:cubicBezTo>
                  <a:pt x="42527" y="643976"/>
                  <a:pt x="2090" y="518339"/>
                  <a:pt x="42333" y="639068"/>
                </a:cubicBezTo>
                <a:cubicBezTo>
                  <a:pt x="45155" y="647535"/>
                  <a:pt x="49050" y="655717"/>
                  <a:pt x="50800" y="664468"/>
                </a:cubicBezTo>
                <a:cubicBezTo>
                  <a:pt x="58635" y="703647"/>
                  <a:pt x="63533" y="724067"/>
                  <a:pt x="67733" y="766068"/>
                </a:cubicBezTo>
                <a:cubicBezTo>
                  <a:pt x="71395" y="802682"/>
                  <a:pt x="72711" y="839503"/>
                  <a:pt x="76200" y="876134"/>
                </a:cubicBezTo>
                <a:cubicBezTo>
                  <a:pt x="79039" y="905942"/>
                  <a:pt x="86777" y="962890"/>
                  <a:pt x="93133" y="994668"/>
                </a:cubicBezTo>
                <a:cubicBezTo>
                  <a:pt x="96513" y="1011569"/>
                  <a:pt x="112364" y="1070080"/>
                  <a:pt x="118533" y="1079334"/>
                </a:cubicBezTo>
                <a:cubicBezTo>
                  <a:pt x="124177" y="1087801"/>
                  <a:pt x="130915" y="1095633"/>
                  <a:pt x="135466" y="1104734"/>
                </a:cubicBezTo>
                <a:cubicBezTo>
                  <a:pt x="142233" y="1118268"/>
                  <a:pt x="148783" y="1151341"/>
                  <a:pt x="152400" y="1164001"/>
                </a:cubicBezTo>
                <a:cubicBezTo>
                  <a:pt x="154852" y="1172582"/>
                  <a:pt x="155679" y="1182139"/>
                  <a:pt x="160866" y="1189401"/>
                </a:cubicBezTo>
                <a:cubicBezTo>
                  <a:pt x="170145" y="1202392"/>
                  <a:pt x="183444" y="1211979"/>
                  <a:pt x="194733" y="1223268"/>
                </a:cubicBezTo>
                <a:lnTo>
                  <a:pt x="228600" y="1257134"/>
                </a:lnTo>
                <a:cubicBezTo>
                  <a:pt x="228604" y="1257138"/>
                  <a:pt x="292098" y="1299466"/>
                  <a:pt x="304800" y="1307934"/>
                </a:cubicBezTo>
                <a:cubicBezTo>
                  <a:pt x="315302" y="1314935"/>
                  <a:pt x="328165" y="1317867"/>
                  <a:pt x="338666" y="1324868"/>
                </a:cubicBezTo>
                <a:cubicBezTo>
                  <a:pt x="345308" y="1329296"/>
                  <a:pt x="348755" y="1337694"/>
                  <a:pt x="355600" y="1341801"/>
                </a:cubicBezTo>
                <a:cubicBezTo>
                  <a:pt x="365088" y="1347494"/>
                  <a:pt x="407480" y="1356518"/>
                  <a:pt x="414866" y="1358734"/>
                </a:cubicBezTo>
                <a:cubicBezTo>
                  <a:pt x="431963" y="1363863"/>
                  <a:pt x="449093" y="1369039"/>
                  <a:pt x="465666" y="1375668"/>
                </a:cubicBezTo>
                <a:cubicBezTo>
                  <a:pt x="556798" y="1412121"/>
                  <a:pt x="420080" y="1372737"/>
                  <a:pt x="567266" y="1409534"/>
                </a:cubicBezTo>
                <a:lnTo>
                  <a:pt x="601133" y="1418001"/>
                </a:lnTo>
                <a:cubicBezTo>
                  <a:pt x="650525" y="1450929"/>
                  <a:pt x="600117" y="1422342"/>
                  <a:pt x="677333" y="1443401"/>
                </a:cubicBezTo>
                <a:cubicBezTo>
                  <a:pt x="691995" y="1447400"/>
                  <a:pt x="704922" y="1456648"/>
                  <a:pt x="719666" y="1460334"/>
                </a:cubicBezTo>
                <a:cubicBezTo>
                  <a:pt x="731826" y="1463374"/>
                  <a:pt x="838522" y="1476182"/>
                  <a:pt x="846666" y="1477268"/>
                </a:cubicBezTo>
                <a:cubicBezTo>
                  <a:pt x="985029" y="1495716"/>
                  <a:pt x="839601" y="1476089"/>
                  <a:pt x="948266" y="1494201"/>
                </a:cubicBezTo>
                <a:cubicBezTo>
                  <a:pt x="968313" y="1497542"/>
                  <a:pt x="1058130" y="1509706"/>
                  <a:pt x="1075266" y="1511134"/>
                </a:cubicBezTo>
                <a:cubicBezTo>
                  <a:pt x="1120354" y="1514891"/>
                  <a:pt x="1165577" y="1516779"/>
                  <a:pt x="1210733" y="1519601"/>
                </a:cubicBezTo>
                <a:cubicBezTo>
                  <a:pt x="1381234" y="1553700"/>
                  <a:pt x="1266634" y="1537462"/>
                  <a:pt x="1557866" y="1528068"/>
                </a:cubicBezTo>
                <a:cubicBezTo>
                  <a:pt x="1569155" y="1525246"/>
                  <a:pt x="1580544" y="1522798"/>
                  <a:pt x="1591733" y="1519601"/>
                </a:cubicBezTo>
                <a:cubicBezTo>
                  <a:pt x="1600314" y="1517149"/>
                  <a:pt x="1608421" y="1513070"/>
                  <a:pt x="1617133" y="1511134"/>
                </a:cubicBezTo>
                <a:cubicBezTo>
                  <a:pt x="1633891" y="1507410"/>
                  <a:pt x="1651000" y="1505490"/>
                  <a:pt x="1667933" y="1502668"/>
                </a:cubicBezTo>
                <a:cubicBezTo>
                  <a:pt x="1676400" y="1499846"/>
                  <a:pt x="1684675" y="1496366"/>
                  <a:pt x="1693333" y="1494201"/>
                </a:cubicBezTo>
                <a:cubicBezTo>
                  <a:pt x="1763155" y="1476745"/>
                  <a:pt x="1708703" y="1494647"/>
                  <a:pt x="1769533" y="1477268"/>
                </a:cubicBezTo>
                <a:cubicBezTo>
                  <a:pt x="1812581" y="1464969"/>
                  <a:pt x="1778392" y="1474452"/>
                  <a:pt x="1820333" y="1451868"/>
                </a:cubicBezTo>
                <a:cubicBezTo>
                  <a:pt x="1848115" y="1436908"/>
                  <a:pt x="1879324" y="1427874"/>
                  <a:pt x="1905000" y="1409534"/>
                </a:cubicBezTo>
                <a:cubicBezTo>
                  <a:pt x="1934439" y="1388506"/>
                  <a:pt x="1984966" y="1357320"/>
                  <a:pt x="2006600" y="1324868"/>
                </a:cubicBezTo>
                <a:cubicBezTo>
                  <a:pt x="2019171" y="1306011"/>
                  <a:pt x="2023233" y="1296321"/>
                  <a:pt x="2040466" y="1282534"/>
                </a:cubicBezTo>
                <a:cubicBezTo>
                  <a:pt x="2048412" y="1276177"/>
                  <a:pt x="2057399" y="1271245"/>
                  <a:pt x="2065866" y="1265601"/>
                </a:cubicBezTo>
                <a:cubicBezTo>
                  <a:pt x="2074333" y="1254312"/>
                  <a:pt x="2084955" y="1244355"/>
                  <a:pt x="2091266" y="1231734"/>
                </a:cubicBezTo>
                <a:cubicBezTo>
                  <a:pt x="2099249" y="1215769"/>
                  <a:pt x="2095579" y="1193555"/>
                  <a:pt x="2108200" y="1180934"/>
                </a:cubicBezTo>
                <a:lnTo>
                  <a:pt x="2133600" y="1155534"/>
                </a:lnTo>
                <a:cubicBezTo>
                  <a:pt x="2136422" y="1147067"/>
                  <a:pt x="2138633" y="1138372"/>
                  <a:pt x="2142066" y="1130134"/>
                </a:cubicBezTo>
                <a:cubicBezTo>
                  <a:pt x="2152757" y="1104476"/>
                  <a:pt x="2166584" y="1080110"/>
                  <a:pt x="2175933" y="1053934"/>
                </a:cubicBezTo>
                <a:cubicBezTo>
                  <a:pt x="2180773" y="1040382"/>
                  <a:pt x="2181278" y="1025649"/>
                  <a:pt x="2184400" y="1011601"/>
                </a:cubicBezTo>
                <a:cubicBezTo>
                  <a:pt x="2194544" y="965952"/>
                  <a:pt x="2192824" y="986450"/>
                  <a:pt x="2201333" y="935401"/>
                </a:cubicBezTo>
                <a:cubicBezTo>
                  <a:pt x="2204614" y="915716"/>
                  <a:pt x="2206978" y="895890"/>
                  <a:pt x="2209800" y="876134"/>
                </a:cubicBezTo>
                <a:cubicBezTo>
                  <a:pt x="2206978" y="788645"/>
                  <a:pt x="2204634" y="701140"/>
                  <a:pt x="2201333" y="613668"/>
                </a:cubicBezTo>
                <a:cubicBezTo>
                  <a:pt x="2198591" y="541014"/>
                  <a:pt x="2201286" y="452592"/>
                  <a:pt x="2184400" y="376601"/>
                </a:cubicBezTo>
                <a:cubicBezTo>
                  <a:pt x="2182464" y="367889"/>
                  <a:pt x="2178755" y="359668"/>
                  <a:pt x="2175933" y="351201"/>
                </a:cubicBezTo>
                <a:cubicBezTo>
                  <a:pt x="2169082" y="303245"/>
                  <a:pt x="2170404" y="297983"/>
                  <a:pt x="2159000" y="258068"/>
                </a:cubicBezTo>
                <a:cubicBezTo>
                  <a:pt x="2156548" y="249487"/>
                  <a:pt x="2155125" y="240321"/>
                  <a:pt x="2150533" y="232668"/>
                </a:cubicBezTo>
                <a:cubicBezTo>
                  <a:pt x="2146426" y="225823"/>
                  <a:pt x="2139244" y="221379"/>
                  <a:pt x="2133600" y="215734"/>
                </a:cubicBezTo>
                <a:cubicBezTo>
                  <a:pt x="2089912" y="84674"/>
                  <a:pt x="2139985" y="220037"/>
                  <a:pt x="2099733" y="139534"/>
                </a:cubicBezTo>
                <a:cubicBezTo>
                  <a:pt x="2085994" y="112056"/>
                  <a:pt x="2099570" y="107993"/>
                  <a:pt x="2065866" y="88734"/>
                </a:cubicBezTo>
                <a:cubicBezTo>
                  <a:pt x="2055763" y="82961"/>
                  <a:pt x="2043145" y="83612"/>
                  <a:pt x="2032000" y="80268"/>
                </a:cubicBezTo>
                <a:cubicBezTo>
                  <a:pt x="2014903" y="75139"/>
                  <a:pt x="1998133" y="68978"/>
                  <a:pt x="1981200" y="63334"/>
                </a:cubicBezTo>
                <a:lnTo>
                  <a:pt x="1955800" y="54868"/>
                </a:lnTo>
                <a:cubicBezTo>
                  <a:pt x="1928839" y="45882"/>
                  <a:pt x="1855965" y="40012"/>
                  <a:pt x="1837266" y="37934"/>
                </a:cubicBezTo>
                <a:cubicBezTo>
                  <a:pt x="1828799" y="32290"/>
                  <a:pt x="1820967" y="25552"/>
                  <a:pt x="1811866" y="21001"/>
                </a:cubicBezTo>
                <a:cubicBezTo>
                  <a:pt x="1781351" y="5744"/>
                  <a:pt x="1726089" y="6497"/>
                  <a:pt x="1701800" y="4068"/>
                </a:cubicBezTo>
                <a:cubicBezTo>
                  <a:pt x="1673578" y="6890"/>
                  <a:pt x="1674989" y="-11455"/>
                  <a:pt x="1617133" y="12534"/>
                </a:cubicBezTo>
                <a:cubicBezTo>
                  <a:pt x="1559277" y="36523"/>
                  <a:pt x="1417834" y="116416"/>
                  <a:pt x="1354666" y="148002"/>
                </a:cubicBezTo>
              </a:path>
            </a:pathLst>
          </a:custGeom>
          <a:noFill/>
          <a:ln w="38100" cap="flat" cmpd="sng" algn="ctr">
            <a:solidFill>
              <a:srgbClr val="CC00FF"/>
            </a:solidFill>
            <a:prstDash val="solid"/>
            <a:round/>
            <a:headEnd type="arrow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92" name="TextBox 52">
            <a:extLst>
              <a:ext uri="{FF2B5EF4-FFF2-40B4-BE49-F238E27FC236}">
                <a16:creationId xmlns:a16="http://schemas.microsoft.com/office/drawing/2014/main" id="{A6D91E03-7677-4A08-B0D3-E7099CE5E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4238" y="2247429"/>
            <a:ext cx="465137" cy="4603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/>
              <a:t>I</a:t>
            </a:r>
            <a:r>
              <a:rPr lang="en-US" altLang="zh-CN" i="1" baseline="-25000"/>
              <a:t>l</a:t>
            </a:r>
            <a:r>
              <a:rPr lang="en-US" altLang="zh-CN" baseline="-25000"/>
              <a:t>1</a:t>
            </a:r>
            <a:endParaRPr lang="zh-CN" altLang="en-US" baseline="-25000"/>
          </a:p>
        </p:txBody>
      </p:sp>
      <p:sp>
        <p:nvSpPr>
          <p:cNvPr id="93" name="TextBox 53">
            <a:extLst>
              <a:ext uri="{FF2B5EF4-FFF2-40B4-BE49-F238E27FC236}">
                <a16:creationId xmlns:a16="http://schemas.microsoft.com/office/drawing/2014/main" id="{C614C6E0-640C-4421-AB7C-4120778E0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191867"/>
            <a:ext cx="465138" cy="4619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/>
              <a:t>I</a:t>
            </a:r>
            <a:r>
              <a:rPr lang="en-US" altLang="zh-CN" i="1" baseline="-25000"/>
              <a:t>l</a:t>
            </a:r>
            <a:r>
              <a:rPr lang="en-US" altLang="zh-CN" baseline="-25000"/>
              <a:t>2</a:t>
            </a:r>
            <a:endParaRPr lang="zh-CN" altLang="en-US" baseline="-25000"/>
          </a:p>
        </p:txBody>
      </p:sp>
      <p:sp>
        <p:nvSpPr>
          <p:cNvPr id="94" name="TextBox 54">
            <a:extLst>
              <a:ext uri="{FF2B5EF4-FFF2-40B4-BE49-F238E27FC236}">
                <a16:creationId xmlns:a16="http://schemas.microsoft.com/office/drawing/2014/main" id="{173F60DE-4EF0-4379-ADD8-2F784CA9B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6825" y="2175992"/>
            <a:ext cx="465138" cy="4603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/>
              <a:t>I</a:t>
            </a:r>
            <a:r>
              <a:rPr lang="en-US" altLang="zh-CN" i="1" baseline="-25000"/>
              <a:t>l</a:t>
            </a:r>
            <a:r>
              <a:rPr lang="en-US" altLang="zh-CN" baseline="-25000"/>
              <a:t>3</a:t>
            </a:r>
            <a:endParaRPr lang="zh-CN" altLang="en-US" baseline="-2500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F7FFB29-F668-4741-8E4C-C8B204C6722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9" name="TitleBackground">
              <a:extLst>
                <a:ext uri="{FF2B5EF4-FFF2-40B4-BE49-F238E27FC236}">
                  <a16:creationId xmlns:a16="http://schemas.microsoft.com/office/drawing/2014/main" id="{28284436-A8C9-43BF-AE15-2265939B0A3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1DCB8BE8-51FF-462E-AE06-60087ACE43D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639EF4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1CEBEAB9-C4EB-4BD3-985F-83B0CB12A70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270000" cy="635000"/>
            </a:xfrm>
            <a:prstGeom prst="rect">
              <a:avLst/>
            </a:prstGeom>
            <a:noFill/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eaLnBrk="1" hangingPunct="1"/>
              <a:r>
                <a:rPr kumimoji="0" lang="zh-CN" altLang="en-US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73372D30-1695-4313-82E3-01B5367EB8D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1955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B1E16C31-865D-4DD3-A458-78D1791B652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770266"/>
      </p:ext>
    </p:extLst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89EF827E-5FCE-4BBF-9AF6-4856639BDCC5}"/>
              </a:ext>
            </a:extLst>
          </p:cNvPr>
          <p:cNvSpPr>
            <a:spLocks/>
          </p:cNvSpPr>
          <p:nvPr/>
        </p:nvSpPr>
        <p:spPr bwMode="auto">
          <a:xfrm>
            <a:off x="73025" y="0"/>
            <a:ext cx="27701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分析：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51CEFC8E-916A-44F1-B316-BC75D0ED3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9975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8052" name="Object 4">
            <a:extLst>
              <a:ext uri="{FF2B5EF4-FFF2-40B4-BE49-F238E27FC236}">
                <a16:creationId xmlns:a16="http://schemas.microsoft.com/office/drawing/2014/main" id="{3D5BF7BB-40A3-4C76-8D5E-D5436BDA73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711200"/>
          <a:ext cx="4465638" cy="287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87" name="Visio" r:id="rId3" imgW="1874215" imgH="1260043" progId="Visio.Drawing.11">
                  <p:embed/>
                </p:oleObj>
              </mc:Choice>
              <mc:Fallback>
                <p:oleObj name="Visio" r:id="rId3" imgW="1874215" imgH="12600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711200"/>
                        <a:ext cx="4465638" cy="287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3" name="Object 5">
            <a:extLst>
              <a:ext uri="{FF2B5EF4-FFF2-40B4-BE49-F238E27FC236}">
                <a16:creationId xmlns:a16="http://schemas.microsoft.com/office/drawing/2014/main" id="{2D9DF840-0789-4FE0-BA9D-A58254BC3D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3963" y="90488"/>
          <a:ext cx="3498850" cy="355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88" name="Visio" r:id="rId5" imgW="1772107" imgH="1793138" progId="Visio.Drawing.11">
                  <p:embed/>
                </p:oleObj>
              </mc:Choice>
              <mc:Fallback>
                <p:oleObj name="Visio" r:id="rId5" imgW="1772107" imgH="1793138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90488"/>
                        <a:ext cx="3498850" cy="355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4" name="Rectangle 6">
            <a:extLst>
              <a:ext uri="{FF2B5EF4-FFF2-40B4-BE49-F238E27FC236}">
                <a16:creationId xmlns:a16="http://schemas.microsoft.com/office/drawing/2014/main" id="{4E169A04-1212-40AF-9DC8-F86FD4B18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3603625"/>
            <a:ext cx="8532813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为树枝，基本回路为（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1,6,4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2,6,4,5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3,5,4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）；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有如下常规和结论：</a:t>
            </a:r>
            <a:endParaRPr kumimoji="1"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455" name="Rectangle 8">
            <a:extLst>
              <a:ext uri="{FF2B5EF4-FFF2-40B4-BE49-F238E27FC236}">
                <a16:creationId xmlns:a16="http://schemas.microsoft.com/office/drawing/2014/main" id="{E377EE87-2215-4271-AB47-C7D7880D6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05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8058" name="Rectangle 10">
            <a:extLst>
              <a:ext uri="{FF2B5EF4-FFF2-40B4-BE49-F238E27FC236}">
                <a16:creationId xmlns:a16="http://schemas.microsoft.com/office/drawing/2014/main" id="{0ED3AD28-E01E-435E-B6CE-F82E5C85F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651375"/>
            <a:ext cx="8958262" cy="164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通常选择回路的绕向与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连支电流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方向一致（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好处？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），</a:t>
            </a:r>
            <a:endParaRPr kumimoji="1"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回路电流等于连枝电流（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）；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根据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可得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树支电流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可以用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连支电流表示（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为什么？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grpSp>
        <p:nvGrpSpPr>
          <p:cNvPr id="258062" name="Group 14">
            <a:extLst>
              <a:ext uri="{FF2B5EF4-FFF2-40B4-BE49-F238E27FC236}">
                <a16:creationId xmlns:a16="http://schemas.microsoft.com/office/drawing/2014/main" id="{05CEB056-0DFD-406C-AA0C-9ADF4C8076B8}"/>
              </a:ext>
            </a:extLst>
          </p:cNvPr>
          <p:cNvGrpSpPr>
            <a:grpSpLocks/>
          </p:cNvGrpSpPr>
          <p:nvPr/>
        </p:nvGrpSpPr>
        <p:grpSpPr bwMode="auto">
          <a:xfrm>
            <a:off x="6013450" y="836613"/>
            <a:ext cx="1439863" cy="1876425"/>
            <a:chOff x="3788" y="527"/>
            <a:chExt cx="907" cy="1182"/>
          </a:xfrm>
        </p:grpSpPr>
        <p:sp>
          <p:nvSpPr>
            <p:cNvPr id="104464" name="Arc 11">
              <a:extLst>
                <a:ext uri="{FF2B5EF4-FFF2-40B4-BE49-F238E27FC236}">
                  <a16:creationId xmlns:a16="http://schemas.microsoft.com/office/drawing/2014/main" id="{C0347D9B-4258-4105-AA31-DFD5F41AE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1207"/>
              <a:ext cx="362" cy="499"/>
            </a:xfrm>
            <a:custGeom>
              <a:avLst/>
              <a:gdLst>
                <a:gd name="T0" fmla="*/ 2 w 43200"/>
                <a:gd name="T1" fmla="*/ 0 h 43200"/>
                <a:gd name="T2" fmla="*/ 1 w 43200"/>
                <a:gd name="T3" fmla="*/ 1 h 43200"/>
                <a:gd name="T4" fmla="*/ 2 w 43200"/>
                <a:gd name="T5" fmla="*/ 3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65" name="Arc 12">
              <a:extLst>
                <a:ext uri="{FF2B5EF4-FFF2-40B4-BE49-F238E27FC236}">
                  <a16:creationId xmlns:a16="http://schemas.microsoft.com/office/drawing/2014/main" id="{4FF999FB-9D37-4D00-9E12-2ADCBBADF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527"/>
              <a:ext cx="362" cy="499"/>
            </a:xfrm>
            <a:custGeom>
              <a:avLst/>
              <a:gdLst>
                <a:gd name="T0" fmla="*/ 2 w 43200"/>
                <a:gd name="T1" fmla="*/ 0 h 43200"/>
                <a:gd name="T2" fmla="*/ 1 w 43200"/>
                <a:gd name="T3" fmla="*/ 1 h 43200"/>
                <a:gd name="T4" fmla="*/ 2 w 43200"/>
                <a:gd name="T5" fmla="*/ 3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28575">
              <a:solidFill>
                <a:srgbClr val="008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66" name="Arc 13">
              <a:extLst>
                <a:ext uri="{FF2B5EF4-FFF2-40B4-BE49-F238E27FC236}">
                  <a16:creationId xmlns:a16="http://schemas.microsoft.com/office/drawing/2014/main" id="{BA5D46AF-CA8C-4807-B379-F2AA62340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258"/>
              <a:ext cx="726" cy="451"/>
            </a:xfrm>
            <a:custGeom>
              <a:avLst/>
              <a:gdLst>
                <a:gd name="T0" fmla="*/ 10 w 43200"/>
                <a:gd name="T1" fmla="*/ 0 h 43195"/>
                <a:gd name="T2" fmla="*/ 6 w 43200"/>
                <a:gd name="T3" fmla="*/ 0 h 43195"/>
                <a:gd name="T4" fmla="*/ 6 w 43200"/>
                <a:gd name="T5" fmla="*/ 2 h 431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195" fill="none" extrusionOk="0">
                  <a:moveTo>
                    <a:pt x="33953" y="3875"/>
                  </a:moveTo>
                  <a:cubicBezTo>
                    <a:pt x="39746" y="7915"/>
                    <a:pt x="43200" y="14532"/>
                    <a:pt x="43200" y="21595"/>
                  </a:cubicBezTo>
                  <a:cubicBezTo>
                    <a:pt x="43200" y="33524"/>
                    <a:pt x="33529" y="43195"/>
                    <a:pt x="21600" y="43195"/>
                  </a:cubicBezTo>
                  <a:cubicBezTo>
                    <a:pt x="9670" y="43195"/>
                    <a:pt x="0" y="33524"/>
                    <a:pt x="0" y="21595"/>
                  </a:cubicBezTo>
                  <a:cubicBezTo>
                    <a:pt x="0" y="9841"/>
                    <a:pt x="9397" y="245"/>
                    <a:pt x="21147" y="-1"/>
                  </a:cubicBezTo>
                </a:path>
                <a:path w="43200" h="43195" stroke="0" extrusionOk="0">
                  <a:moveTo>
                    <a:pt x="33953" y="3875"/>
                  </a:moveTo>
                  <a:cubicBezTo>
                    <a:pt x="39746" y="7915"/>
                    <a:pt x="43200" y="14532"/>
                    <a:pt x="43200" y="21595"/>
                  </a:cubicBezTo>
                  <a:cubicBezTo>
                    <a:pt x="43200" y="33524"/>
                    <a:pt x="33529" y="43195"/>
                    <a:pt x="21600" y="43195"/>
                  </a:cubicBezTo>
                  <a:cubicBezTo>
                    <a:pt x="9670" y="43195"/>
                    <a:pt x="0" y="33524"/>
                    <a:pt x="0" y="21595"/>
                  </a:cubicBezTo>
                  <a:cubicBezTo>
                    <a:pt x="0" y="9841"/>
                    <a:pt x="9397" y="245"/>
                    <a:pt x="21147" y="-1"/>
                  </a:cubicBezTo>
                  <a:lnTo>
                    <a:pt x="21600" y="21595"/>
                  </a:lnTo>
                  <a:lnTo>
                    <a:pt x="33953" y="3875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8063" name="Text Box 15">
            <a:extLst>
              <a:ext uri="{FF2B5EF4-FFF2-40B4-BE49-F238E27FC236}">
                <a16:creationId xmlns:a16="http://schemas.microsoft.com/office/drawing/2014/main" id="{3FA742F4-F995-4C16-8F9E-A7237F3B3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8859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8064" name="Text Box 16">
            <a:extLst>
              <a:ext uri="{FF2B5EF4-FFF2-40B4-BE49-F238E27FC236}">
                <a16:creationId xmlns:a16="http://schemas.microsoft.com/office/drawing/2014/main" id="{F72BD4CA-39AD-4491-9B0C-2F3733876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19891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58065" name="Text Box 17">
            <a:extLst>
              <a:ext uri="{FF2B5EF4-FFF2-40B4-BE49-F238E27FC236}">
                <a16:creationId xmlns:a16="http://schemas.microsoft.com/office/drawing/2014/main" id="{77947A75-938E-4214-9637-1E030E1A9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9080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7" name="Arc 12">
            <a:extLst>
              <a:ext uri="{FF2B5EF4-FFF2-40B4-BE49-F238E27FC236}">
                <a16:creationId xmlns:a16="http://schemas.microsoft.com/office/drawing/2014/main" id="{E0C03D3F-DE34-4D42-BBFC-1D915E562442}"/>
              </a:ext>
            </a:extLst>
          </p:cNvPr>
          <p:cNvSpPr>
            <a:spLocks/>
          </p:cNvSpPr>
          <p:nvPr/>
        </p:nvSpPr>
        <p:spPr bwMode="auto">
          <a:xfrm rot="5400000">
            <a:off x="1926432" y="989806"/>
            <a:ext cx="342900" cy="1046163"/>
          </a:xfrm>
          <a:custGeom>
            <a:avLst/>
            <a:gdLst>
              <a:gd name="T0" fmla="*/ 1439 w 43200"/>
              <a:gd name="T1" fmla="*/ 0 h 43200"/>
              <a:gd name="T2" fmla="*/ 533 w 43200"/>
              <a:gd name="T3" fmla="*/ 1356 h 43200"/>
              <a:gd name="T4" fmla="*/ 1439 w 43200"/>
              <a:gd name="T5" fmla="*/ 6053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Arc 12">
            <a:extLst>
              <a:ext uri="{FF2B5EF4-FFF2-40B4-BE49-F238E27FC236}">
                <a16:creationId xmlns:a16="http://schemas.microsoft.com/office/drawing/2014/main" id="{F355BEEE-52F0-484E-A21C-F2232740F036}"/>
              </a:ext>
            </a:extLst>
          </p:cNvPr>
          <p:cNvSpPr>
            <a:spLocks/>
          </p:cNvSpPr>
          <p:nvPr/>
        </p:nvSpPr>
        <p:spPr bwMode="auto">
          <a:xfrm rot="5400000">
            <a:off x="1159669" y="2393156"/>
            <a:ext cx="631825" cy="576263"/>
          </a:xfrm>
          <a:custGeom>
            <a:avLst/>
            <a:gdLst>
              <a:gd name="T0" fmla="*/ 2645 w 43200"/>
              <a:gd name="T1" fmla="*/ 0 h 43200"/>
              <a:gd name="T2" fmla="*/ 979 w 43200"/>
              <a:gd name="T3" fmla="*/ 747 h 43200"/>
              <a:gd name="T4" fmla="*/ 2645 w 43200"/>
              <a:gd name="T5" fmla="*/ 3334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rc 12">
            <a:extLst>
              <a:ext uri="{FF2B5EF4-FFF2-40B4-BE49-F238E27FC236}">
                <a16:creationId xmlns:a16="http://schemas.microsoft.com/office/drawing/2014/main" id="{3B8CEDF7-A9AC-4B05-AB52-A0871DECFA66}"/>
              </a:ext>
            </a:extLst>
          </p:cNvPr>
          <p:cNvSpPr>
            <a:spLocks/>
          </p:cNvSpPr>
          <p:nvPr/>
        </p:nvSpPr>
        <p:spPr bwMode="auto">
          <a:xfrm rot="5400000">
            <a:off x="1937543" y="1758157"/>
            <a:ext cx="741363" cy="2241550"/>
          </a:xfrm>
          <a:custGeom>
            <a:avLst/>
            <a:gdLst>
              <a:gd name="T0" fmla="*/ 2901 w 43200"/>
              <a:gd name="T1" fmla="*/ 0 h 43200"/>
              <a:gd name="T2" fmla="*/ 1074 w 43200"/>
              <a:gd name="T3" fmla="*/ 1028 h 43200"/>
              <a:gd name="T4" fmla="*/ 2901 w 43200"/>
              <a:gd name="T5" fmla="*/ 4587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5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5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5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58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5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4" grpId="0"/>
      <p:bldP spid="258058" grpId="0"/>
      <p:bldP spid="258063" grpId="0"/>
      <p:bldP spid="258064" grpId="0"/>
      <p:bldP spid="25806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3E0B3C28-407D-4A14-AD88-B8E3680BF781}"/>
              </a:ext>
            </a:extLst>
          </p:cNvPr>
          <p:cNvSpPr>
            <a:spLocks/>
          </p:cNvSpPr>
          <p:nvPr/>
        </p:nvSpPr>
        <p:spPr bwMode="auto">
          <a:xfrm>
            <a:off x="73025" y="0"/>
            <a:ext cx="27701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分析：</a:t>
            </a:r>
          </a:p>
        </p:txBody>
      </p:sp>
      <p:graphicFrame>
        <p:nvGraphicFramePr>
          <p:cNvPr id="105475" name="Object 5">
            <a:extLst>
              <a:ext uri="{FF2B5EF4-FFF2-40B4-BE49-F238E27FC236}">
                <a16:creationId xmlns:a16="http://schemas.microsoft.com/office/drawing/2014/main" id="{790C89FC-98E4-4005-A69D-BBDC0584A4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3963" y="90488"/>
          <a:ext cx="3498850" cy="355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69" name="Visio" r:id="rId3" imgW="1772107" imgH="1793138" progId="Visio.Drawing.11">
                  <p:embed/>
                </p:oleObj>
              </mc:Choice>
              <mc:Fallback>
                <p:oleObj name="Visio" r:id="rId3" imgW="1772107" imgH="1793138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90488"/>
                        <a:ext cx="3498850" cy="355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8" name="Object 8">
            <a:extLst>
              <a:ext uri="{FF2B5EF4-FFF2-40B4-BE49-F238E27FC236}">
                <a16:creationId xmlns:a16="http://schemas.microsoft.com/office/drawing/2014/main" id="{3FF254F5-0B1F-4C5E-8DF6-2E4AB21975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050" y="1052513"/>
          <a:ext cx="1292225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70" name="Equation" r:id="rId5" imgW="558558" imgH="710891" progId="Equation.DSMT4">
                  <p:embed/>
                </p:oleObj>
              </mc:Choice>
              <mc:Fallback>
                <p:oleObj name="Equation" r:id="rId5" imgW="558558" imgH="71089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1052513"/>
                        <a:ext cx="1292225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7" name="Arc 12">
            <a:extLst>
              <a:ext uri="{FF2B5EF4-FFF2-40B4-BE49-F238E27FC236}">
                <a16:creationId xmlns:a16="http://schemas.microsoft.com/office/drawing/2014/main" id="{0CFF606D-FA53-4C32-915D-3BE9555DC681}"/>
              </a:ext>
            </a:extLst>
          </p:cNvPr>
          <p:cNvSpPr>
            <a:spLocks/>
          </p:cNvSpPr>
          <p:nvPr/>
        </p:nvSpPr>
        <p:spPr bwMode="auto">
          <a:xfrm>
            <a:off x="6013450" y="1916113"/>
            <a:ext cx="574675" cy="792162"/>
          </a:xfrm>
          <a:custGeom>
            <a:avLst/>
            <a:gdLst>
              <a:gd name="T0" fmla="*/ 3822360 w 43200"/>
              <a:gd name="T1" fmla="*/ 0 h 43200"/>
              <a:gd name="T2" fmla="*/ 1409670 w 43200"/>
              <a:gd name="T3" fmla="*/ 1629800 h 43200"/>
              <a:gd name="T4" fmla="*/ 3822360 w 43200"/>
              <a:gd name="T5" fmla="*/ 726297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8" name="Arc 13">
            <a:extLst>
              <a:ext uri="{FF2B5EF4-FFF2-40B4-BE49-F238E27FC236}">
                <a16:creationId xmlns:a16="http://schemas.microsoft.com/office/drawing/2014/main" id="{7ED1D728-AFB6-4E67-811A-F7A6B5CC5C6B}"/>
              </a:ext>
            </a:extLst>
          </p:cNvPr>
          <p:cNvSpPr>
            <a:spLocks/>
          </p:cNvSpPr>
          <p:nvPr/>
        </p:nvSpPr>
        <p:spPr bwMode="auto">
          <a:xfrm>
            <a:off x="6443663" y="836613"/>
            <a:ext cx="574675" cy="792162"/>
          </a:xfrm>
          <a:custGeom>
            <a:avLst/>
            <a:gdLst>
              <a:gd name="T0" fmla="*/ 3822360 w 43200"/>
              <a:gd name="T1" fmla="*/ 0 h 43200"/>
              <a:gd name="T2" fmla="*/ 1409670 w 43200"/>
              <a:gd name="T3" fmla="*/ 1629800 h 43200"/>
              <a:gd name="T4" fmla="*/ 3822360 w 43200"/>
              <a:gd name="T5" fmla="*/ 726297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9" name="Arc 14">
            <a:extLst>
              <a:ext uri="{FF2B5EF4-FFF2-40B4-BE49-F238E27FC236}">
                <a16:creationId xmlns:a16="http://schemas.microsoft.com/office/drawing/2014/main" id="{8BEF68FC-0FDE-4C44-806E-702C6DF63415}"/>
              </a:ext>
            </a:extLst>
          </p:cNvPr>
          <p:cNvSpPr>
            <a:spLocks/>
          </p:cNvSpPr>
          <p:nvPr/>
        </p:nvSpPr>
        <p:spPr bwMode="auto">
          <a:xfrm>
            <a:off x="6300788" y="1997075"/>
            <a:ext cx="1152525" cy="715963"/>
          </a:xfrm>
          <a:custGeom>
            <a:avLst/>
            <a:gdLst>
              <a:gd name="T0" fmla="*/ 24166368 w 43200"/>
              <a:gd name="T1" fmla="*/ 1064870 h 43195"/>
              <a:gd name="T2" fmla="*/ 15052297 w 43200"/>
              <a:gd name="T3" fmla="*/ 0 h 43195"/>
              <a:gd name="T4" fmla="*/ 15374017 w 43200"/>
              <a:gd name="T5" fmla="*/ 5932904 h 4319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195" fill="none" extrusionOk="0">
                <a:moveTo>
                  <a:pt x="33953" y="3875"/>
                </a:moveTo>
                <a:cubicBezTo>
                  <a:pt x="39746" y="7915"/>
                  <a:pt x="43200" y="14532"/>
                  <a:pt x="43200" y="21595"/>
                </a:cubicBezTo>
                <a:cubicBezTo>
                  <a:pt x="43200" y="33524"/>
                  <a:pt x="33529" y="43195"/>
                  <a:pt x="21600" y="43195"/>
                </a:cubicBezTo>
                <a:cubicBezTo>
                  <a:pt x="9670" y="43195"/>
                  <a:pt x="0" y="33524"/>
                  <a:pt x="0" y="21595"/>
                </a:cubicBezTo>
                <a:cubicBezTo>
                  <a:pt x="0" y="9841"/>
                  <a:pt x="9397" y="245"/>
                  <a:pt x="21147" y="-1"/>
                </a:cubicBezTo>
              </a:path>
              <a:path w="43200" h="43195" stroke="0" extrusionOk="0">
                <a:moveTo>
                  <a:pt x="33953" y="3875"/>
                </a:moveTo>
                <a:cubicBezTo>
                  <a:pt x="39746" y="7915"/>
                  <a:pt x="43200" y="14532"/>
                  <a:pt x="43200" y="21595"/>
                </a:cubicBezTo>
                <a:cubicBezTo>
                  <a:pt x="43200" y="33524"/>
                  <a:pt x="33529" y="43195"/>
                  <a:pt x="21600" y="43195"/>
                </a:cubicBezTo>
                <a:cubicBezTo>
                  <a:pt x="9670" y="43195"/>
                  <a:pt x="0" y="33524"/>
                  <a:pt x="0" y="21595"/>
                </a:cubicBezTo>
                <a:cubicBezTo>
                  <a:pt x="0" y="9841"/>
                  <a:pt x="9397" y="245"/>
                  <a:pt x="21147" y="-1"/>
                </a:cubicBezTo>
                <a:lnTo>
                  <a:pt x="21600" y="21595"/>
                </a:lnTo>
                <a:lnTo>
                  <a:pt x="33953" y="3875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015" name="Object 15">
            <a:extLst>
              <a:ext uri="{FF2B5EF4-FFF2-40B4-BE49-F238E27FC236}">
                <a16:creationId xmlns:a16="http://schemas.microsoft.com/office/drawing/2014/main" id="{82C26C79-C1A0-48B6-9090-D815958023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997200"/>
          <a:ext cx="4813300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71" name="Equation" r:id="rId7" imgW="2082800" imgH="711200" progId="Equation.DSMT4">
                  <p:embed/>
                </p:oleObj>
              </mc:Choice>
              <mc:Fallback>
                <p:oleObj name="Equation" r:id="rId7" imgW="2082800" imgH="711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997200"/>
                        <a:ext cx="4813300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16" name="AutoShape 16">
            <a:extLst>
              <a:ext uri="{FF2B5EF4-FFF2-40B4-BE49-F238E27FC236}">
                <a16:creationId xmlns:a16="http://schemas.microsoft.com/office/drawing/2014/main" id="{5CA29C55-CA3E-4EFD-B11E-87D77FA6B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3862388"/>
            <a:ext cx="2881313" cy="1366837"/>
          </a:xfrm>
          <a:prstGeom prst="wedgeRoundRectCallout">
            <a:avLst>
              <a:gd name="adj1" fmla="val -119093"/>
              <a:gd name="adj2" fmla="val -41523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树支路电流可用连支电流表示，即也可用回路电流表示</a:t>
            </a:r>
          </a:p>
        </p:txBody>
      </p:sp>
      <p:sp>
        <p:nvSpPr>
          <p:cNvPr id="256017" name="AutoShape 17">
            <a:extLst>
              <a:ext uri="{FF2B5EF4-FFF2-40B4-BE49-F238E27FC236}">
                <a16:creationId xmlns:a16="http://schemas.microsoft.com/office/drawing/2014/main" id="{32782A3F-9FD4-4B01-994A-BC1D2325E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1052513"/>
            <a:ext cx="2881313" cy="863600"/>
          </a:xfrm>
          <a:prstGeom prst="wedgeRoundRectCallout">
            <a:avLst>
              <a:gd name="adj1" fmla="val -70718"/>
              <a:gd name="adj2" fmla="val 32537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连支电流等于回路电流表示</a:t>
            </a:r>
          </a:p>
        </p:txBody>
      </p:sp>
      <p:sp>
        <p:nvSpPr>
          <p:cNvPr id="256018" name="Text Box 18">
            <a:extLst>
              <a:ext uri="{FF2B5EF4-FFF2-40B4-BE49-F238E27FC236}">
                <a16:creationId xmlns:a16="http://schemas.microsoft.com/office/drawing/2014/main" id="{A9A679BC-05EB-4B0F-928D-1B346832A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084763"/>
            <a:ext cx="7848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所以：求出回路电流，由两类约束即可求出电路中的其余电量</a:t>
            </a:r>
          </a:p>
        </p:txBody>
      </p:sp>
      <p:sp>
        <p:nvSpPr>
          <p:cNvPr id="105484" name="Text Box 19">
            <a:extLst>
              <a:ext uri="{FF2B5EF4-FFF2-40B4-BE49-F238E27FC236}">
                <a16:creationId xmlns:a16="http://schemas.microsoft.com/office/drawing/2014/main" id="{003324B6-E192-48D9-B403-2EF91D98A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885950"/>
            <a:ext cx="509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5485" name="Text Box 20">
            <a:extLst>
              <a:ext uri="{FF2B5EF4-FFF2-40B4-BE49-F238E27FC236}">
                <a16:creationId xmlns:a16="http://schemas.microsoft.com/office/drawing/2014/main" id="{9C2888BD-8938-4833-83E6-711AC225C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1916113"/>
            <a:ext cx="509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5486" name="Text Box 21">
            <a:extLst>
              <a:ext uri="{FF2B5EF4-FFF2-40B4-BE49-F238E27FC236}">
                <a16:creationId xmlns:a16="http://schemas.microsoft.com/office/drawing/2014/main" id="{E04DCF9D-F49D-486D-99CD-BE4E40CEC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981075"/>
            <a:ext cx="5095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56022" name="Arc 22">
            <a:extLst>
              <a:ext uri="{FF2B5EF4-FFF2-40B4-BE49-F238E27FC236}">
                <a16:creationId xmlns:a16="http://schemas.microsoft.com/office/drawing/2014/main" id="{84746650-A6A7-4BD6-9D54-E5A1A164D57D}"/>
              </a:ext>
            </a:extLst>
          </p:cNvPr>
          <p:cNvSpPr>
            <a:spLocks/>
          </p:cNvSpPr>
          <p:nvPr/>
        </p:nvSpPr>
        <p:spPr bwMode="auto">
          <a:xfrm rot="10175900">
            <a:off x="5627688" y="139700"/>
            <a:ext cx="2089150" cy="3290888"/>
          </a:xfrm>
          <a:custGeom>
            <a:avLst/>
            <a:gdLst>
              <a:gd name="T0" fmla="*/ 0 w 21600"/>
              <a:gd name="T1" fmla="*/ 0 h 23501"/>
              <a:gd name="T2" fmla="*/ 201276642 w 21600"/>
              <a:gd name="T3" fmla="*/ 460829064 h 23501"/>
              <a:gd name="T4" fmla="*/ 0 w 21600"/>
              <a:gd name="T5" fmla="*/ 423552451 h 2350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3501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34"/>
                  <a:pt x="21572" y="22868"/>
                  <a:pt x="21516" y="23501"/>
                </a:cubicBezTo>
              </a:path>
              <a:path w="21600" h="23501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34"/>
                  <a:pt x="21572" y="22868"/>
                  <a:pt x="21516" y="23501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33CC33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23" name="AutoShape 23">
            <a:extLst>
              <a:ext uri="{FF2B5EF4-FFF2-40B4-BE49-F238E27FC236}">
                <a16:creationId xmlns:a16="http://schemas.microsoft.com/office/drawing/2014/main" id="{690F8F06-A38C-4A23-B612-3FDDB0354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0"/>
            <a:ext cx="3890963" cy="431800"/>
          </a:xfrm>
          <a:prstGeom prst="wedgeRoundRectCallout">
            <a:avLst>
              <a:gd name="adj1" fmla="val 53509"/>
              <a:gd name="adj2" fmla="val 141546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由这个闭合面列写</a:t>
            </a: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25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25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25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5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2000"/>
                                        <p:tgtEl>
                                          <p:spTgt spid="25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16" grpId="0" animBg="1"/>
      <p:bldP spid="256017" grpId="0" animBg="1"/>
      <p:bldP spid="256018" grpId="0" autoUpdateAnimBg="0"/>
      <p:bldP spid="25602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>
            <a:extLst>
              <a:ext uri="{FF2B5EF4-FFF2-40B4-BE49-F238E27FC236}">
                <a16:creationId xmlns:a16="http://schemas.microsoft.com/office/drawing/2014/main" id="{7E81074E-3828-4B45-8643-4117B320D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6300"/>
            <a:ext cx="5219700" cy="97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应用连支电流（或回路电流）表示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，可得如下形式的回路电流方程</a:t>
            </a:r>
          </a:p>
        </p:txBody>
      </p:sp>
      <p:graphicFrame>
        <p:nvGraphicFramePr>
          <p:cNvPr id="106499" name="Object 4">
            <a:extLst>
              <a:ext uri="{FF2B5EF4-FFF2-40B4-BE49-F238E27FC236}">
                <a16:creationId xmlns:a16="http://schemas.microsoft.com/office/drawing/2014/main" id="{1A922DED-45BD-416C-9A5F-756D725C19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407988"/>
          <a:ext cx="4465637" cy="287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29" name="Visio" r:id="rId3" imgW="1874063" imgH="1260203" progId="Visio.Drawing.11">
                  <p:embed/>
                </p:oleObj>
              </mc:Choice>
              <mc:Fallback>
                <p:oleObj name="Visio" r:id="rId3" imgW="1874063" imgH="126020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07988"/>
                        <a:ext cx="4465637" cy="287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9" name="Object 5">
            <a:extLst>
              <a:ext uri="{FF2B5EF4-FFF2-40B4-BE49-F238E27FC236}">
                <a16:creationId xmlns:a16="http://schemas.microsoft.com/office/drawing/2014/main" id="{8ED90720-B958-4121-8D2F-EE0A2AED4D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1844675"/>
          <a:ext cx="4103687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30" name="Equation" r:id="rId5" imgW="1803400" imgH="711200" progId="Equation.DSMT4">
                  <p:embed/>
                </p:oleObj>
              </mc:Choice>
              <mc:Fallback>
                <p:oleObj name="Equation" r:id="rId5" imgW="18034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844675"/>
                        <a:ext cx="4103687" cy="162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1" name="Text Box 7">
            <a:extLst>
              <a:ext uri="{FF2B5EF4-FFF2-40B4-BE49-F238E27FC236}">
                <a16:creationId xmlns:a16="http://schemas.microsoft.com/office/drawing/2014/main" id="{9A46E922-464F-4BA6-B027-55DE368D9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552950"/>
            <a:ext cx="2447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jk</a:t>
            </a:r>
            <a:r>
              <a: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互电阻</a:t>
            </a:r>
          </a:p>
        </p:txBody>
      </p:sp>
      <p:sp>
        <p:nvSpPr>
          <p:cNvPr id="210952" name="Rectangle 8">
            <a:extLst>
              <a:ext uri="{FF2B5EF4-FFF2-40B4-BE49-F238E27FC236}">
                <a16:creationId xmlns:a16="http://schemas.microsoft.com/office/drawing/2014/main" id="{68139DC3-D926-4462-8C96-42238C29A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119563"/>
            <a:ext cx="5903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: 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流过互阻的两个回路电流方向相同；</a:t>
            </a:r>
          </a:p>
        </p:txBody>
      </p:sp>
      <p:sp>
        <p:nvSpPr>
          <p:cNvPr id="210953" name="Rectangle 9">
            <a:extLst>
              <a:ext uri="{FF2B5EF4-FFF2-40B4-BE49-F238E27FC236}">
                <a16:creationId xmlns:a16="http://schemas.microsoft.com/office/drawing/2014/main" id="{B1030373-9F5D-46B7-BF7D-028443CA4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606925"/>
            <a:ext cx="612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: 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流过互阻的两个回路电流方向相反；</a:t>
            </a:r>
          </a:p>
        </p:txBody>
      </p:sp>
      <p:sp>
        <p:nvSpPr>
          <p:cNvPr id="210954" name="Text Box 10">
            <a:extLst>
              <a:ext uri="{FF2B5EF4-FFF2-40B4-BE49-F238E27FC236}">
                <a16:creationId xmlns:a16="http://schemas.microsoft.com/office/drawing/2014/main" id="{A8248AE9-EBD7-48F7-99D7-5A852362B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5113338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 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无关。</a:t>
            </a:r>
          </a:p>
        </p:txBody>
      </p:sp>
      <p:sp>
        <p:nvSpPr>
          <p:cNvPr id="210955" name="AutoShape 11">
            <a:extLst>
              <a:ext uri="{FF2B5EF4-FFF2-40B4-BE49-F238E27FC236}">
                <a16:creationId xmlns:a16="http://schemas.microsoft.com/office/drawing/2014/main" id="{FC936361-7B61-47D0-B587-1A9C88C1E25A}"/>
              </a:ext>
            </a:extLst>
          </p:cNvPr>
          <p:cNvSpPr>
            <a:spLocks/>
          </p:cNvSpPr>
          <p:nvPr/>
        </p:nvSpPr>
        <p:spPr bwMode="auto">
          <a:xfrm>
            <a:off x="2555875" y="4244975"/>
            <a:ext cx="215900" cy="1179513"/>
          </a:xfrm>
          <a:prstGeom prst="leftBrace">
            <a:avLst>
              <a:gd name="adj1" fmla="val 4552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0956" name="Text Box 12">
            <a:extLst>
              <a:ext uri="{FF2B5EF4-FFF2-40B4-BE49-F238E27FC236}">
                <a16:creationId xmlns:a16="http://schemas.microsoft.com/office/drawing/2014/main" id="{DDAE7952-1C25-4FE1-951C-7D8F923FF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643313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kk</a:t>
            </a:r>
            <a:r>
              <a:rPr kumimoji="1" lang="en-US" altLang="zh-CN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自电阻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总为正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10958" name="Text Box 14">
            <a:extLst>
              <a:ext uri="{FF2B5EF4-FFF2-40B4-BE49-F238E27FC236}">
                <a16:creationId xmlns:a16="http://schemas.microsoft.com/office/drawing/2014/main" id="{961DC732-6F0D-4C11-8297-E538F26D2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635625"/>
            <a:ext cx="8064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sii</a:t>
            </a:r>
            <a:r>
              <a:rPr kumimoji="1" lang="en-US" altLang="zh-CN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  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沿回路方向所有电压源和等效电压源电压升的代数和</a:t>
            </a:r>
          </a:p>
        </p:txBody>
      </p:sp>
      <p:sp>
        <p:nvSpPr>
          <p:cNvPr id="106508" name="Rectangle 15">
            <a:extLst>
              <a:ext uri="{FF2B5EF4-FFF2-40B4-BE49-F238E27FC236}">
                <a16:creationId xmlns:a16="http://schemas.microsoft.com/office/drawing/2014/main" id="{991AF5C7-73C2-493B-B166-6533FBE51B44}"/>
              </a:ext>
            </a:extLst>
          </p:cNvPr>
          <p:cNvSpPr>
            <a:spLocks/>
          </p:cNvSpPr>
          <p:nvPr/>
        </p:nvSpPr>
        <p:spPr bwMode="auto">
          <a:xfrm>
            <a:off x="73025" y="0"/>
            <a:ext cx="27701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10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1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1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10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210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10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/>
      <p:bldP spid="210951" grpId="0" autoUpdateAnimBg="0"/>
      <p:bldP spid="210952" grpId="0" autoUpdateAnimBg="0"/>
      <p:bldP spid="210953" grpId="0" autoUpdateAnimBg="0"/>
      <p:bldP spid="210954" grpId="0" autoUpdateAnimBg="0"/>
      <p:bldP spid="210955" grpId="0" animBg="1"/>
      <p:bldP spid="210956" grpId="0" build="p" autoUpdateAnimBg="0"/>
      <p:bldP spid="210958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9" name="Rectangle 49">
            <a:extLst>
              <a:ext uri="{FF2B5EF4-FFF2-40B4-BE49-F238E27FC236}">
                <a16:creationId xmlns:a16="http://schemas.microsoft.com/office/drawing/2014/main" id="{65D13193-8141-4A9A-83F8-BB716ED48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5589588"/>
            <a:ext cx="1655763" cy="50482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88" name="Rectangle 48">
            <a:extLst>
              <a:ext uri="{FF2B5EF4-FFF2-40B4-BE49-F238E27FC236}">
                <a16:creationId xmlns:a16="http://schemas.microsoft.com/office/drawing/2014/main" id="{CF476A6F-BE62-4561-A72B-7683BD579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5084763"/>
            <a:ext cx="1655762" cy="50482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86" name="Rectangle 46">
            <a:extLst>
              <a:ext uri="{FF2B5EF4-FFF2-40B4-BE49-F238E27FC236}">
                <a16:creationId xmlns:a16="http://schemas.microsoft.com/office/drawing/2014/main" id="{8316E189-464C-40D1-975B-863398015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510088"/>
            <a:ext cx="504825" cy="431800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85" name="Rectangle 45">
            <a:extLst>
              <a:ext uri="{FF2B5EF4-FFF2-40B4-BE49-F238E27FC236}">
                <a16:creationId xmlns:a16="http://schemas.microsoft.com/office/drawing/2014/main" id="{6988629D-7851-4FDB-9AE4-5D5CC12AA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084763"/>
            <a:ext cx="504825" cy="431800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84" name="Rectangle 44">
            <a:extLst>
              <a:ext uri="{FF2B5EF4-FFF2-40B4-BE49-F238E27FC236}">
                <a16:creationId xmlns:a16="http://schemas.microsoft.com/office/drawing/2014/main" id="{7F687CEE-76D9-4DE3-9ACD-7413A3E91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589588"/>
            <a:ext cx="431800" cy="57626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083" name="Rectangle 43">
            <a:extLst>
              <a:ext uri="{FF2B5EF4-FFF2-40B4-BE49-F238E27FC236}">
                <a16:creationId xmlns:a16="http://schemas.microsoft.com/office/drawing/2014/main" id="{7EBCDC0D-DE96-47C8-AAA3-8B49BBF74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4365625"/>
            <a:ext cx="431800" cy="57626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7528" name="Object 4">
            <a:extLst>
              <a:ext uri="{FF2B5EF4-FFF2-40B4-BE49-F238E27FC236}">
                <a16:creationId xmlns:a16="http://schemas.microsoft.com/office/drawing/2014/main" id="{3F8D9674-4A85-4658-9505-A266F86AA2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765175"/>
          <a:ext cx="4465637" cy="287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36" name="Visio" r:id="rId3" imgW="1874215" imgH="1260043" progId="Visio.Drawing.11">
                  <p:embed/>
                </p:oleObj>
              </mc:Choice>
              <mc:Fallback>
                <p:oleObj name="Visio" r:id="rId3" imgW="1874215" imgH="12600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765175"/>
                        <a:ext cx="4465637" cy="287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4" name="Object 14">
            <a:extLst>
              <a:ext uri="{FF2B5EF4-FFF2-40B4-BE49-F238E27FC236}">
                <a16:creationId xmlns:a16="http://schemas.microsoft.com/office/drawing/2014/main" id="{FE35EEF6-B246-4A36-9B55-75C36688E4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350" y="4395788"/>
          <a:ext cx="7539038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37" name="Equation" r:id="rId5" imgW="3238500" imgH="787400" progId="Equation.DSMT4">
                  <p:embed/>
                </p:oleObj>
              </mc:Choice>
              <mc:Fallback>
                <p:oleObj name="Equation" r:id="rId5" imgW="3238500" imgH="787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4395788"/>
                        <a:ext cx="7539038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57" name="Rectangle 17">
            <a:extLst>
              <a:ext uri="{FF2B5EF4-FFF2-40B4-BE49-F238E27FC236}">
                <a16:creationId xmlns:a16="http://schemas.microsoft.com/office/drawing/2014/main" id="{02071C78-5C1E-4612-B0B2-35F91E659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644900"/>
            <a:ext cx="882015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回路电流方程为（直接观察列写，注意电阻电压极性）</a:t>
            </a:r>
          </a:p>
        </p:txBody>
      </p:sp>
      <p:sp>
        <p:nvSpPr>
          <p:cNvPr id="107531" name="Rectangle 18">
            <a:extLst>
              <a:ext uri="{FF2B5EF4-FFF2-40B4-BE49-F238E27FC236}">
                <a16:creationId xmlns:a16="http://schemas.microsoft.com/office/drawing/2014/main" id="{59CE885C-AE19-4962-837A-E14428AE47CB}"/>
              </a:ext>
            </a:extLst>
          </p:cNvPr>
          <p:cNvSpPr>
            <a:spLocks/>
          </p:cNvSpPr>
          <p:nvPr/>
        </p:nvSpPr>
        <p:spPr bwMode="auto">
          <a:xfrm>
            <a:off x="73025" y="0"/>
            <a:ext cx="60833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例：列写上述电路的回路电流方程</a:t>
            </a:r>
          </a:p>
        </p:txBody>
      </p:sp>
      <p:graphicFrame>
        <p:nvGraphicFramePr>
          <p:cNvPr id="107532" name="Object 19">
            <a:extLst>
              <a:ext uri="{FF2B5EF4-FFF2-40B4-BE49-F238E27FC236}">
                <a16:creationId xmlns:a16="http://schemas.microsoft.com/office/drawing/2014/main" id="{638AAE5D-0C16-4A01-9A31-A00E244CC1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3963" y="90488"/>
          <a:ext cx="3498850" cy="355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38" name="Visio" r:id="rId7" imgW="1772107" imgH="1793138" progId="Visio.Drawing.11">
                  <p:embed/>
                </p:oleObj>
              </mc:Choice>
              <mc:Fallback>
                <p:oleObj name="Visio" r:id="rId7" imgW="1772107" imgH="1793138" progId="Visio.Drawing.11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90488"/>
                        <a:ext cx="3498850" cy="355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33" name="Arc 20">
            <a:extLst>
              <a:ext uri="{FF2B5EF4-FFF2-40B4-BE49-F238E27FC236}">
                <a16:creationId xmlns:a16="http://schemas.microsoft.com/office/drawing/2014/main" id="{455EB4C8-FCD6-41E6-9C0A-4D186B79590E}"/>
              </a:ext>
            </a:extLst>
          </p:cNvPr>
          <p:cNvSpPr>
            <a:spLocks/>
          </p:cNvSpPr>
          <p:nvPr/>
        </p:nvSpPr>
        <p:spPr bwMode="auto">
          <a:xfrm>
            <a:off x="6013450" y="1916113"/>
            <a:ext cx="574675" cy="792162"/>
          </a:xfrm>
          <a:custGeom>
            <a:avLst/>
            <a:gdLst>
              <a:gd name="T0" fmla="*/ 3822360 w 43200"/>
              <a:gd name="T1" fmla="*/ 0 h 43200"/>
              <a:gd name="T2" fmla="*/ 1409670 w 43200"/>
              <a:gd name="T3" fmla="*/ 1629800 h 43200"/>
              <a:gd name="T4" fmla="*/ 3822360 w 43200"/>
              <a:gd name="T5" fmla="*/ 726297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4" name="Arc 21">
            <a:extLst>
              <a:ext uri="{FF2B5EF4-FFF2-40B4-BE49-F238E27FC236}">
                <a16:creationId xmlns:a16="http://schemas.microsoft.com/office/drawing/2014/main" id="{BC27A996-4FEF-460F-8A19-ADF0E87AD121}"/>
              </a:ext>
            </a:extLst>
          </p:cNvPr>
          <p:cNvSpPr>
            <a:spLocks/>
          </p:cNvSpPr>
          <p:nvPr/>
        </p:nvSpPr>
        <p:spPr bwMode="auto">
          <a:xfrm>
            <a:off x="6443663" y="836613"/>
            <a:ext cx="574675" cy="792162"/>
          </a:xfrm>
          <a:custGeom>
            <a:avLst/>
            <a:gdLst>
              <a:gd name="T0" fmla="*/ 3822360 w 43200"/>
              <a:gd name="T1" fmla="*/ 0 h 43200"/>
              <a:gd name="T2" fmla="*/ 1409670 w 43200"/>
              <a:gd name="T3" fmla="*/ 1629800 h 43200"/>
              <a:gd name="T4" fmla="*/ 3822360 w 43200"/>
              <a:gd name="T5" fmla="*/ 726297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5" name="Arc 22">
            <a:extLst>
              <a:ext uri="{FF2B5EF4-FFF2-40B4-BE49-F238E27FC236}">
                <a16:creationId xmlns:a16="http://schemas.microsoft.com/office/drawing/2014/main" id="{B420D0C8-2EE6-412B-9D0B-2A41A3A7CD5D}"/>
              </a:ext>
            </a:extLst>
          </p:cNvPr>
          <p:cNvSpPr>
            <a:spLocks/>
          </p:cNvSpPr>
          <p:nvPr/>
        </p:nvSpPr>
        <p:spPr bwMode="auto">
          <a:xfrm>
            <a:off x="5940425" y="1992313"/>
            <a:ext cx="1512888" cy="715962"/>
          </a:xfrm>
          <a:custGeom>
            <a:avLst/>
            <a:gdLst>
              <a:gd name="T0" fmla="*/ 41641297 w 43200"/>
              <a:gd name="T1" fmla="*/ 1064868 h 43195"/>
              <a:gd name="T2" fmla="*/ 25936749 w 43200"/>
              <a:gd name="T3" fmla="*/ 0 h 43195"/>
              <a:gd name="T4" fmla="*/ 26491089 w 43200"/>
              <a:gd name="T5" fmla="*/ 5932896 h 4319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195" fill="none" extrusionOk="0">
                <a:moveTo>
                  <a:pt x="33953" y="3875"/>
                </a:moveTo>
                <a:cubicBezTo>
                  <a:pt x="39746" y="7915"/>
                  <a:pt x="43200" y="14532"/>
                  <a:pt x="43200" y="21595"/>
                </a:cubicBezTo>
                <a:cubicBezTo>
                  <a:pt x="43200" y="33524"/>
                  <a:pt x="33529" y="43195"/>
                  <a:pt x="21600" y="43195"/>
                </a:cubicBezTo>
                <a:cubicBezTo>
                  <a:pt x="9670" y="43195"/>
                  <a:pt x="0" y="33524"/>
                  <a:pt x="0" y="21595"/>
                </a:cubicBezTo>
                <a:cubicBezTo>
                  <a:pt x="0" y="9841"/>
                  <a:pt x="9397" y="245"/>
                  <a:pt x="21147" y="-1"/>
                </a:cubicBezTo>
              </a:path>
              <a:path w="43200" h="43195" stroke="0" extrusionOk="0">
                <a:moveTo>
                  <a:pt x="33953" y="3875"/>
                </a:moveTo>
                <a:cubicBezTo>
                  <a:pt x="39746" y="7915"/>
                  <a:pt x="43200" y="14532"/>
                  <a:pt x="43200" y="21595"/>
                </a:cubicBezTo>
                <a:cubicBezTo>
                  <a:pt x="43200" y="33524"/>
                  <a:pt x="33529" y="43195"/>
                  <a:pt x="21600" y="43195"/>
                </a:cubicBezTo>
                <a:cubicBezTo>
                  <a:pt x="9670" y="43195"/>
                  <a:pt x="0" y="33524"/>
                  <a:pt x="0" y="21595"/>
                </a:cubicBezTo>
                <a:cubicBezTo>
                  <a:pt x="0" y="9841"/>
                  <a:pt x="9397" y="245"/>
                  <a:pt x="21147" y="-1"/>
                </a:cubicBezTo>
                <a:lnTo>
                  <a:pt x="21600" y="21595"/>
                </a:lnTo>
                <a:lnTo>
                  <a:pt x="33953" y="3875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6" name="Text Box 23">
            <a:extLst>
              <a:ext uri="{FF2B5EF4-FFF2-40B4-BE49-F238E27FC236}">
                <a16:creationId xmlns:a16="http://schemas.microsoft.com/office/drawing/2014/main" id="{8107DE92-EF11-43B9-91F2-A1044E77D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2046288"/>
            <a:ext cx="509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7537" name="Text Box 24">
            <a:extLst>
              <a:ext uri="{FF2B5EF4-FFF2-40B4-BE49-F238E27FC236}">
                <a16:creationId xmlns:a16="http://schemas.microsoft.com/office/drawing/2014/main" id="{836DB72B-8D64-4B27-AFCE-D0B91138B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1916113"/>
            <a:ext cx="509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7538" name="Text Box 25">
            <a:extLst>
              <a:ext uri="{FF2B5EF4-FFF2-40B4-BE49-F238E27FC236}">
                <a16:creationId xmlns:a16="http://schemas.microsoft.com/office/drawing/2014/main" id="{9D4CE7EA-DCAE-4D55-B452-D4D8FA647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981075"/>
            <a:ext cx="5095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7539" name="Text Box 26">
            <a:extLst>
              <a:ext uri="{FF2B5EF4-FFF2-40B4-BE49-F238E27FC236}">
                <a16:creationId xmlns:a16="http://schemas.microsoft.com/office/drawing/2014/main" id="{EF0C12DC-24EF-41C2-B3EF-E7EDEC94A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700213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40" name="Text Box 27">
            <a:extLst>
              <a:ext uri="{FF2B5EF4-FFF2-40B4-BE49-F238E27FC236}">
                <a16:creationId xmlns:a16="http://schemas.microsoft.com/office/drawing/2014/main" id="{73EFD31F-F4FA-44A1-986A-654DFDBD3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700213"/>
            <a:ext cx="303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41" name="Text Box 28">
            <a:extLst>
              <a:ext uri="{FF2B5EF4-FFF2-40B4-BE49-F238E27FC236}">
                <a16:creationId xmlns:a16="http://schemas.microsoft.com/office/drawing/2014/main" id="{6C6E9F3A-DE62-41E2-9880-D0D33B0A8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844675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42" name="Text Box 29">
            <a:extLst>
              <a:ext uri="{FF2B5EF4-FFF2-40B4-BE49-F238E27FC236}">
                <a16:creationId xmlns:a16="http://schemas.microsoft.com/office/drawing/2014/main" id="{3D3FD85F-A630-44B0-89C5-484713B09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916113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43" name="Text Box 30">
            <a:extLst>
              <a:ext uri="{FF2B5EF4-FFF2-40B4-BE49-F238E27FC236}">
                <a16:creationId xmlns:a16="http://schemas.microsoft.com/office/drawing/2014/main" id="{68AB49F1-F13E-4CDB-8F92-FC1290781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397000"/>
            <a:ext cx="30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44" name="Text Box 31">
            <a:extLst>
              <a:ext uri="{FF2B5EF4-FFF2-40B4-BE49-F238E27FC236}">
                <a16:creationId xmlns:a16="http://schemas.microsoft.com/office/drawing/2014/main" id="{8BBF0306-F209-4134-B793-C3B630D17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412875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45" name="Text Box 32">
            <a:extLst>
              <a:ext uri="{FF2B5EF4-FFF2-40B4-BE49-F238E27FC236}">
                <a16:creationId xmlns:a16="http://schemas.microsoft.com/office/drawing/2014/main" id="{F4CFE424-A66B-435C-A897-A24728021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836613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46" name="Text Box 33">
            <a:extLst>
              <a:ext uri="{FF2B5EF4-FFF2-40B4-BE49-F238E27FC236}">
                <a16:creationId xmlns:a16="http://schemas.microsoft.com/office/drawing/2014/main" id="{63B58A4B-331F-414D-8C83-3A71DFCFD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836613"/>
            <a:ext cx="303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47" name="Text Box 34">
            <a:extLst>
              <a:ext uri="{FF2B5EF4-FFF2-40B4-BE49-F238E27FC236}">
                <a16:creationId xmlns:a16="http://schemas.microsoft.com/office/drawing/2014/main" id="{AF594385-C122-4888-9D44-3386B0662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700213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48" name="Text Box 35">
            <a:extLst>
              <a:ext uri="{FF2B5EF4-FFF2-40B4-BE49-F238E27FC236}">
                <a16:creationId xmlns:a16="http://schemas.microsoft.com/office/drawing/2014/main" id="{1D02D611-73C5-4628-838F-FE825273C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1685925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49" name="Text Box 36">
            <a:extLst>
              <a:ext uri="{FF2B5EF4-FFF2-40B4-BE49-F238E27FC236}">
                <a16:creationId xmlns:a16="http://schemas.microsoft.com/office/drawing/2014/main" id="{7AF2F303-447C-43F2-B7D8-09E2EC7BB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412875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50" name="Text Box 37">
            <a:extLst>
              <a:ext uri="{FF2B5EF4-FFF2-40B4-BE49-F238E27FC236}">
                <a16:creationId xmlns:a16="http://schemas.microsoft.com/office/drawing/2014/main" id="{99238D18-6249-46CF-92ED-93080F6F9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412875"/>
            <a:ext cx="303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51" name="Text Box 39">
            <a:extLst>
              <a:ext uri="{FF2B5EF4-FFF2-40B4-BE49-F238E27FC236}">
                <a16:creationId xmlns:a16="http://schemas.microsoft.com/office/drawing/2014/main" id="{8FE6567E-B1AF-488F-A34D-59C4B4E65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1844675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52" name="Text Box 40">
            <a:extLst>
              <a:ext uri="{FF2B5EF4-FFF2-40B4-BE49-F238E27FC236}">
                <a16:creationId xmlns:a16="http://schemas.microsoft.com/office/drawing/2014/main" id="{4085C4DC-7953-42D5-9B22-5BADFE2A7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2405063"/>
            <a:ext cx="303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07553" name="Text Box 41">
            <a:extLst>
              <a:ext uri="{FF2B5EF4-FFF2-40B4-BE49-F238E27FC236}">
                <a16:creationId xmlns:a16="http://schemas.microsoft.com/office/drawing/2014/main" id="{C171003E-CD4D-4475-B1E6-BB76FAFAE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492375"/>
            <a:ext cx="390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7554" name="Text Box 42">
            <a:extLst>
              <a:ext uri="{FF2B5EF4-FFF2-40B4-BE49-F238E27FC236}">
                <a16:creationId xmlns:a16="http://schemas.microsoft.com/office/drawing/2014/main" id="{5B5EEBF1-B2AF-4543-B304-178D780F7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1989138"/>
            <a:ext cx="303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215090" name="Line 50">
            <a:extLst>
              <a:ext uri="{FF2B5EF4-FFF2-40B4-BE49-F238E27FC236}">
                <a16:creationId xmlns:a16="http://schemas.microsoft.com/office/drawing/2014/main" id="{ED9D5EE8-7AD8-4F1E-8F79-1300A83A56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4508500"/>
            <a:ext cx="5184775" cy="1728788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5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1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1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7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546" name="Object 2">
            <a:extLst>
              <a:ext uri="{FF2B5EF4-FFF2-40B4-BE49-F238E27FC236}">
                <a16:creationId xmlns:a16="http://schemas.microsoft.com/office/drawing/2014/main" id="{4EA581E8-8B77-45FB-8FED-7F3DF69278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513" y="765175"/>
          <a:ext cx="8421687" cy="319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09" name="Equation" r:id="rId3" imgW="1619113" imgH="781226" progId="Equation.DSMT4">
                  <p:embed/>
                </p:oleObj>
              </mc:Choice>
              <mc:Fallback>
                <p:oleObj name="Equation" r:id="rId3" imgW="1619113" imgH="78122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3" y="765175"/>
                        <a:ext cx="8421687" cy="319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7" name="Text Box 3">
            <a:extLst>
              <a:ext uri="{FF2B5EF4-FFF2-40B4-BE49-F238E27FC236}">
                <a16:creationId xmlns:a16="http://schemas.microsoft.com/office/drawing/2014/main" id="{EFACE822-4EF8-46E9-B0EB-289604BF5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8" y="188913"/>
            <a:ext cx="5997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二、</a:t>
            </a:r>
            <a:r>
              <a:rPr lang="en-US" altLang="zh-CN" sz="2800" b="1" i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8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个独立回路电流方程的一般形式</a:t>
            </a:r>
          </a:p>
        </p:txBody>
      </p:sp>
      <p:sp>
        <p:nvSpPr>
          <p:cNvPr id="259076" name="Text Box 4">
            <a:extLst>
              <a:ext uri="{FF2B5EF4-FFF2-40B4-BE49-F238E27FC236}">
                <a16:creationId xmlns:a16="http://schemas.microsoft.com/office/drawing/2014/main" id="{7C40F724-56C2-447D-8E69-5EFDFDAB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4041775"/>
            <a:ext cx="8424862" cy="1800225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回路电流法基本思想是以回路电路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为未知变量列写的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方程。一般形式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同网孔法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一样。 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各种情况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的处理也同网孔法一样。为了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便于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列写回路电流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常选定为连枝电流，回路绕向与连枝电流方向一致。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570" name="Object 2">
            <a:extLst>
              <a:ext uri="{FF2B5EF4-FFF2-40B4-BE49-F238E27FC236}">
                <a16:creationId xmlns:a16="http://schemas.microsoft.com/office/drawing/2014/main" id="{6145EF39-C70A-42FF-925A-DA61B404B0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60350"/>
          <a:ext cx="5753100" cy="425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81" name="Visio" r:id="rId3" imgW="2393442" imgH="1815811" progId="Visio.Drawing.11">
                  <p:embed/>
                </p:oleObj>
              </mc:Choice>
              <mc:Fallback>
                <p:oleObj name="Visio" r:id="rId3" imgW="2393442" imgH="1815811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60350"/>
                        <a:ext cx="5753100" cy="425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3" name="Object 3">
            <a:extLst>
              <a:ext uri="{FF2B5EF4-FFF2-40B4-BE49-F238E27FC236}">
                <a16:creationId xmlns:a16="http://schemas.microsoft.com/office/drawing/2014/main" id="{B91BF961-851C-44C6-801C-19D96E8716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113" y="4552950"/>
          <a:ext cx="789305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82" name="Equation" r:id="rId5" imgW="3390900" imgH="342900" progId="Equation.DSMT4">
                  <p:embed/>
                </p:oleObj>
              </mc:Choice>
              <mc:Fallback>
                <p:oleObj name="Equation" r:id="rId5" imgW="3390900" imgH="342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3" y="4552950"/>
                        <a:ext cx="789305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2" name="Rectangle 4">
            <a:extLst>
              <a:ext uri="{FF2B5EF4-FFF2-40B4-BE49-F238E27FC236}">
                <a16:creationId xmlns:a16="http://schemas.microsoft.com/office/drawing/2014/main" id="{5418627E-D7AA-4FFE-A046-703B9E99A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0800"/>
            <a:ext cx="496887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3-13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求电流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（自学）</a:t>
            </a:r>
          </a:p>
        </p:txBody>
      </p:sp>
      <p:graphicFrame>
        <p:nvGraphicFramePr>
          <p:cNvPr id="261125" name="Object 5">
            <a:extLst>
              <a:ext uri="{FF2B5EF4-FFF2-40B4-BE49-F238E27FC236}">
                <a16:creationId xmlns:a16="http://schemas.microsoft.com/office/drawing/2014/main" id="{A7C1000D-FBFB-4CBA-9E67-4EDB53EB68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911225"/>
          <a:ext cx="3490913" cy="344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83" name="Visio" r:id="rId7" imgW="1697126" imgH="1644820" progId="Visio.Drawing.11">
                  <p:embed/>
                </p:oleObj>
              </mc:Choice>
              <mc:Fallback>
                <p:oleObj name="Visio" r:id="rId7" imgW="1697126" imgH="164482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911225"/>
                        <a:ext cx="3490913" cy="344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6" name="Object 6">
            <a:extLst>
              <a:ext uri="{FF2B5EF4-FFF2-40B4-BE49-F238E27FC236}">
                <a16:creationId xmlns:a16="http://schemas.microsoft.com/office/drawing/2014/main" id="{E7D3CEC2-B028-47CE-AA4F-E0A0069D18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1703388"/>
          <a:ext cx="3744912" cy="309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84" name="Visio" r:id="rId9" imgW="1844802" imgH="1552677" progId="Visio.Drawing.11">
                  <p:embed/>
                </p:oleObj>
              </mc:Choice>
              <mc:Fallback>
                <p:oleObj name="Visio" r:id="rId9" imgW="1844802" imgH="1552677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1703388"/>
                        <a:ext cx="3744912" cy="309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7" name="Object 7">
            <a:extLst>
              <a:ext uri="{FF2B5EF4-FFF2-40B4-BE49-F238E27FC236}">
                <a16:creationId xmlns:a16="http://schemas.microsoft.com/office/drawing/2014/main" id="{F5FCC9E5-31ED-4E94-BCCE-7997DCD806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7988" y="5368925"/>
          <a:ext cx="2187575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85" name="Equation" r:id="rId11" imgW="939392" imgH="266584" progId="Equation.DSMT4">
                  <p:embed/>
                </p:oleObj>
              </mc:Choice>
              <mc:Fallback>
                <p:oleObj name="Equation" r:id="rId11" imgW="939392" imgH="26658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988" y="5368925"/>
                        <a:ext cx="2187575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28" name="Freeform 8">
            <a:extLst>
              <a:ext uri="{FF2B5EF4-FFF2-40B4-BE49-F238E27FC236}">
                <a16:creationId xmlns:a16="http://schemas.microsoft.com/office/drawing/2014/main" id="{79D0B56B-32FC-4E8D-A0B1-790043C8C3FC}"/>
              </a:ext>
            </a:extLst>
          </p:cNvPr>
          <p:cNvSpPr>
            <a:spLocks/>
          </p:cNvSpPr>
          <p:nvPr/>
        </p:nvSpPr>
        <p:spPr bwMode="auto">
          <a:xfrm>
            <a:off x="5795963" y="1476375"/>
            <a:ext cx="1760537" cy="1781175"/>
          </a:xfrm>
          <a:custGeom>
            <a:avLst/>
            <a:gdLst>
              <a:gd name="T0" fmla="*/ 2100765177 w 1200"/>
              <a:gd name="T1" fmla="*/ 621669657 h 1125"/>
              <a:gd name="T2" fmla="*/ 2147483646 w 1200"/>
              <a:gd name="T3" fmla="*/ 601616001 h 1125"/>
              <a:gd name="T4" fmla="*/ 2147483646 w 1200"/>
              <a:gd name="T5" fmla="*/ 381024206 h 1125"/>
              <a:gd name="T6" fmla="*/ 2147483646 w 1200"/>
              <a:gd name="T7" fmla="*/ 180484484 h 1125"/>
              <a:gd name="T8" fmla="*/ 1980230011 w 1200"/>
              <a:gd name="T9" fmla="*/ 0 h 1125"/>
              <a:gd name="T10" fmla="*/ 792092004 w 1200"/>
              <a:gd name="T11" fmla="*/ 20053656 h 1125"/>
              <a:gd name="T12" fmla="*/ 533800687 w 1200"/>
              <a:gd name="T13" fmla="*/ 200538139 h 1125"/>
              <a:gd name="T14" fmla="*/ 447704559 w 1200"/>
              <a:gd name="T15" fmla="*/ 320861656 h 1125"/>
              <a:gd name="T16" fmla="*/ 344387445 w 1200"/>
              <a:gd name="T17" fmla="*/ 401077862 h 1125"/>
              <a:gd name="T18" fmla="*/ 258291317 w 1200"/>
              <a:gd name="T19" fmla="*/ 481292484 h 1125"/>
              <a:gd name="T20" fmla="*/ 172193723 w 1200"/>
              <a:gd name="T21" fmla="*/ 601616001 h 1125"/>
              <a:gd name="T22" fmla="*/ 0 w 1200"/>
              <a:gd name="T23" fmla="*/ 1062854830 h 1125"/>
              <a:gd name="T24" fmla="*/ 51658557 w 1200"/>
              <a:gd name="T25" fmla="*/ 1584256208 h 1125"/>
              <a:gd name="T26" fmla="*/ 154974204 w 1200"/>
              <a:gd name="T27" fmla="*/ 1824901659 h 1125"/>
              <a:gd name="T28" fmla="*/ 327167926 w 1200"/>
              <a:gd name="T29" fmla="*/ 2147483646 h 1125"/>
              <a:gd name="T30" fmla="*/ 516581168 w 1200"/>
              <a:gd name="T31" fmla="*/ 2147483646 h 1125"/>
              <a:gd name="T32" fmla="*/ 671556839 w 1200"/>
              <a:gd name="T33" fmla="*/ 2147483646 h 1125"/>
              <a:gd name="T34" fmla="*/ 895407651 w 1200"/>
              <a:gd name="T35" fmla="*/ 2147483646 h 1125"/>
              <a:gd name="T36" fmla="*/ 1033163803 w 1200"/>
              <a:gd name="T37" fmla="*/ 2147483646 h 1125"/>
              <a:gd name="T38" fmla="*/ 1136479450 w 1200"/>
              <a:gd name="T39" fmla="*/ 2147483646 h 1125"/>
              <a:gd name="T40" fmla="*/ 1257016082 w 1200"/>
              <a:gd name="T41" fmla="*/ 1905117864 h 1125"/>
              <a:gd name="T42" fmla="*/ 1411990286 w 1200"/>
              <a:gd name="T43" fmla="*/ 1183178347 h 1125"/>
              <a:gd name="T44" fmla="*/ 1584184009 w 1200"/>
              <a:gd name="T45" fmla="*/ 1042801174 h 1125"/>
              <a:gd name="T46" fmla="*/ 2014669049 w 1200"/>
              <a:gd name="T47" fmla="*/ 842263035 h 1125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1200" h="1125">
                <a:moveTo>
                  <a:pt x="976" y="248"/>
                </a:moveTo>
                <a:cubicBezTo>
                  <a:pt x="1016" y="261"/>
                  <a:pt x="1063" y="245"/>
                  <a:pt x="1104" y="240"/>
                </a:cubicBezTo>
                <a:cubicBezTo>
                  <a:pt x="1157" y="222"/>
                  <a:pt x="1181" y="208"/>
                  <a:pt x="1200" y="152"/>
                </a:cubicBezTo>
                <a:cubicBezTo>
                  <a:pt x="1193" y="108"/>
                  <a:pt x="1195" y="86"/>
                  <a:pt x="1152" y="72"/>
                </a:cubicBezTo>
                <a:cubicBezTo>
                  <a:pt x="1088" y="8"/>
                  <a:pt x="1007" y="8"/>
                  <a:pt x="920" y="0"/>
                </a:cubicBezTo>
                <a:cubicBezTo>
                  <a:pt x="736" y="3"/>
                  <a:pt x="552" y="3"/>
                  <a:pt x="368" y="8"/>
                </a:cubicBezTo>
                <a:cubicBezTo>
                  <a:pt x="320" y="9"/>
                  <a:pt x="290" y="66"/>
                  <a:pt x="248" y="80"/>
                </a:cubicBezTo>
                <a:cubicBezTo>
                  <a:pt x="233" y="95"/>
                  <a:pt x="224" y="114"/>
                  <a:pt x="208" y="128"/>
                </a:cubicBezTo>
                <a:cubicBezTo>
                  <a:pt x="194" y="141"/>
                  <a:pt x="160" y="160"/>
                  <a:pt x="160" y="160"/>
                </a:cubicBezTo>
                <a:cubicBezTo>
                  <a:pt x="114" y="229"/>
                  <a:pt x="175" y="148"/>
                  <a:pt x="120" y="192"/>
                </a:cubicBezTo>
                <a:cubicBezTo>
                  <a:pt x="104" y="205"/>
                  <a:pt x="93" y="224"/>
                  <a:pt x="80" y="240"/>
                </a:cubicBezTo>
                <a:cubicBezTo>
                  <a:pt x="36" y="297"/>
                  <a:pt x="14" y="354"/>
                  <a:pt x="0" y="424"/>
                </a:cubicBezTo>
                <a:cubicBezTo>
                  <a:pt x="5" y="493"/>
                  <a:pt x="9" y="564"/>
                  <a:pt x="24" y="632"/>
                </a:cubicBezTo>
                <a:cubicBezTo>
                  <a:pt x="32" y="667"/>
                  <a:pt x="58" y="696"/>
                  <a:pt x="72" y="728"/>
                </a:cubicBezTo>
                <a:cubicBezTo>
                  <a:pt x="93" y="775"/>
                  <a:pt x="109" y="835"/>
                  <a:pt x="152" y="864"/>
                </a:cubicBezTo>
                <a:cubicBezTo>
                  <a:pt x="176" y="900"/>
                  <a:pt x="205" y="910"/>
                  <a:pt x="240" y="928"/>
                </a:cubicBezTo>
                <a:cubicBezTo>
                  <a:pt x="268" y="942"/>
                  <a:pt x="286" y="967"/>
                  <a:pt x="312" y="984"/>
                </a:cubicBezTo>
                <a:cubicBezTo>
                  <a:pt x="339" y="1025"/>
                  <a:pt x="367" y="1096"/>
                  <a:pt x="416" y="1112"/>
                </a:cubicBezTo>
                <a:cubicBezTo>
                  <a:pt x="527" y="1096"/>
                  <a:pt x="445" y="1125"/>
                  <a:pt x="480" y="1080"/>
                </a:cubicBezTo>
                <a:cubicBezTo>
                  <a:pt x="494" y="1062"/>
                  <a:pt x="528" y="1032"/>
                  <a:pt x="528" y="1032"/>
                </a:cubicBezTo>
                <a:cubicBezTo>
                  <a:pt x="558" y="942"/>
                  <a:pt x="530" y="841"/>
                  <a:pt x="584" y="760"/>
                </a:cubicBezTo>
                <a:cubicBezTo>
                  <a:pt x="589" y="647"/>
                  <a:pt x="576" y="552"/>
                  <a:pt x="656" y="472"/>
                </a:cubicBezTo>
                <a:cubicBezTo>
                  <a:pt x="670" y="430"/>
                  <a:pt x="694" y="430"/>
                  <a:pt x="736" y="416"/>
                </a:cubicBezTo>
                <a:cubicBezTo>
                  <a:pt x="804" y="393"/>
                  <a:pt x="884" y="388"/>
                  <a:pt x="936" y="336"/>
                </a:cubicBezTo>
              </a:path>
            </a:pathLst>
          </a:custGeom>
          <a:noFill/>
          <a:ln w="571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29" name="Freeform 9">
            <a:extLst>
              <a:ext uri="{FF2B5EF4-FFF2-40B4-BE49-F238E27FC236}">
                <a16:creationId xmlns:a16="http://schemas.microsoft.com/office/drawing/2014/main" id="{6C07FEEF-ECA9-42B1-8753-5E6EAE4C9428}"/>
              </a:ext>
            </a:extLst>
          </p:cNvPr>
          <p:cNvSpPr>
            <a:spLocks/>
          </p:cNvSpPr>
          <p:nvPr/>
        </p:nvSpPr>
        <p:spPr bwMode="auto">
          <a:xfrm>
            <a:off x="6097588" y="2552700"/>
            <a:ext cx="390525" cy="396875"/>
          </a:xfrm>
          <a:custGeom>
            <a:avLst/>
            <a:gdLst>
              <a:gd name="T0" fmla="*/ 17641888 w 246"/>
              <a:gd name="T1" fmla="*/ 45362813 h 250"/>
              <a:gd name="T2" fmla="*/ 521673138 w 246"/>
              <a:gd name="T3" fmla="*/ 25201563 h 250"/>
              <a:gd name="T4" fmla="*/ 441028138 w 246"/>
              <a:gd name="T5" fmla="*/ 630039063 h 250"/>
              <a:gd name="T6" fmla="*/ 98286888 w 246"/>
              <a:gd name="T7" fmla="*/ 347781563 h 250"/>
              <a:gd name="T8" fmla="*/ 17641888 w 246"/>
              <a:gd name="T9" fmla="*/ 267136563 h 2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6" h="250">
                <a:moveTo>
                  <a:pt x="7" y="18"/>
                </a:moveTo>
                <a:cubicBezTo>
                  <a:pt x="85" y="13"/>
                  <a:pt x="135" y="0"/>
                  <a:pt x="207" y="10"/>
                </a:cubicBezTo>
                <a:cubicBezTo>
                  <a:pt x="232" y="86"/>
                  <a:pt x="246" y="203"/>
                  <a:pt x="175" y="250"/>
                </a:cubicBezTo>
                <a:cubicBezTo>
                  <a:pt x="112" y="234"/>
                  <a:pt x="83" y="182"/>
                  <a:pt x="39" y="138"/>
                </a:cubicBezTo>
                <a:cubicBezTo>
                  <a:pt x="0" y="99"/>
                  <a:pt x="25" y="143"/>
                  <a:pt x="7" y="106"/>
                </a:cubicBezTo>
              </a:path>
            </a:pathLst>
          </a:custGeom>
          <a:noFill/>
          <a:ln w="5715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0" name="Freeform 10">
            <a:extLst>
              <a:ext uri="{FF2B5EF4-FFF2-40B4-BE49-F238E27FC236}">
                <a16:creationId xmlns:a16="http://schemas.microsoft.com/office/drawing/2014/main" id="{C2F00883-A12E-4859-B8A2-A01F79E93CCC}"/>
              </a:ext>
            </a:extLst>
          </p:cNvPr>
          <p:cNvSpPr>
            <a:spLocks/>
          </p:cNvSpPr>
          <p:nvPr/>
        </p:nvSpPr>
        <p:spPr bwMode="auto">
          <a:xfrm>
            <a:off x="1346200" y="2911475"/>
            <a:ext cx="1139825" cy="804863"/>
          </a:xfrm>
          <a:custGeom>
            <a:avLst/>
            <a:gdLst>
              <a:gd name="T0" fmla="*/ 362902500 w 718"/>
              <a:gd name="T1" fmla="*/ 0 h 672"/>
              <a:gd name="T2" fmla="*/ 1129030000 w 718"/>
              <a:gd name="T3" fmla="*/ 11476470 h 672"/>
              <a:gd name="T4" fmla="*/ 1270158750 w 718"/>
              <a:gd name="T5" fmla="*/ 45904681 h 672"/>
              <a:gd name="T6" fmla="*/ 1391126250 w 718"/>
              <a:gd name="T7" fmla="*/ 91809363 h 672"/>
              <a:gd name="T8" fmla="*/ 1532255000 w 718"/>
              <a:gd name="T9" fmla="*/ 229522209 h 672"/>
              <a:gd name="T10" fmla="*/ 1572577500 w 718"/>
              <a:gd name="T11" fmla="*/ 298378632 h 672"/>
              <a:gd name="T12" fmla="*/ 1512093750 w 718"/>
              <a:gd name="T13" fmla="*/ 872182957 h 672"/>
              <a:gd name="T14" fmla="*/ 1290320000 w 718"/>
              <a:gd name="T15" fmla="*/ 963992320 h 672"/>
              <a:gd name="T16" fmla="*/ 584676250 w 718"/>
              <a:gd name="T17" fmla="*/ 941040578 h 672"/>
              <a:gd name="T18" fmla="*/ 524192500 w 718"/>
              <a:gd name="T19" fmla="*/ 906612367 h 672"/>
              <a:gd name="T20" fmla="*/ 463708750 w 718"/>
              <a:gd name="T21" fmla="*/ 895135897 h 672"/>
              <a:gd name="T22" fmla="*/ 80645000 w 718"/>
              <a:gd name="T23" fmla="*/ 711518369 h 672"/>
              <a:gd name="T24" fmla="*/ 0 w 718"/>
              <a:gd name="T25" fmla="*/ 642661946 h 672"/>
              <a:gd name="T26" fmla="*/ 20161250 w 718"/>
              <a:gd name="T27" fmla="*/ 275426890 h 672"/>
              <a:gd name="T28" fmla="*/ 40322500 w 718"/>
              <a:gd name="T29" fmla="*/ 229522209 h 6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718" h="672">
                <a:moveTo>
                  <a:pt x="144" y="0"/>
                </a:moveTo>
                <a:cubicBezTo>
                  <a:pt x="245" y="3"/>
                  <a:pt x="347" y="3"/>
                  <a:pt x="448" y="8"/>
                </a:cubicBezTo>
                <a:cubicBezTo>
                  <a:pt x="460" y="9"/>
                  <a:pt x="497" y="28"/>
                  <a:pt x="504" y="32"/>
                </a:cubicBezTo>
                <a:cubicBezTo>
                  <a:pt x="520" y="42"/>
                  <a:pt x="552" y="64"/>
                  <a:pt x="552" y="64"/>
                </a:cubicBezTo>
                <a:cubicBezTo>
                  <a:pt x="573" y="95"/>
                  <a:pt x="593" y="126"/>
                  <a:pt x="608" y="160"/>
                </a:cubicBezTo>
                <a:cubicBezTo>
                  <a:pt x="615" y="175"/>
                  <a:pt x="624" y="208"/>
                  <a:pt x="624" y="208"/>
                </a:cubicBezTo>
                <a:cubicBezTo>
                  <a:pt x="642" y="336"/>
                  <a:pt x="718" y="529"/>
                  <a:pt x="600" y="608"/>
                </a:cubicBezTo>
                <a:cubicBezTo>
                  <a:pt x="578" y="642"/>
                  <a:pt x="549" y="660"/>
                  <a:pt x="512" y="672"/>
                </a:cubicBezTo>
                <a:cubicBezTo>
                  <a:pt x="419" y="667"/>
                  <a:pt x="325" y="668"/>
                  <a:pt x="232" y="656"/>
                </a:cubicBezTo>
                <a:cubicBezTo>
                  <a:pt x="221" y="655"/>
                  <a:pt x="217" y="638"/>
                  <a:pt x="208" y="632"/>
                </a:cubicBezTo>
                <a:cubicBezTo>
                  <a:pt x="201" y="627"/>
                  <a:pt x="192" y="627"/>
                  <a:pt x="184" y="624"/>
                </a:cubicBezTo>
                <a:cubicBezTo>
                  <a:pt x="130" y="583"/>
                  <a:pt x="80" y="544"/>
                  <a:pt x="32" y="496"/>
                </a:cubicBezTo>
                <a:cubicBezTo>
                  <a:pt x="18" y="482"/>
                  <a:pt x="0" y="448"/>
                  <a:pt x="0" y="448"/>
                </a:cubicBezTo>
                <a:cubicBezTo>
                  <a:pt x="3" y="363"/>
                  <a:pt x="3" y="277"/>
                  <a:pt x="8" y="192"/>
                </a:cubicBezTo>
                <a:cubicBezTo>
                  <a:pt x="9" y="181"/>
                  <a:pt x="16" y="160"/>
                  <a:pt x="16" y="160"/>
                </a:cubicBezTo>
              </a:path>
            </a:pathLst>
          </a:custGeom>
          <a:noFill/>
          <a:ln w="5715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1" name="Freeform 11">
            <a:extLst>
              <a:ext uri="{FF2B5EF4-FFF2-40B4-BE49-F238E27FC236}">
                <a16:creationId xmlns:a16="http://schemas.microsoft.com/office/drawing/2014/main" id="{C18EE005-EA6A-420E-B74D-469987971E50}"/>
              </a:ext>
            </a:extLst>
          </p:cNvPr>
          <p:cNvSpPr>
            <a:spLocks/>
          </p:cNvSpPr>
          <p:nvPr/>
        </p:nvSpPr>
        <p:spPr bwMode="auto">
          <a:xfrm>
            <a:off x="952500" y="1704975"/>
            <a:ext cx="3090863" cy="2295525"/>
          </a:xfrm>
          <a:custGeom>
            <a:avLst/>
            <a:gdLst>
              <a:gd name="T0" fmla="*/ 2147483646 w 1947"/>
              <a:gd name="T1" fmla="*/ 2147483646 h 1446"/>
              <a:gd name="T2" fmla="*/ 2147483646 w 1947"/>
              <a:gd name="T3" fmla="*/ 2147483646 h 1446"/>
              <a:gd name="T4" fmla="*/ 2147483646 w 1947"/>
              <a:gd name="T5" fmla="*/ 2147483646 h 1446"/>
              <a:gd name="T6" fmla="*/ 2147483646 w 1947"/>
              <a:gd name="T7" fmla="*/ 2036286250 h 1446"/>
              <a:gd name="T8" fmla="*/ 2147483646 w 1947"/>
              <a:gd name="T9" fmla="*/ 907256250 h 1446"/>
              <a:gd name="T10" fmla="*/ 2147483646 w 1947"/>
              <a:gd name="T11" fmla="*/ 786288750 h 1446"/>
              <a:gd name="T12" fmla="*/ 2147483646 w 1947"/>
              <a:gd name="T13" fmla="*/ 161290000 h 1446"/>
              <a:gd name="T14" fmla="*/ 2147483646 w 1947"/>
              <a:gd name="T15" fmla="*/ 100806250 h 1446"/>
              <a:gd name="T16" fmla="*/ 2147483646 w 1947"/>
              <a:gd name="T17" fmla="*/ 0 h 1446"/>
              <a:gd name="T18" fmla="*/ 1713706527 w 1947"/>
              <a:gd name="T19" fmla="*/ 20161250 h 1446"/>
              <a:gd name="T20" fmla="*/ 1209675196 w 1947"/>
              <a:gd name="T21" fmla="*/ 120967500 h 1446"/>
              <a:gd name="T22" fmla="*/ 1068546423 w 1947"/>
              <a:gd name="T23" fmla="*/ 161290000 h 1446"/>
              <a:gd name="T24" fmla="*/ 947578903 w 1947"/>
              <a:gd name="T25" fmla="*/ 241935000 h 1446"/>
              <a:gd name="T26" fmla="*/ 826611384 w 1947"/>
              <a:gd name="T27" fmla="*/ 403225000 h 1446"/>
              <a:gd name="T28" fmla="*/ 544353838 w 1947"/>
              <a:gd name="T29" fmla="*/ 887095000 h 1446"/>
              <a:gd name="T30" fmla="*/ 524192585 w 1947"/>
              <a:gd name="T31" fmla="*/ 1270158750 h 1446"/>
              <a:gd name="T32" fmla="*/ 483870078 w 1947"/>
              <a:gd name="T33" fmla="*/ 1330642500 h 1446"/>
              <a:gd name="T34" fmla="*/ 443547572 w 1947"/>
              <a:gd name="T35" fmla="*/ 1451610000 h 1446"/>
              <a:gd name="T36" fmla="*/ 362902559 w 1947"/>
              <a:gd name="T37" fmla="*/ 1794351250 h 1446"/>
              <a:gd name="T38" fmla="*/ 504031332 w 1947"/>
              <a:gd name="T39" fmla="*/ 2147483646 h 1446"/>
              <a:gd name="T40" fmla="*/ 564515091 w 1947"/>
              <a:gd name="T41" fmla="*/ 2147483646 h 1446"/>
              <a:gd name="T42" fmla="*/ 887095144 w 1947"/>
              <a:gd name="T43" fmla="*/ 2147483646 h 1446"/>
              <a:gd name="T44" fmla="*/ 1431448982 w 1947"/>
              <a:gd name="T45" fmla="*/ 2147483646 h 1446"/>
              <a:gd name="T46" fmla="*/ 1552416501 w 1947"/>
              <a:gd name="T47" fmla="*/ 2147483646 h 1446"/>
              <a:gd name="T48" fmla="*/ 1794351540 w 1947"/>
              <a:gd name="T49" fmla="*/ 2147483646 h 1446"/>
              <a:gd name="T50" fmla="*/ 2116931592 w 1947"/>
              <a:gd name="T51" fmla="*/ 2147483646 h 1446"/>
              <a:gd name="T52" fmla="*/ 2147483646 w 1947"/>
              <a:gd name="T53" fmla="*/ 2147483646 h 1446"/>
              <a:gd name="T54" fmla="*/ 2147483646 w 1947"/>
              <a:gd name="T55" fmla="*/ 2147483646 h 1446"/>
              <a:gd name="T56" fmla="*/ 2147483646 w 1947"/>
              <a:gd name="T57" fmla="*/ 2147483646 h 1446"/>
              <a:gd name="T58" fmla="*/ 2147483646 w 1947"/>
              <a:gd name="T59" fmla="*/ 2147483646 h 1446"/>
              <a:gd name="T60" fmla="*/ 2147483646 w 1947"/>
              <a:gd name="T61" fmla="*/ 2147483646 h 1446"/>
              <a:gd name="T62" fmla="*/ 2147483646 w 1947"/>
              <a:gd name="T63" fmla="*/ 2147483646 h 1446"/>
              <a:gd name="T64" fmla="*/ 2147483646 w 1947"/>
              <a:gd name="T65" fmla="*/ 2147483646 h 1446"/>
              <a:gd name="T66" fmla="*/ 2147483646 w 1947"/>
              <a:gd name="T67" fmla="*/ 2147483646 h 144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1947" h="1446">
                <a:moveTo>
                  <a:pt x="1928" y="1256"/>
                </a:moveTo>
                <a:cubicBezTo>
                  <a:pt x="1947" y="1159"/>
                  <a:pt x="1936" y="1057"/>
                  <a:pt x="1920" y="960"/>
                </a:cubicBezTo>
                <a:cubicBezTo>
                  <a:pt x="1914" y="924"/>
                  <a:pt x="1899" y="890"/>
                  <a:pt x="1888" y="856"/>
                </a:cubicBezTo>
                <a:cubicBezTo>
                  <a:pt x="1883" y="840"/>
                  <a:pt x="1872" y="808"/>
                  <a:pt x="1872" y="808"/>
                </a:cubicBezTo>
                <a:cubicBezTo>
                  <a:pt x="1869" y="659"/>
                  <a:pt x="1871" y="509"/>
                  <a:pt x="1864" y="360"/>
                </a:cubicBezTo>
                <a:cubicBezTo>
                  <a:pt x="1863" y="343"/>
                  <a:pt x="1852" y="328"/>
                  <a:pt x="1848" y="312"/>
                </a:cubicBezTo>
                <a:cubicBezTo>
                  <a:pt x="1821" y="203"/>
                  <a:pt x="1730" y="104"/>
                  <a:pt x="1624" y="64"/>
                </a:cubicBezTo>
                <a:cubicBezTo>
                  <a:pt x="1579" y="47"/>
                  <a:pt x="1516" y="44"/>
                  <a:pt x="1472" y="40"/>
                </a:cubicBezTo>
                <a:cubicBezTo>
                  <a:pt x="1387" y="12"/>
                  <a:pt x="1274" y="9"/>
                  <a:pt x="1184" y="0"/>
                </a:cubicBezTo>
                <a:cubicBezTo>
                  <a:pt x="1016" y="3"/>
                  <a:pt x="848" y="3"/>
                  <a:pt x="680" y="8"/>
                </a:cubicBezTo>
                <a:cubicBezTo>
                  <a:pt x="615" y="10"/>
                  <a:pt x="546" y="41"/>
                  <a:pt x="480" y="48"/>
                </a:cubicBezTo>
                <a:cubicBezTo>
                  <a:pt x="472" y="50"/>
                  <a:pt x="433" y="59"/>
                  <a:pt x="424" y="64"/>
                </a:cubicBezTo>
                <a:cubicBezTo>
                  <a:pt x="407" y="73"/>
                  <a:pt x="376" y="96"/>
                  <a:pt x="376" y="96"/>
                </a:cubicBezTo>
                <a:cubicBezTo>
                  <a:pt x="357" y="124"/>
                  <a:pt x="357" y="141"/>
                  <a:pt x="328" y="160"/>
                </a:cubicBezTo>
                <a:cubicBezTo>
                  <a:pt x="286" y="222"/>
                  <a:pt x="257" y="291"/>
                  <a:pt x="216" y="352"/>
                </a:cubicBezTo>
                <a:cubicBezTo>
                  <a:pt x="213" y="403"/>
                  <a:pt x="215" y="454"/>
                  <a:pt x="208" y="504"/>
                </a:cubicBezTo>
                <a:cubicBezTo>
                  <a:pt x="207" y="514"/>
                  <a:pt x="196" y="519"/>
                  <a:pt x="192" y="528"/>
                </a:cubicBezTo>
                <a:cubicBezTo>
                  <a:pt x="185" y="543"/>
                  <a:pt x="181" y="560"/>
                  <a:pt x="176" y="576"/>
                </a:cubicBezTo>
                <a:cubicBezTo>
                  <a:pt x="161" y="620"/>
                  <a:pt x="155" y="667"/>
                  <a:pt x="144" y="712"/>
                </a:cubicBezTo>
                <a:cubicBezTo>
                  <a:pt x="152" y="1209"/>
                  <a:pt x="0" y="1141"/>
                  <a:pt x="200" y="1208"/>
                </a:cubicBezTo>
                <a:cubicBezTo>
                  <a:pt x="209" y="1211"/>
                  <a:pt x="216" y="1219"/>
                  <a:pt x="224" y="1224"/>
                </a:cubicBezTo>
                <a:cubicBezTo>
                  <a:pt x="274" y="1299"/>
                  <a:pt x="247" y="1365"/>
                  <a:pt x="352" y="1400"/>
                </a:cubicBezTo>
                <a:cubicBezTo>
                  <a:pt x="424" y="1397"/>
                  <a:pt x="496" y="1399"/>
                  <a:pt x="568" y="1392"/>
                </a:cubicBezTo>
                <a:cubicBezTo>
                  <a:pt x="585" y="1390"/>
                  <a:pt x="616" y="1376"/>
                  <a:pt x="616" y="1376"/>
                </a:cubicBezTo>
                <a:cubicBezTo>
                  <a:pt x="648" y="1379"/>
                  <a:pt x="680" y="1380"/>
                  <a:pt x="712" y="1384"/>
                </a:cubicBezTo>
                <a:cubicBezTo>
                  <a:pt x="756" y="1390"/>
                  <a:pt x="797" y="1419"/>
                  <a:pt x="840" y="1424"/>
                </a:cubicBezTo>
                <a:cubicBezTo>
                  <a:pt x="1013" y="1446"/>
                  <a:pt x="883" y="1431"/>
                  <a:pt x="1232" y="1440"/>
                </a:cubicBezTo>
                <a:cubicBezTo>
                  <a:pt x="1317" y="1437"/>
                  <a:pt x="1403" y="1443"/>
                  <a:pt x="1488" y="1432"/>
                </a:cubicBezTo>
                <a:cubicBezTo>
                  <a:pt x="1498" y="1431"/>
                  <a:pt x="1564" y="1387"/>
                  <a:pt x="1584" y="1376"/>
                </a:cubicBezTo>
                <a:cubicBezTo>
                  <a:pt x="1601" y="1367"/>
                  <a:pt x="1632" y="1344"/>
                  <a:pt x="1632" y="1344"/>
                </a:cubicBezTo>
                <a:cubicBezTo>
                  <a:pt x="1654" y="1311"/>
                  <a:pt x="1655" y="1278"/>
                  <a:pt x="1696" y="1264"/>
                </a:cubicBezTo>
                <a:cubicBezTo>
                  <a:pt x="1730" y="1275"/>
                  <a:pt x="1739" y="1282"/>
                  <a:pt x="1784" y="1264"/>
                </a:cubicBezTo>
                <a:cubicBezTo>
                  <a:pt x="1793" y="1260"/>
                  <a:pt x="1792" y="1246"/>
                  <a:pt x="1800" y="1240"/>
                </a:cubicBezTo>
                <a:cubicBezTo>
                  <a:pt x="1807" y="1235"/>
                  <a:pt x="1824" y="1232"/>
                  <a:pt x="1824" y="1232"/>
                </a:cubicBezTo>
              </a:path>
            </a:pathLst>
          </a:custGeom>
          <a:noFill/>
          <a:ln w="57150" cap="flat" cmpd="sng">
            <a:solidFill>
              <a:srgbClr val="943634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4" name="Freeform 14">
            <a:extLst>
              <a:ext uri="{FF2B5EF4-FFF2-40B4-BE49-F238E27FC236}">
                <a16:creationId xmlns:a16="http://schemas.microsoft.com/office/drawing/2014/main" id="{3853E734-97B3-428F-A106-D9EE2FDB736C}"/>
              </a:ext>
            </a:extLst>
          </p:cNvPr>
          <p:cNvSpPr>
            <a:spLocks/>
          </p:cNvSpPr>
          <p:nvPr/>
        </p:nvSpPr>
        <p:spPr bwMode="auto">
          <a:xfrm>
            <a:off x="5424488" y="1371600"/>
            <a:ext cx="2747962" cy="2462213"/>
          </a:xfrm>
          <a:custGeom>
            <a:avLst/>
            <a:gdLst>
              <a:gd name="T0" fmla="*/ 2076608372 w 1731"/>
              <a:gd name="T1" fmla="*/ 2147483646 h 1551"/>
              <a:gd name="T2" fmla="*/ 2147483646 w 1731"/>
              <a:gd name="T3" fmla="*/ 1277718166 h 1551"/>
              <a:gd name="T4" fmla="*/ 2147483646 w 1731"/>
              <a:gd name="T5" fmla="*/ 249494624 h 1551"/>
              <a:gd name="T6" fmla="*/ 1960681206 w 1731"/>
              <a:gd name="T7" fmla="*/ 20161246 h 1551"/>
              <a:gd name="T8" fmla="*/ 819049838 w 1731"/>
              <a:gd name="T9" fmla="*/ 365421788 h 1551"/>
              <a:gd name="T10" fmla="*/ 133567463 w 1731"/>
              <a:gd name="T11" fmla="*/ 1393645329 h 1551"/>
              <a:gd name="T12" fmla="*/ 1617940018 w 1731"/>
              <a:gd name="T13" fmla="*/ 2147483646 h 155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31" h="1551">
                <a:moveTo>
                  <a:pt x="824" y="1551"/>
                </a:moveTo>
                <a:cubicBezTo>
                  <a:pt x="1186" y="1150"/>
                  <a:pt x="1549" y="749"/>
                  <a:pt x="1640" y="507"/>
                </a:cubicBezTo>
                <a:cubicBezTo>
                  <a:pt x="1731" y="265"/>
                  <a:pt x="1512" y="182"/>
                  <a:pt x="1368" y="99"/>
                </a:cubicBezTo>
                <a:cubicBezTo>
                  <a:pt x="1224" y="16"/>
                  <a:pt x="952" y="0"/>
                  <a:pt x="778" y="8"/>
                </a:cubicBezTo>
                <a:cubicBezTo>
                  <a:pt x="604" y="16"/>
                  <a:pt x="446" y="54"/>
                  <a:pt x="325" y="145"/>
                </a:cubicBezTo>
                <a:cubicBezTo>
                  <a:pt x="204" y="236"/>
                  <a:pt x="0" y="357"/>
                  <a:pt x="53" y="553"/>
                </a:cubicBezTo>
                <a:cubicBezTo>
                  <a:pt x="106" y="749"/>
                  <a:pt x="374" y="1036"/>
                  <a:pt x="642" y="1324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6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6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6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6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6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8E954DE1-D46D-4198-B502-3A00E1D5C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956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2FB0E5D-5C92-4FC3-85BD-3A4FADBA1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97663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本章总结</a:t>
            </a:r>
            <a:endParaRPr lang="zh-CN" altLang="en-US" b="1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596" name="Rectangle 4">
            <a:extLst>
              <a:ext uri="{FF2B5EF4-FFF2-40B4-BE49-F238E27FC236}">
                <a16:creationId xmlns:a16="http://schemas.microsoft.com/office/drawing/2014/main" id="{6639738D-A83F-418B-922D-F2B99CFF0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981075"/>
            <a:ext cx="5256212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zh-CN" altLang="en-US" b="1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3173" name="Rectangle 5">
            <a:extLst>
              <a:ext uri="{FF2B5EF4-FFF2-40B4-BE49-F238E27FC236}">
                <a16:creationId xmlns:a16="http://schemas.microsoft.com/office/drawing/2014/main" id="{CD7DD1AB-5910-4CFA-ACC1-90FB357DD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5175"/>
            <a:ext cx="3492500" cy="127476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支路电流法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zh-CN" altLang="en-US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3175" name="Rectangle 7">
            <a:extLst>
              <a:ext uri="{FF2B5EF4-FFF2-40B4-BE49-F238E27FC236}">
                <a16:creationId xmlns:a16="http://schemas.microsoft.com/office/drawing/2014/main" id="{6B804245-8613-42AE-A47D-443CD2392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68525"/>
            <a:ext cx="3490913" cy="1274763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节点分析法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（节点电压法）</a:t>
            </a:r>
          </a:p>
        </p:txBody>
      </p:sp>
      <p:sp>
        <p:nvSpPr>
          <p:cNvPr id="263176" name="Rectangle 8">
            <a:extLst>
              <a:ext uri="{FF2B5EF4-FFF2-40B4-BE49-F238E27FC236}">
                <a16:creationId xmlns:a16="http://schemas.microsoft.com/office/drawing/2014/main" id="{00D4009D-57A6-422D-A692-D9DDA5ECA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3" y="3536950"/>
            <a:ext cx="3455987" cy="127476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网孔分析法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（网孔电流法）</a:t>
            </a:r>
          </a:p>
        </p:txBody>
      </p:sp>
      <p:sp>
        <p:nvSpPr>
          <p:cNvPr id="263177" name="Rectangle 9">
            <a:extLst>
              <a:ext uri="{FF2B5EF4-FFF2-40B4-BE49-F238E27FC236}">
                <a16:creationId xmlns:a16="http://schemas.microsoft.com/office/drawing/2014/main" id="{B1A82CD4-EAAD-47DF-AE4B-D0CC008CC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41888"/>
            <a:ext cx="3492500" cy="127476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回路分析法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（回路电流法）</a:t>
            </a:r>
          </a:p>
        </p:txBody>
      </p:sp>
      <p:sp>
        <p:nvSpPr>
          <p:cNvPr id="263178" name="Rectangle 10">
            <a:extLst>
              <a:ext uri="{FF2B5EF4-FFF2-40B4-BE49-F238E27FC236}">
                <a16:creationId xmlns:a16="http://schemas.microsoft.com/office/drawing/2014/main" id="{177F41C7-8D3D-438A-A2D9-0CA682F12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765175"/>
            <a:ext cx="5651500" cy="127476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条支路电流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263180" name="Rectangle 12">
            <a:extLst>
              <a:ext uri="{FF2B5EF4-FFF2-40B4-BE49-F238E27FC236}">
                <a16:creationId xmlns:a16="http://schemas.microsoft.com/office/drawing/2014/main" id="{BC3CEDAC-EE04-499B-99FC-74986BB42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168525"/>
            <a:ext cx="5795962" cy="1274763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个节点电压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263181" name="Rectangle 13">
            <a:extLst>
              <a:ext uri="{FF2B5EF4-FFF2-40B4-BE49-F238E27FC236}">
                <a16:creationId xmlns:a16="http://schemas.microsoft.com/office/drawing/2014/main" id="{12B690BF-423E-45F7-B79A-D019E67D8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536950"/>
            <a:ext cx="5688013" cy="127476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b-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）个网孔电流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263182" name="Rectangle 14">
            <a:extLst>
              <a:ext uri="{FF2B5EF4-FFF2-40B4-BE49-F238E27FC236}">
                <a16:creationId xmlns:a16="http://schemas.microsoft.com/office/drawing/2014/main" id="{614920E1-3360-47AC-8D0A-AF2A53652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941888"/>
            <a:ext cx="5651500" cy="127476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b-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）个回路电流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6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6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63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63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3" grpId="0" animBg="1"/>
      <p:bldP spid="263175" grpId="0" animBg="1"/>
      <p:bldP spid="263176" grpId="0" animBg="1"/>
      <p:bldP spid="263177" grpId="0" animBg="1"/>
      <p:bldP spid="263178" grpId="0" animBg="1"/>
      <p:bldP spid="263180" grpId="0" animBg="1"/>
      <p:bldP spid="263181" grpId="0" animBg="1"/>
      <p:bldP spid="263182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753DC97C-B30D-43AD-94DD-7228CB8B37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538613-44A7-4B8F-8ACD-C9C1E8BC3A71}" type="slidenum">
              <a:rPr lang="en-US" altLang="zh-CN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89</a:t>
            </a:fld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4" name="Text Box 2">
            <a:extLst>
              <a:ext uri="{FF2B5EF4-FFF2-40B4-BE49-F238E27FC236}">
                <a16:creationId xmlns:a16="http://schemas.microsoft.com/office/drawing/2014/main" id="{EB8C52E6-CE30-47C0-867F-BA27A0BF7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343" y="205582"/>
            <a:ext cx="6634163" cy="523875"/>
          </a:xfrm>
          <a:prstGeom prst="rect">
            <a:avLst/>
          </a:prstGeom>
          <a:solidFill>
            <a:srgbClr val="66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支路法、回路法和节点法的小结和比较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F28D30F5-192D-47CD-AA40-3244EF992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3656013"/>
            <a:ext cx="75184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(2)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对于非平面电路，选独立回路不容易，而独立节点较容易。</a:t>
            </a: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C9306B8D-0426-446E-AA61-E6AC44334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4656138"/>
            <a:ext cx="75692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(3)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节点法、回路法易于编程。目前用计算机分析网络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电网，集成电路设计等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采用节点法较多。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6BF6D906-23DA-4581-AC33-209E0D28AFDF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408113"/>
            <a:ext cx="6438900" cy="2152650"/>
            <a:chOff x="1152" y="840"/>
            <a:chExt cx="4056" cy="1356"/>
          </a:xfrm>
        </p:grpSpPr>
        <p:sp>
          <p:nvSpPr>
            <p:cNvPr id="111625" name="Text Box 6">
              <a:extLst>
                <a:ext uri="{FF2B5EF4-FFF2-40B4-BE49-F238E27FC236}">
                  <a16:creationId xmlns:a16="http://schemas.microsoft.com/office/drawing/2014/main" id="{967ABD3D-062F-4B89-A916-89A11FEE9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" y="1186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支路法</a:t>
              </a:r>
            </a:p>
          </p:txBody>
        </p:sp>
        <p:sp>
          <p:nvSpPr>
            <p:cNvPr id="111626" name="Line 7">
              <a:extLst>
                <a:ext uri="{FF2B5EF4-FFF2-40B4-BE49-F238E27FC236}">
                  <a16:creationId xmlns:a16="http://schemas.microsoft.com/office/drawing/2014/main" id="{E25F78BE-CDF7-4A66-9B5C-EEE56B8AB0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176"/>
              <a:ext cx="403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7" name="Line 8">
              <a:extLst>
                <a:ext uri="{FF2B5EF4-FFF2-40B4-BE49-F238E27FC236}">
                  <a16:creationId xmlns:a16="http://schemas.microsoft.com/office/drawing/2014/main" id="{268BC483-679E-44C3-A395-BE56C9EE3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848"/>
              <a:ext cx="40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8" name="Line 9">
              <a:extLst>
                <a:ext uri="{FF2B5EF4-FFF2-40B4-BE49-F238E27FC236}">
                  <a16:creationId xmlns:a16="http://schemas.microsoft.com/office/drawing/2014/main" id="{5920369B-B9D8-4418-8CE6-4EF79DAD4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524"/>
              <a:ext cx="405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9" name="Line 10">
              <a:extLst>
                <a:ext uri="{FF2B5EF4-FFF2-40B4-BE49-F238E27FC236}">
                  <a16:creationId xmlns:a16="http://schemas.microsoft.com/office/drawing/2014/main" id="{075DECF8-F47C-480C-A393-C83DB1A1D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840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0" name="Line 11">
              <a:extLst>
                <a:ext uri="{FF2B5EF4-FFF2-40B4-BE49-F238E27FC236}">
                  <a16:creationId xmlns:a16="http://schemas.microsoft.com/office/drawing/2014/main" id="{28035267-BA17-4956-BCD8-447B96715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0" y="840"/>
              <a:ext cx="0" cy="13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1" name="Line 12">
              <a:extLst>
                <a:ext uri="{FF2B5EF4-FFF2-40B4-BE49-F238E27FC236}">
                  <a16:creationId xmlns:a16="http://schemas.microsoft.com/office/drawing/2014/main" id="{9FECA2F3-C0C7-4EA7-B119-026164E63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2" y="840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2" name="Line 13">
              <a:extLst>
                <a:ext uri="{FF2B5EF4-FFF2-40B4-BE49-F238E27FC236}">
                  <a16:creationId xmlns:a16="http://schemas.microsoft.com/office/drawing/2014/main" id="{37636D3A-B02B-4E11-8B6C-002C647BE7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6" y="840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3" name="Line 14">
              <a:extLst>
                <a:ext uri="{FF2B5EF4-FFF2-40B4-BE49-F238E27FC236}">
                  <a16:creationId xmlns:a16="http://schemas.microsoft.com/office/drawing/2014/main" id="{E6785197-088F-4801-A364-8434AC509C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172"/>
              <a:ext cx="405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4" name="Line 15">
              <a:extLst>
                <a:ext uri="{FF2B5EF4-FFF2-40B4-BE49-F238E27FC236}">
                  <a16:creationId xmlns:a16="http://schemas.microsoft.com/office/drawing/2014/main" id="{3FDC54E5-26E2-41FE-BB07-BB4C26B0BB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840"/>
              <a:ext cx="40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5" name="Text Box 16">
              <a:extLst>
                <a:ext uri="{FF2B5EF4-FFF2-40B4-BE49-F238E27FC236}">
                  <a16:creationId xmlns:a16="http://schemas.microsoft.com/office/drawing/2014/main" id="{35F13E07-E924-4091-8081-7AAF0034A8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" y="1558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回路法</a:t>
              </a:r>
            </a:p>
          </p:txBody>
        </p:sp>
        <p:sp>
          <p:nvSpPr>
            <p:cNvPr id="111636" name="Text Box 17">
              <a:extLst>
                <a:ext uri="{FF2B5EF4-FFF2-40B4-BE49-F238E27FC236}">
                  <a16:creationId xmlns:a16="http://schemas.microsoft.com/office/drawing/2014/main" id="{A3727165-E84B-4C86-B0E3-5E23D3BF4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" y="1894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节点法</a:t>
              </a:r>
            </a:p>
          </p:txBody>
        </p:sp>
        <p:sp>
          <p:nvSpPr>
            <p:cNvPr id="111637" name="Text Box 18">
              <a:extLst>
                <a:ext uri="{FF2B5EF4-FFF2-40B4-BE49-F238E27FC236}">
                  <a16:creationId xmlns:a16="http://schemas.microsoft.com/office/drawing/2014/main" id="{13A3DAAD-032B-439D-B177-8649C1822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" y="861"/>
              <a:ext cx="9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KCL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方程</a:t>
              </a:r>
            </a:p>
          </p:txBody>
        </p:sp>
        <p:sp>
          <p:nvSpPr>
            <p:cNvPr id="111638" name="Text Box 19">
              <a:extLst>
                <a:ext uri="{FF2B5EF4-FFF2-40B4-BE49-F238E27FC236}">
                  <a16:creationId xmlns:a16="http://schemas.microsoft.com/office/drawing/2014/main" id="{0DD58770-8522-4945-A203-F4CDD1D610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6" y="873"/>
              <a:ext cx="9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KVL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方程</a:t>
              </a:r>
            </a:p>
          </p:txBody>
        </p:sp>
        <p:sp>
          <p:nvSpPr>
            <p:cNvPr id="111639" name="Text Box 20">
              <a:extLst>
                <a:ext uri="{FF2B5EF4-FFF2-40B4-BE49-F238E27FC236}">
                  <a16:creationId xmlns:a16="http://schemas.microsoft.com/office/drawing/2014/main" id="{2A836834-BB87-4C3B-A9ED-D894667FA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0" y="1197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111640" name="Text Box 21">
              <a:extLst>
                <a:ext uri="{FF2B5EF4-FFF2-40B4-BE49-F238E27FC236}">
                  <a16:creationId xmlns:a16="http://schemas.microsoft.com/office/drawing/2014/main" id="{8B295C5C-1FEB-40C1-A5EA-7F916039D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1209"/>
              <a:ext cx="6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+1</a:t>
              </a:r>
            </a:p>
          </p:txBody>
        </p:sp>
        <p:sp>
          <p:nvSpPr>
            <p:cNvPr id="111641" name="Text Box 22">
              <a:extLst>
                <a:ext uri="{FF2B5EF4-FFF2-40B4-BE49-F238E27FC236}">
                  <a16:creationId xmlns:a16="http://schemas.microsoft.com/office/drawing/2014/main" id="{59E31DE1-259F-49BD-8510-1DFE98EAF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154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0</a:t>
              </a:r>
            </a:p>
          </p:txBody>
        </p:sp>
        <p:sp>
          <p:nvSpPr>
            <p:cNvPr id="111642" name="Text Box 23">
              <a:extLst>
                <a:ext uri="{FF2B5EF4-FFF2-40B4-BE49-F238E27FC236}">
                  <a16:creationId xmlns:a16="http://schemas.microsoft.com/office/drawing/2014/main" id="{D95BBD4F-5F10-4C0E-9316-E14767D723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2" y="186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0</a:t>
              </a:r>
            </a:p>
          </p:txBody>
        </p:sp>
        <p:sp>
          <p:nvSpPr>
            <p:cNvPr id="111643" name="Text Box 24">
              <a:extLst>
                <a:ext uri="{FF2B5EF4-FFF2-40B4-BE49-F238E27FC236}">
                  <a16:creationId xmlns:a16="http://schemas.microsoft.com/office/drawing/2014/main" id="{4D3BEA11-60F9-4E37-AF0D-9ECD528D7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1869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111644" name="Line 25">
              <a:extLst>
                <a:ext uri="{FF2B5EF4-FFF2-40B4-BE49-F238E27FC236}">
                  <a16:creationId xmlns:a16="http://schemas.microsoft.com/office/drawing/2014/main" id="{284BA29F-8C45-48D5-A8F9-7DE1429A3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0" y="852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45" name="Text Box 26">
              <a:extLst>
                <a:ext uri="{FF2B5EF4-FFF2-40B4-BE49-F238E27FC236}">
                  <a16:creationId xmlns:a16="http://schemas.microsoft.com/office/drawing/2014/main" id="{CC24798E-DA23-45D1-818C-7BE8E6B93C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4" y="852"/>
              <a:ext cx="9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方程总数</a:t>
              </a:r>
            </a:p>
          </p:txBody>
        </p:sp>
        <p:sp>
          <p:nvSpPr>
            <p:cNvPr id="111646" name="Text Box 27">
              <a:extLst>
                <a:ext uri="{FF2B5EF4-FFF2-40B4-BE49-F238E27FC236}">
                  <a16:creationId xmlns:a16="http://schemas.microsoft.com/office/drawing/2014/main" id="{130EB863-0995-48CC-9611-4A388AEF0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1533"/>
              <a:ext cx="6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+1</a:t>
              </a:r>
            </a:p>
          </p:txBody>
        </p:sp>
        <p:sp>
          <p:nvSpPr>
            <p:cNvPr id="111647" name="Text Box 28">
              <a:extLst>
                <a:ext uri="{FF2B5EF4-FFF2-40B4-BE49-F238E27FC236}">
                  <a16:creationId xmlns:a16="http://schemas.microsoft.com/office/drawing/2014/main" id="{D123FF58-4A71-4B1F-B89E-C91880193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1869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111648" name="Text Box 29">
              <a:extLst>
                <a:ext uri="{FF2B5EF4-FFF2-40B4-BE49-F238E27FC236}">
                  <a16:creationId xmlns:a16="http://schemas.microsoft.com/office/drawing/2014/main" id="{E7FB8199-1500-418E-AB0F-A9367E0C7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1545"/>
              <a:ext cx="6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+1</a:t>
              </a:r>
            </a:p>
          </p:txBody>
        </p:sp>
        <p:sp>
          <p:nvSpPr>
            <p:cNvPr id="111649" name="Text Box 30">
              <a:extLst>
                <a:ext uri="{FF2B5EF4-FFF2-40B4-BE49-F238E27FC236}">
                  <a16:creationId xmlns:a16="http://schemas.microsoft.com/office/drawing/2014/main" id="{D482521C-5351-4EAD-87EC-C8941A596D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8" y="122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23583" name="Text Box 31">
            <a:extLst>
              <a:ext uri="{FF2B5EF4-FFF2-40B4-BE49-F238E27FC236}">
                <a16:creationId xmlns:a16="http://schemas.microsoft.com/office/drawing/2014/main" id="{80925AA2-6485-4505-B3E6-538D7C989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836613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(1)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方程数的比较</a:t>
            </a:r>
          </a:p>
        </p:txBody>
      </p:sp>
      <p:sp>
        <p:nvSpPr>
          <p:cNvPr id="35" name="Text Box 4">
            <a:extLst>
              <a:ext uri="{FF2B5EF4-FFF2-40B4-BE49-F238E27FC236}">
                <a16:creationId xmlns:a16="http://schemas.microsoft.com/office/drawing/2014/main" id="{33C0B2D6-FC7C-4385-B824-8CB8A1CAF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5624513"/>
            <a:ext cx="75692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(4)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思考题：节点和回路这两种“基”不完全对称，节点和网孔对称。什么和回路对称？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build="p" autoUpdateAnimBg="0" advAuto="0"/>
      <p:bldP spid="23555" grpId="0" autoUpdateAnimBg="0"/>
      <p:bldP spid="23556" grpId="0" autoUpdateAnimBg="0"/>
      <p:bldP spid="23583" grpId="0" autoUpdateAnimBg="0"/>
      <p:bldP spid="35" grpId="0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9">
            <a:extLst>
              <a:ext uri="{FF2B5EF4-FFF2-40B4-BE49-F238E27FC236}">
                <a16:creationId xmlns:a16="http://schemas.microsoft.com/office/drawing/2014/main" id="{866B3012-D37E-4712-BD0F-6839E46C6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314325"/>
            <a:ext cx="76327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补充：元件的伏安关系分别用节点电压和网孔电流表示关系式</a:t>
            </a: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2F945B54-1B3C-4BB6-B4A1-4FFC83B926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1725613"/>
          <a:ext cx="4779963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2" name="Equation" r:id="rId3" imgW="3797300" imgH="1447800" progId="Equation.DSMT4">
                  <p:embed/>
                </p:oleObj>
              </mc:Choice>
              <mc:Fallback>
                <p:oleObj name="Equation" r:id="rId3" imgW="37973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725613"/>
                        <a:ext cx="4779963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5" name="Object 4">
            <a:extLst>
              <a:ext uri="{FF2B5EF4-FFF2-40B4-BE49-F238E27FC236}">
                <a16:creationId xmlns:a16="http://schemas.microsoft.com/office/drawing/2014/main" id="{6228342D-32BD-47B9-8A0B-9638AD4D77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1293813"/>
          <a:ext cx="36861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3" name="Visio" r:id="rId5" imgW="1358798" imgH="854964" progId="Visio.Drawing.11">
                  <p:embed/>
                </p:oleObj>
              </mc:Choice>
              <mc:Fallback>
                <p:oleObj name="Visio" r:id="rId5" imgW="1358798" imgH="85496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293813"/>
                        <a:ext cx="3686175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51" name="Object 4">
            <a:extLst>
              <a:ext uri="{FF2B5EF4-FFF2-40B4-BE49-F238E27FC236}">
                <a16:creationId xmlns:a16="http://schemas.microsoft.com/office/drawing/2014/main" id="{A9D90559-00B5-4C00-91C3-C3154FA178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3886200"/>
          <a:ext cx="36861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4" name="Visio" r:id="rId7" imgW="1358798" imgH="854964" progId="Visio.Drawing.11">
                  <p:embed/>
                </p:oleObj>
              </mc:Choice>
              <mc:Fallback>
                <p:oleObj name="Visio" r:id="rId7" imgW="1358798" imgH="85496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886200"/>
                        <a:ext cx="3686175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EF0CA665-55C6-4887-BD28-6BA7FD4F42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4246563"/>
          <a:ext cx="4779963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5" name="Equation" r:id="rId9" imgW="3797300" imgH="1447800" progId="Equation.DSMT4">
                  <p:embed/>
                </p:oleObj>
              </mc:Choice>
              <mc:Fallback>
                <p:oleObj name="Equation" r:id="rId9" imgW="37973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246563"/>
                        <a:ext cx="4779963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1" name="Line 21">
            <a:extLst>
              <a:ext uri="{FF2B5EF4-FFF2-40B4-BE49-F238E27FC236}">
                <a16:creationId xmlns:a16="http://schemas.microsoft.com/office/drawing/2014/main" id="{8F01A45C-1D75-4F61-A3EB-D3F4CB6D6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741738"/>
            <a:ext cx="8675688" cy="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9">
            <a:extLst>
              <a:ext uri="{FF2B5EF4-FFF2-40B4-BE49-F238E27FC236}">
                <a16:creationId xmlns:a16="http://schemas.microsoft.com/office/drawing/2014/main" id="{7916B5B6-4D93-46E7-B232-923F93736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69950"/>
            <a:ext cx="77771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补充：元件的伏安关系分别用节点电压和网孔电流表示关系式</a:t>
            </a:r>
          </a:p>
        </p:txBody>
      </p:sp>
      <p:graphicFrame>
        <p:nvGraphicFramePr>
          <p:cNvPr id="326662" name="Object 4">
            <a:extLst>
              <a:ext uri="{FF2B5EF4-FFF2-40B4-BE49-F238E27FC236}">
                <a16:creationId xmlns:a16="http://schemas.microsoft.com/office/drawing/2014/main" id="{B6624A44-88DA-4F3A-A08E-E07479C107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1733550"/>
          <a:ext cx="5124450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13" name="Visio" r:id="rId3" imgW="1867814" imgH="854964" progId="Visio.Drawing.11">
                  <p:embed/>
                </p:oleObj>
              </mc:Choice>
              <mc:Fallback>
                <p:oleObj name="Visio" r:id="rId3" imgW="1867814" imgH="85496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733550"/>
                        <a:ext cx="5124450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DD258B55-4885-4484-9DF8-C67B16888A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110038"/>
          <a:ext cx="5548312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14" name="Equation" r:id="rId5" imgW="4406900" imgH="1447800" progId="Equation.DSMT4">
                  <p:embed/>
                </p:oleObj>
              </mc:Choice>
              <mc:Fallback>
                <p:oleObj name="Equation" r:id="rId5" imgW="44069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110038"/>
                        <a:ext cx="5548312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9">
            <a:extLst>
              <a:ext uri="{FF2B5EF4-FFF2-40B4-BE49-F238E27FC236}">
                <a16:creationId xmlns:a16="http://schemas.microsoft.com/office/drawing/2014/main" id="{6CB4378D-9C97-4545-88E4-78F1230ED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712946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补充：元件的伏安关系分别用节点电压和网孔电流表示关系式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>
              <a:solidFill>
                <a:srgbClr val="FF0066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8707" name="Object 4">
            <a:extLst>
              <a:ext uri="{FF2B5EF4-FFF2-40B4-BE49-F238E27FC236}">
                <a16:creationId xmlns:a16="http://schemas.microsoft.com/office/drawing/2014/main" id="{EB2202EB-58FC-43D5-B344-E117BC3FF0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1052513"/>
          <a:ext cx="4876800" cy="345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7" name="Visio" r:id="rId3" imgW="1780337" imgH="1225296" progId="Visio.Drawing.11">
                  <p:embed/>
                </p:oleObj>
              </mc:Choice>
              <mc:Fallback>
                <p:oleObj name="Visio" r:id="rId3" imgW="1780337" imgH="122529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052513"/>
                        <a:ext cx="4876800" cy="345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12E25B39-E160-498F-9109-DD74324B90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313" y="4365625"/>
          <a:ext cx="5437187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8" name="Equation" r:id="rId5" imgW="4318000" imgH="1447800" progId="Equation.DSMT4">
                  <p:embed/>
                </p:oleObj>
              </mc:Choice>
              <mc:Fallback>
                <p:oleObj name="Equation" r:id="rId5" imgW="43180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4365625"/>
                        <a:ext cx="5437187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FB283F14-2D8E-49A1-ACA6-E193F25AD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8" y="981075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练习题：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3-3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3-4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3-5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（图论）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3-7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3-8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3-9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（计算）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3-12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3-13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3-14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（仅列写回路（网口）方程，并整理成标准形式，不需计算）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3-15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3-16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3-18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（仅列写节点电压方程，并整理成标准形式）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3-24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0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0.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2"/>
  <p:tag name="PROBLEMVOICEALLOWED" val="Fals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TADATA" val="d86c0567524e4c67933327ed590352e7"/>
</p:tagLst>
</file>

<file path=ppt/theme/theme1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自定义 2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">
  <a:themeElements>
    <a:clrScheme name="1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楷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楷体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第三章 复杂电阻电路分析</Template>
  <TotalTime>7375</TotalTime>
  <Words>5455</Words>
  <Application>Microsoft Office PowerPoint</Application>
  <PresentationFormat>全屏显示(4:3)</PresentationFormat>
  <Paragraphs>1008</Paragraphs>
  <Slides>93</Slides>
  <Notes>6</Notes>
  <HiddenSlides>16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93</vt:i4>
      </vt:variant>
    </vt:vector>
  </HeadingPairs>
  <TitlesOfParts>
    <vt:vector size="121" baseType="lpstr">
      <vt:lpstr>Gungsuh</vt:lpstr>
      <vt:lpstr>Microsoft Yahei</vt:lpstr>
      <vt:lpstr>等线</vt:lpstr>
      <vt:lpstr>仿宋_GB2312</vt:lpstr>
      <vt:lpstr>黑体</vt:lpstr>
      <vt:lpstr>华文行楷</vt:lpstr>
      <vt:lpstr>华文楷体</vt:lpstr>
      <vt:lpstr>楷体</vt:lpstr>
      <vt:lpstr>楷体_GB2312</vt:lpstr>
      <vt:lpstr>宋体</vt:lpstr>
      <vt:lpstr>Arial</vt:lpstr>
      <vt:lpstr>Calibri</vt:lpstr>
      <vt:lpstr>Impact</vt:lpstr>
      <vt:lpstr>MT Extra</vt:lpstr>
      <vt:lpstr>Symbol</vt:lpstr>
      <vt:lpstr>Times New Roman</vt:lpstr>
      <vt:lpstr>Wingdings</vt:lpstr>
      <vt:lpstr>3_Office 主题</vt:lpstr>
      <vt:lpstr>Office 主题</vt:lpstr>
      <vt:lpstr>自定义设计方案</vt:lpstr>
      <vt:lpstr>1_Office 主题</vt:lpstr>
      <vt:lpstr>2_Office 主题</vt:lpstr>
      <vt:lpstr>Network</vt:lpstr>
      <vt:lpstr>Microsoft Visio 绘图</vt:lpstr>
      <vt:lpstr>Visio</vt:lpstr>
      <vt:lpstr>公式</vt:lpstr>
      <vt:lpstr>Equation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jxf</cp:lastModifiedBy>
  <cp:revision>667</cp:revision>
  <dcterms:created xsi:type="dcterms:W3CDTF">1601-01-01T00:00:00Z</dcterms:created>
  <dcterms:modified xsi:type="dcterms:W3CDTF">2018-09-23T07:57:55Z</dcterms:modified>
</cp:coreProperties>
</file>